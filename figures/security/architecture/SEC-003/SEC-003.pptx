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e6a6bc02124797" /><Relationship Type="http://schemas.openxmlformats.org/officeDocument/2006/relationships/extended-properties" Target="/docProps/app.xml" Id="Rc316243fcc3a455a" /><Relationship Type="http://schemas.openxmlformats.org/officeDocument/2006/relationships/officeDocument" Target="/ppt/presentation.xml" Id="Rc29defa799af42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f07711639f486b"/>
  </p:sldMasterIdLst>
  <p:notesMasterIdLst>
    <p:notesMasterId xmlns:r="http://schemas.openxmlformats.org/officeDocument/2006/relationships" r:id="R343a0a22dee14b5e"/>
  </p:notesMasterIdLst>
  <p:sldIdLst>
    <p:sldId xmlns:r="http://schemas.openxmlformats.org/officeDocument/2006/relationships" id="256" r:id="R84f20dafca944ee6"/>
  </p:sldIdLst>
  <p:sldSz cx="6686550" cy="4200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6d20b82f85457e" /><Relationship Type="http://schemas.openxmlformats.org/officeDocument/2006/relationships/slideMaster" Target="/ppt/slideMasters/slideMaster1.xml" Id="Rb9f07711639f486b" /><Relationship Type="http://schemas.openxmlformats.org/officeDocument/2006/relationships/notesMaster" Target="/ppt/notesMasters/notesMaster1.xml" Id="R343a0a22dee14b5e" /><Relationship Type="http://schemas.openxmlformats.org/officeDocument/2006/relationships/presProps" Target="/ppt/presProps.xml" Id="R62ecf0aa5da94ed5" /><Relationship Type="http://schemas.openxmlformats.org/officeDocument/2006/relationships/tableStyles" Target="/ppt/tableStyles.xml" Id="R49839701a5524b22" /><Relationship Type="http://schemas.openxmlformats.org/officeDocument/2006/relationships/slide" Target="/ppt/slides/slide1.xml" Id="R84f20dafca944e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a69af8e68c4f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5037c2591d42b9" /><Relationship Type="http://schemas.openxmlformats.org/officeDocument/2006/relationships/notesMaster" Target="/ppt/notesMasters/notesMaster1.xml" Id="Rc5700a3081ef4e9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素材ID：SEC-003</ns1:t>
            </ns1:r>
          </ns1:p>
          <ns1:p>
            <ns1:r>
              <ns1:t>论文：ReSym: Harnessing LLMs to Recover Variable and Data Structure Symbols from Stripped Binaries</ns1:t>
            </ns1:r>
          </ns1:p>
          <ns1:p>
            <ns1:r>
              <ns1:t>会议：CCS 2024</ns1:t>
            </ns1:r>
          </ns1:p>
          <ns1:p>
            <ns1:r>
              <ns1:t>奖项：Distinguished Paper Award</ns1:t>
            </ns1:r>
          </ns1:p>
          <ns1:p>
            <ns1:r>
              <ns1:t>图号：Figure 5，PDF第5页</ns1:t>
            </ns1:r>
          </ns1:p>
          <ns1:p>
            <ns1:r>
              <ns1:t>类型：系统架构</ns1:t>
            </ns1:r>
          </ns1:p>
          <ns1:p>
            <ns1:r>
              <ns1:t>借鉴点：预处理、微调、推理三阶段共同使用双模型，以虚线框和编号建立阶段层次，适合程序分析+LLM系统。</ns1:t>
            </ns1:r>
          </ns1:p>
          <ns1:p>
            <ns1:r>
              <ns1:t>论文URL：https://www.cs.purdue.edu/homes/lintan/publications/resym-ccs24.pdf</ns1:t>
            </ns1:r>
          </ns1:p>
          <ns1:p>
            <ns1:r>
              <ns1:t>官方获奖URL：https://www.sigsac.org/ccs/CCS2024/program/awards.html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9b0b87c134e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093c6d3c5b465f" /><Relationship Type="http://schemas.openxmlformats.org/officeDocument/2006/relationships/slideLayout" Target="/ppt/slideLayouts/slideLayout1.xml" Id="R715132b1e06c44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5132b1e06c44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2042675f7489f" /><Relationship Type="http://schemas.openxmlformats.org/officeDocument/2006/relationships/image" Target="/ppt/media/image.png" Id="Rd3697c8407914ed0" /><Relationship Type="http://schemas.openxmlformats.org/officeDocument/2006/relationships/image" Target="/ppt/media/image2.png" Id="R6ff627a8ff2b4ccb" /><Relationship Type="http://schemas.openxmlformats.org/officeDocument/2006/relationships/image" Target="/ppt/media/image3.png" Id="Rc24909dd0f2a46f4" /><Relationship Type="http://schemas.openxmlformats.org/officeDocument/2006/relationships/image" Target="/ppt/media/image4.png" Id="R165680febecc4c1e" /><Relationship Type="http://schemas.openxmlformats.org/officeDocument/2006/relationships/image" Target="/ppt/media/image5.png" Id="R4182ffbbf1414a9a" /><Relationship Type="http://schemas.openxmlformats.org/officeDocument/2006/relationships/image" Target="/ppt/media/image6.png" Id="Ree7a74bf8027413b" /><Relationship Type="http://schemas.openxmlformats.org/officeDocument/2006/relationships/image" Target="/ppt/media/image7.png" Id="R14000937f6f34a91" /><Relationship Type="http://schemas.openxmlformats.org/officeDocument/2006/relationships/image" Target="/ppt/media/image8.png" Id="R342086f6fed24a8f" /><Relationship Type="http://schemas.openxmlformats.org/officeDocument/2006/relationships/image" Target="/ppt/media/image9.png" Id="Ref4483c6248743e6" /><Relationship Type="http://schemas.openxmlformats.org/officeDocument/2006/relationships/image" Target="/ppt/media/image10.png" Id="R19ba2b8075c04b01" /><Relationship Type="http://schemas.openxmlformats.org/officeDocument/2006/relationships/image" Target="/ppt/media/image11.png" Id="R295385c5af2c4676" /><Relationship Type="http://schemas.openxmlformats.org/officeDocument/2006/relationships/image" Target="/ppt/media/image12.png" Id="R57cab69de2d943d5" /><Relationship Type="http://schemas.openxmlformats.org/officeDocument/2006/relationships/image" Target="/ppt/media/image13.png" Id="Ra184a8d16534422e" /><Relationship Type="http://schemas.openxmlformats.org/officeDocument/2006/relationships/notesSlide" Target="/ppt/notesSlides/notesSlide1.xml" Id="Rf9bca854d8cb48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3020B-7D46-48A2-A369-98FE4333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620"/>
            <a:ext cx="6686550" cy="4177266"/>
          </a:xfrm>
          <a:custGeom xmlns:a="http://schemas.openxmlformats.org/drawingml/2006/main">
            <a:pathLst>
              <a:path w="6686550" h="4177266">
                <a:moveTo>
                  <a:pt x="6686550" y="4177266"/>
                </a:moveTo>
                <a:lnTo>
                  <a:pt x="6686550" y="0"/>
                </a:lnTo>
                <a:lnTo>
                  <a:pt x="0" y="0"/>
                </a:lnTo>
                <a:lnTo>
                  <a:pt x="0" y="4177266"/>
                </a:lnTo>
                <a:lnTo>
                  <a:pt x="6686550" y="41772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28D484-F254-463E-8DCE-7B231E9D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5" y="2710695"/>
            <a:ext cx="6605295" cy="1433411"/>
          </a:xfrm>
          <a:custGeom xmlns:a="http://schemas.openxmlformats.org/drawingml/2006/main">
            <a:pathLst>
              <a:path w="6605295" h="1433411">
                <a:moveTo>
                  <a:pt x="381105" y="0"/>
                </a:moveTo>
                <a:lnTo>
                  <a:pt x="346976" y="0"/>
                </a:lnTo>
                <a:lnTo>
                  <a:pt x="346976" y="11376"/>
                </a:lnTo>
                <a:lnTo>
                  <a:pt x="381105" y="11376"/>
                </a:lnTo>
                <a:lnTo>
                  <a:pt x="381105" y="0"/>
                </a:lnTo>
                <a:close/>
                <a:moveTo>
                  <a:pt x="210461" y="0"/>
                </a:moveTo>
                <a:lnTo>
                  <a:pt x="210461" y="11376"/>
                </a:lnTo>
                <a:lnTo>
                  <a:pt x="244590" y="11376"/>
                </a:lnTo>
                <a:lnTo>
                  <a:pt x="244590" y="0"/>
                </a:lnTo>
                <a:lnTo>
                  <a:pt x="210461" y="0"/>
                </a:lnTo>
                <a:close/>
                <a:moveTo>
                  <a:pt x="824780" y="0"/>
                </a:moveTo>
                <a:lnTo>
                  <a:pt x="824780" y="11376"/>
                </a:lnTo>
                <a:lnTo>
                  <a:pt x="858909" y="11376"/>
                </a:lnTo>
                <a:lnTo>
                  <a:pt x="858909" y="0"/>
                </a:lnTo>
                <a:lnTo>
                  <a:pt x="824780" y="0"/>
                </a:lnTo>
                <a:close/>
                <a:moveTo>
                  <a:pt x="5688" y="0"/>
                </a:moveTo>
                <a:lnTo>
                  <a:pt x="5688" y="11376"/>
                </a:lnTo>
                <a:lnTo>
                  <a:pt x="39817" y="11376"/>
                </a:lnTo>
                <a:lnTo>
                  <a:pt x="39817" y="0"/>
                </a:lnTo>
                <a:lnTo>
                  <a:pt x="5688" y="0"/>
                </a:lnTo>
                <a:close/>
                <a:moveTo>
                  <a:pt x="756522" y="0"/>
                </a:moveTo>
                <a:lnTo>
                  <a:pt x="756522" y="11376"/>
                </a:lnTo>
                <a:lnTo>
                  <a:pt x="790651" y="11376"/>
                </a:lnTo>
                <a:lnTo>
                  <a:pt x="790651" y="0"/>
                </a:lnTo>
                <a:lnTo>
                  <a:pt x="756522" y="0"/>
                </a:lnTo>
                <a:close/>
                <a:moveTo>
                  <a:pt x="73946" y="0"/>
                </a:moveTo>
                <a:lnTo>
                  <a:pt x="73946" y="11376"/>
                </a:lnTo>
                <a:lnTo>
                  <a:pt x="108075" y="11376"/>
                </a:lnTo>
                <a:lnTo>
                  <a:pt x="108075" y="0"/>
                </a:lnTo>
                <a:lnTo>
                  <a:pt x="73946" y="0"/>
                </a:lnTo>
                <a:close/>
                <a:moveTo>
                  <a:pt x="688265" y="0"/>
                </a:moveTo>
                <a:lnTo>
                  <a:pt x="688265" y="11376"/>
                </a:lnTo>
                <a:lnTo>
                  <a:pt x="722394" y="11376"/>
                </a:lnTo>
                <a:lnTo>
                  <a:pt x="722394" y="0"/>
                </a:lnTo>
                <a:lnTo>
                  <a:pt x="688265" y="0"/>
                </a:lnTo>
                <a:close/>
                <a:moveTo>
                  <a:pt x="176332" y="0"/>
                </a:moveTo>
                <a:lnTo>
                  <a:pt x="142203" y="0"/>
                </a:lnTo>
                <a:lnTo>
                  <a:pt x="142203" y="11376"/>
                </a:lnTo>
                <a:lnTo>
                  <a:pt x="176332" y="11376"/>
                </a:lnTo>
                <a:lnTo>
                  <a:pt x="176332" y="0"/>
                </a:lnTo>
                <a:close/>
                <a:moveTo>
                  <a:pt x="620007" y="0"/>
                </a:moveTo>
                <a:lnTo>
                  <a:pt x="620007" y="11376"/>
                </a:lnTo>
                <a:lnTo>
                  <a:pt x="654136" y="11376"/>
                </a:lnTo>
                <a:lnTo>
                  <a:pt x="654136" y="0"/>
                </a:lnTo>
                <a:lnTo>
                  <a:pt x="620007" y="0"/>
                </a:lnTo>
                <a:close/>
                <a:moveTo>
                  <a:pt x="415234" y="0"/>
                </a:moveTo>
                <a:lnTo>
                  <a:pt x="415234" y="11376"/>
                </a:lnTo>
                <a:lnTo>
                  <a:pt x="449363" y="11376"/>
                </a:lnTo>
                <a:lnTo>
                  <a:pt x="449363" y="0"/>
                </a:lnTo>
                <a:lnTo>
                  <a:pt x="415234" y="0"/>
                </a:lnTo>
                <a:close/>
                <a:moveTo>
                  <a:pt x="483492" y="0"/>
                </a:moveTo>
                <a:lnTo>
                  <a:pt x="483492" y="11376"/>
                </a:lnTo>
                <a:lnTo>
                  <a:pt x="517621" y="11376"/>
                </a:lnTo>
                <a:lnTo>
                  <a:pt x="517621" y="0"/>
                </a:lnTo>
                <a:lnTo>
                  <a:pt x="483492" y="0"/>
                </a:lnTo>
                <a:close/>
                <a:moveTo>
                  <a:pt x="278719" y="0"/>
                </a:moveTo>
                <a:lnTo>
                  <a:pt x="278719" y="11376"/>
                </a:lnTo>
                <a:lnTo>
                  <a:pt x="312848" y="11376"/>
                </a:lnTo>
                <a:lnTo>
                  <a:pt x="312848" y="0"/>
                </a:lnTo>
                <a:lnTo>
                  <a:pt x="278719" y="0"/>
                </a:lnTo>
                <a:close/>
                <a:moveTo>
                  <a:pt x="551749" y="0"/>
                </a:moveTo>
                <a:lnTo>
                  <a:pt x="551749" y="11376"/>
                </a:lnTo>
                <a:lnTo>
                  <a:pt x="585878" y="11376"/>
                </a:lnTo>
                <a:lnTo>
                  <a:pt x="585878" y="0"/>
                </a:lnTo>
                <a:lnTo>
                  <a:pt x="551749" y="0"/>
                </a:lnTo>
                <a:close/>
                <a:moveTo>
                  <a:pt x="0" y="65300"/>
                </a:moveTo>
                <a:lnTo>
                  <a:pt x="11376" y="65300"/>
                </a:lnTo>
                <a:lnTo>
                  <a:pt x="11376" y="31171"/>
                </a:lnTo>
                <a:lnTo>
                  <a:pt x="0" y="31171"/>
                </a:lnTo>
                <a:lnTo>
                  <a:pt x="0" y="65300"/>
                </a:lnTo>
                <a:close/>
                <a:moveTo>
                  <a:pt x="0" y="99429"/>
                </a:moveTo>
                <a:lnTo>
                  <a:pt x="0" y="133558"/>
                </a:lnTo>
                <a:lnTo>
                  <a:pt x="11376" y="133558"/>
                </a:lnTo>
                <a:lnTo>
                  <a:pt x="11376" y="99429"/>
                </a:lnTo>
                <a:lnTo>
                  <a:pt x="0" y="99429"/>
                </a:lnTo>
                <a:close/>
                <a:moveTo>
                  <a:pt x="0" y="201815"/>
                </a:moveTo>
                <a:lnTo>
                  <a:pt x="11376" y="201815"/>
                </a:lnTo>
                <a:lnTo>
                  <a:pt x="11376" y="167686"/>
                </a:lnTo>
                <a:lnTo>
                  <a:pt x="0" y="167686"/>
                </a:lnTo>
                <a:lnTo>
                  <a:pt x="0" y="201815"/>
                </a:lnTo>
                <a:close/>
                <a:moveTo>
                  <a:pt x="0" y="270073"/>
                </a:moveTo>
                <a:lnTo>
                  <a:pt x="11376" y="270073"/>
                </a:lnTo>
                <a:lnTo>
                  <a:pt x="11376" y="235944"/>
                </a:lnTo>
                <a:lnTo>
                  <a:pt x="0" y="235944"/>
                </a:lnTo>
                <a:lnTo>
                  <a:pt x="0" y="270073"/>
                </a:lnTo>
                <a:close/>
                <a:moveTo>
                  <a:pt x="0" y="338331"/>
                </a:moveTo>
                <a:lnTo>
                  <a:pt x="11376" y="338331"/>
                </a:lnTo>
                <a:lnTo>
                  <a:pt x="11376" y="304202"/>
                </a:lnTo>
                <a:lnTo>
                  <a:pt x="0" y="304202"/>
                </a:lnTo>
                <a:lnTo>
                  <a:pt x="0" y="338331"/>
                </a:lnTo>
                <a:close/>
                <a:moveTo>
                  <a:pt x="0" y="406588"/>
                </a:moveTo>
                <a:lnTo>
                  <a:pt x="11376" y="406588"/>
                </a:lnTo>
                <a:lnTo>
                  <a:pt x="11376" y="372459"/>
                </a:lnTo>
                <a:lnTo>
                  <a:pt x="0" y="372459"/>
                </a:lnTo>
                <a:lnTo>
                  <a:pt x="0" y="406588"/>
                </a:lnTo>
                <a:close/>
                <a:moveTo>
                  <a:pt x="0" y="474846"/>
                </a:moveTo>
                <a:lnTo>
                  <a:pt x="11376" y="474846"/>
                </a:lnTo>
                <a:lnTo>
                  <a:pt x="11376" y="440717"/>
                </a:lnTo>
                <a:lnTo>
                  <a:pt x="0" y="440717"/>
                </a:lnTo>
                <a:lnTo>
                  <a:pt x="0" y="474846"/>
                </a:lnTo>
                <a:close/>
                <a:moveTo>
                  <a:pt x="0" y="543104"/>
                </a:moveTo>
                <a:lnTo>
                  <a:pt x="11376" y="543104"/>
                </a:lnTo>
                <a:lnTo>
                  <a:pt x="11376" y="508975"/>
                </a:lnTo>
                <a:lnTo>
                  <a:pt x="0" y="508975"/>
                </a:lnTo>
                <a:lnTo>
                  <a:pt x="0" y="543104"/>
                </a:lnTo>
                <a:close/>
                <a:moveTo>
                  <a:pt x="0" y="611361"/>
                </a:moveTo>
                <a:lnTo>
                  <a:pt x="11376" y="611361"/>
                </a:lnTo>
                <a:lnTo>
                  <a:pt x="11376" y="577232"/>
                </a:lnTo>
                <a:lnTo>
                  <a:pt x="0" y="577232"/>
                </a:lnTo>
                <a:lnTo>
                  <a:pt x="0" y="611361"/>
                </a:lnTo>
                <a:close/>
                <a:moveTo>
                  <a:pt x="0" y="679619"/>
                </a:moveTo>
                <a:lnTo>
                  <a:pt x="11376" y="679619"/>
                </a:lnTo>
                <a:lnTo>
                  <a:pt x="11376" y="645490"/>
                </a:lnTo>
                <a:lnTo>
                  <a:pt x="0" y="645490"/>
                </a:lnTo>
                <a:lnTo>
                  <a:pt x="0" y="679619"/>
                </a:lnTo>
                <a:close/>
                <a:moveTo>
                  <a:pt x="0" y="747877"/>
                </a:moveTo>
                <a:lnTo>
                  <a:pt x="11376" y="747877"/>
                </a:lnTo>
                <a:lnTo>
                  <a:pt x="11376" y="713748"/>
                </a:lnTo>
                <a:lnTo>
                  <a:pt x="0" y="713748"/>
                </a:lnTo>
                <a:lnTo>
                  <a:pt x="0" y="747877"/>
                </a:lnTo>
                <a:close/>
                <a:moveTo>
                  <a:pt x="0" y="816134"/>
                </a:moveTo>
                <a:lnTo>
                  <a:pt x="11376" y="816134"/>
                </a:lnTo>
                <a:lnTo>
                  <a:pt x="11376" y="782005"/>
                </a:lnTo>
                <a:lnTo>
                  <a:pt x="0" y="782005"/>
                </a:lnTo>
                <a:lnTo>
                  <a:pt x="0" y="816134"/>
                </a:lnTo>
                <a:close/>
                <a:moveTo>
                  <a:pt x="0" y="884392"/>
                </a:moveTo>
                <a:lnTo>
                  <a:pt x="11376" y="884392"/>
                </a:lnTo>
                <a:lnTo>
                  <a:pt x="11376" y="850263"/>
                </a:lnTo>
                <a:lnTo>
                  <a:pt x="0" y="850263"/>
                </a:lnTo>
                <a:lnTo>
                  <a:pt x="0" y="884392"/>
                </a:lnTo>
                <a:close/>
                <a:moveTo>
                  <a:pt x="0" y="952650"/>
                </a:moveTo>
                <a:lnTo>
                  <a:pt x="11376" y="952650"/>
                </a:lnTo>
                <a:lnTo>
                  <a:pt x="11376" y="918521"/>
                </a:lnTo>
                <a:lnTo>
                  <a:pt x="0" y="918521"/>
                </a:lnTo>
                <a:lnTo>
                  <a:pt x="0" y="952650"/>
                </a:lnTo>
                <a:close/>
                <a:moveTo>
                  <a:pt x="0" y="1020907"/>
                </a:moveTo>
                <a:lnTo>
                  <a:pt x="11376" y="1020907"/>
                </a:lnTo>
                <a:lnTo>
                  <a:pt x="11376" y="986778"/>
                </a:lnTo>
                <a:lnTo>
                  <a:pt x="0" y="986778"/>
                </a:lnTo>
                <a:lnTo>
                  <a:pt x="0" y="1020907"/>
                </a:lnTo>
                <a:close/>
                <a:moveTo>
                  <a:pt x="0" y="1089165"/>
                </a:moveTo>
                <a:lnTo>
                  <a:pt x="11376" y="1089165"/>
                </a:lnTo>
                <a:lnTo>
                  <a:pt x="11376" y="1055036"/>
                </a:lnTo>
                <a:lnTo>
                  <a:pt x="0" y="1055036"/>
                </a:lnTo>
                <a:lnTo>
                  <a:pt x="0" y="1089165"/>
                </a:lnTo>
                <a:close/>
                <a:moveTo>
                  <a:pt x="0" y="1123294"/>
                </a:moveTo>
                <a:lnTo>
                  <a:pt x="0" y="1157423"/>
                </a:lnTo>
                <a:lnTo>
                  <a:pt x="11376" y="1157423"/>
                </a:lnTo>
                <a:lnTo>
                  <a:pt x="11376" y="1123294"/>
                </a:lnTo>
                <a:lnTo>
                  <a:pt x="0" y="1123294"/>
                </a:lnTo>
                <a:close/>
                <a:moveTo>
                  <a:pt x="0" y="1225680"/>
                </a:moveTo>
                <a:lnTo>
                  <a:pt x="11376" y="1225680"/>
                </a:lnTo>
                <a:lnTo>
                  <a:pt x="11376" y="1191551"/>
                </a:lnTo>
                <a:lnTo>
                  <a:pt x="0" y="1191551"/>
                </a:lnTo>
                <a:lnTo>
                  <a:pt x="0" y="1225680"/>
                </a:lnTo>
                <a:close/>
                <a:moveTo>
                  <a:pt x="0" y="1293938"/>
                </a:moveTo>
                <a:lnTo>
                  <a:pt x="11376" y="1293938"/>
                </a:lnTo>
                <a:lnTo>
                  <a:pt x="11376" y="1259809"/>
                </a:lnTo>
                <a:lnTo>
                  <a:pt x="0" y="1259809"/>
                </a:lnTo>
                <a:lnTo>
                  <a:pt x="0" y="1293938"/>
                </a:lnTo>
                <a:close/>
                <a:moveTo>
                  <a:pt x="0" y="1362196"/>
                </a:moveTo>
                <a:lnTo>
                  <a:pt x="11376" y="1362196"/>
                </a:lnTo>
                <a:lnTo>
                  <a:pt x="11376" y="1328067"/>
                </a:lnTo>
                <a:lnTo>
                  <a:pt x="0" y="1328067"/>
                </a:lnTo>
                <a:lnTo>
                  <a:pt x="0" y="1362196"/>
                </a:lnTo>
                <a:close/>
                <a:moveTo>
                  <a:pt x="11376" y="1396324"/>
                </a:moveTo>
                <a:lnTo>
                  <a:pt x="0" y="1396324"/>
                </a:lnTo>
                <a:lnTo>
                  <a:pt x="0" y="1433411"/>
                </a:lnTo>
                <a:lnTo>
                  <a:pt x="8418" y="1433411"/>
                </a:lnTo>
                <a:lnTo>
                  <a:pt x="8418" y="1427723"/>
                </a:lnTo>
                <a:lnTo>
                  <a:pt x="11376" y="1427723"/>
                </a:lnTo>
                <a:lnTo>
                  <a:pt x="11376" y="1396324"/>
                </a:lnTo>
                <a:close/>
                <a:moveTo>
                  <a:pt x="417964" y="1433411"/>
                </a:moveTo>
                <a:lnTo>
                  <a:pt x="417964" y="1422035"/>
                </a:lnTo>
                <a:lnTo>
                  <a:pt x="383836" y="1422035"/>
                </a:lnTo>
                <a:lnTo>
                  <a:pt x="383836" y="1433411"/>
                </a:lnTo>
                <a:lnTo>
                  <a:pt x="417964" y="1433411"/>
                </a:lnTo>
                <a:close/>
                <a:moveTo>
                  <a:pt x="486222" y="1433411"/>
                </a:moveTo>
                <a:lnTo>
                  <a:pt x="486222" y="1422035"/>
                </a:lnTo>
                <a:lnTo>
                  <a:pt x="452093" y="1422035"/>
                </a:lnTo>
                <a:lnTo>
                  <a:pt x="452093" y="1433411"/>
                </a:lnTo>
                <a:lnTo>
                  <a:pt x="486222" y="1433411"/>
                </a:lnTo>
                <a:close/>
                <a:moveTo>
                  <a:pt x="349707" y="1433411"/>
                </a:moveTo>
                <a:lnTo>
                  <a:pt x="349707" y="1422035"/>
                </a:lnTo>
                <a:lnTo>
                  <a:pt x="315578" y="1422035"/>
                </a:lnTo>
                <a:lnTo>
                  <a:pt x="315578" y="1433411"/>
                </a:lnTo>
                <a:lnTo>
                  <a:pt x="349707" y="1433411"/>
                </a:lnTo>
                <a:close/>
                <a:moveTo>
                  <a:pt x="554480" y="1433411"/>
                </a:moveTo>
                <a:lnTo>
                  <a:pt x="554480" y="1422035"/>
                </a:lnTo>
                <a:lnTo>
                  <a:pt x="520351" y="1422035"/>
                </a:lnTo>
                <a:lnTo>
                  <a:pt x="520351" y="1433411"/>
                </a:lnTo>
                <a:lnTo>
                  <a:pt x="554480" y="1433411"/>
                </a:lnTo>
                <a:close/>
                <a:moveTo>
                  <a:pt x="281449" y="1433411"/>
                </a:moveTo>
                <a:lnTo>
                  <a:pt x="281449" y="1422035"/>
                </a:lnTo>
                <a:lnTo>
                  <a:pt x="247320" y="1422035"/>
                </a:lnTo>
                <a:lnTo>
                  <a:pt x="247320" y="1433411"/>
                </a:lnTo>
                <a:lnTo>
                  <a:pt x="281449" y="1433411"/>
                </a:lnTo>
                <a:close/>
                <a:moveTo>
                  <a:pt x="622737" y="1433411"/>
                </a:moveTo>
                <a:lnTo>
                  <a:pt x="622737" y="1422035"/>
                </a:lnTo>
                <a:lnTo>
                  <a:pt x="588609" y="1422035"/>
                </a:lnTo>
                <a:lnTo>
                  <a:pt x="588609" y="1433411"/>
                </a:lnTo>
                <a:lnTo>
                  <a:pt x="622737" y="1433411"/>
                </a:lnTo>
                <a:close/>
                <a:moveTo>
                  <a:pt x="213191" y="1433411"/>
                </a:moveTo>
                <a:lnTo>
                  <a:pt x="213191" y="1422035"/>
                </a:lnTo>
                <a:lnTo>
                  <a:pt x="179063" y="1422035"/>
                </a:lnTo>
                <a:lnTo>
                  <a:pt x="179063" y="1433411"/>
                </a:lnTo>
                <a:lnTo>
                  <a:pt x="213191" y="1433411"/>
                </a:lnTo>
                <a:close/>
                <a:moveTo>
                  <a:pt x="690995" y="1433411"/>
                </a:moveTo>
                <a:lnTo>
                  <a:pt x="690995" y="1422035"/>
                </a:lnTo>
                <a:lnTo>
                  <a:pt x="656866" y="1422035"/>
                </a:lnTo>
                <a:lnTo>
                  <a:pt x="656866" y="1433411"/>
                </a:lnTo>
                <a:lnTo>
                  <a:pt x="690995" y="1433411"/>
                </a:lnTo>
                <a:close/>
                <a:moveTo>
                  <a:pt x="144934" y="1433411"/>
                </a:moveTo>
                <a:lnTo>
                  <a:pt x="144934" y="1422035"/>
                </a:lnTo>
                <a:lnTo>
                  <a:pt x="110805" y="1422035"/>
                </a:lnTo>
                <a:lnTo>
                  <a:pt x="110805" y="1433411"/>
                </a:lnTo>
                <a:lnTo>
                  <a:pt x="144934" y="1433411"/>
                </a:lnTo>
                <a:close/>
                <a:moveTo>
                  <a:pt x="725124" y="1433411"/>
                </a:moveTo>
                <a:lnTo>
                  <a:pt x="759253" y="1433411"/>
                </a:lnTo>
                <a:lnTo>
                  <a:pt x="759253" y="1422035"/>
                </a:lnTo>
                <a:lnTo>
                  <a:pt x="725124" y="1422035"/>
                </a:lnTo>
                <a:lnTo>
                  <a:pt x="725124" y="1433411"/>
                </a:lnTo>
                <a:close/>
                <a:moveTo>
                  <a:pt x="76676" y="1433411"/>
                </a:moveTo>
                <a:lnTo>
                  <a:pt x="76676" y="1422035"/>
                </a:lnTo>
                <a:lnTo>
                  <a:pt x="42547" y="1422035"/>
                </a:lnTo>
                <a:lnTo>
                  <a:pt x="42547" y="1433411"/>
                </a:lnTo>
                <a:lnTo>
                  <a:pt x="76676" y="1433411"/>
                </a:lnTo>
                <a:close/>
                <a:moveTo>
                  <a:pt x="827510" y="1433411"/>
                </a:moveTo>
                <a:lnTo>
                  <a:pt x="827510" y="1422035"/>
                </a:lnTo>
                <a:lnTo>
                  <a:pt x="793382" y="1422035"/>
                </a:lnTo>
                <a:lnTo>
                  <a:pt x="793382" y="1433411"/>
                </a:lnTo>
                <a:lnTo>
                  <a:pt x="827510" y="1433411"/>
                </a:lnTo>
                <a:close/>
                <a:moveTo>
                  <a:pt x="895768" y="1433411"/>
                </a:moveTo>
                <a:lnTo>
                  <a:pt x="895768" y="1422035"/>
                </a:lnTo>
                <a:lnTo>
                  <a:pt x="861639" y="1422035"/>
                </a:lnTo>
                <a:lnTo>
                  <a:pt x="861639" y="1433411"/>
                </a:lnTo>
                <a:lnTo>
                  <a:pt x="895768" y="1433411"/>
                </a:lnTo>
                <a:close/>
                <a:moveTo>
                  <a:pt x="893038" y="0"/>
                </a:moveTo>
                <a:lnTo>
                  <a:pt x="893038" y="11376"/>
                </a:lnTo>
                <a:lnTo>
                  <a:pt x="927167" y="11376"/>
                </a:lnTo>
                <a:lnTo>
                  <a:pt x="927167" y="0"/>
                </a:lnTo>
                <a:lnTo>
                  <a:pt x="893038" y="0"/>
                </a:lnTo>
                <a:close/>
                <a:moveTo>
                  <a:pt x="961296" y="0"/>
                </a:moveTo>
                <a:lnTo>
                  <a:pt x="961296" y="11376"/>
                </a:lnTo>
                <a:lnTo>
                  <a:pt x="995424" y="11376"/>
                </a:lnTo>
                <a:lnTo>
                  <a:pt x="995424" y="0"/>
                </a:lnTo>
                <a:lnTo>
                  <a:pt x="961296" y="0"/>
                </a:lnTo>
                <a:close/>
                <a:moveTo>
                  <a:pt x="1029553" y="0"/>
                </a:moveTo>
                <a:lnTo>
                  <a:pt x="1029553" y="11376"/>
                </a:lnTo>
                <a:lnTo>
                  <a:pt x="1063682" y="11376"/>
                </a:lnTo>
                <a:lnTo>
                  <a:pt x="1063682" y="0"/>
                </a:lnTo>
                <a:lnTo>
                  <a:pt x="1029553" y="0"/>
                </a:lnTo>
                <a:close/>
                <a:moveTo>
                  <a:pt x="1097811" y="0"/>
                </a:moveTo>
                <a:lnTo>
                  <a:pt x="1097811" y="11376"/>
                </a:lnTo>
                <a:lnTo>
                  <a:pt x="1131940" y="11376"/>
                </a:lnTo>
                <a:lnTo>
                  <a:pt x="1131940" y="0"/>
                </a:lnTo>
                <a:lnTo>
                  <a:pt x="1097811" y="0"/>
                </a:lnTo>
                <a:close/>
                <a:moveTo>
                  <a:pt x="1166069" y="0"/>
                </a:moveTo>
                <a:lnTo>
                  <a:pt x="1166069" y="11376"/>
                </a:lnTo>
                <a:lnTo>
                  <a:pt x="1200197" y="11376"/>
                </a:lnTo>
                <a:lnTo>
                  <a:pt x="1200197" y="0"/>
                </a:lnTo>
                <a:lnTo>
                  <a:pt x="1166069" y="0"/>
                </a:lnTo>
                <a:close/>
                <a:moveTo>
                  <a:pt x="1234326" y="0"/>
                </a:moveTo>
                <a:lnTo>
                  <a:pt x="1234326" y="11376"/>
                </a:lnTo>
                <a:lnTo>
                  <a:pt x="1268455" y="11376"/>
                </a:lnTo>
                <a:lnTo>
                  <a:pt x="1268455" y="0"/>
                </a:lnTo>
                <a:lnTo>
                  <a:pt x="1234326" y="0"/>
                </a:lnTo>
                <a:close/>
                <a:moveTo>
                  <a:pt x="1302584" y="0"/>
                </a:moveTo>
                <a:lnTo>
                  <a:pt x="1302584" y="11376"/>
                </a:lnTo>
                <a:lnTo>
                  <a:pt x="1336713" y="11376"/>
                </a:lnTo>
                <a:lnTo>
                  <a:pt x="1336713" y="0"/>
                </a:lnTo>
                <a:lnTo>
                  <a:pt x="1302584" y="0"/>
                </a:lnTo>
                <a:close/>
                <a:moveTo>
                  <a:pt x="1370842" y="0"/>
                </a:moveTo>
                <a:lnTo>
                  <a:pt x="1370842" y="11376"/>
                </a:lnTo>
                <a:lnTo>
                  <a:pt x="1404970" y="11376"/>
                </a:lnTo>
                <a:lnTo>
                  <a:pt x="1404970" y="0"/>
                </a:lnTo>
                <a:lnTo>
                  <a:pt x="1370842" y="0"/>
                </a:lnTo>
                <a:close/>
                <a:moveTo>
                  <a:pt x="1439099" y="0"/>
                </a:moveTo>
                <a:lnTo>
                  <a:pt x="1439099" y="11376"/>
                </a:lnTo>
                <a:lnTo>
                  <a:pt x="1473228" y="11376"/>
                </a:lnTo>
                <a:lnTo>
                  <a:pt x="1473228" y="0"/>
                </a:lnTo>
                <a:lnTo>
                  <a:pt x="1439099" y="0"/>
                </a:lnTo>
                <a:close/>
                <a:moveTo>
                  <a:pt x="1507357" y="0"/>
                </a:moveTo>
                <a:lnTo>
                  <a:pt x="1507357" y="11376"/>
                </a:lnTo>
                <a:lnTo>
                  <a:pt x="1541486" y="11376"/>
                </a:lnTo>
                <a:lnTo>
                  <a:pt x="1541486" y="0"/>
                </a:lnTo>
                <a:lnTo>
                  <a:pt x="1507357" y="0"/>
                </a:lnTo>
                <a:close/>
                <a:moveTo>
                  <a:pt x="1575615" y="0"/>
                </a:moveTo>
                <a:lnTo>
                  <a:pt x="1575615" y="11376"/>
                </a:lnTo>
                <a:lnTo>
                  <a:pt x="1609743" y="11376"/>
                </a:lnTo>
                <a:lnTo>
                  <a:pt x="1609743" y="0"/>
                </a:lnTo>
                <a:lnTo>
                  <a:pt x="1575615" y="0"/>
                </a:lnTo>
                <a:close/>
                <a:moveTo>
                  <a:pt x="1678001" y="0"/>
                </a:moveTo>
                <a:lnTo>
                  <a:pt x="1643872" y="0"/>
                </a:lnTo>
                <a:lnTo>
                  <a:pt x="1643872" y="11376"/>
                </a:lnTo>
                <a:lnTo>
                  <a:pt x="1678001" y="11376"/>
                </a:lnTo>
                <a:lnTo>
                  <a:pt x="1678001" y="0"/>
                </a:lnTo>
                <a:close/>
                <a:moveTo>
                  <a:pt x="1712130" y="0"/>
                </a:moveTo>
                <a:lnTo>
                  <a:pt x="1712130" y="11376"/>
                </a:lnTo>
                <a:lnTo>
                  <a:pt x="1746259" y="11376"/>
                </a:lnTo>
                <a:lnTo>
                  <a:pt x="1746259" y="0"/>
                </a:lnTo>
                <a:lnTo>
                  <a:pt x="1712130" y="0"/>
                </a:lnTo>
                <a:close/>
                <a:moveTo>
                  <a:pt x="1780388" y="0"/>
                </a:moveTo>
                <a:lnTo>
                  <a:pt x="1780388" y="11376"/>
                </a:lnTo>
                <a:lnTo>
                  <a:pt x="1814516" y="11376"/>
                </a:lnTo>
                <a:lnTo>
                  <a:pt x="1814516" y="0"/>
                </a:lnTo>
                <a:lnTo>
                  <a:pt x="1780388" y="0"/>
                </a:lnTo>
                <a:close/>
                <a:moveTo>
                  <a:pt x="1848645" y="0"/>
                </a:moveTo>
                <a:lnTo>
                  <a:pt x="1848645" y="11376"/>
                </a:lnTo>
                <a:lnTo>
                  <a:pt x="1882774" y="11376"/>
                </a:lnTo>
                <a:lnTo>
                  <a:pt x="1882774" y="0"/>
                </a:lnTo>
                <a:lnTo>
                  <a:pt x="1848645" y="0"/>
                </a:lnTo>
                <a:close/>
                <a:moveTo>
                  <a:pt x="1916903" y="0"/>
                </a:moveTo>
                <a:lnTo>
                  <a:pt x="1916903" y="11376"/>
                </a:lnTo>
                <a:lnTo>
                  <a:pt x="1951032" y="11376"/>
                </a:lnTo>
                <a:lnTo>
                  <a:pt x="1951032" y="0"/>
                </a:lnTo>
                <a:lnTo>
                  <a:pt x="1916903" y="0"/>
                </a:lnTo>
                <a:close/>
                <a:moveTo>
                  <a:pt x="1985161" y="0"/>
                </a:moveTo>
                <a:lnTo>
                  <a:pt x="1985161" y="11376"/>
                </a:lnTo>
                <a:lnTo>
                  <a:pt x="2019289" y="11376"/>
                </a:lnTo>
                <a:lnTo>
                  <a:pt x="2019289" y="0"/>
                </a:lnTo>
                <a:lnTo>
                  <a:pt x="1985161" y="0"/>
                </a:lnTo>
                <a:close/>
                <a:moveTo>
                  <a:pt x="2053418" y="0"/>
                </a:moveTo>
                <a:lnTo>
                  <a:pt x="2053418" y="11376"/>
                </a:lnTo>
                <a:lnTo>
                  <a:pt x="2087547" y="11376"/>
                </a:lnTo>
                <a:lnTo>
                  <a:pt x="2087547" y="0"/>
                </a:lnTo>
                <a:lnTo>
                  <a:pt x="2053418" y="0"/>
                </a:lnTo>
                <a:close/>
                <a:moveTo>
                  <a:pt x="2497093" y="0"/>
                </a:moveTo>
                <a:lnTo>
                  <a:pt x="2462964" y="0"/>
                </a:lnTo>
                <a:lnTo>
                  <a:pt x="2462964" y="11376"/>
                </a:lnTo>
                <a:lnTo>
                  <a:pt x="2497093" y="11376"/>
                </a:lnTo>
                <a:lnTo>
                  <a:pt x="2497093" y="0"/>
                </a:lnTo>
                <a:close/>
                <a:moveTo>
                  <a:pt x="2394707" y="0"/>
                </a:moveTo>
                <a:lnTo>
                  <a:pt x="2394707" y="11376"/>
                </a:lnTo>
                <a:lnTo>
                  <a:pt x="2428835" y="11376"/>
                </a:lnTo>
                <a:lnTo>
                  <a:pt x="2428835" y="0"/>
                </a:lnTo>
                <a:lnTo>
                  <a:pt x="2394707" y="0"/>
                </a:lnTo>
                <a:close/>
                <a:moveTo>
                  <a:pt x="2326449" y="0"/>
                </a:moveTo>
                <a:lnTo>
                  <a:pt x="2326449" y="11376"/>
                </a:lnTo>
                <a:lnTo>
                  <a:pt x="2360578" y="11376"/>
                </a:lnTo>
                <a:lnTo>
                  <a:pt x="2360578" y="0"/>
                </a:lnTo>
                <a:lnTo>
                  <a:pt x="2326449" y="0"/>
                </a:lnTo>
                <a:close/>
                <a:moveTo>
                  <a:pt x="2258191" y="0"/>
                </a:moveTo>
                <a:lnTo>
                  <a:pt x="2258191" y="11376"/>
                </a:lnTo>
                <a:lnTo>
                  <a:pt x="2292320" y="11376"/>
                </a:lnTo>
                <a:lnTo>
                  <a:pt x="2292320" y="0"/>
                </a:lnTo>
                <a:lnTo>
                  <a:pt x="2258191" y="0"/>
                </a:lnTo>
                <a:close/>
                <a:moveTo>
                  <a:pt x="2189934" y="0"/>
                </a:moveTo>
                <a:lnTo>
                  <a:pt x="2189934" y="11376"/>
                </a:lnTo>
                <a:lnTo>
                  <a:pt x="2224062" y="11376"/>
                </a:lnTo>
                <a:lnTo>
                  <a:pt x="2224062" y="0"/>
                </a:lnTo>
                <a:lnTo>
                  <a:pt x="2189934" y="0"/>
                </a:lnTo>
                <a:close/>
                <a:moveTo>
                  <a:pt x="2121676" y="0"/>
                </a:moveTo>
                <a:lnTo>
                  <a:pt x="2121676" y="11376"/>
                </a:lnTo>
                <a:lnTo>
                  <a:pt x="2155805" y="11376"/>
                </a:lnTo>
                <a:lnTo>
                  <a:pt x="2155805" y="0"/>
                </a:lnTo>
                <a:lnTo>
                  <a:pt x="2121676" y="0"/>
                </a:lnTo>
                <a:close/>
                <a:moveTo>
                  <a:pt x="1441829" y="1433411"/>
                </a:moveTo>
                <a:lnTo>
                  <a:pt x="1441829" y="1422035"/>
                </a:lnTo>
                <a:lnTo>
                  <a:pt x="1407701" y="1422035"/>
                </a:lnTo>
                <a:lnTo>
                  <a:pt x="1407701" y="1433411"/>
                </a:lnTo>
                <a:lnTo>
                  <a:pt x="1441829" y="1433411"/>
                </a:lnTo>
                <a:close/>
                <a:moveTo>
                  <a:pt x="1339443" y="1433411"/>
                </a:moveTo>
                <a:lnTo>
                  <a:pt x="1373572" y="1433411"/>
                </a:lnTo>
                <a:lnTo>
                  <a:pt x="1373572" y="1422035"/>
                </a:lnTo>
                <a:lnTo>
                  <a:pt x="1339443" y="1422035"/>
                </a:lnTo>
                <a:lnTo>
                  <a:pt x="1339443" y="1433411"/>
                </a:lnTo>
                <a:close/>
                <a:moveTo>
                  <a:pt x="1510087" y="1433411"/>
                </a:moveTo>
                <a:lnTo>
                  <a:pt x="1510087" y="1422035"/>
                </a:lnTo>
                <a:lnTo>
                  <a:pt x="1475958" y="1422035"/>
                </a:lnTo>
                <a:lnTo>
                  <a:pt x="1475958" y="1433411"/>
                </a:lnTo>
                <a:lnTo>
                  <a:pt x="1510087" y="1433411"/>
                </a:lnTo>
                <a:close/>
                <a:moveTo>
                  <a:pt x="1578345" y="1433411"/>
                </a:moveTo>
                <a:lnTo>
                  <a:pt x="1578345" y="1422035"/>
                </a:lnTo>
                <a:lnTo>
                  <a:pt x="1544216" y="1422035"/>
                </a:lnTo>
                <a:lnTo>
                  <a:pt x="1544216" y="1433411"/>
                </a:lnTo>
                <a:lnTo>
                  <a:pt x="1578345" y="1433411"/>
                </a:lnTo>
                <a:close/>
                <a:moveTo>
                  <a:pt x="1646602" y="1433411"/>
                </a:moveTo>
                <a:lnTo>
                  <a:pt x="1646602" y="1422035"/>
                </a:lnTo>
                <a:lnTo>
                  <a:pt x="1612474" y="1422035"/>
                </a:lnTo>
                <a:lnTo>
                  <a:pt x="1612474" y="1433411"/>
                </a:lnTo>
                <a:lnTo>
                  <a:pt x="1646602" y="1433411"/>
                </a:lnTo>
                <a:close/>
                <a:moveTo>
                  <a:pt x="1714860" y="1433411"/>
                </a:moveTo>
                <a:lnTo>
                  <a:pt x="1714860" y="1422035"/>
                </a:lnTo>
                <a:lnTo>
                  <a:pt x="1680731" y="1422035"/>
                </a:lnTo>
                <a:lnTo>
                  <a:pt x="1680731" y="1433411"/>
                </a:lnTo>
                <a:lnTo>
                  <a:pt x="1714860" y="1433411"/>
                </a:lnTo>
                <a:close/>
                <a:moveTo>
                  <a:pt x="1783118" y="1433411"/>
                </a:moveTo>
                <a:lnTo>
                  <a:pt x="1783118" y="1422035"/>
                </a:lnTo>
                <a:lnTo>
                  <a:pt x="1748989" y="1422035"/>
                </a:lnTo>
                <a:lnTo>
                  <a:pt x="1748989" y="1433411"/>
                </a:lnTo>
                <a:lnTo>
                  <a:pt x="1783118" y="1433411"/>
                </a:lnTo>
                <a:close/>
                <a:moveTo>
                  <a:pt x="1851376" y="1433411"/>
                </a:moveTo>
                <a:lnTo>
                  <a:pt x="1851376" y="1422035"/>
                </a:lnTo>
                <a:lnTo>
                  <a:pt x="1817247" y="1422035"/>
                </a:lnTo>
                <a:lnTo>
                  <a:pt x="1817247" y="1433411"/>
                </a:lnTo>
                <a:lnTo>
                  <a:pt x="1851376" y="1433411"/>
                </a:lnTo>
                <a:close/>
                <a:moveTo>
                  <a:pt x="1919633" y="1433411"/>
                </a:moveTo>
                <a:lnTo>
                  <a:pt x="1919633" y="1422035"/>
                </a:lnTo>
                <a:lnTo>
                  <a:pt x="1885504" y="1422035"/>
                </a:lnTo>
                <a:lnTo>
                  <a:pt x="1885504" y="1433411"/>
                </a:lnTo>
                <a:lnTo>
                  <a:pt x="1919633" y="1433411"/>
                </a:lnTo>
                <a:close/>
                <a:moveTo>
                  <a:pt x="1987891" y="1433411"/>
                </a:moveTo>
                <a:lnTo>
                  <a:pt x="1987891" y="1422035"/>
                </a:lnTo>
                <a:lnTo>
                  <a:pt x="1953762" y="1422035"/>
                </a:lnTo>
                <a:lnTo>
                  <a:pt x="1953762" y="1433411"/>
                </a:lnTo>
                <a:lnTo>
                  <a:pt x="1987891" y="1433411"/>
                </a:lnTo>
                <a:close/>
                <a:moveTo>
                  <a:pt x="2056149" y="1433411"/>
                </a:moveTo>
                <a:lnTo>
                  <a:pt x="2056149" y="1422035"/>
                </a:lnTo>
                <a:lnTo>
                  <a:pt x="2022020" y="1422035"/>
                </a:lnTo>
                <a:lnTo>
                  <a:pt x="2022020" y="1433411"/>
                </a:lnTo>
                <a:lnTo>
                  <a:pt x="2056149" y="1433411"/>
                </a:lnTo>
                <a:close/>
                <a:moveTo>
                  <a:pt x="2124407" y="1433411"/>
                </a:moveTo>
                <a:lnTo>
                  <a:pt x="2124407" y="1422035"/>
                </a:lnTo>
                <a:lnTo>
                  <a:pt x="2090277" y="1422035"/>
                </a:lnTo>
                <a:lnTo>
                  <a:pt x="2090277" y="1433411"/>
                </a:lnTo>
                <a:lnTo>
                  <a:pt x="2124407" y="1433411"/>
                </a:lnTo>
                <a:close/>
                <a:moveTo>
                  <a:pt x="1305314" y="1433411"/>
                </a:moveTo>
                <a:lnTo>
                  <a:pt x="1305314" y="1422035"/>
                </a:lnTo>
                <a:lnTo>
                  <a:pt x="1271185" y="1422035"/>
                </a:lnTo>
                <a:lnTo>
                  <a:pt x="1271185" y="1433411"/>
                </a:lnTo>
                <a:lnTo>
                  <a:pt x="1305314" y="1433411"/>
                </a:lnTo>
                <a:close/>
                <a:moveTo>
                  <a:pt x="2192664" y="1433411"/>
                </a:moveTo>
                <a:lnTo>
                  <a:pt x="2192664" y="1422035"/>
                </a:lnTo>
                <a:lnTo>
                  <a:pt x="2158535" y="1422035"/>
                </a:lnTo>
                <a:lnTo>
                  <a:pt x="2158535" y="1433411"/>
                </a:lnTo>
                <a:lnTo>
                  <a:pt x="2192664" y="1433411"/>
                </a:lnTo>
                <a:close/>
                <a:moveTo>
                  <a:pt x="1237056" y="1433411"/>
                </a:moveTo>
                <a:lnTo>
                  <a:pt x="1237056" y="1422035"/>
                </a:lnTo>
                <a:lnTo>
                  <a:pt x="1202928" y="1422035"/>
                </a:lnTo>
                <a:lnTo>
                  <a:pt x="1202928" y="1433411"/>
                </a:lnTo>
                <a:lnTo>
                  <a:pt x="1237056" y="1433411"/>
                </a:lnTo>
                <a:close/>
                <a:moveTo>
                  <a:pt x="2260922" y="1433411"/>
                </a:moveTo>
                <a:lnTo>
                  <a:pt x="2260922" y="1422035"/>
                </a:lnTo>
                <a:lnTo>
                  <a:pt x="2226793" y="1422035"/>
                </a:lnTo>
                <a:lnTo>
                  <a:pt x="2226793" y="1433411"/>
                </a:lnTo>
                <a:lnTo>
                  <a:pt x="2260922" y="1433411"/>
                </a:lnTo>
                <a:close/>
                <a:moveTo>
                  <a:pt x="1134670" y="1433411"/>
                </a:moveTo>
                <a:lnTo>
                  <a:pt x="1168799" y="1433411"/>
                </a:lnTo>
                <a:lnTo>
                  <a:pt x="1168799" y="1422035"/>
                </a:lnTo>
                <a:lnTo>
                  <a:pt x="1134670" y="1422035"/>
                </a:lnTo>
                <a:lnTo>
                  <a:pt x="1134670" y="1433411"/>
                </a:lnTo>
                <a:close/>
                <a:moveTo>
                  <a:pt x="2329179" y="1433411"/>
                </a:moveTo>
                <a:lnTo>
                  <a:pt x="2329179" y="1422035"/>
                </a:lnTo>
                <a:lnTo>
                  <a:pt x="2295051" y="1422035"/>
                </a:lnTo>
                <a:lnTo>
                  <a:pt x="2295051" y="1433411"/>
                </a:lnTo>
                <a:lnTo>
                  <a:pt x="2329179" y="1433411"/>
                </a:lnTo>
                <a:close/>
                <a:moveTo>
                  <a:pt x="1100541" y="1433411"/>
                </a:moveTo>
                <a:lnTo>
                  <a:pt x="1100541" y="1422035"/>
                </a:lnTo>
                <a:lnTo>
                  <a:pt x="1066412" y="1422035"/>
                </a:lnTo>
                <a:lnTo>
                  <a:pt x="1066412" y="1433411"/>
                </a:lnTo>
                <a:lnTo>
                  <a:pt x="1100541" y="1433411"/>
                </a:lnTo>
                <a:close/>
                <a:moveTo>
                  <a:pt x="2397437" y="1433411"/>
                </a:moveTo>
                <a:lnTo>
                  <a:pt x="2397437" y="1422035"/>
                </a:lnTo>
                <a:lnTo>
                  <a:pt x="2363308" y="1422035"/>
                </a:lnTo>
                <a:lnTo>
                  <a:pt x="2363308" y="1433411"/>
                </a:lnTo>
                <a:lnTo>
                  <a:pt x="2397437" y="1433411"/>
                </a:lnTo>
                <a:close/>
                <a:moveTo>
                  <a:pt x="1032283" y="1433411"/>
                </a:moveTo>
                <a:lnTo>
                  <a:pt x="1032283" y="1422035"/>
                </a:lnTo>
                <a:lnTo>
                  <a:pt x="998155" y="1422035"/>
                </a:lnTo>
                <a:lnTo>
                  <a:pt x="998155" y="1433411"/>
                </a:lnTo>
                <a:lnTo>
                  <a:pt x="1032283" y="1433411"/>
                </a:lnTo>
                <a:close/>
                <a:moveTo>
                  <a:pt x="2465695" y="1433411"/>
                </a:moveTo>
                <a:lnTo>
                  <a:pt x="2465695" y="1422035"/>
                </a:lnTo>
                <a:lnTo>
                  <a:pt x="2431566" y="1422035"/>
                </a:lnTo>
                <a:lnTo>
                  <a:pt x="2431566" y="1433411"/>
                </a:lnTo>
                <a:lnTo>
                  <a:pt x="2465695" y="1433411"/>
                </a:lnTo>
                <a:close/>
                <a:moveTo>
                  <a:pt x="964026" y="1433411"/>
                </a:moveTo>
                <a:lnTo>
                  <a:pt x="964026" y="1422035"/>
                </a:lnTo>
                <a:lnTo>
                  <a:pt x="929897" y="1422035"/>
                </a:lnTo>
                <a:lnTo>
                  <a:pt x="929897" y="1433411"/>
                </a:lnTo>
                <a:lnTo>
                  <a:pt x="964026" y="1433411"/>
                </a:lnTo>
                <a:close/>
                <a:moveTo>
                  <a:pt x="2533952" y="1433411"/>
                </a:moveTo>
                <a:lnTo>
                  <a:pt x="2533952" y="1422035"/>
                </a:lnTo>
                <a:lnTo>
                  <a:pt x="2499823" y="1422035"/>
                </a:lnTo>
                <a:lnTo>
                  <a:pt x="2499823" y="1433411"/>
                </a:lnTo>
                <a:lnTo>
                  <a:pt x="2533952" y="1433411"/>
                </a:lnTo>
                <a:close/>
                <a:moveTo>
                  <a:pt x="2531222" y="0"/>
                </a:moveTo>
                <a:lnTo>
                  <a:pt x="2531222" y="11376"/>
                </a:lnTo>
                <a:lnTo>
                  <a:pt x="2565351" y="11376"/>
                </a:lnTo>
                <a:lnTo>
                  <a:pt x="2565351" y="0"/>
                </a:lnTo>
                <a:lnTo>
                  <a:pt x="2531222" y="0"/>
                </a:lnTo>
                <a:close/>
                <a:moveTo>
                  <a:pt x="2599480" y="0"/>
                </a:moveTo>
                <a:lnTo>
                  <a:pt x="2599480" y="11376"/>
                </a:lnTo>
                <a:lnTo>
                  <a:pt x="2633608" y="11376"/>
                </a:lnTo>
                <a:lnTo>
                  <a:pt x="2633608" y="0"/>
                </a:lnTo>
                <a:lnTo>
                  <a:pt x="2599480" y="0"/>
                </a:lnTo>
                <a:close/>
                <a:moveTo>
                  <a:pt x="2667737" y="0"/>
                </a:moveTo>
                <a:lnTo>
                  <a:pt x="2667737" y="11376"/>
                </a:lnTo>
                <a:lnTo>
                  <a:pt x="2701866" y="11376"/>
                </a:lnTo>
                <a:lnTo>
                  <a:pt x="2701866" y="0"/>
                </a:lnTo>
                <a:lnTo>
                  <a:pt x="2667737" y="0"/>
                </a:lnTo>
                <a:close/>
                <a:moveTo>
                  <a:pt x="2735995" y="0"/>
                </a:moveTo>
                <a:lnTo>
                  <a:pt x="2735995" y="11376"/>
                </a:lnTo>
                <a:lnTo>
                  <a:pt x="2770124" y="11376"/>
                </a:lnTo>
                <a:lnTo>
                  <a:pt x="2770124" y="0"/>
                </a:lnTo>
                <a:lnTo>
                  <a:pt x="2735995" y="0"/>
                </a:lnTo>
                <a:close/>
                <a:moveTo>
                  <a:pt x="2804253" y="0"/>
                </a:moveTo>
                <a:lnTo>
                  <a:pt x="2804253" y="11376"/>
                </a:lnTo>
                <a:lnTo>
                  <a:pt x="2838381" y="11376"/>
                </a:lnTo>
                <a:lnTo>
                  <a:pt x="2838381" y="0"/>
                </a:lnTo>
                <a:lnTo>
                  <a:pt x="2804253" y="0"/>
                </a:lnTo>
                <a:close/>
                <a:moveTo>
                  <a:pt x="2872510" y="0"/>
                </a:moveTo>
                <a:lnTo>
                  <a:pt x="2872510" y="11376"/>
                </a:lnTo>
                <a:lnTo>
                  <a:pt x="2906639" y="11376"/>
                </a:lnTo>
                <a:lnTo>
                  <a:pt x="2906639" y="0"/>
                </a:lnTo>
                <a:lnTo>
                  <a:pt x="2872510" y="0"/>
                </a:lnTo>
                <a:close/>
                <a:moveTo>
                  <a:pt x="2940768" y="0"/>
                </a:moveTo>
                <a:lnTo>
                  <a:pt x="2940768" y="11376"/>
                </a:lnTo>
                <a:lnTo>
                  <a:pt x="2974897" y="11376"/>
                </a:lnTo>
                <a:lnTo>
                  <a:pt x="2974897" y="0"/>
                </a:lnTo>
                <a:lnTo>
                  <a:pt x="2940768" y="0"/>
                </a:lnTo>
                <a:close/>
                <a:moveTo>
                  <a:pt x="3043154" y="0"/>
                </a:moveTo>
                <a:lnTo>
                  <a:pt x="3009026" y="0"/>
                </a:lnTo>
                <a:lnTo>
                  <a:pt x="3009026" y="11376"/>
                </a:lnTo>
                <a:lnTo>
                  <a:pt x="3043154" y="11376"/>
                </a:lnTo>
                <a:lnTo>
                  <a:pt x="3043154" y="0"/>
                </a:lnTo>
                <a:close/>
                <a:moveTo>
                  <a:pt x="3077283" y="0"/>
                </a:moveTo>
                <a:lnTo>
                  <a:pt x="3077283" y="11376"/>
                </a:lnTo>
                <a:lnTo>
                  <a:pt x="3111412" y="11376"/>
                </a:lnTo>
                <a:lnTo>
                  <a:pt x="3111412" y="0"/>
                </a:lnTo>
                <a:lnTo>
                  <a:pt x="3077283" y="0"/>
                </a:lnTo>
                <a:close/>
                <a:moveTo>
                  <a:pt x="3145541" y="0"/>
                </a:moveTo>
                <a:lnTo>
                  <a:pt x="3145541" y="11376"/>
                </a:lnTo>
                <a:lnTo>
                  <a:pt x="3179670" y="11376"/>
                </a:lnTo>
                <a:lnTo>
                  <a:pt x="3179670" y="0"/>
                </a:lnTo>
                <a:lnTo>
                  <a:pt x="3145541" y="0"/>
                </a:lnTo>
                <a:close/>
                <a:moveTo>
                  <a:pt x="3213799" y="0"/>
                </a:moveTo>
                <a:lnTo>
                  <a:pt x="3213799" y="11376"/>
                </a:lnTo>
                <a:lnTo>
                  <a:pt x="3247927" y="11376"/>
                </a:lnTo>
                <a:lnTo>
                  <a:pt x="3247927" y="0"/>
                </a:lnTo>
                <a:lnTo>
                  <a:pt x="3213799" y="0"/>
                </a:lnTo>
                <a:close/>
                <a:moveTo>
                  <a:pt x="3282056" y="0"/>
                </a:moveTo>
                <a:lnTo>
                  <a:pt x="3282056" y="11376"/>
                </a:lnTo>
                <a:lnTo>
                  <a:pt x="3316185" y="11376"/>
                </a:lnTo>
                <a:lnTo>
                  <a:pt x="3316185" y="0"/>
                </a:lnTo>
                <a:lnTo>
                  <a:pt x="3282056" y="0"/>
                </a:lnTo>
                <a:close/>
                <a:moveTo>
                  <a:pt x="3350314" y="0"/>
                </a:moveTo>
                <a:lnTo>
                  <a:pt x="3350314" y="11376"/>
                </a:lnTo>
                <a:lnTo>
                  <a:pt x="3384443" y="11376"/>
                </a:lnTo>
                <a:lnTo>
                  <a:pt x="3384443" y="0"/>
                </a:lnTo>
                <a:lnTo>
                  <a:pt x="3350314" y="0"/>
                </a:lnTo>
                <a:close/>
                <a:moveTo>
                  <a:pt x="3418572" y="0"/>
                </a:moveTo>
                <a:lnTo>
                  <a:pt x="3418572" y="11376"/>
                </a:lnTo>
                <a:lnTo>
                  <a:pt x="3452700" y="11376"/>
                </a:lnTo>
                <a:lnTo>
                  <a:pt x="3452700" y="0"/>
                </a:lnTo>
                <a:lnTo>
                  <a:pt x="3418572" y="0"/>
                </a:lnTo>
                <a:close/>
                <a:moveTo>
                  <a:pt x="3486829" y="0"/>
                </a:moveTo>
                <a:lnTo>
                  <a:pt x="3486829" y="11376"/>
                </a:lnTo>
                <a:lnTo>
                  <a:pt x="3520958" y="11376"/>
                </a:lnTo>
                <a:lnTo>
                  <a:pt x="3520958" y="0"/>
                </a:lnTo>
                <a:lnTo>
                  <a:pt x="3486829" y="0"/>
                </a:lnTo>
                <a:close/>
                <a:moveTo>
                  <a:pt x="3555087" y="0"/>
                </a:moveTo>
                <a:lnTo>
                  <a:pt x="3555087" y="11376"/>
                </a:lnTo>
                <a:lnTo>
                  <a:pt x="3589216" y="11376"/>
                </a:lnTo>
                <a:lnTo>
                  <a:pt x="3589216" y="0"/>
                </a:lnTo>
                <a:lnTo>
                  <a:pt x="3555087" y="0"/>
                </a:lnTo>
                <a:close/>
                <a:moveTo>
                  <a:pt x="3623345" y="0"/>
                </a:moveTo>
                <a:lnTo>
                  <a:pt x="3623345" y="11376"/>
                </a:lnTo>
                <a:lnTo>
                  <a:pt x="3657473" y="11376"/>
                </a:lnTo>
                <a:lnTo>
                  <a:pt x="3657473" y="0"/>
                </a:lnTo>
                <a:lnTo>
                  <a:pt x="3623345" y="0"/>
                </a:lnTo>
                <a:close/>
                <a:moveTo>
                  <a:pt x="3691602" y="0"/>
                </a:moveTo>
                <a:lnTo>
                  <a:pt x="3691602" y="11376"/>
                </a:lnTo>
                <a:lnTo>
                  <a:pt x="3725731" y="11376"/>
                </a:lnTo>
                <a:lnTo>
                  <a:pt x="3725731" y="0"/>
                </a:lnTo>
                <a:lnTo>
                  <a:pt x="3691602" y="0"/>
                </a:lnTo>
                <a:close/>
                <a:moveTo>
                  <a:pt x="4101148" y="0"/>
                </a:moveTo>
                <a:lnTo>
                  <a:pt x="4101148" y="11376"/>
                </a:lnTo>
                <a:lnTo>
                  <a:pt x="4135277" y="11376"/>
                </a:lnTo>
                <a:lnTo>
                  <a:pt x="4135277" y="0"/>
                </a:lnTo>
                <a:lnTo>
                  <a:pt x="4101148" y="0"/>
                </a:lnTo>
                <a:close/>
                <a:moveTo>
                  <a:pt x="4032891" y="0"/>
                </a:moveTo>
                <a:lnTo>
                  <a:pt x="4032891" y="11376"/>
                </a:lnTo>
                <a:lnTo>
                  <a:pt x="4067019" y="11376"/>
                </a:lnTo>
                <a:lnTo>
                  <a:pt x="4067019" y="0"/>
                </a:lnTo>
                <a:lnTo>
                  <a:pt x="4032891" y="0"/>
                </a:lnTo>
                <a:close/>
                <a:moveTo>
                  <a:pt x="3964633" y="0"/>
                </a:moveTo>
                <a:lnTo>
                  <a:pt x="3964633" y="11376"/>
                </a:lnTo>
                <a:lnTo>
                  <a:pt x="3998762" y="11376"/>
                </a:lnTo>
                <a:lnTo>
                  <a:pt x="3998762" y="0"/>
                </a:lnTo>
                <a:lnTo>
                  <a:pt x="3964633" y="0"/>
                </a:lnTo>
                <a:close/>
                <a:moveTo>
                  <a:pt x="3896375" y="0"/>
                </a:moveTo>
                <a:lnTo>
                  <a:pt x="3896375" y="11376"/>
                </a:lnTo>
                <a:lnTo>
                  <a:pt x="3930504" y="11376"/>
                </a:lnTo>
                <a:lnTo>
                  <a:pt x="3930504" y="0"/>
                </a:lnTo>
                <a:lnTo>
                  <a:pt x="3896375" y="0"/>
                </a:lnTo>
                <a:close/>
                <a:moveTo>
                  <a:pt x="3862246" y="0"/>
                </a:moveTo>
                <a:lnTo>
                  <a:pt x="3828118" y="0"/>
                </a:lnTo>
                <a:lnTo>
                  <a:pt x="3828118" y="11376"/>
                </a:lnTo>
                <a:lnTo>
                  <a:pt x="3862246" y="11376"/>
                </a:lnTo>
                <a:lnTo>
                  <a:pt x="3862246" y="0"/>
                </a:lnTo>
                <a:close/>
                <a:moveTo>
                  <a:pt x="3759860" y="0"/>
                </a:moveTo>
                <a:lnTo>
                  <a:pt x="3759860" y="11376"/>
                </a:lnTo>
                <a:lnTo>
                  <a:pt x="3793989" y="11376"/>
                </a:lnTo>
                <a:lnTo>
                  <a:pt x="3793989" y="0"/>
                </a:lnTo>
                <a:lnTo>
                  <a:pt x="3759860" y="0"/>
                </a:lnTo>
                <a:close/>
                <a:moveTo>
                  <a:pt x="3080014" y="1433411"/>
                </a:moveTo>
                <a:lnTo>
                  <a:pt x="3080014" y="1422035"/>
                </a:lnTo>
                <a:lnTo>
                  <a:pt x="3045885" y="1422035"/>
                </a:lnTo>
                <a:lnTo>
                  <a:pt x="3045885" y="1433411"/>
                </a:lnTo>
                <a:lnTo>
                  <a:pt x="3080014" y="1433411"/>
                </a:lnTo>
                <a:close/>
                <a:moveTo>
                  <a:pt x="3011756" y="1433411"/>
                </a:moveTo>
                <a:lnTo>
                  <a:pt x="3011756" y="1422035"/>
                </a:lnTo>
                <a:lnTo>
                  <a:pt x="2977627" y="1422035"/>
                </a:lnTo>
                <a:lnTo>
                  <a:pt x="2977627" y="1433411"/>
                </a:lnTo>
                <a:lnTo>
                  <a:pt x="3011756" y="1433411"/>
                </a:lnTo>
                <a:close/>
                <a:moveTo>
                  <a:pt x="3148271" y="1433411"/>
                </a:moveTo>
                <a:lnTo>
                  <a:pt x="3148271" y="1422035"/>
                </a:lnTo>
                <a:lnTo>
                  <a:pt x="3114142" y="1422035"/>
                </a:lnTo>
                <a:lnTo>
                  <a:pt x="3114142" y="1433411"/>
                </a:lnTo>
                <a:lnTo>
                  <a:pt x="3148271" y="1433411"/>
                </a:lnTo>
                <a:close/>
                <a:moveTo>
                  <a:pt x="3216529" y="1433411"/>
                </a:moveTo>
                <a:lnTo>
                  <a:pt x="3216529" y="1422035"/>
                </a:lnTo>
                <a:lnTo>
                  <a:pt x="3182400" y="1422035"/>
                </a:lnTo>
                <a:lnTo>
                  <a:pt x="3182400" y="1433411"/>
                </a:lnTo>
                <a:lnTo>
                  <a:pt x="3216529" y="1433411"/>
                </a:lnTo>
                <a:close/>
                <a:moveTo>
                  <a:pt x="3284787" y="1433411"/>
                </a:moveTo>
                <a:lnTo>
                  <a:pt x="3284787" y="1422035"/>
                </a:lnTo>
                <a:lnTo>
                  <a:pt x="3250658" y="1422035"/>
                </a:lnTo>
                <a:lnTo>
                  <a:pt x="3250658" y="1433411"/>
                </a:lnTo>
                <a:lnTo>
                  <a:pt x="3284787" y="1433411"/>
                </a:lnTo>
                <a:close/>
                <a:moveTo>
                  <a:pt x="3318915" y="1433411"/>
                </a:moveTo>
                <a:lnTo>
                  <a:pt x="3353044" y="1433411"/>
                </a:lnTo>
                <a:lnTo>
                  <a:pt x="3353044" y="1422035"/>
                </a:lnTo>
                <a:lnTo>
                  <a:pt x="3318915" y="1422035"/>
                </a:lnTo>
                <a:lnTo>
                  <a:pt x="3318915" y="1433411"/>
                </a:lnTo>
                <a:close/>
                <a:moveTo>
                  <a:pt x="3421302" y="1433411"/>
                </a:moveTo>
                <a:lnTo>
                  <a:pt x="3421302" y="1422035"/>
                </a:lnTo>
                <a:lnTo>
                  <a:pt x="3387173" y="1422035"/>
                </a:lnTo>
                <a:lnTo>
                  <a:pt x="3387173" y="1433411"/>
                </a:lnTo>
                <a:lnTo>
                  <a:pt x="3421302" y="1433411"/>
                </a:lnTo>
                <a:close/>
                <a:moveTo>
                  <a:pt x="3489560" y="1433411"/>
                </a:moveTo>
                <a:lnTo>
                  <a:pt x="3489560" y="1422035"/>
                </a:lnTo>
                <a:lnTo>
                  <a:pt x="3455431" y="1422035"/>
                </a:lnTo>
                <a:lnTo>
                  <a:pt x="3455431" y="1433411"/>
                </a:lnTo>
                <a:lnTo>
                  <a:pt x="3489560" y="1433411"/>
                </a:lnTo>
                <a:close/>
                <a:moveTo>
                  <a:pt x="3557817" y="1433411"/>
                </a:moveTo>
                <a:lnTo>
                  <a:pt x="3557817" y="1422035"/>
                </a:lnTo>
                <a:lnTo>
                  <a:pt x="3523688" y="1422035"/>
                </a:lnTo>
                <a:lnTo>
                  <a:pt x="3523688" y="1433411"/>
                </a:lnTo>
                <a:lnTo>
                  <a:pt x="3557817" y="1433411"/>
                </a:lnTo>
                <a:close/>
                <a:moveTo>
                  <a:pt x="3626075" y="1433411"/>
                </a:moveTo>
                <a:lnTo>
                  <a:pt x="3626075" y="1422035"/>
                </a:lnTo>
                <a:lnTo>
                  <a:pt x="3591946" y="1422035"/>
                </a:lnTo>
                <a:lnTo>
                  <a:pt x="3591946" y="1433411"/>
                </a:lnTo>
                <a:lnTo>
                  <a:pt x="3626075" y="1433411"/>
                </a:lnTo>
                <a:close/>
                <a:moveTo>
                  <a:pt x="3694333" y="1433411"/>
                </a:moveTo>
                <a:lnTo>
                  <a:pt x="3694333" y="1422035"/>
                </a:lnTo>
                <a:lnTo>
                  <a:pt x="3660204" y="1422035"/>
                </a:lnTo>
                <a:lnTo>
                  <a:pt x="3660204" y="1433411"/>
                </a:lnTo>
                <a:lnTo>
                  <a:pt x="3694333" y="1433411"/>
                </a:lnTo>
                <a:close/>
                <a:moveTo>
                  <a:pt x="3762590" y="1433411"/>
                </a:moveTo>
                <a:lnTo>
                  <a:pt x="3762590" y="1422035"/>
                </a:lnTo>
                <a:lnTo>
                  <a:pt x="3728461" y="1422035"/>
                </a:lnTo>
                <a:lnTo>
                  <a:pt x="3728461" y="1433411"/>
                </a:lnTo>
                <a:lnTo>
                  <a:pt x="3762590" y="1433411"/>
                </a:lnTo>
                <a:close/>
                <a:moveTo>
                  <a:pt x="2909369" y="1433411"/>
                </a:moveTo>
                <a:lnTo>
                  <a:pt x="2943498" y="1433411"/>
                </a:lnTo>
                <a:lnTo>
                  <a:pt x="2943498" y="1422035"/>
                </a:lnTo>
                <a:lnTo>
                  <a:pt x="2909369" y="1422035"/>
                </a:lnTo>
                <a:lnTo>
                  <a:pt x="2909369" y="1433411"/>
                </a:lnTo>
                <a:close/>
                <a:moveTo>
                  <a:pt x="3830848" y="1433411"/>
                </a:moveTo>
                <a:lnTo>
                  <a:pt x="3830848" y="1422035"/>
                </a:lnTo>
                <a:lnTo>
                  <a:pt x="3796719" y="1422035"/>
                </a:lnTo>
                <a:lnTo>
                  <a:pt x="3796719" y="1433411"/>
                </a:lnTo>
                <a:lnTo>
                  <a:pt x="3830848" y="1433411"/>
                </a:lnTo>
                <a:close/>
                <a:moveTo>
                  <a:pt x="2875241" y="1433411"/>
                </a:moveTo>
                <a:lnTo>
                  <a:pt x="2875241" y="1422035"/>
                </a:lnTo>
                <a:lnTo>
                  <a:pt x="2841112" y="1422035"/>
                </a:lnTo>
                <a:lnTo>
                  <a:pt x="2841112" y="1433411"/>
                </a:lnTo>
                <a:lnTo>
                  <a:pt x="2875241" y="1433411"/>
                </a:lnTo>
                <a:close/>
                <a:moveTo>
                  <a:pt x="3899106" y="1433411"/>
                </a:moveTo>
                <a:lnTo>
                  <a:pt x="3899106" y="1422035"/>
                </a:lnTo>
                <a:lnTo>
                  <a:pt x="3864977" y="1422035"/>
                </a:lnTo>
                <a:lnTo>
                  <a:pt x="3864977" y="1433411"/>
                </a:lnTo>
                <a:lnTo>
                  <a:pt x="3899106" y="1433411"/>
                </a:lnTo>
                <a:close/>
                <a:moveTo>
                  <a:pt x="2806983" y="1433411"/>
                </a:moveTo>
                <a:lnTo>
                  <a:pt x="2806983" y="1422035"/>
                </a:lnTo>
                <a:lnTo>
                  <a:pt x="2772854" y="1422035"/>
                </a:lnTo>
                <a:lnTo>
                  <a:pt x="2772854" y="1433411"/>
                </a:lnTo>
                <a:lnTo>
                  <a:pt x="2806983" y="1433411"/>
                </a:lnTo>
                <a:close/>
                <a:moveTo>
                  <a:pt x="3967363" y="1433411"/>
                </a:moveTo>
                <a:lnTo>
                  <a:pt x="3967363" y="1422035"/>
                </a:lnTo>
                <a:lnTo>
                  <a:pt x="3933234" y="1422035"/>
                </a:lnTo>
                <a:lnTo>
                  <a:pt x="3933234" y="1433411"/>
                </a:lnTo>
                <a:lnTo>
                  <a:pt x="3967363" y="1433411"/>
                </a:lnTo>
                <a:close/>
                <a:moveTo>
                  <a:pt x="2738725" y="1433411"/>
                </a:moveTo>
                <a:lnTo>
                  <a:pt x="2738725" y="1422035"/>
                </a:lnTo>
                <a:lnTo>
                  <a:pt x="2704596" y="1422035"/>
                </a:lnTo>
                <a:lnTo>
                  <a:pt x="2704596" y="1433411"/>
                </a:lnTo>
                <a:lnTo>
                  <a:pt x="2738725" y="1433411"/>
                </a:lnTo>
                <a:close/>
                <a:moveTo>
                  <a:pt x="4035621" y="1433411"/>
                </a:moveTo>
                <a:lnTo>
                  <a:pt x="4035621" y="1422035"/>
                </a:lnTo>
                <a:lnTo>
                  <a:pt x="4001492" y="1422035"/>
                </a:lnTo>
                <a:lnTo>
                  <a:pt x="4001492" y="1433411"/>
                </a:lnTo>
                <a:lnTo>
                  <a:pt x="4035621" y="1433411"/>
                </a:lnTo>
                <a:close/>
                <a:moveTo>
                  <a:pt x="2670468" y="1433411"/>
                </a:moveTo>
                <a:lnTo>
                  <a:pt x="2670468" y="1422035"/>
                </a:lnTo>
                <a:lnTo>
                  <a:pt x="2636338" y="1422035"/>
                </a:lnTo>
                <a:lnTo>
                  <a:pt x="2636338" y="1433411"/>
                </a:lnTo>
                <a:lnTo>
                  <a:pt x="2670468" y="1433411"/>
                </a:lnTo>
                <a:close/>
                <a:moveTo>
                  <a:pt x="4103879" y="1433411"/>
                </a:moveTo>
                <a:lnTo>
                  <a:pt x="4103879" y="1422035"/>
                </a:lnTo>
                <a:lnTo>
                  <a:pt x="4069750" y="1422035"/>
                </a:lnTo>
                <a:lnTo>
                  <a:pt x="4069750" y="1433411"/>
                </a:lnTo>
                <a:lnTo>
                  <a:pt x="4103879" y="1433411"/>
                </a:lnTo>
                <a:close/>
                <a:moveTo>
                  <a:pt x="2602210" y="1433411"/>
                </a:moveTo>
                <a:lnTo>
                  <a:pt x="2602210" y="1422035"/>
                </a:lnTo>
                <a:lnTo>
                  <a:pt x="2568081" y="1422035"/>
                </a:lnTo>
                <a:lnTo>
                  <a:pt x="2568081" y="1433411"/>
                </a:lnTo>
                <a:lnTo>
                  <a:pt x="2602210" y="1433411"/>
                </a:lnTo>
                <a:close/>
                <a:moveTo>
                  <a:pt x="4172136" y="1433411"/>
                </a:moveTo>
                <a:lnTo>
                  <a:pt x="4172136" y="1422035"/>
                </a:lnTo>
                <a:lnTo>
                  <a:pt x="4138007" y="1422035"/>
                </a:lnTo>
                <a:lnTo>
                  <a:pt x="4138007" y="1433411"/>
                </a:lnTo>
                <a:lnTo>
                  <a:pt x="4172136" y="1433411"/>
                </a:lnTo>
                <a:close/>
                <a:moveTo>
                  <a:pt x="4169406" y="0"/>
                </a:moveTo>
                <a:lnTo>
                  <a:pt x="4169406" y="11376"/>
                </a:lnTo>
                <a:lnTo>
                  <a:pt x="4203535" y="11376"/>
                </a:lnTo>
                <a:lnTo>
                  <a:pt x="4203535" y="0"/>
                </a:lnTo>
                <a:lnTo>
                  <a:pt x="4169406" y="0"/>
                </a:lnTo>
                <a:close/>
                <a:moveTo>
                  <a:pt x="4237664" y="0"/>
                </a:moveTo>
                <a:lnTo>
                  <a:pt x="4237664" y="11376"/>
                </a:lnTo>
                <a:lnTo>
                  <a:pt x="4271792" y="11376"/>
                </a:lnTo>
                <a:lnTo>
                  <a:pt x="4271792" y="0"/>
                </a:lnTo>
                <a:lnTo>
                  <a:pt x="4237664" y="0"/>
                </a:lnTo>
                <a:close/>
                <a:moveTo>
                  <a:pt x="4305921" y="0"/>
                </a:moveTo>
                <a:lnTo>
                  <a:pt x="4305921" y="11376"/>
                </a:lnTo>
                <a:lnTo>
                  <a:pt x="4340050" y="11376"/>
                </a:lnTo>
                <a:lnTo>
                  <a:pt x="4340050" y="0"/>
                </a:lnTo>
                <a:lnTo>
                  <a:pt x="4305921" y="0"/>
                </a:lnTo>
                <a:close/>
                <a:moveTo>
                  <a:pt x="4408308" y="0"/>
                </a:moveTo>
                <a:lnTo>
                  <a:pt x="4374179" y="0"/>
                </a:lnTo>
                <a:lnTo>
                  <a:pt x="4374179" y="11376"/>
                </a:lnTo>
                <a:lnTo>
                  <a:pt x="4408308" y="11376"/>
                </a:lnTo>
                <a:lnTo>
                  <a:pt x="4408308" y="0"/>
                </a:lnTo>
                <a:close/>
                <a:moveTo>
                  <a:pt x="4442437" y="0"/>
                </a:moveTo>
                <a:lnTo>
                  <a:pt x="4442437" y="11376"/>
                </a:lnTo>
                <a:lnTo>
                  <a:pt x="4476565" y="11376"/>
                </a:lnTo>
                <a:lnTo>
                  <a:pt x="4476565" y="0"/>
                </a:lnTo>
                <a:lnTo>
                  <a:pt x="4442437" y="0"/>
                </a:lnTo>
                <a:close/>
                <a:moveTo>
                  <a:pt x="4510694" y="0"/>
                </a:moveTo>
                <a:lnTo>
                  <a:pt x="4510694" y="11376"/>
                </a:lnTo>
                <a:lnTo>
                  <a:pt x="4544823" y="11376"/>
                </a:lnTo>
                <a:lnTo>
                  <a:pt x="4544823" y="0"/>
                </a:lnTo>
                <a:lnTo>
                  <a:pt x="4510694" y="0"/>
                </a:lnTo>
                <a:close/>
                <a:moveTo>
                  <a:pt x="4578952" y="0"/>
                </a:moveTo>
                <a:lnTo>
                  <a:pt x="4578952" y="11376"/>
                </a:lnTo>
                <a:lnTo>
                  <a:pt x="4613081" y="11376"/>
                </a:lnTo>
                <a:lnTo>
                  <a:pt x="4613081" y="0"/>
                </a:lnTo>
                <a:lnTo>
                  <a:pt x="4578952" y="0"/>
                </a:lnTo>
                <a:close/>
                <a:moveTo>
                  <a:pt x="4647210" y="0"/>
                </a:moveTo>
                <a:lnTo>
                  <a:pt x="4647210" y="11376"/>
                </a:lnTo>
                <a:lnTo>
                  <a:pt x="4681338" y="11376"/>
                </a:lnTo>
                <a:lnTo>
                  <a:pt x="4681338" y="0"/>
                </a:lnTo>
                <a:lnTo>
                  <a:pt x="4647210" y="0"/>
                </a:lnTo>
                <a:close/>
                <a:moveTo>
                  <a:pt x="4715467" y="0"/>
                </a:moveTo>
                <a:lnTo>
                  <a:pt x="4715467" y="11376"/>
                </a:lnTo>
                <a:lnTo>
                  <a:pt x="4749596" y="11376"/>
                </a:lnTo>
                <a:lnTo>
                  <a:pt x="4749596" y="0"/>
                </a:lnTo>
                <a:lnTo>
                  <a:pt x="4715467" y="0"/>
                </a:lnTo>
                <a:close/>
                <a:moveTo>
                  <a:pt x="4783725" y="0"/>
                </a:moveTo>
                <a:lnTo>
                  <a:pt x="4783725" y="11376"/>
                </a:lnTo>
                <a:lnTo>
                  <a:pt x="4817854" y="11376"/>
                </a:lnTo>
                <a:lnTo>
                  <a:pt x="4817854" y="0"/>
                </a:lnTo>
                <a:lnTo>
                  <a:pt x="4783725" y="0"/>
                </a:lnTo>
                <a:close/>
                <a:moveTo>
                  <a:pt x="4851983" y="0"/>
                </a:moveTo>
                <a:lnTo>
                  <a:pt x="4851983" y="11376"/>
                </a:lnTo>
                <a:lnTo>
                  <a:pt x="4886111" y="11376"/>
                </a:lnTo>
                <a:lnTo>
                  <a:pt x="4886111" y="0"/>
                </a:lnTo>
                <a:lnTo>
                  <a:pt x="4851983" y="0"/>
                </a:lnTo>
                <a:close/>
                <a:moveTo>
                  <a:pt x="4920240" y="0"/>
                </a:moveTo>
                <a:lnTo>
                  <a:pt x="4920240" y="11376"/>
                </a:lnTo>
                <a:lnTo>
                  <a:pt x="4954369" y="11376"/>
                </a:lnTo>
                <a:lnTo>
                  <a:pt x="4954369" y="0"/>
                </a:lnTo>
                <a:lnTo>
                  <a:pt x="4920240" y="0"/>
                </a:lnTo>
                <a:close/>
                <a:moveTo>
                  <a:pt x="4988498" y="0"/>
                </a:moveTo>
                <a:lnTo>
                  <a:pt x="4988498" y="11376"/>
                </a:lnTo>
                <a:lnTo>
                  <a:pt x="5022627" y="11376"/>
                </a:lnTo>
                <a:lnTo>
                  <a:pt x="5022627" y="0"/>
                </a:lnTo>
                <a:lnTo>
                  <a:pt x="4988498" y="0"/>
                </a:lnTo>
                <a:close/>
                <a:moveTo>
                  <a:pt x="5056756" y="0"/>
                </a:moveTo>
                <a:lnTo>
                  <a:pt x="5056756" y="11376"/>
                </a:lnTo>
                <a:lnTo>
                  <a:pt x="5090884" y="11376"/>
                </a:lnTo>
                <a:lnTo>
                  <a:pt x="5090884" y="0"/>
                </a:lnTo>
                <a:lnTo>
                  <a:pt x="5056756" y="0"/>
                </a:lnTo>
                <a:close/>
                <a:moveTo>
                  <a:pt x="5125013" y="0"/>
                </a:moveTo>
                <a:lnTo>
                  <a:pt x="5125013" y="11376"/>
                </a:lnTo>
                <a:lnTo>
                  <a:pt x="5159142" y="11376"/>
                </a:lnTo>
                <a:lnTo>
                  <a:pt x="5159142" y="0"/>
                </a:lnTo>
                <a:lnTo>
                  <a:pt x="5125013" y="0"/>
                </a:lnTo>
                <a:close/>
                <a:moveTo>
                  <a:pt x="5193271" y="0"/>
                </a:moveTo>
                <a:lnTo>
                  <a:pt x="5193271" y="11376"/>
                </a:lnTo>
                <a:lnTo>
                  <a:pt x="5227400" y="11376"/>
                </a:lnTo>
                <a:lnTo>
                  <a:pt x="5227400" y="0"/>
                </a:lnTo>
                <a:lnTo>
                  <a:pt x="5193271" y="0"/>
                </a:lnTo>
                <a:close/>
                <a:moveTo>
                  <a:pt x="5261529" y="0"/>
                </a:moveTo>
                <a:lnTo>
                  <a:pt x="5261529" y="11376"/>
                </a:lnTo>
                <a:lnTo>
                  <a:pt x="5295657" y="11376"/>
                </a:lnTo>
                <a:lnTo>
                  <a:pt x="5295657" y="0"/>
                </a:lnTo>
                <a:lnTo>
                  <a:pt x="5261529" y="0"/>
                </a:lnTo>
                <a:close/>
                <a:moveTo>
                  <a:pt x="5329786" y="0"/>
                </a:moveTo>
                <a:lnTo>
                  <a:pt x="5329786" y="11376"/>
                </a:lnTo>
                <a:lnTo>
                  <a:pt x="5363915" y="11376"/>
                </a:lnTo>
                <a:lnTo>
                  <a:pt x="5363915" y="0"/>
                </a:lnTo>
                <a:lnTo>
                  <a:pt x="5329786" y="0"/>
                </a:lnTo>
                <a:close/>
                <a:moveTo>
                  <a:pt x="5773461" y="0"/>
                </a:moveTo>
                <a:lnTo>
                  <a:pt x="5739332" y="0"/>
                </a:lnTo>
                <a:lnTo>
                  <a:pt x="5739332" y="11376"/>
                </a:lnTo>
                <a:lnTo>
                  <a:pt x="5773461" y="11376"/>
                </a:lnTo>
                <a:lnTo>
                  <a:pt x="5773461" y="0"/>
                </a:lnTo>
                <a:close/>
                <a:moveTo>
                  <a:pt x="5671075" y="0"/>
                </a:moveTo>
                <a:lnTo>
                  <a:pt x="5671075" y="11376"/>
                </a:lnTo>
                <a:lnTo>
                  <a:pt x="5705203" y="11376"/>
                </a:lnTo>
                <a:lnTo>
                  <a:pt x="5705203" y="0"/>
                </a:lnTo>
                <a:lnTo>
                  <a:pt x="5671075" y="0"/>
                </a:lnTo>
                <a:close/>
                <a:moveTo>
                  <a:pt x="5602817" y="0"/>
                </a:moveTo>
                <a:lnTo>
                  <a:pt x="5602817" y="11376"/>
                </a:lnTo>
                <a:lnTo>
                  <a:pt x="5636946" y="11376"/>
                </a:lnTo>
                <a:lnTo>
                  <a:pt x="5636946" y="0"/>
                </a:lnTo>
                <a:lnTo>
                  <a:pt x="5602817" y="0"/>
                </a:lnTo>
                <a:close/>
                <a:moveTo>
                  <a:pt x="5534559" y="0"/>
                </a:moveTo>
                <a:lnTo>
                  <a:pt x="5534559" y="11376"/>
                </a:lnTo>
                <a:lnTo>
                  <a:pt x="5568688" y="11376"/>
                </a:lnTo>
                <a:lnTo>
                  <a:pt x="5568688" y="0"/>
                </a:lnTo>
                <a:lnTo>
                  <a:pt x="5534559" y="0"/>
                </a:lnTo>
                <a:close/>
                <a:moveTo>
                  <a:pt x="5466302" y="0"/>
                </a:moveTo>
                <a:lnTo>
                  <a:pt x="5466302" y="11376"/>
                </a:lnTo>
                <a:lnTo>
                  <a:pt x="5500430" y="11376"/>
                </a:lnTo>
                <a:lnTo>
                  <a:pt x="5500430" y="0"/>
                </a:lnTo>
                <a:lnTo>
                  <a:pt x="5466302" y="0"/>
                </a:lnTo>
                <a:close/>
                <a:moveTo>
                  <a:pt x="5398044" y="0"/>
                </a:moveTo>
                <a:lnTo>
                  <a:pt x="5398044" y="11376"/>
                </a:lnTo>
                <a:lnTo>
                  <a:pt x="5432173" y="11376"/>
                </a:lnTo>
                <a:lnTo>
                  <a:pt x="5432173" y="0"/>
                </a:lnTo>
                <a:lnTo>
                  <a:pt x="5398044" y="0"/>
                </a:lnTo>
                <a:close/>
                <a:moveTo>
                  <a:pt x="4718198" y="1433411"/>
                </a:moveTo>
                <a:lnTo>
                  <a:pt x="4718198" y="1422035"/>
                </a:lnTo>
                <a:lnTo>
                  <a:pt x="4684069" y="1422035"/>
                </a:lnTo>
                <a:lnTo>
                  <a:pt x="4684069" y="1433411"/>
                </a:lnTo>
                <a:lnTo>
                  <a:pt x="4718198" y="1433411"/>
                </a:lnTo>
                <a:close/>
                <a:moveTo>
                  <a:pt x="4649940" y="1433411"/>
                </a:moveTo>
                <a:lnTo>
                  <a:pt x="4649940" y="1422035"/>
                </a:lnTo>
                <a:lnTo>
                  <a:pt x="4615811" y="1422035"/>
                </a:lnTo>
                <a:lnTo>
                  <a:pt x="4615811" y="1433411"/>
                </a:lnTo>
                <a:lnTo>
                  <a:pt x="4649940" y="1433411"/>
                </a:lnTo>
                <a:close/>
                <a:moveTo>
                  <a:pt x="4786455" y="1433411"/>
                </a:moveTo>
                <a:lnTo>
                  <a:pt x="4786455" y="1422035"/>
                </a:lnTo>
                <a:lnTo>
                  <a:pt x="4752326" y="1422035"/>
                </a:lnTo>
                <a:lnTo>
                  <a:pt x="4752326" y="1433411"/>
                </a:lnTo>
                <a:lnTo>
                  <a:pt x="4786455" y="1433411"/>
                </a:lnTo>
                <a:close/>
                <a:moveTo>
                  <a:pt x="4854713" y="1433411"/>
                </a:moveTo>
                <a:lnTo>
                  <a:pt x="4854713" y="1422035"/>
                </a:lnTo>
                <a:lnTo>
                  <a:pt x="4820584" y="1422035"/>
                </a:lnTo>
                <a:lnTo>
                  <a:pt x="4820584" y="1433411"/>
                </a:lnTo>
                <a:lnTo>
                  <a:pt x="4854713" y="1433411"/>
                </a:lnTo>
                <a:close/>
                <a:moveTo>
                  <a:pt x="4922971" y="1433411"/>
                </a:moveTo>
                <a:lnTo>
                  <a:pt x="4922971" y="1422035"/>
                </a:lnTo>
                <a:lnTo>
                  <a:pt x="4888842" y="1422035"/>
                </a:lnTo>
                <a:lnTo>
                  <a:pt x="4888842" y="1433411"/>
                </a:lnTo>
                <a:lnTo>
                  <a:pt x="4922971" y="1433411"/>
                </a:lnTo>
                <a:close/>
                <a:moveTo>
                  <a:pt x="4991228" y="1433411"/>
                </a:moveTo>
                <a:lnTo>
                  <a:pt x="4991228" y="1422035"/>
                </a:lnTo>
                <a:lnTo>
                  <a:pt x="4957099" y="1422035"/>
                </a:lnTo>
                <a:lnTo>
                  <a:pt x="4957099" y="1433411"/>
                </a:lnTo>
                <a:lnTo>
                  <a:pt x="4991228" y="1433411"/>
                </a:lnTo>
                <a:close/>
                <a:moveTo>
                  <a:pt x="5059486" y="1433411"/>
                </a:moveTo>
                <a:lnTo>
                  <a:pt x="5059486" y="1422035"/>
                </a:lnTo>
                <a:lnTo>
                  <a:pt x="5025357" y="1422035"/>
                </a:lnTo>
                <a:lnTo>
                  <a:pt x="5025357" y="1433411"/>
                </a:lnTo>
                <a:lnTo>
                  <a:pt x="5059486" y="1433411"/>
                </a:lnTo>
                <a:close/>
                <a:moveTo>
                  <a:pt x="5127744" y="1433411"/>
                </a:moveTo>
                <a:lnTo>
                  <a:pt x="5127744" y="1422035"/>
                </a:lnTo>
                <a:lnTo>
                  <a:pt x="5093615" y="1422035"/>
                </a:lnTo>
                <a:lnTo>
                  <a:pt x="5093615" y="1433411"/>
                </a:lnTo>
                <a:lnTo>
                  <a:pt x="5127744" y="1433411"/>
                </a:lnTo>
                <a:close/>
                <a:moveTo>
                  <a:pt x="5196001" y="1433411"/>
                </a:moveTo>
                <a:lnTo>
                  <a:pt x="5196001" y="1422035"/>
                </a:lnTo>
                <a:lnTo>
                  <a:pt x="5161872" y="1422035"/>
                </a:lnTo>
                <a:lnTo>
                  <a:pt x="5161872" y="1433411"/>
                </a:lnTo>
                <a:lnTo>
                  <a:pt x="5196001" y="1433411"/>
                </a:lnTo>
                <a:close/>
                <a:moveTo>
                  <a:pt x="5230130" y="1433411"/>
                </a:moveTo>
                <a:lnTo>
                  <a:pt x="5264259" y="1433411"/>
                </a:lnTo>
                <a:lnTo>
                  <a:pt x="5264259" y="1422035"/>
                </a:lnTo>
                <a:lnTo>
                  <a:pt x="5230130" y="1422035"/>
                </a:lnTo>
                <a:lnTo>
                  <a:pt x="5230130" y="1433411"/>
                </a:lnTo>
                <a:close/>
                <a:moveTo>
                  <a:pt x="5332517" y="1433411"/>
                </a:moveTo>
                <a:lnTo>
                  <a:pt x="5332517" y="1422035"/>
                </a:lnTo>
                <a:lnTo>
                  <a:pt x="5298388" y="1422035"/>
                </a:lnTo>
                <a:lnTo>
                  <a:pt x="5298388" y="1433411"/>
                </a:lnTo>
                <a:lnTo>
                  <a:pt x="5332517" y="1433411"/>
                </a:lnTo>
                <a:close/>
                <a:moveTo>
                  <a:pt x="5400774" y="1433411"/>
                </a:moveTo>
                <a:lnTo>
                  <a:pt x="5400774" y="1422035"/>
                </a:lnTo>
                <a:lnTo>
                  <a:pt x="5366645" y="1422035"/>
                </a:lnTo>
                <a:lnTo>
                  <a:pt x="5366645" y="1433411"/>
                </a:lnTo>
                <a:lnTo>
                  <a:pt x="5400774" y="1433411"/>
                </a:lnTo>
                <a:close/>
                <a:moveTo>
                  <a:pt x="4581682" y="1433411"/>
                </a:moveTo>
                <a:lnTo>
                  <a:pt x="4581682" y="1422035"/>
                </a:lnTo>
                <a:lnTo>
                  <a:pt x="4547553" y="1422035"/>
                </a:lnTo>
                <a:lnTo>
                  <a:pt x="4547553" y="1433411"/>
                </a:lnTo>
                <a:lnTo>
                  <a:pt x="4581682" y="1433411"/>
                </a:lnTo>
                <a:close/>
                <a:moveTo>
                  <a:pt x="5469032" y="1433411"/>
                </a:moveTo>
                <a:lnTo>
                  <a:pt x="5469032" y="1422035"/>
                </a:lnTo>
                <a:lnTo>
                  <a:pt x="5434903" y="1422035"/>
                </a:lnTo>
                <a:lnTo>
                  <a:pt x="5434903" y="1433411"/>
                </a:lnTo>
                <a:lnTo>
                  <a:pt x="5469032" y="1433411"/>
                </a:lnTo>
                <a:close/>
                <a:moveTo>
                  <a:pt x="4513425" y="1433411"/>
                </a:moveTo>
                <a:lnTo>
                  <a:pt x="4513425" y="1422035"/>
                </a:lnTo>
                <a:lnTo>
                  <a:pt x="4479296" y="1422035"/>
                </a:lnTo>
                <a:lnTo>
                  <a:pt x="4479296" y="1433411"/>
                </a:lnTo>
                <a:lnTo>
                  <a:pt x="4513425" y="1433411"/>
                </a:lnTo>
                <a:close/>
                <a:moveTo>
                  <a:pt x="5537290" y="1433411"/>
                </a:moveTo>
                <a:lnTo>
                  <a:pt x="5537290" y="1422035"/>
                </a:lnTo>
                <a:lnTo>
                  <a:pt x="5503161" y="1422035"/>
                </a:lnTo>
                <a:lnTo>
                  <a:pt x="5503161" y="1433411"/>
                </a:lnTo>
                <a:lnTo>
                  <a:pt x="5537290" y="1433411"/>
                </a:lnTo>
                <a:close/>
                <a:moveTo>
                  <a:pt x="4445167" y="1433411"/>
                </a:moveTo>
                <a:lnTo>
                  <a:pt x="4445167" y="1422035"/>
                </a:lnTo>
                <a:lnTo>
                  <a:pt x="4411038" y="1422035"/>
                </a:lnTo>
                <a:lnTo>
                  <a:pt x="4411038" y="1433411"/>
                </a:lnTo>
                <a:lnTo>
                  <a:pt x="4445167" y="1433411"/>
                </a:lnTo>
                <a:close/>
                <a:moveTo>
                  <a:pt x="5605547" y="1433411"/>
                </a:moveTo>
                <a:lnTo>
                  <a:pt x="5605547" y="1422035"/>
                </a:lnTo>
                <a:lnTo>
                  <a:pt x="5571418" y="1422035"/>
                </a:lnTo>
                <a:lnTo>
                  <a:pt x="5571418" y="1433411"/>
                </a:lnTo>
                <a:lnTo>
                  <a:pt x="5605547" y="1433411"/>
                </a:lnTo>
                <a:close/>
                <a:moveTo>
                  <a:pt x="4376909" y="1433411"/>
                </a:moveTo>
                <a:lnTo>
                  <a:pt x="4376909" y="1422035"/>
                </a:lnTo>
                <a:lnTo>
                  <a:pt x="4342780" y="1422035"/>
                </a:lnTo>
                <a:lnTo>
                  <a:pt x="4342780" y="1433411"/>
                </a:lnTo>
                <a:lnTo>
                  <a:pt x="4376909" y="1433411"/>
                </a:lnTo>
                <a:close/>
                <a:moveTo>
                  <a:pt x="5673805" y="1433411"/>
                </a:moveTo>
                <a:lnTo>
                  <a:pt x="5673805" y="1422035"/>
                </a:lnTo>
                <a:lnTo>
                  <a:pt x="5639676" y="1422035"/>
                </a:lnTo>
                <a:lnTo>
                  <a:pt x="5639676" y="1433411"/>
                </a:lnTo>
                <a:lnTo>
                  <a:pt x="5673805" y="1433411"/>
                </a:lnTo>
                <a:close/>
                <a:moveTo>
                  <a:pt x="4308652" y="1433411"/>
                </a:moveTo>
                <a:lnTo>
                  <a:pt x="4308652" y="1422035"/>
                </a:lnTo>
                <a:lnTo>
                  <a:pt x="4274523" y="1422035"/>
                </a:lnTo>
                <a:lnTo>
                  <a:pt x="4274523" y="1433411"/>
                </a:lnTo>
                <a:lnTo>
                  <a:pt x="4308652" y="1433411"/>
                </a:lnTo>
                <a:close/>
                <a:moveTo>
                  <a:pt x="5742063" y="1433411"/>
                </a:moveTo>
                <a:lnTo>
                  <a:pt x="5742063" y="1422035"/>
                </a:lnTo>
                <a:lnTo>
                  <a:pt x="5707934" y="1422035"/>
                </a:lnTo>
                <a:lnTo>
                  <a:pt x="5707934" y="1433411"/>
                </a:lnTo>
                <a:lnTo>
                  <a:pt x="5742063" y="1433411"/>
                </a:lnTo>
                <a:close/>
                <a:moveTo>
                  <a:pt x="4240394" y="1433411"/>
                </a:moveTo>
                <a:lnTo>
                  <a:pt x="4240394" y="1422035"/>
                </a:lnTo>
                <a:lnTo>
                  <a:pt x="4206265" y="1422035"/>
                </a:lnTo>
                <a:lnTo>
                  <a:pt x="4206265" y="1433411"/>
                </a:lnTo>
                <a:lnTo>
                  <a:pt x="4240394" y="1433411"/>
                </a:lnTo>
                <a:close/>
                <a:moveTo>
                  <a:pt x="5810320" y="1433411"/>
                </a:moveTo>
                <a:lnTo>
                  <a:pt x="5810320" y="1422035"/>
                </a:lnTo>
                <a:lnTo>
                  <a:pt x="5776191" y="1422035"/>
                </a:lnTo>
                <a:lnTo>
                  <a:pt x="5776191" y="1433411"/>
                </a:lnTo>
                <a:lnTo>
                  <a:pt x="5810320" y="1433411"/>
                </a:lnTo>
                <a:close/>
                <a:moveTo>
                  <a:pt x="5841719" y="0"/>
                </a:moveTo>
                <a:lnTo>
                  <a:pt x="5807590" y="0"/>
                </a:lnTo>
                <a:lnTo>
                  <a:pt x="5807590" y="11376"/>
                </a:lnTo>
                <a:lnTo>
                  <a:pt x="5841719" y="11376"/>
                </a:lnTo>
                <a:lnTo>
                  <a:pt x="5841719" y="0"/>
                </a:lnTo>
                <a:close/>
                <a:moveTo>
                  <a:pt x="6490167" y="0"/>
                </a:moveTo>
                <a:lnTo>
                  <a:pt x="6490167" y="11376"/>
                </a:lnTo>
                <a:lnTo>
                  <a:pt x="6524296" y="11376"/>
                </a:lnTo>
                <a:lnTo>
                  <a:pt x="6524296" y="0"/>
                </a:lnTo>
                <a:lnTo>
                  <a:pt x="6490167" y="0"/>
                </a:lnTo>
                <a:close/>
                <a:moveTo>
                  <a:pt x="5944105" y="0"/>
                </a:moveTo>
                <a:lnTo>
                  <a:pt x="5944105" y="11376"/>
                </a:lnTo>
                <a:lnTo>
                  <a:pt x="5978234" y="11376"/>
                </a:lnTo>
                <a:lnTo>
                  <a:pt x="5978234" y="0"/>
                </a:lnTo>
                <a:lnTo>
                  <a:pt x="5944105" y="0"/>
                </a:lnTo>
                <a:close/>
                <a:moveTo>
                  <a:pt x="6012363" y="0"/>
                </a:moveTo>
                <a:lnTo>
                  <a:pt x="6012363" y="11376"/>
                </a:lnTo>
                <a:lnTo>
                  <a:pt x="6046492" y="11376"/>
                </a:lnTo>
                <a:lnTo>
                  <a:pt x="6046492" y="0"/>
                </a:lnTo>
                <a:lnTo>
                  <a:pt x="6012363" y="0"/>
                </a:lnTo>
                <a:close/>
                <a:moveTo>
                  <a:pt x="6080621" y="0"/>
                </a:moveTo>
                <a:lnTo>
                  <a:pt x="6080621" y="11376"/>
                </a:lnTo>
                <a:lnTo>
                  <a:pt x="6114750" y="11376"/>
                </a:lnTo>
                <a:lnTo>
                  <a:pt x="6114750" y="0"/>
                </a:lnTo>
                <a:lnTo>
                  <a:pt x="6080621" y="0"/>
                </a:lnTo>
                <a:close/>
                <a:moveTo>
                  <a:pt x="6148878" y="0"/>
                </a:moveTo>
                <a:lnTo>
                  <a:pt x="6148878" y="11376"/>
                </a:lnTo>
                <a:lnTo>
                  <a:pt x="6183007" y="11376"/>
                </a:lnTo>
                <a:lnTo>
                  <a:pt x="6183007" y="0"/>
                </a:lnTo>
                <a:lnTo>
                  <a:pt x="6148878" y="0"/>
                </a:lnTo>
                <a:close/>
                <a:moveTo>
                  <a:pt x="6217136" y="0"/>
                </a:moveTo>
                <a:lnTo>
                  <a:pt x="6217136" y="11376"/>
                </a:lnTo>
                <a:lnTo>
                  <a:pt x="6251265" y="11376"/>
                </a:lnTo>
                <a:lnTo>
                  <a:pt x="6251265" y="0"/>
                </a:lnTo>
                <a:lnTo>
                  <a:pt x="6217136" y="0"/>
                </a:lnTo>
                <a:close/>
                <a:moveTo>
                  <a:pt x="6285394" y="0"/>
                </a:moveTo>
                <a:lnTo>
                  <a:pt x="6285394" y="11376"/>
                </a:lnTo>
                <a:lnTo>
                  <a:pt x="6319523" y="11376"/>
                </a:lnTo>
                <a:lnTo>
                  <a:pt x="6319523" y="0"/>
                </a:lnTo>
                <a:lnTo>
                  <a:pt x="6285394" y="0"/>
                </a:lnTo>
                <a:close/>
                <a:moveTo>
                  <a:pt x="6353651" y="0"/>
                </a:moveTo>
                <a:lnTo>
                  <a:pt x="6353651" y="11376"/>
                </a:lnTo>
                <a:lnTo>
                  <a:pt x="6387780" y="11376"/>
                </a:lnTo>
                <a:lnTo>
                  <a:pt x="6387780" y="0"/>
                </a:lnTo>
                <a:lnTo>
                  <a:pt x="6353651" y="0"/>
                </a:lnTo>
                <a:close/>
                <a:moveTo>
                  <a:pt x="6421909" y="0"/>
                </a:moveTo>
                <a:lnTo>
                  <a:pt x="6421909" y="11376"/>
                </a:lnTo>
                <a:lnTo>
                  <a:pt x="6456038" y="11376"/>
                </a:lnTo>
                <a:lnTo>
                  <a:pt x="6456038" y="0"/>
                </a:lnTo>
                <a:lnTo>
                  <a:pt x="6421909" y="0"/>
                </a:lnTo>
                <a:close/>
                <a:moveTo>
                  <a:pt x="5875848" y="0"/>
                </a:moveTo>
                <a:lnTo>
                  <a:pt x="5875848" y="11376"/>
                </a:lnTo>
                <a:lnTo>
                  <a:pt x="5909976" y="11376"/>
                </a:lnTo>
                <a:lnTo>
                  <a:pt x="5909976" y="0"/>
                </a:lnTo>
                <a:lnTo>
                  <a:pt x="5875848" y="0"/>
                </a:lnTo>
                <a:close/>
                <a:moveTo>
                  <a:pt x="6558424" y="0"/>
                </a:moveTo>
                <a:lnTo>
                  <a:pt x="6558424" y="11376"/>
                </a:lnTo>
                <a:lnTo>
                  <a:pt x="6592553" y="11376"/>
                </a:lnTo>
                <a:lnTo>
                  <a:pt x="6592553" y="0"/>
                </a:lnTo>
                <a:lnTo>
                  <a:pt x="6558424" y="0"/>
                </a:lnTo>
                <a:close/>
                <a:moveTo>
                  <a:pt x="6605295" y="32764"/>
                </a:moveTo>
                <a:lnTo>
                  <a:pt x="6593918" y="32764"/>
                </a:lnTo>
                <a:lnTo>
                  <a:pt x="6593918" y="66893"/>
                </a:lnTo>
                <a:lnTo>
                  <a:pt x="6605295" y="66893"/>
                </a:lnTo>
                <a:lnTo>
                  <a:pt x="6605295" y="32764"/>
                </a:lnTo>
                <a:close/>
                <a:moveTo>
                  <a:pt x="6605295" y="101021"/>
                </a:moveTo>
                <a:lnTo>
                  <a:pt x="6593918" y="101021"/>
                </a:lnTo>
                <a:lnTo>
                  <a:pt x="6593918" y="135150"/>
                </a:lnTo>
                <a:lnTo>
                  <a:pt x="6605295" y="135150"/>
                </a:lnTo>
                <a:lnTo>
                  <a:pt x="6605295" y="101021"/>
                </a:lnTo>
                <a:close/>
                <a:moveTo>
                  <a:pt x="6605295" y="169279"/>
                </a:moveTo>
                <a:lnTo>
                  <a:pt x="6593918" y="169279"/>
                </a:lnTo>
                <a:lnTo>
                  <a:pt x="6593918" y="203408"/>
                </a:lnTo>
                <a:lnTo>
                  <a:pt x="6605295" y="203408"/>
                </a:lnTo>
                <a:lnTo>
                  <a:pt x="6605295" y="169279"/>
                </a:lnTo>
                <a:close/>
                <a:moveTo>
                  <a:pt x="6605295" y="271666"/>
                </a:moveTo>
                <a:lnTo>
                  <a:pt x="6605295" y="237537"/>
                </a:lnTo>
                <a:lnTo>
                  <a:pt x="6593918" y="237537"/>
                </a:lnTo>
                <a:lnTo>
                  <a:pt x="6593918" y="271666"/>
                </a:lnTo>
                <a:lnTo>
                  <a:pt x="6605295" y="271666"/>
                </a:lnTo>
                <a:close/>
                <a:moveTo>
                  <a:pt x="6605295" y="305794"/>
                </a:moveTo>
                <a:lnTo>
                  <a:pt x="6593918" y="305794"/>
                </a:lnTo>
                <a:lnTo>
                  <a:pt x="6593918" y="339923"/>
                </a:lnTo>
                <a:lnTo>
                  <a:pt x="6605295" y="339923"/>
                </a:lnTo>
                <a:lnTo>
                  <a:pt x="6605295" y="305794"/>
                </a:lnTo>
                <a:close/>
                <a:moveTo>
                  <a:pt x="6605295" y="374052"/>
                </a:moveTo>
                <a:lnTo>
                  <a:pt x="6593918" y="374052"/>
                </a:lnTo>
                <a:lnTo>
                  <a:pt x="6593918" y="408181"/>
                </a:lnTo>
                <a:lnTo>
                  <a:pt x="6605295" y="408181"/>
                </a:lnTo>
                <a:lnTo>
                  <a:pt x="6605295" y="374052"/>
                </a:lnTo>
                <a:close/>
                <a:moveTo>
                  <a:pt x="6605295" y="442310"/>
                </a:moveTo>
                <a:lnTo>
                  <a:pt x="6593918" y="442310"/>
                </a:lnTo>
                <a:lnTo>
                  <a:pt x="6593918" y="476439"/>
                </a:lnTo>
                <a:lnTo>
                  <a:pt x="6605295" y="476439"/>
                </a:lnTo>
                <a:lnTo>
                  <a:pt x="6605295" y="442310"/>
                </a:lnTo>
                <a:close/>
                <a:moveTo>
                  <a:pt x="6605295" y="510567"/>
                </a:moveTo>
                <a:lnTo>
                  <a:pt x="6593918" y="510567"/>
                </a:lnTo>
                <a:lnTo>
                  <a:pt x="6593918" y="544696"/>
                </a:lnTo>
                <a:lnTo>
                  <a:pt x="6605295" y="544696"/>
                </a:lnTo>
                <a:lnTo>
                  <a:pt x="6605295" y="510567"/>
                </a:lnTo>
                <a:close/>
                <a:moveTo>
                  <a:pt x="6605295" y="578825"/>
                </a:moveTo>
                <a:lnTo>
                  <a:pt x="6593918" y="578825"/>
                </a:lnTo>
                <a:lnTo>
                  <a:pt x="6593918" y="612954"/>
                </a:lnTo>
                <a:lnTo>
                  <a:pt x="6605295" y="612954"/>
                </a:lnTo>
                <a:lnTo>
                  <a:pt x="6605295" y="578825"/>
                </a:lnTo>
                <a:close/>
                <a:moveTo>
                  <a:pt x="6605295" y="647083"/>
                </a:moveTo>
                <a:lnTo>
                  <a:pt x="6593918" y="647083"/>
                </a:lnTo>
                <a:lnTo>
                  <a:pt x="6593918" y="681212"/>
                </a:lnTo>
                <a:lnTo>
                  <a:pt x="6605295" y="681212"/>
                </a:lnTo>
                <a:lnTo>
                  <a:pt x="6605295" y="647083"/>
                </a:lnTo>
                <a:close/>
                <a:moveTo>
                  <a:pt x="6605295" y="715340"/>
                </a:moveTo>
                <a:lnTo>
                  <a:pt x="6593918" y="715340"/>
                </a:lnTo>
                <a:lnTo>
                  <a:pt x="6593918" y="749469"/>
                </a:lnTo>
                <a:lnTo>
                  <a:pt x="6605295" y="749469"/>
                </a:lnTo>
                <a:lnTo>
                  <a:pt x="6605295" y="715340"/>
                </a:lnTo>
                <a:close/>
                <a:moveTo>
                  <a:pt x="6605295" y="783598"/>
                </a:moveTo>
                <a:lnTo>
                  <a:pt x="6593918" y="783598"/>
                </a:lnTo>
                <a:lnTo>
                  <a:pt x="6593918" y="817727"/>
                </a:lnTo>
                <a:lnTo>
                  <a:pt x="6605295" y="817727"/>
                </a:lnTo>
                <a:lnTo>
                  <a:pt x="6605295" y="783598"/>
                </a:lnTo>
                <a:close/>
                <a:moveTo>
                  <a:pt x="6605295" y="851856"/>
                </a:moveTo>
                <a:lnTo>
                  <a:pt x="6593918" y="851856"/>
                </a:lnTo>
                <a:lnTo>
                  <a:pt x="6593918" y="885985"/>
                </a:lnTo>
                <a:lnTo>
                  <a:pt x="6605295" y="885985"/>
                </a:lnTo>
                <a:lnTo>
                  <a:pt x="6605295" y="851856"/>
                </a:lnTo>
                <a:close/>
                <a:moveTo>
                  <a:pt x="6605295" y="920113"/>
                </a:moveTo>
                <a:lnTo>
                  <a:pt x="6593918" y="920113"/>
                </a:lnTo>
                <a:lnTo>
                  <a:pt x="6593918" y="954242"/>
                </a:lnTo>
                <a:lnTo>
                  <a:pt x="6605295" y="954242"/>
                </a:lnTo>
                <a:lnTo>
                  <a:pt x="6605295" y="920113"/>
                </a:lnTo>
                <a:close/>
                <a:moveTo>
                  <a:pt x="6605295" y="988371"/>
                </a:moveTo>
                <a:lnTo>
                  <a:pt x="6593918" y="988371"/>
                </a:lnTo>
                <a:lnTo>
                  <a:pt x="6593918" y="1022500"/>
                </a:lnTo>
                <a:lnTo>
                  <a:pt x="6605295" y="1022500"/>
                </a:lnTo>
                <a:lnTo>
                  <a:pt x="6605295" y="988371"/>
                </a:lnTo>
                <a:close/>
                <a:moveTo>
                  <a:pt x="6605295" y="1056629"/>
                </a:moveTo>
                <a:lnTo>
                  <a:pt x="6593918" y="1056629"/>
                </a:lnTo>
                <a:lnTo>
                  <a:pt x="6593918" y="1090758"/>
                </a:lnTo>
                <a:lnTo>
                  <a:pt x="6605295" y="1090758"/>
                </a:lnTo>
                <a:lnTo>
                  <a:pt x="6605295" y="1056629"/>
                </a:lnTo>
                <a:close/>
                <a:moveTo>
                  <a:pt x="6605295" y="1124886"/>
                </a:moveTo>
                <a:lnTo>
                  <a:pt x="6593918" y="1124886"/>
                </a:lnTo>
                <a:lnTo>
                  <a:pt x="6593918" y="1159015"/>
                </a:lnTo>
                <a:lnTo>
                  <a:pt x="6605295" y="1159015"/>
                </a:lnTo>
                <a:lnTo>
                  <a:pt x="6605295" y="1124886"/>
                </a:lnTo>
                <a:close/>
                <a:moveTo>
                  <a:pt x="6605295" y="1193144"/>
                </a:moveTo>
                <a:lnTo>
                  <a:pt x="6593918" y="1193144"/>
                </a:lnTo>
                <a:lnTo>
                  <a:pt x="6593918" y="1227273"/>
                </a:lnTo>
                <a:lnTo>
                  <a:pt x="6605295" y="1227273"/>
                </a:lnTo>
                <a:lnTo>
                  <a:pt x="6605295" y="1193144"/>
                </a:lnTo>
                <a:close/>
                <a:moveTo>
                  <a:pt x="6605295" y="1295531"/>
                </a:moveTo>
                <a:lnTo>
                  <a:pt x="6605295" y="1261402"/>
                </a:lnTo>
                <a:lnTo>
                  <a:pt x="6593918" y="1261402"/>
                </a:lnTo>
                <a:lnTo>
                  <a:pt x="6593918" y="1295531"/>
                </a:lnTo>
                <a:lnTo>
                  <a:pt x="6605295" y="1295531"/>
                </a:lnTo>
                <a:close/>
                <a:moveTo>
                  <a:pt x="6605295" y="1329659"/>
                </a:moveTo>
                <a:lnTo>
                  <a:pt x="6593918" y="1329659"/>
                </a:lnTo>
                <a:lnTo>
                  <a:pt x="6593918" y="1363788"/>
                </a:lnTo>
                <a:lnTo>
                  <a:pt x="6605295" y="1363788"/>
                </a:lnTo>
                <a:lnTo>
                  <a:pt x="6605295" y="1329659"/>
                </a:lnTo>
                <a:close/>
                <a:moveTo>
                  <a:pt x="6605295" y="1433411"/>
                </a:moveTo>
                <a:lnTo>
                  <a:pt x="6605295" y="1397917"/>
                </a:lnTo>
                <a:lnTo>
                  <a:pt x="6593918" y="1397917"/>
                </a:lnTo>
                <a:lnTo>
                  <a:pt x="6593918" y="1427723"/>
                </a:lnTo>
                <a:lnTo>
                  <a:pt x="6595283" y="1427723"/>
                </a:lnTo>
                <a:lnTo>
                  <a:pt x="6595283" y="1433411"/>
                </a:lnTo>
                <a:lnTo>
                  <a:pt x="6605295" y="1433411"/>
                </a:lnTo>
                <a:close/>
                <a:moveTo>
                  <a:pt x="5878578" y="1433411"/>
                </a:moveTo>
                <a:lnTo>
                  <a:pt x="5878578" y="1422035"/>
                </a:lnTo>
                <a:lnTo>
                  <a:pt x="5844449" y="1422035"/>
                </a:lnTo>
                <a:lnTo>
                  <a:pt x="5844449" y="1433411"/>
                </a:lnTo>
                <a:lnTo>
                  <a:pt x="5878578" y="1433411"/>
                </a:lnTo>
                <a:close/>
                <a:moveTo>
                  <a:pt x="5946836" y="1433411"/>
                </a:moveTo>
                <a:lnTo>
                  <a:pt x="5946836" y="1422035"/>
                </a:lnTo>
                <a:lnTo>
                  <a:pt x="5912707" y="1422035"/>
                </a:lnTo>
                <a:lnTo>
                  <a:pt x="5912707" y="1433411"/>
                </a:lnTo>
                <a:lnTo>
                  <a:pt x="5946836" y="1433411"/>
                </a:lnTo>
                <a:close/>
                <a:moveTo>
                  <a:pt x="6015093" y="1433411"/>
                </a:moveTo>
                <a:lnTo>
                  <a:pt x="6015093" y="1422035"/>
                </a:lnTo>
                <a:lnTo>
                  <a:pt x="5980964" y="1422035"/>
                </a:lnTo>
                <a:lnTo>
                  <a:pt x="5980964" y="1433411"/>
                </a:lnTo>
                <a:lnTo>
                  <a:pt x="6015093" y="1433411"/>
                </a:lnTo>
                <a:close/>
                <a:moveTo>
                  <a:pt x="6083351" y="1433411"/>
                </a:moveTo>
                <a:lnTo>
                  <a:pt x="6083351" y="1422035"/>
                </a:lnTo>
                <a:lnTo>
                  <a:pt x="6049222" y="1422035"/>
                </a:lnTo>
                <a:lnTo>
                  <a:pt x="6049222" y="1433411"/>
                </a:lnTo>
                <a:lnTo>
                  <a:pt x="6083351" y="1433411"/>
                </a:lnTo>
                <a:close/>
                <a:moveTo>
                  <a:pt x="6151609" y="1433411"/>
                </a:moveTo>
                <a:lnTo>
                  <a:pt x="6151609" y="1422035"/>
                </a:lnTo>
                <a:lnTo>
                  <a:pt x="6117480" y="1422035"/>
                </a:lnTo>
                <a:lnTo>
                  <a:pt x="6117480" y="1433411"/>
                </a:lnTo>
                <a:lnTo>
                  <a:pt x="6151609" y="1433411"/>
                </a:lnTo>
                <a:close/>
                <a:moveTo>
                  <a:pt x="6219866" y="1433411"/>
                </a:moveTo>
                <a:lnTo>
                  <a:pt x="6219866" y="1422035"/>
                </a:lnTo>
                <a:lnTo>
                  <a:pt x="6185737" y="1422035"/>
                </a:lnTo>
                <a:lnTo>
                  <a:pt x="6185737" y="1433411"/>
                </a:lnTo>
                <a:lnTo>
                  <a:pt x="6219866" y="1433411"/>
                </a:lnTo>
                <a:close/>
                <a:moveTo>
                  <a:pt x="6288124" y="1433411"/>
                </a:moveTo>
                <a:lnTo>
                  <a:pt x="6288124" y="1422035"/>
                </a:lnTo>
                <a:lnTo>
                  <a:pt x="6253995" y="1422035"/>
                </a:lnTo>
                <a:lnTo>
                  <a:pt x="6253995" y="1433411"/>
                </a:lnTo>
                <a:lnTo>
                  <a:pt x="6288124" y="1433411"/>
                </a:lnTo>
                <a:close/>
                <a:moveTo>
                  <a:pt x="6356382" y="1433411"/>
                </a:moveTo>
                <a:lnTo>
                  <a:pt x="6356382" y="1422035"/>
                </a:lnTo>
                <a:lnTo>
                  <a:pt x="6322253" y="1422035"/>
                </a:lnTo>
                <a:lnTo>
                  <a:pt x="6322253" y="1433411"/>
                </a:lnTo>
                <a:lnTo>
                  <a:pt x="6356382" y="1433411"/>
                </a:lnTo>
                <a:close/>
                <a:moveTo>
                  <a:pt x="6424639" y="1433411"/>
                </a:moveTo>
                <a:lnTo>
                  <a:pt x="6424639" y="1422035"/>
                </a:lnTo>
                <a:lnTo>
                  <a:pt x="6390510" y="1422035"/>
                </a:lnTo>
                <a:lnTo>
                  <a:pt x="6390510" y="1433411"/>
                </a:lnTo>
                <a:lnTo>
                  <a:pt x="6424639" y="1433411"/>
                </a:lnTo>
                <a:close/>
                <a:moveTo>
                  <a:pt x="6561155" y="1433411"/>
                </a:moveTo>
                <a:lnTo>
                  <a:pt x="6561155" y="1422035"/>
                </a:lnTo>
                <a:lnTo>
                  <a:pt x="6527026" y="1422035"/>
                </a:lnTo>
                <a:lnTo>
                  <a:pt x="6527026" y="1433411"/>
                </a:lnTo>
                <a:lnTo>
                  <a:pt x="6561155" y="1433411"/>
                </a:lnTo>
                <a:close/>
                <a:moveTo>
                  <a:pt x="6492897" y="1433411"/>
                </a:moveTo>
                <a:lnTo>
                  <a:pt x="6492897" y="1422035"/>
                </a:lnTo>
                <a:lnTo>
                  <a:pt x="6458768" y="1422035"/>
                </a:lnTo>
                <a:lnTo>
                  <a:pt x="6458768" y="1433411"/>
                </a:lnTo>
                <a:lnTo>
                  <a:pt x="6492897" y="14334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BBC98-2B42-4F9D-BAB1-0FC3FA3C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6" y="94151"/>
            <a:ext cx="6616671" cy="1139789"/>
          </a:xfrm>
          <a:custGeom xmlns:a="http://schemas.openxmlformats.org/drawingml/2006/main">
            <a:pathLst>
              <a:path w="6616671" h="1139789">
                <a:moveTo>
                  <a:pt x="585878" y="0"/>
                </a:moveTo>
                <a:lnTo>
                  <a:pt x="551749" y="0"/>
                </a:lnTo>
                <a:lnTo>
                  <a:pt x="551749" y="11376"/>
                </a:lnTo>
                <a:lnTo>
                  <a:pt x="585878" y="11376"/>
                </a:lnTo>
                <a:lnTo>
                  <a:pt x="585878" y="0"/>
                </a:lnTo>
                <a:close/>
                <a:moveTo>
                  <a:pt x="756522" y="0"/>
                </a:moveTo>
                <a:lnTo>
                  <a:pt x="756522" y="11376"/>
                </a:lnTo>
                <a:lnTo>
                  <a:pt x="790651" y="11376"/>
                </a:lnTo>
                <a:lnTo>
                  <a:pt x="790651" y="0"/>
                </a:lnTo>
                <a:lnTo>
                  <a:pt x="756522" y="0"/>
                </a:lnTo>
                <a:close/>
                <a:moveTo>
                  <a:pt x="5688" y="0"/>
                </a:moveTo>
                <a:lnTo>
                  <a:pt x="5688" y="11376"/>
                </a:lnTo>
                <a:lnTo>
                  <a:pt x="39817" y="11376"/>
                </a:lnTo>
                <a:lnTo>
                  <a:pt x="39817" y="0"/>
                </a:lnTo>
                <a:lnTo>
                  <a:pt x="5688" y="0"/>
                </a:lnTo>
                <a:close/>
                <a:moveTo>
                  <a:pt x="893038" y="0"/>
                </a:moveTo>
                <a:lnTo>
                  <a:pt x="893038" y="11376"/>
                </a:lnTo>
                <a:lnTo>
                  <a:pt x="927167" y="11376"/>
                </a:lnTo>
                <a:lnTo>
                  <a:pt x="927167" y="0"/>
                </a:lnTo>
                <a:lnTo>
                  <a:pt x="893038" y="0"/>
                </a:lnTo>
                <a:close/>
                <a:moveTo>
                  <a:pt x="73946" y="0"/>
                </a:moveTo>
                <a:lnTo>
                  <a:pt x="73946" y="11376"/>
                </a:lnTo>
                <a:lnTo>
                  <a:pt x="108075" y="11376"/>
                </a:lnTo>
                <a:lnTo>
                  <a:pt x="108075" y="0"/>
                </a:lnTo>
                <a:lnTo>
                  <a:pt x="73946" y="0"/>
                </a:lnTo>
                <a:close/>
                <a:moveTo>
                  <a:pt x="824780" y="0"/>
                </a:moveTo>
                <a:lnTo>
                  <a:pt x="824780" y="11376"/>
                </a:lnTo>
                <a:lnTo>
                  <a:pt x="858909" y="11376"/>
                </a:lnTo>
                <a:lnTo>
                  <a:pt x="858909" y="0"/>
                </a:lnTo>
                <a:lnTo>
                  <a:pt x="824780" y="0"/>
                </a:lnTo>
                <a:close/>
                <a:moveTo>
                  <a:pt x="142203" y="0"/>
                </a:moveTo>
                <a:lnTo>
                  <a:pt x="142203" y="11376"/>
                </a:lnTo>
                <a:lnTo>
                  <a:pt x="176332" y="11376"/>
                </a:lnTo>
                <a:lnTo>
                  <a:pt x="176332" y="0"/>
                </a:lnTo>
                <a:lnTo>
                  <a:pt x="142203" y="0"/>
                </a:lnTo>
                <a:close/>
                <a:moveTo>
                  <a:pt x="244590" y="0"/>
                </a:moveTo>
                <a:lnTo>
                  <a:pt x="210461" y="0"/>
                </a:lnTo>
                <a:lnTo>
                  <a:pt x="210461" y="11376"/>
                </a:lnTo>
                <a:lnTo>
                  <a:pt x="244590" y="11376"/>
                </a:lnTo>
                <a:lnTo>
                  <a:pt x="244590" y="0"/>
                </a:lnTo>
                <a:close/>
                <a:moveTo>
                  <a:pt x="483492" y="0"/>
                </a:moveTo>
                <a:lnTo>
                  <a:pt x="483492" y="11376"/>
                </a:lnTo>
                <a:lnTo>
                  <a:pt x="517621" y="11376"/>
                </a:lnTo>
                <a:lnTo>
                  <a:pt x="517621" y="0"/>
                </a:lnTo>
                <a:lnTo>
                  <a:pt x="483492" y="0"/>
                </a:lnTo>
                <a:close/>
                <a:moveTo>
                  <a:pt x="415234" y="0"/>
                </a:moveTo>
                <a:lnTo>
                  <a:pt x="415234" y="11376"/>
                </a:lnTo>
                <a:lnTo>
                  <a:pt x="449363" y="11376"/>
                </a:lnTo>
                <a:lnTo>
                  <a:pt x="449363" y="0"/>
                </a:lnTo>
                <a:lnTo>
                  <a:pt x="415234" y="0"/>
                </a:lnTo>
                <a:close/>
                <a:moveTo>
                  <a:pt x="620007" y="0"/>
                </a:moveTo>
                <a:lnTo>
                  <a:pt x="620007" y="11376"/>
                </a:lnTo>
                <a:lnTo>
                  <a:pt x="654136" y="11376"/>
                </a:lnTo>
                <a:lnTo>
                  <a:pt x="654136" y="0"/>
                </a:lnTo>
                <a:lnTo>
                  <a:pt x="620007" y="0"/>
                </a:lnTo>
                <a:close/>
                <a:moveTo>
                  <a:pt x="346976" y="0"/>
                </a:moveTo>
                <a:lnTo>
                  <a:pt x="346976" y="11376"/>
                </a:lnTo>
                <a:lnTo>
                  <a:pt x="381105" y="11376"/>
                </a:lnTo>
                <a:lnTo>
                  <a:pt x="381105" y="0"/>
                </a:lnTo>
                <a:lnTo>
                  <a:pt x="346976" y="0"/>
                </a:lnTo>
                <a:close/>
                <a:moveTo>
                  <a:pt x="688265" y="0"/>
                </a:moveTo>
                <a:lnTo>
                  <a:pt x="688265" y="11376"/>
                </a:lnTo>
                <a:lnTo>
                  <a:pt x="722394" y="11376"/>
                </a:lnTo>
                <a:lnTo>
                  <a:pt x="722394" y="0"/>
                </a:lnTo>
                <a:lnTo>
                  <a:pt x="688265" y="0"/>
                </a:lnTo>
                <a:close/>
                <a:moveTo>
                  <a:pt x="278719" y="0"/>
                </a:moveTo>
                <a:lnTo>
                  <a:pt x="278719" y="11376"/>
                </a:lnTo>
                <a:lnTo>
                  <a:pt x="312848" y="11376"/>
                </a:lnTo>
                <a:lnTo>
                  <a:pt x="312848" y="0"/>
                </a:lnTo>
                <a:lnTo>
                  <a:pt x="278719" y="0"/>
                </a:lnTo>
                <a:close/>
                <a:moveTo>
                  <a:pt x="0" y="12740"/>
                </a:moveTo>
                <a:lnTo>
                  <a:pt x="0" y="46869"/>
                </a:lnTo>
                <a:lnTo>
                  <a:pt x="11376" y="46869"/>
                </a:lnTo>
                <a:lnTo>
                  <a:pt x="11376" y="12740"/>
                </a:lnTo>
                <a:lnTo>
                  <a:pt x="0" y="12740"/>
                </a:lnTo>
                <a:close/>
                <a:moveTo>
                  <a:pt x="0" y="115127"/>
                </a:moveTo>
                <a:lnTo>
                  <a:pt x="11376" y="115127"/>
                </a:lnTo>
                <a:lnTo>
                  <a:pt x="11376" y="80998"/>
                </a:lnTo>
                <a:lnTo>
                  <a:pt x="0" y="80998"/>
                </a:lnTo>
                <a:lnTo>
                  <a:pt x="0" y="115127"/>
                </a:lnTo>
                <a:close/>
                <a:moveTo>
                  <a:pt x="0" y="183384"/>
                </a:moveTo>
                <a:lnTo>
                  <a:pt x="11376" y="183384"/>
                </a:lnTo>
                <a:lnTo>
                  <a:pt x="11376" y="149255"/>
                </a:lnTo>
                <a:lnTo>
                  <a:pt x="0" y="149255"/>
                </a:lnTo>
                <a:lnTo>
                  <a:pt x="0" y="183384"/>
                </a:lnTo>
                <a:close/>
                <a:moveTo>
                  <a:pt x="0" y="251642"/>
                </a:moveTo>
                <a:lnTo>
                  <a:pt x="11376" y="251642"/>
                </a:lnTo>
                <a:lnTo>
                  <a:pt x="11376" y="217513"/>
                </a:lnTo>
                <a:lnTo>
                  <a:pt x="0" y="217513"/>
                </a:lnTo>
                <a:lnTo>
                  <a:pt x="0" y="251642"/>
                </a:lnTo>
                <a:close/>
                <a:moveTo>
                  <a:pt x="0" y="319900"/>
                </a:moveTo>
                <a:lnTo>
                  <a:pt x="11376" y="319900"/>
                </a:lnTo>
                <a:lnTo>
                  <a:pt x="11376" y="285771"/>
                </a:lnTo>
                <a:lnTo>
                  <a:pt x="0" y="285771"/>
                </a:lnTo>
                <a:lnTo>
                  <a:pt x="0" y="319900"/>
                </a:lnTo>
                <a:close/>
                <a:moveTo>
                  <a:pt x="0" y="388157"/>
                </a:moveTo>
                <a:lnTo>
                  <a:pt x="11376" y="388157"/>
                </a:lnTo>
                <a:lnTo>
                  <a:pt x="11376" y="354028"/>
                </a:lnTo>
                <a:lnTo>
                  <a:pt x="0" y="354028"/>
                </a:lnTo>
                <a:lnTo>
                  <a:pt x="0" y="388157"/>
                </a:lnTo>
                <a:close/>
                <a:moveTo>
                  <a:pt x="0" y="456415"/>
                </a:moveTo>
                <a:lnTo>
                  <a:pt x="11376" y="456415"/>
                </a:lnTo>
                <a:lnTo>
                  <a:pt x="11376" y="422286"/>
                </a:lnTo>
                <a:lnTo>
                  <a:pt x="0" y="422286"/>
                </a:lnTo>
                <a:lnTo>
                  <a:pt x="0" y="456415"/>
                </a:lnTo>
                <a:close/>
                <a:moveTo>
                  <a:pt x="0" y="490544"/>
                </a:moveTo>
                <a:lnTo>
                  <a:pt x="0" y="524673"/>
                </a:lnTo>
                <a:lnTo>
                  <a:pt x="11376" y="524673"/>
                </a:lnTo>
                <a:lnTo>
                  <a:pt x="11376" y="490544"/>
                </a:lnTo>
                <a:lnTo>
                  <a:pt x="0" y="490544"/>
                </a:lnTo>
                <a:close/>
                <a:moveTo>
                  <a:pt x="0" y="592930"/>
                </a:moveTo>
                <a:lnTo>
                  <a:pt x="11376" y="592930"/>
                </a:lnTo>
                <a:lnTo>
                  <a:pt x="11376" y="558802"/>
                </a:lnTo>
                <a:lnTo>
                  <a:pt x="0" y="558802"/>
                </a:lnTo>
                <a:lnTo>
                  <a:pt x="0" y="592930"/>
                </a:lnTo>
                <a:close/>
                <a:moveTo>
                  <a:pt x="0" y="661188"/>
                </a:moveTo>
                <a:lnTo>
                  <a:pt x="11376" y="661188"/>
                </a:lnTo>
                <a:lnTo>
                  <a:pt x="11376" y="627059"/>
                </a:lnTo>
                <a:lnTo>
                  <a:pt x="0" y="627059"/>
                </a:lnTo>
                <a:lnTo>
                  <a:pt x="0" y="661188"/>
                </a:lnTo>
                <a:close/>
                <a:moveTo>
                  <a:pt x="0" y="729446"/>
                </a:moveTo>
                <a:lnTo>
                  <a:pt x="11376" y="729446"/>
                </a:lnTo>
                <a:lnTo>
                  <a:pt x="11376" y="695317"/>
                </a:lnTo>
                <a:lnTo>
                  <a:pt x="0" y="695317"/>
                </a:lnTo>
                <a:lnTo>
                  <a:pt x="0" y="729446"/>
                </a:lnTo>
                <a:close/>
                <a:moveTo>
                  <a:pt x="0" y="797703"/>
                </a:moveTo>
                <a:lnTo>
                  <a:pt x="11376" y="797703"/>
                </a:lnTo>
                <a:lnTo>
                  <a:pt x="11376" y="763575"/>
                </a:lnTo>
                <a:lnTo>
                  <a:pt x="0" y="763575"/>
                </a:lnTo>
                <a:lnTo>
                  <a:pt x="0" y="797703"/>
                </a:lnTo>
                <a:close/>
                <a:moveTo>
                  <a:pt x="0" y="865962"/>
                </a:moveTo>
                <a:lnTo>
                  <a:pt x="11376" y="865962"/>
                </a:lnTo>
                <a:lnTo>
                  <a:pt x="11376" y="831832"/>
                </a:lnTo>
                <a:lnTo>
                  <a:pt x="0" y="831832"/>
                </a:lnTo>
                <a:lnTo>
                  <a:pt x="0" y="865962"/>
                </a:lnTo>
                <a:close/>
                <a:moveTo>
                  <a:pt x="0" y="934219"/>
                </a:moveTo>
                <a:lnTo>
                  <a:pt x="11376" y="934219"/>
                </a:lnTo>
                <a:lnTo>
                  <a:pt x="11376" y="900090"/>
                </a:lnTo>
                <a:lnTo>
                  <a:pt x="0" y="900090"/>
                </a:lnTo>
                <a:lnTo>
                  <a:pt x="0" y="934219"/>
                </a:lnTo>
                <a:close/>
                <a:moveTo>
                  <a:pt x="0" y="968348"/>
                </a:moveTo>
                <a:lnTo>
                  <a:pt x="0" y="1002477"/>
                </a:lnTo>
                <a:lnTo>
                  <a:pt x="11376" y="1002477"/>
                </a:lnTo>
                <a:lnTo>
                  <a:pt x="11376" y="968348"/>
                </a:lnTo>
                <a:lnTo>
                  <a:pt x="0" y="968348"/>
                </a:lnTo>
                <a:close/>
                <a:moveTo>
                  <a:pt x="0" y="1070735"/>
                </a:moveTo>
                <a:lnTo>
                  <a:pt x="11376" y="1070735"/>
                </a:lnTo>
                <a:lnTo>
                  <a:pt x="11376" y="1036606"/>
                </a:lnTo>
                <a:lnTo>
                  <a:pt x="0" y="1036606"/>
                </a:lnTo>
                <a:lnTo>
                  <a:pt x="0" y="1070735"/>
                </a:lnTo>
                <a:close/>
                <a:moveTo>
                  <a:pt x="11376" y="1104863"/>
                </a:moveTo>
                <a:lnTo>
                  <a:pt x="0" y="1104863"/>
                </a:lnTo>
                <a:lnTo>
                  <a:pt x="0" y="1139789"/>
                </a:lnTo>
                <a:lnTo>
                  <a:pt x="10579" y="1139789"/>
                </a:lnTo>
                <a:lnTo>
                  <a:pt x="10579" y="1134101"/>
                </a:lnTo>
                <a:lnTo>
                  <a:pt x="11376" y="1134101"/>
                </a:lnTo>
                <a:lnTo>
                  <a:pt x="11376" y="1104863"/>
                </a:lnTo>
                <a:close/>
                <a:moveTo>
                  <a:pt x="215352" y="1139789"/>
                </a:moveTo>
                <a:lnTo>
                  <a:pt x="215352" y="1128413"/>
                </a:lnTo>
                <a:lnTo>
                  <a:pt x="181224" y="1128413"/>
                </a:lnTo>
                <a:lnTo>
                  <a:pt x="181224" y="1139789"/>
                </a:lnTo>
                <a:lnTo>
                  <a:pt x="215352" y="1139789"/>
                </a:lnTo>
                <a:close/>
                <a:moveTo>
                  <a:pt x="556641" y="1139789"/>
                </a:moveTo>
                <a:lnTo>
                  <a:pt x="556641" y="1128413"/>
                </a:lnTo>
                <a:lnTo>
                  <a:pt x="522512" y="1128413"/>
                </a:lnTo>
                <a:lnTo>
                  <a:pt x="522512" y="1139789"/>
                </a:lnTo>
                <a:lnTo>
                  <a:pt x="556641" y="1139789"/>
                </a:lnTo>
                <a:close/>
                <a:moveTo>
                  <a:pt x="488383" y="1139789"/>
                </a:moveTo>
                <a:lnTo>
                  <a:pt x="488383" y="1128413"/>
                </a:lnTo>
                <a:lnTo>
                  <a:pt x="454254" y="1128413"/>
                </a:lnTo>
                <a:lnTo>
                  <a:pt x="454254" y="1139789"/>
                </a:lnTo>
                <a:lnTo>
                  <a:pt x="488383" y="1139789"/>
                </a:lnTo>
                <a:close/>
                <a:moveTo>
                  <a:pt x="590770" y="1139789"/>
                </a:moveTo>
                <a:lnTo>
                  <a:pt x="624898" y="1139789"/>
                </a:lnTo>
                <a:lnTo>
                  <a:pt x="624898" y="1128413"/>
                </a:lnTo>
                <a:lnTo>
                  <a:pt x="590770" y="1128413"/>
                </a:lnTo>
                <a:lnTo>
                  <a:pt x="590770" y="1139789"/>
                </a:lnTo>
                <a:close/>
                <a:moveTo>
                  <a:pt x="420125" y="1139789"/>
                </a:moveTo>
                <a:lnTo>
                  <a:pt x="420125" y="1128413"/>
                </a:lnTo>
                <a:lnTo>
                  <a:pt x="385997" y="1128413"/>
                </a:lnTo>
                <a:lnTo>
                  <a:pt x="385997" y="1139789"/>
                </a:lnTo>
                <a:lnTo>
                  <a:pt x="420125" y="1139789"/>
                </a:lnTo>
                <a:close/>
                <a:moveTo>
                  <a:pt x="693156" y="1139789"/>
                </a:moveTo>
                <a:lnTo>
                  <a:pt x="693156" y="1128413"/>
                </a:lnTo>
                <a:lnTo>
                  <a:pt x="659027" y="1128413"/>
                </a:lnTo>
                <a:lnTo>
                  <a:pt x="659027" y="1139789"/>
                </a:lnTo>
                <a:lnTo>
                  <a:pt x="693156" y="1139789"/>
                </a:lnTo>
                <a:close/>
                <a:moveTo>
                  <a:pt x="351868" y="1139789"/>
                </a:moveTo>
                <a:lnTo>
                  <a:pt x="351868" y="1128413"/>
                </a:lnTo>
                <a:lnTo>
                  <a:pt x="317739" y="1128413"/>
                </a:lnTo>
                <a:lnTo>
                  <a:pt x="317739" y="1139789"/>
                </a:lnTo>
                <a:lnTo>
                  <a:pt x="351868" y="1139789"/>
                </a:lnTo>
                <a:close/>
                <a:moveTo>
                  <a:pt x="761414" y="1139789"/>
                </a:moveTo>
                <a:lnTo>
                  <a:pt x="761414" y="1128413"/>
                </a:lnTo>
                <a:lnTo>
                  <a:pt x="727285" y="1128413"/>
                </a:lnTo>
                <a:lnTo>
                  <a:pt x="727285" y="1139789"/>
                </a:lnTo>
                <a:lnTo>
                  <a:pt x="761414" y="1139789"/>
                </a:lnTo>
                <a:close/>
                <a:moveTo>
                  <a:pt x="283610" y="1139789"/>
                </a:moveTo>
                <a:lnTo>
                  <a:pt x="283610" y="1128413"/>
                </a:lnTo>
                <a:lnTo>
                  <a:pt x="249481" y="1128413"/>
                </a:lnTo>
                <a:lnTo>
                  <a:pt x="249481" y="1139789"/>
                </a:lnTo>
                <a:lnTo>
                  <a:pt x="283610" y="1139789"/>
                </a:lnTo>
                <a:close/>
                <a:moveTo>
                  <a:pt x="829671" y="1139789"/>
                </a:moveTo>
                <a:lnTo>
                  <a:pt x="829671" y="1128413"/>
                </a:lnTo>
                <a:lnTo>
                  <a:pt x="795543" y="1128413"/>
                </a:lnTo>
                <a:lnTo>
                  <a:pt x="795543" y="1139789"/>
                </a:lnTo>
                <a:lnTo>
                  <a:pt x="829671" y="1139789"/>
                </a:lnTo>
                <a:close/>
                <a:moveTo>
                  <a:pt x="112966" y="1139789"/>
                </a:moveTo>
                <a:lnTo>
                  <a:pt x="147095" y="1139789"/>
                </a:lnTo>
                <a:lnTo>
                  <a:pt x="147095" y="1128413"/>
                </a:lnTo>
                <a:lnTo>
                  <a:pt x="112966" y="1128413"/>
                </a:lnTo>
                <a:lnTo>
                  <a:pt x="112966" y="1139789"/>
                </a:lnTo>
                <a:close/>
                <a:moveTo>
                  <a:pt x="897929" y="1139789"/>
                </a:moveTo>
                <a:lnTo>
                  <a:pt x="897929" y="1128413"/>
                </a:lnTo>
                <a:lnTo>
                  <a:pt x="863800" y="1128413"/>
                </a:lnTo>
                <a:lnTo>
                  <a:pt x="863800" y="1139789"/>
                </a:lnTo>
                <a:lnTo>
                  <a:pt x="897929" y="1139789"/>
                </a:lnTo>
                <a:close/>
                <a:moveTo>
                  <a:pt x="78837" y="1139789"/>
                </a:moveTo>
                <a:lnTo>
                  <a:pt x="78837" y="1128413"/>
                </a:lnTo>
                <a:lnTo>
                  <a:pt x="44708" y="1128413"/>
                </a:lnTo>
                <a:lnTo>
                  <a:pt x="44708" y="1139789"/>
                </a:lnTo>
                <a:lnTo>
                  <a:pt x="78837" y="1139789"/>
                </a:lnTo>
                <a:close/>
                <a:moveTo>
                  <a:pt x="966187" y="1139789"/>
                </a:moveTo>
                <a:lnTo>
                  <a:pt x="966187" y="1128413"/>
                </a:lnTo>
                <a:lnTo>
                  <a:pt x="932058" y="1128413"/>
                </a:lnTo>
                <a:lnTo>
                  <a:pt x="932058" y="1139789"/>
                </a:lnTo>
                <a:lnTo>
                  <a:pt x="966187" y="1139789"/>
                </a:lnTo>
                <a:close/>
                <a:moveTo>
                  <a:pt x="961296" y="0"/>
                </a:moveTo>
                <a:lnTo>
                  <a:pt x="961296" y="11376"/>
                </a:lnTo>
                <a:lnTo>
                  <a:pt x="995424" y="11376"/>
                </a:lnTo>
                <a:lnTo>
                  <a:pt x="995424" y="0"/>
                </a:lnTo>
                <a:lnTo>
                  <a:pt x="961296" y="0"/>
                </a:lnTo>
                <a:close/>
                <a:moveTo>
                  <a:pt x="2462964" y="0"/>
                </a:moveTo>
                <a:lnTo>
                  <a:pt x="2462964" y="11376"/>
                </a:lnTo>
                <a:lnTo>
                  <a:pt x="2497093" y="11376"/>
                </a:lnTo>
                <a:lnTo>
                  <a:pt x="2497093" y="0"/>
                </a:lnTo>
                <a:lnTo>
                  <a:pt x="2462964" y="0"/>
                </a:lnTo>
                <a:close/>
                <a:moveTo>
                  <a:pt x="1029553" y="0"/>
                </a:moveTo>
                <a:lnTo>
                  <a:pt x="1029553" y="11376"/>
                </a:lnTo>
                <a:lnTo>
                  <a:pt x="1063682" y="11376"/>
                </a:lnTo>
                <a:lnTo>
                  <a:pt x="1063682" y="0"/>
                </a:lnTo>
                <a:lnTo>
                  <a:pt x="1029553" y="0"/>
                </a:lnTo>
                <a:close/>
                <a:moveTo>
                  <a:pt x="2394707" y="0"/>
                </a:moveTo>
                <a:lnTo>
                  <a:pt x="2394707" y="11376"/>
                </a:lnTo>
                <a:lnTo>
                  <a:pt x="2428835" y="11376"/>
                </a:lnTo>
                <a:lnTo>
                  <a:pt x="2428835" y="0"/>
                </a:lnTo>
                <a:lnTo>
                  <a:pt x="2394707" y="0"/>
                </a:lnTo>
                <a:close/>
                <a:moveTo>
                  <a:pt x="1097811" y="0"/>
                </a:moveTo>
                <a:lnTo>
                  <a:pt x="1097811" y="11376"/>
                </a:lnTo>
                <a:lnTo>
                  <a:pt x="1131940" y="11376"/>
                </a:lnTo>
                <a:lnTo>
                  <a:pt x="1131940" y="0"/>
                </a:lnTo>
                <a:lnTo>
                  <a:pt x="1097811" y="0"/>
                </a:lnTo>
                <a:close/>
                <a:moveTo>
                  <a:pt x="2326449" y="0"/>
                </a:moveTo>
                <a:lnTo>
                  <a:pt x="2326449" y="11376"/>
                </a:lnTo>
                <a:lnTo>
                  <a:pt x="2360578" y="11376"/>
                </a:lnTo>
                <a:lnTo>
                  <a:pt x="2360578" y="0"/>
                </a:lnTo>
                <a:lnTo>
                  <a:pt x="2326449" y="0"/>
                </a:lnTo>
                <a:close/>
                <a:moveTo>
                  <a:pt x="1166069" y="0"/>
                </a:moveTo>
                <a:lnTo>
                  <a:pt x="1166069" y="11376"/>
                </a:lnTo>
                <a:lnTo>
                  <a:pt x="1200197" y="11376"/>
                </a:lnTo>
                <a:lnTo>
                  <a:pt x="1200197" y="0"/>
                </a:lnTo>
                <a:lnTo>
                  <a:pt x="1166069" y="0"/>
                </a:lnTo>
                <a:close/>
                <a:moveTo>
                  <a:pt x="2258191" y="0"/>
                </a:moveTo>
                <a:lnTo>
                  <a:pt x="2258191" y="11376"/>
                </a:lnTo>
                <a:lnTo>
                  <a:pt x="2292320" y="11376"/>
                </a:lnTo>
                <a:lnTo>
                  <a:pt x="2292320" y="0"/>
                </a:lnTo>
                <a:lnTo>
                  <a:pt x="2258191" y="0"/>
                </a:lnTo>
                <a:close/>
                <a:moveTo>
                  <a:pt x="1234326" y="0"/>
                </a:moveTo>
                <a:lnTo>
                  <a:pt x="1234326" y="11376"/>
                </a:lnTo>
                <a:lnTo>
                  <a:pt x="1268455" y="11376"/>
                </a:lnTo>
                <a:lnTo>
                  <a:pt x="1268455" y="0"/>
                </a:lnTo>
                <a:lnTo>
                  <a:pt x="1234326" y="0"/>
                </a:lnTo>
                <a:close/>
                <a:moveTo>
                  <a:pt x="2189934" y="0"/>
                </a:moveTo>
                <a:lnTo>
                  <a:pt x="2189934" y="11376"/>
                </a:lnTo>
                <a:lnTo>
                  <a:pt x="2224062" y="11376"/>
                </a:lnTo>
                <a:lnTo>
                  <a:pt x="2224062" y="0"/>
                </a:lnTo>
                <a:lnTo>
                  <a:pt x="2189934" y="0"/>
                </a:lnTo>
                <a:close/>
                <a:moveTo>
                  <a:pt x="1302584" y="0"/>
                </a:moveTo>
                <a:lnTo>
                  <a:pt x="1302584" y="11376"/>
                </a:lnTo>
                <a:lnTo>
                  <a:pt x="1336713" y="11376"/>
                </a:lnTo>
                <a:lnTo>
                  <a:pt x="1336713" y="0"/>
                </a:lnTo>
                <a:lnTo>
                  <a:pt x="1302584" y="0"/>
                </a:lnTo>
                <a:close/>
                <a:moveTo>
                  <a:pt x="2155805" y="0"/>
                </a:moveTo>
                <a:lnTo>
                  <a:pt x="2121676" y="0"/>
                </a:lnTo>
                <a:lnTo>
                  <a:pt x="2121676" y="11376"/>
                </a:lnTo>
                <a:lnTo>
                  <a:pt x="2155805" y="11376"/>
                </a:lnTo>
                <a:lnTo>
                  <a:pt x="2155805" y="0"/>
                </a:lnTo>
                <a:close/>
                <a:moveTo>
                  <a:pt x="1370842" y="0"/>
                </a:moveTo>
                <a:lnTo>
                  <a:pt x="1370842" y="11376"/>
                </a:lnTo>
                <a:lnTo>
                  <a:pt x="1404970" y="11376"/>
                </a:lnTo>
                <a:lnTo>
                  <a:pt x="1404970" y="0"/>
                </a:lnTo>
                <a:lnTo>
                  <a:pt x="1370842" y="0"/>
                </a:lnTo>
                <a:close/>
                <a:moveTo>
                  <a:pt x="2053418" y="0"/>
                </a:moveTo>
                <a:lnTo>
                  <a:pt x="2053418" y="11376"/>
                </a:lnTo>
                <a:lnTo>
                  <a:pt x="2087547" y="11376"/>
                </a:lnTo>
                <a:lnTo>
                  <a:pt x="2087547" y="0"/>
                </a:lnTo>
                <a:lnTo>
                  <a:pt x="2053418" y="0"/>
                </a:lnTo>
                <a:close/>
                <a:moveTo>
                  <a:pt x="1439099" y="0"/>
                </a:moveTo>
                <a:lnTo>
                  <a:pt x="1439099" y="11376"/>
                </a:lnTo>
                <a:lnTo>
                  <a:pt x="1473228" y="11376"/>
                </a:lnTo>
                <a:lnTo>
                  <a:pt x="1473228" y="0"/>
                </a:lnTo>
                <a:lnTo>
                  <a:pt x="1439099" y="0"/>
                </a:lnTo>
                <a:close/>
                <a:moveTo>
                  <a:pt x="1985161" y="0"/>
                </a:moveTo>
                <a:lnTo>
                  <a:pt x="1985161" y="11376"/>
                </a:lnTo>
                <a:lnTo>
                  <a:pt x="2019289" y="11376"/>
                </a:lnTo>
                <a:lnTo>
                  <a:pt x="2019289" y="0"/>
                </a:lnTo>
                <a:lnTo>
                  <a:pt x="1985161" y="0"/>
                </a:lnTo>
                <a:close/>
                <a:moveTo>
                  <a:pt x="1507357" y="0"/>
                </a:moveTo>
                <a:lnTo>
                  <a:pt x="1507357" y="11376"/>
                </a:lnTo>
                <a:lnTo>
                  <a:pt x="1541486" y="11376"/>
                </a:lnTo>
                <a:lnTo>
                  <a:pt x="1541486" y="0"/>
                </a:lnTo>
                <a:lnTo>
                  <a:pt x="1507357" y="0"/>
                </a:lnTo>
                <a:close/>
                <a:moveTo>
                  <a:pt x="1916903" y="0"/>
                </a:moveTo>
                <a:lnTo>
                  <a:pt x="1916903" y="11376"/>
                </a:lnTo>
                <a:lnTo>
                  <a:pt x="1951032" y="11376"/>
                </a:lnTo>
                <a:lnTo>
                  <a:pt x="1951032" y="0"/>
                </a:lnTo>
                <a:lnTo>
                  <a:pt x="1916903" y="0"/>
                </a:lnTo>
                <a:close/>
                <a:moveTo>
                  <a:pt x="1609743" y="0"/>
                </a:moveTo>
                <a:lnTo>
                  <a:pt x="1575615" y="0"/>
                </a:lnTo>
                <a:lnTo>
                  <a:pt x="1575615" y="11376"/>
                </a:lnTo>
                <a:lnTo>
                  <a:pt x="1609743" y="11376"/>
                </a:lnTo>
                <a:lnTo>
                  <a:pt x="1609743" y="0"/>
                </a:lnTo>
                <a:close/>
                <a:moveTo>
                  <a:pt x="1848645" y="0"/>
                </a:moveTo>
                <a:lnTo>
                  <a:pt x="1848645" y="11376"/>
                </a:lnTo>
                <a:lnTo>
                  <a:pt x="1882774" y="11376"/>
                </a:lnTo>
                <a:lnTo>
                  <a:pt x="1882774" y="0"/>
                </a:lnTo>
                <a:lnTo>
                  <a:pt x="1848645" y="0"/>
                </a:lnTo>
                <a:close/>
                <a:moveTo>
                  <a:pt x="1643872" y="0"/>
                </a:moveTo>
                <a:lnTo>
                  <a:pt x="1643872" y="11376"/>
                </a:lnTo>
                <a:lnTo>
                  <a:pt x="1678001" y="11376"/>
                </a:lnTo>
                <a:lnTo>
                  <a:pt x="1678001" y="0"/>
                </a:lnTo>
                <a:lnTo>
                  <a:pt x="1643872" y="0"/>
                </a:lnTo>
                <a:close/>
                <a:moveTo>
                  <a:pt x="1780388" y="0"/>
                </a:moveTo>
                <a:lnTo>
                  <a:pt x="1780388" y="11376"/>
                </a:lnTo>
                <a:lnTo>
                  <a:pt x="1814516" y="11376"/>
                </a:lnTo>
                <a:lnTo>
                  <a:pt x="1814516" y="0"/>
                </a:lnTo>
                <a:lnTo>
                  <a:pt x="1780388" y="0"/>
                </a:lnTo>
                <a:close/>
                <a:moveTo>
                  <a:pt x="1712130" y="0"/>
                </a:moveTo>
                <a:lnTo>
                  <a:pt x="1712130" y="11376"/>
                </a:lnTo>
                <a:lnTo>
                  <a:pt x="1746259" y="11376"/>
                </a:lnTo>
                <a:lnTo>
                  <a:pt x="1746259" y="0"/>
                </a:lnTo>
                <a:lnTo>
                  <a:pt x="1712130" y="0"/>
                </a:lnTo>
                <a:close/>
                <a:moveTo>
                  <a:pt x="1785279" y="1139789"/>
                </a:moveTo>
                <a:lnTo>
                  <a:pt x="1785279" y="1128413"/>
                </a:lnTo>
                <a:lnTo>
                  <a:pt x="1751150" y="1128413"/>
                </a:lnTo>
                <a:lnTo>
                  <a:pt x="1751150" y="1139789"/>
                </a:lnTo>
                <a:lnTo>
                  <a:pt x="1785279" y="1139789"/>
                </a:lnTo>
                <a:close/>
                <a:moveTo>
                  <a:pt x="1717021" y="1139789"/>
                </a:moveTo>
                <a:lnTo>
                  <a:pt x="1717021" y="1128413"/>
                </a:lnTo>
                <a:lnTo>
                  <a:pt x="1682892" y="1128413"/>
                </a:lnTo>
                <a:lnTo>
                  <a:pt x="1682892" y="1139789"/>
                </a:lnTo>
                <a:lnTo>
                  <a:pt x="1717021" y="1139789"/>
                </a:lnTo>
                <a:close/>
                <a:moveTo>
                  <a:pt x="1819408" y="1139789"/>
                </a:moveTo>
                <a:lnTo>
                  <a:pt x="1853537" y="1139789"/>
                </a:lnTo>
                <a:lnTo>
                  <a:pt x="1853537" y="1128413"/>
                </a:lnTo>
                <a:lnTo>
                  <a:pt x="1819408" y="1128413"/>
                </a:lnTo>
                <a:lnTo>
                  <a:pt x="1819408" y="1139789"/>
                </a:lnTo>
                <a:close/>
                <a:moveTo>
                  <a:pt x="1648763" y="1139789"/>
                </a:moveTo>
                <a:lnTo>
                  <a:pt x="1648763" y="1128413"/>
                </a:lnTo>
                <a:lnTo>
                  <a:pt x="1614635" y="1128413"/>
                </a:lnTo>
                <a:lnTo>
                  <a:pt x="1614635" y="1139789"/>
                </a:lnTo>
                <a:lnTo>
                  <a:pt x="1648763" y="1139789"/>
                </a:lnTo>
                <a:close/>
                <a:moveTo>
                  <a:pt x="1921794" y="1139789"/>
                </a:moveTo>
                <a:lnTo>
                  <a:pt x="1921794" y="1128413"/>
                </a:lnTo>
                <a:lnTo>
                  <a:pt x="1887666" y="1128413"/>
                </a:lnTo>
                <a:lnTo>
                  <a:pt x="1887666" y="1139789"/>
                </a:lnTo>
                <a:lnTo>
                  <a:pt x="1921794" y="1139789"/>
                </a:lnTo>
                <a:close/>
                <a:moveTo>
                  <a:pt x="1580506" y="1139789"/>
                </a:moveTo>
                <a:lnTo>
                  <a:pt x="1580506" y="1128413"/>
                </a:lnTo>
                <a:lnTo>
                  <a:pt x="1546377" y="1128413"/>
                </a:lnTo>
                <a:lnTo>
                  <a:pt x="1546377" y="1139789"/>
                </a:lnTo>
                <a:lnTo>
                  <a:pt x="1580506" y="1139789"/>
                </a:lnTo>
                <a:close/>
                <a:moveTo>
                  <a:pt x="1990052" y="1139789"/>
                </a:moveTo>
                <a:lnTo>
                  <a:pt x="1990052" y="1128413"/>
                </a:lnTo>
                <a:lnTo>
                  <a:pt x="1955923" y="1128413"/>
                </a:lnTo>
                <a:lnTo>
                  <a:pt x="1955923" y="1139789"/>
                </a:lnTo>
                <a:lnTo>
                  <a:pt x="1990052" y="1139789"/>
                </a:lnTo>
                <a:close/>
                <a:moveTo>
                  <a:pt x="1512248" y="1139789"/>
                </a:moveTo>
                <a:lnTo>
                  <a:pt x="1512248" y="1128413"/>
                </a:lnTo>
                <a:lnTo>
                  <a:pt x="1478119" y="1128413"/>
                </a:lnTo>
                <a:lnTo>
                  <a:pt x="1478119" y="1139789"/>
                </a:lnTo>
                <a:lnTo>
                  <a:pt x="1512248" y="1139789"/>
                </a:lnTo>
                <a:close/>
                <a:moveTo>
                  <a:pt x="2058310" y="1139789"/>
                </a:moveTo>
                <a:lnTo>
                  <a:pt x="2058310" y="1128413"/>
                </a:lnTo>
                <a:lnTo>
                  <a:pt x="2024181" y="1128413"/>
                </a:lnTo>
                <a:lnTo>
                  <a:pt x="2024181" y="1139789"/>
                </a:lnTo>
                <a:lnTo>
                  <a:pt x="2058310" y="1139789"/>
                </a:lnTo>
                <a:close/>
                <a:moveTo>
                  <a:pt x="1409862" y="1139789"/>
                </a:moveTo>
                <a:lnTo>
                  <a:pt x="1443990" y="1139789"/>
                </a:lnTo>
                <a:lnTo>
                  <a:pt x="1443990" y="1128413"/>
                </a:lnTo>
                <a:lnTo>
                  <a:pt x="1409862" y="1128413"/>
                </a:lnTo>
                <a:lnTo>
                  <a:pt x="1409862" y="1139789"/>
                </a:lnTo>
                <a:close/>
                <a:moveTo>
                  <a:pt x="2126567" y="1139789"/>
                </a:moveTo>
                <a:lnTo>
                  <a:pt x="2126567" y="1128413"/>
                </a:lnTo>
                <a:lnTo>
                  <a:pt x="2092439" y="1128413"/>
                </a:lnTo>
                <a:lnTo>
                  <a:pt x="2092439" y="1139789"/>
                </a:lnTo>
                <a:lnTo>
                  <a:pt x="2126567" y="1139789"/>
                </a:lnTo>
                <a:close/>
                <a:moveTo>
                  <a:pt x="1375733" y="1139789"/>
                </a:moveTo>
                <a:lnTo>
                  <a:pt x="1375733" y="1128413"/>
                </a:lnTo>
                <a:lnTo>
                  <a:pt x="1341604" y="1128413"/>
                </a:lnTo>
                <a:lnTo>
                  <a:pt x="1341604" y="1139789"/>
                </a:lnTo>
                <a:lnTo>
                  <a:pt x="1375733" y="1139789"/>
                </a:lnTo>
                <a:close/>
                <a:moveTo>
                  <a:pt x="2194825" y="1139789"/>
                </a:moveTo>
                <a:lnTo>
                  <a:pt x="2194825" y="1128413"/>
                </a:lnTo>
                <a:lnTo>
                  <a:pt x="2160696" y="1128413"/>
                </a:lnTo>
                <a:lnTo>
                  <a:pt x="2160696" y="1139789"/>
                </a:lnTo>
                <a:lnTo>
                  <a:pt x="2194825" y="1139789"/>
                </a:lnTo>
                <a:close/>
                <a:moveTo>
                  <a:pt x="1307475" y="1139789"/>
                </a:moveTo>
                <a:lnTo>
                  <a:pt x="1307475" y="1128413"/>
                </a:lnTo>
                <a:lnTo>
                  <a:pt x="1273347" y="1128413"/>
                </a:lnTo>
                <a:lnTo>
                  <a:pt x="1273347" y="1139789"/>
                </a:lnTo>
                <a:lnTo>
                  <a:pt x="1307475" y="1139789"/>
                </a:lnTo>
                <a:close/>
                <a:moveTo>
                  <a:pt x="2263082" y="1139789"/>
                </a:moveTo>
                <a:lnTo>
                  <a:pt x="2263082" y="1128413"/>
                </a:lnTo>
                <a:lnTo>
                  <a:pt x="2228954" y="1128413"/>
                </a:lnTo>
                <a:lnTo>
                  <a:pt x="2228954" y="1139789"/>
                </a:lnTo>
                <a:lnTo>
                  <a:pt x="2263082" y="1139789"/>
                </a:lnTo>
                <a:close/>
                <a:moveTo>
                  <a:pt x="1239218" y="1139789"/>
                </a:moveTo>
                <a:lnTo>
                  <a:pt x="1239218" y="1128413"/>
                </a:lnTo>
                <a:lnTo>
                  <a:pt x="1205089" y="1128413"/>
                </a:lnTo>
                <a:lnTo>
                  <a:pt x="1205089" y="1139789"/>
                </a:lnTo>
                <a:lnTo>
                  <a:pt x="1239218" y="1139789"/>
                </a:lnTo>
                <a:close/>
                <a:moveTo>
                  <a:pt x="2297211" y="1139789"/>
                </a:moveTo>
                <a:lnTo>
                  <a:pt x="2331340" y="1139789"/>
                </a:lnTo>
                <a:lnTo>
                  <a:pt x="2331340" y="1128413"/>
                </a:lnTo>
                <a:lnTo>
                  <a:pt x="2297211" y="1128413"/>
                </a:lnTo>
                <a:lnTo>
                  <a:pt x="2297211" y="1139789"/>
                </a:lnTo>
                <a:close/>
                <a:moveTo>
                  <a:pt x="1170960" y="1139789"/>
                </a:moveTo>
                <a:lnTo>
                  <a:pt x="1170960" y="1128413"/>
                </a:lnTo>
                <a:lnTo>
                  <a:pt x="1136831" y="1128413"/>
                </a:lnTo>
                <a:lnTo>
                  <a:pt x="1136831" y="1139789"/>
                </a:lnTo>
                <a:lnTo>
                  <a:pt x="1170960" y="1139789"/>
                </a:lnTo>
                <a:close/>
                <a:moveTo>
                  <a:pt x="2399598" y="1139789"/>
                </a:moveTo>
                <a:lnTo>
                  <a:pt x="2399598" y="1128413"/>
                </a:lnTo>
                <a:lnTo>
                  <a:pt x="2365469" y="1128413"/>
                </a:lnTo>
                <a:lnTo>
                  <a:pt x="2365469" y="1139789"/>
                </a:lnTo>
                <a:lnTo>
                  <a:pt x="2399598" y="1139789"/>
                </a:lnTo>
                <a:close/>
                <a:moveTo>
                  <a:pt x="1102702" y="1139789"/>
                </a:moveTo>
                <a:lnTo>
                  <a:pt x="1102702" y="1128413"/>
                </a:lnTo>
                <a:lnTo>
                  <a:pt x="1068574" y="1128413"/>
                </a:lnTo>
                <a:lnTo>
                  <a:pt x="1068574" y="1139789"/>
                </a:lnTo>
                <a:lnTo>
                  <a:pt x="1102702" y="1139789"/>
                </a:lnTo>
                <a:close/>
                <a:moveTo>
                  <a:pt x="2467856" y="1139789"/>
                </a:moveTo>
                <a:lnTo>
                  <a:pt x="2467856" y="1128413"/>
                </a:lnTo>
                <a:lnTo>
                  <a:pt x="2433727" y="1128413"/>
                </a:lnTo>
                <a:lnTo>
                  <a:pt x="2433727" y="1139789"/>
                </a:lnTo>
                <a:lnTo>
                  <a:pt x="2467856" y="1139789"/>
                </a:lnTo>
                <a:close/>
                <a:moveTo>
                  <a:pt x="1034444" y="1139789"/>
                </a:moveTo>
                <a:lnTo>
                  <a:pt x="1034444" y="1128413"/>
                </a:lnTo>
                <a:lnTo>
                  <a:pt x="1000316" y="1128413"/>
                </a:lnTo>
                <a:lnTo>
                  <a:pt x="1000316" y="1139789"/>
                </a:lnTo>
                <a:lnTo>
                  <a:pt x="1034444" y="1139789"/>
                </a:lnTo>
                <a:close/>
                <a:moveTo>
                  <a:pt x="2536113" y="1139789"/>
                </a:moveTo>
                <a:lnTo>
                  <a:pt x="2536113" y="1128413"/>
                </a:lnTo>
                <a:lnTo>
                  <a:pt x="2501985" y="1128413"/>
                </a:lnTo>
                <a:lnTo>
                  <a:pt x="2501985" y="1139789"/>
                </a:lnTo>
                <a:lnTo>
                  <a:pt x="2536113" y="1139789"/>
                </a:lnTo>
                <a:close/>
                <a:moveTo>
                  <a:pt x="2565351" y="0"/>
                </a:moveTo>
                <a:lnTo>
                  <a:pt x="2531222" y="0"/>
                </a:lnTo>
                <a:lnTo>
                  <a:pt x="2531222" y="11376"/>
                </a:lnTo>
                <a:lnTo>
                  <a:pt x="2565351" y="11376"/>
                </a:lnTo>
                <a:lnTo>
                  <a:pt x="2565351" y="0"/>
                </a:lnTo>
                <a:close/>
                <a:moveTo>
                  <a:pt x="4032891" y="0"/>
                </a:moveTo>
                <a:lnTo>
                  <a:pt x="4032891" y="11376"/>
                </a:lnTo>
                <a:lnTo>
                  <a:pt x="4067019" y="11376"/>
                </a:lnTo>
                <a:lnTo>
                  <a:pt x="4067019" y="0"/>
                </a:lnTo>
                <a:lnTo>
                  <a:pt x="4032891" y="0"/>
                </a:lnTo>
                <a:close/>
                <a:moveTo>
                  <a:pt x="2599480" y="0"/>
                </a:moveTo>
                <a:lnTo>
                  <a:pt x="2599480" y="11376"/>
                </a:lnTo>
                <a:lnTo>
                  <a:pt x="2633608" y="11376"/>
                </a:lnTo>
                <a:lnTo>
                  <a:pt x="2633608" y="0"/>
                </a:lnTo>
                <a:lnTo>
                  <a:pt x="2599480" y="0"/>
                </a:lnTo>
                <a:close/>
                <a:moveTo>
                  <a:pt x="3964633" y="0"/>
                </a:moveTo>
                <a:lnTo>
                  <a:pt x="3964633" y="11376"/>
                </a:lnTo>
                <a:lnTo>
                  <a:pt x="3998762" y="11376"/>
                </a:lnTo>
                <a:lnTo>
                  <a:pt x="3998762" y="0"/>
                </a:lnTo>
                <a:lnTo>
                  <a:pt x="3964633" y="0"/>
                </a:lnTo>
                <a:close/>
                <a:moveTo>
                  <a:pt x="2667737" y="0"/>
                </a:moveTo>
                <a:lnTo>
                  <a:pt x="2667737" y="11376"/>
                </a:lnTo>
                <a:lnTo>
                  <a:pt x="2701866" y="11376"/>
                </a:lnTo>
                <a:lnTo>
                  <a:pt x="2701866" y="0"/>
                </a:lnTo>
                <a:lnTo>
                  <a:pt x="2667737" y="0"/>
                </a:lnTo>
                <a:close/>
                <a:moveTo>
                  <a:pt x="3896375" y="0"/>
                </a:moveTo>
                <a:lnTo>
                  <a:pt x="3896375" y="11376"/>
                </a:lnTo>
                <a:lnTo>
                  <a:pt x="3930504" y="11376"/>
                </a:lnTo>
                <a:lnTo>
                  <a:pt x="3930504" y="0"/>
                </a:lnTo>
                <a:lnTo>
                  <a:pt x="3896375" y="0"/>
                </a:lnTo>
                <a:close/>
                <a:moveTo>
                  <a:pt x="2735995" y="0"/>
                </a:moveTo>
                <a:lnTo>
                  <a:pt x="2735995" y="11376"/>
                </a:lnTo>
                <a:lnTo>
                  <a:pt x="2770124" y="11376"/>
                </a:lnTo>
                <a:lnTo>
                  <a:pt x="2770124" y="0"/>
                </a:lnTo>
                <a:lnTo>
                  <a:pt x="2735995" y="0"/>
                </a:lnTo>
                <a:close/>
                <a:moveTo>
                  <a:pt x="3862246" y="0"/>
                </a:moveTo>
                <a:lnTo>
                  <a:pt x="3828118" y="0"/>
                </a:lnTo>
                <a:lnTo>
                  <a:pt x="3828118" y="11376"/>
                </a:lnTo>
                <a:lnTo>
                  <a:pt x="3862246" y="11376"/>
                </a:lnTo>
                <a:lnTo>
                  <a:pt x="3862246" y="0"/>
                </a:lnTo>
                <a:close/>
                <a:moveTo>
                  <a:pt x="2804253" y="0"/>
                </a:moveTo>
                <a:lnTo>
                  <a:pt x="2804253" y="11376"/>
                </a:lnTo>
                <a:lnTo>
                  <a:pt x="2838381" y="11376"/>
                </a:lnTo>
                <a:lnTo>
                  <a:pt x="2838381" y="0"/>
                </a:lnTo>
                <a:lnTo>
                  <a:pt x="2804253" y="0"/>
                </a:lnTo>
                <a:close/>
                <a:moveTo>
                  <a:pt x="3759860" y="0"/>
                </a:moveTo>
                <a:lnTo>
                  <a:pt x="3759860" y="11376"/>
                </a:lnTo>
                <a:lnTo>
                  <a:pt x="3793989" y="11376"/>
                </a:lnTo>
                <a:lnTo>
                  <a:pt x="3793989" y="0"/>
                </a:lnTo>
                <a:lnTo>
                  <a:pt x="3759860" y="0"/>
                </a:lnTo>
                <a:close/>
                <a:moveTo>
                  <a:pt x="2872510" y="0"/>
                </a:moveTo>
                <a:lnTo>
                  <a:pt x="2872510" y="11376"/>
                </a:lnTo>
                <a:lnTo>
                  <a:pt x="2906639" y="11376"/>
                </a:lnTo>
                <a:lnTo>
                  <a:pt x="2906639" y="0"/>
                </a:lnTo>
                <a:lnTo>
                  <a:pt x="2872510" y="0"/>
                </a:lnTo>
                <a:close/>
                <a:moveTo>
                  <a:pt x="3691602" y="0"/>
                </a:moveTo>
                <a:lnTo>
                  <a:pt x="3691602" y="11376"/>
                </a:lnTo>
                <a:lnTo>
                  <a:pt x="3725731" y="11376"/>
                </a:lnTo>
                <a:lnTo>
                  <a:pt x="3725731" y="0"/>
                </a:lnTo>
                <a:lnTo>
                  <a:pt x="3691602" y="0"/>
                </a:lnTo>
                <a:close/>
                <a:moveTo>
                  <a:pt x="2940768" y="0"/>
                </a:moveTo>
                <a:lnTo>
                  <a:pt x="2940768" y="11376"/>
                </a:lnTo>
                <a:lnTo>
                  <a:pt x="2974897" y="11376"/>
                </a:lnTo>
                <a:lnTo>
                  <a:pt x="2974897" y="0"/>
                </a:lnTo>
                <a:lnTo>
                  <a:pt x="2940768" y="0"/>
                </a:lnTo>
                <a:close/>
                <a:moveTo>
                  <a:pt x="3623345" y="0"/>
                </a:moveTo>
                <a:lnTo>
                  <a:pt x="3623345" y="11376"/>
                </a:lnTo>
                <a:lnTo>
                  <a:pt x="3657473" y="11376"/>
                </a:lnTo>
                <a:lnTo>
                  <a:pt x="3657473" y="0"/>
                </a:lnTo>
                <a:lnTo>
                  <a:pt x="3623345" y="0"/>
                </a:lnTo>
                <a:close/>
                <a:moveTo>
                  <a:pt x="3009026" y="0"/>
                </a:moveTo>
                <a:lnTo>
                  <a:pt x="3009026" y="11376"/>
                </a:lnTo>
                <a:lnTo>
                  <a:pt x="3043154" y="11376"/>
                </a:lnTo>
                <a:lnTo>
                  <a:pt x="3043154" y="0"/>
                </a:lnTo>
                <a:lnTo>
                  <a:pt x="3009026" y="0"/>
                </a:lnTo>
                <a:close/>
                <a:moveTo>
                  <a:pt x="3555087" y="0"/>
                </a:moveTo>
                <a:lnTo>
                  <a:pt x="3555087" y="11376"/>
                </a:lnTo>
                <a:lnTo>
                  <a:pt x="3589216" y="11376"/>
                </a:lnTo>
                <a:lnTo>
                  <a:pt x="3589216" y="0"/>
                </a:lnTo>
                <a:lnTo>
                  <a:pt x="3555087" y="0"/>
                </a:lnTo>
                <a:close/>
                <a:moveTo>
                  <a:pt x="3077283" y="0"/>
                </a:moveTo>
                <a:lnTo>
                  <a:pt x="3077283" y="11376"/>
                </a:lnTo>
                <a:lnTo>
                  <a:pt x="3111412" y="11376"/>
                </a:lnTo>
                <a:lnTo>
                  <a:pt x="3111412" y="0"/>
                </a:lnTo>
                <a:lnTo>
                  <a:pt x="3077283" y="0"/>
                </a:lnTo>
                <a:close/>
                <a:moveTo>
                  <a:pt x="3486829" y="0"/>
                </a:moveTo>
                <a:lnTo>
                  <a:pt x="3486829" y="11376"/>
                </a:lnTo>
                <a:lnTo>
                  <a:pt x="3520958" y="11376"/>
                </a:lnTo>
                <a:lnTo>
                  <a:pt x="3520958" y="0"/>
                </a:lnTo>
                <a:lnTo>
                  <a:pt x="3486829" y="0"/>
                </a:lnTo>
                <a:close/>
                <a:moveTo>
                  <a:pt x="3145541" y="0"/>
                </a:moveTo>
                <a:lnTo>
                  <a:pt x="3145541" y="11376"/>
                </a:lnTo>
                <a:lnTo>
                  <a:pt x="3179670" y="11376"/>
                </a:lnTo>
                <a:lnTo>
                  <a:pt x="3179670" y="0"/>
                </a:lnTo>
                <a:lnTo>
                  <a:pt x="3145541" y="0"/>
                </a:lnTo>
                <a:close/>
                <a:moveTo>
                  <a:pt x="3418572" y="0"/>
                </a:moveTo>
                <a:lnTo>
                  <a:pt x="3418572" y="11376"/>
                </a:lnTo>
                <a:lnTo>
                  <a:pt x="3452700" y="11376"/>
                </a:lnTo>
                <a:lnTo>
                  <a:pt x="3452700" y="0"/>
                </a:lnTo>
                <a:lnTo>
                  <a:pt x="3418572" y="0"/>
                </a:lnTo>
                <a:close/>
                <a:moveTo>
                  <a:pt x="3213799" y="0"/>
                </a:moveTo>
                <a:lnTo>
                  <a:pt x="3213799" y="11376"/>
                </a:lnTo>
                <a:lnTo>
                  <a:pt x="3247927" y="11376"/>
                </a:lnTo>
                <a:lnTo>
                  <a:pt x="3247927" y="0"/>
                </a:lnTo>
                <a:lnTo>
                  <a:pt x="3213799" y="0"/>
                </a:lnTo>
                <a:close/>
                <a:moveTo>
                  <a:pt x="3350314" y="0"/>
                </a:moveTo>
                <a:lnTo>
                  <a:pt x="3350314" y="11376"/>
                </a:lnTo>
                <a:lnTo>
                  <a:pt x="3384443" y="11376"/>
                </a:lnTo>
                <a:lnTo>
                  <a:pt x="3384443" y="0"/>
                </a:lnTo>
                <a:lnTo>
                  <a:pt x="3350314" y="0"/>
                </a:lnTo>
                <a:close/>
                <a:moveTo>
                  <a:pt x="3316185" y="0"/>
                </a:moveTo>
                <a:lnTo>
                  <a:pt x="3282056" y="0"/>
                </a:lnTo>
                <a:lnTo>
                  <a:pt x="3282056" y="11376"/>
                </a:lnTo>
                <a:lnTo>
                  <a:pt x="3316185" y="11376"/>
                </a:lnTo>
                <a:lnTo>
                  <a:pt x="3316185" y="0"/>
                </a:lnTo>
                <a:close/>
                <a:moveTo>
                  <a:pt x="3355205" y="1139789"/>
                </a:moveTo>
                <a:lnTo>
                  <a:pt x="3355205" y="1128413"/>
                </a:lnTo>
                <a:lnTo>
                  <a:pt x="3321076" y="1128413"/>
                </a:lnTo>
                <a:lnTo>
                  <a:pt x="3321076" y="1139789"/>
                </a:lnTo>
                <a:lnTo>
                  <a:pt x="3355205" y="1139789"/>
                </a:lnTo>
                <a:close/>
                <a:moveTo>
                  <a:pt x="3286948" y="1139789"/>
                </a:moveTo>
                <a:lnTo>
                  <a:pt x="3286948" y="1128413"/>
                </a:lnTo>
                <a:lnTo>
                  <a:pt x="3252819" y="1128413"/>
                </a:lnTo>
                <a:lnTo>
                  <a:pt x="3252819" y="1139789"/>
                </a:lnTo>
                <a:lnTo>
                  <a:pt x="3286948" y="1139789"/>
                </a:lnTo>
                <a:close/>
                <a:moveTo>
                  <a:pt x="3423463" y="1139789"/>
                </a:moveTo>
                <a:lnTo>
                  <a:pt x="3423463" y="1128413"/>
                </a:lnTo>
                <a:lnTo>
                  <a:pt x="3389334" y="1128413"/>
                </a:lnTo>
                <a:lnTo>
                  <a:pt x="3389334" y="1139789"/>
                </a:lnTo>
                <a:lnTo>
                  <a:pt x="3423463" y="1139789"/>
                </a:lnTo>
                <a:close/>
                <a:moveTo>
                  <a:pt x="3218690" y="1139789"/>
                </a:moveTo>
                <a:lnTo>
                  <a:pt x="3218690" y="1128413"/>
                </a:lnTo>
                <a:lnTo>
                  <a:pt x="3184561" y="1128413"/>
                </a:lnTo>
                <a:lnTo>
                  <a:pt x="3184561" y="1139789"/>
                </a:lnTo>
                <a:lnTo>
                  <a:pt x="3218690" y="1139789"/>
                </a:lnTo>
                <a:close/>
                <a:moveTo>
                  <a:pt x="3491721" y="1139789"/>
                </a:moveTo>
                <a:lnTo>
                  <a:pt x="3491721" y="1128413"/>
                </a:lnTo>
                <a:lnTo>
                  <a:pt x="3457592" y="1128413"/>
                </a:lnTo>
                <a:lnTo>
                  <a:pt x="3457592" y="1139789"/>
                </a:lnTo>
                <a:lnTo>
                  <a:pt x="3491721" y="1139789"/>
                </a:lnTo>
                <a:close/>
                <a:moveTo>
                  <a:pt x="3150432" y="1139789"/>
                </a:moveTo>
                <a:lnTo>
                  <a:pt x="3150432" y="1128413"/>
                </a:lnTo>
                <a:lnTo>
                  <a:pt x="3116303" y="1128413"/>
                </a:lnTo>
                <a:lnTo>
                  <a:pt x="3116303" y="1139789"/>
                </a:lnTo>
                <a:lnTo>
                  <a:pt x="3150432" y="1139789"/>
                </a:lnTo>
                <a:close/>
                <a:moveTo>
                  <a:pt x="3525849" y="1139789"/>
                </a:moveTo>
                <a:lnTo>
                  <a:pt x="3559978" y="1139789"/>
                </a:lnTo>
                <a:lnTo>
                  <a:pt x="3559978" y="1128413"/>
                </a:lnTo>
                <a:lnTo>
                  <a:pt x="3525849" y="1128413"/>
                </a:lnTo>
                <a:lnTo>
                  <a:pt x="3525849" y="1139789"/>
                </a:lnTo>
                <a:close/>
                <a:moveTo>
                  <a:pt x="3082175" y="1139789"/>
                </a:moveTo>
                <a:lnTo>
                  <a:pt x="3082175" y="1128413"/>
                </a:lnTo>
                <a:lnTo>
                  <a:pt x="3048046" y="1128413"/>
                </a:lnTo>
                <a:lnTo>
                  <a:pt x="3048046" y="1139789"/>
                </a:lnTo>
                <a:lnTo>
                  <a:pt x="3082175" y="1139789"/>
                </a:lnTo>
                <a:close/>
                <a:moveTo>
                  <a:pt x="3628236" y="1139789"/>
                </a:moveTo>
                <a:lnTo>
                  <a:pt x="3628236" y="1128413"/>
                </a:lnTo>
                <a:lnTo>
                  <a:pt x="3594107" y="1128413"/>
                </a:lnTo>
                <a:lnTo>
                  <a:pt x="3594107" y="1139789"/>
                </a:lnTo>
                <a:lnTo>
                  <a:pt x="3628236" y="1139789"/>
                </a:lnTo>
                <a:close/>
                <a:moveTo>
                  <a:pt x="3013917" y="1139789"/>
                </a:moveTo>
                <a:lnTo>
                  <a:pt x="3013917" y="1128413"/>
                </a:lnTo>
                <a:lnTo>
                  <a:pt x="2979788" y="1128413"/>
                </a:lnTo>
                <a:lnTo>
                  <a:pt x="2979788" y="1139789"/>
                </a:lnTo>
                <a:lnTo>
                  <a:pt x="3013917" y="1139789"/>
                </a:lnTo>
                <a:close/>
                <a:moveTo>
                  <a:pt x="3696494" y="1139789"/>
                </a:moveTo>
                <a:lnTo>
                  <a:pt x="3696494" y="1128413"/>
                </a:lnTo>
                <a:lnTo>
                  <a:pt x="3662365" y="1128413"/>
                </a:lnTo>
                <a:lnTo>
                  <a:pt x="3662365" y="1139789"/>
                </a:lnTo>
                <a:lnTo>
                  <a:pt x="3696494" y="1139789"/>
                </a:lnTo>
                <a:close/>
                <a:moveTo>
                  <a:pt x="2945659" y="1139789"/>
                </a:moveTo>
                <a:lnTo>
                  <a:pt x="2945659" y="1128413"/>
                </a:lnTo>
                <a:lnTo>
                  <a:pt x="2911530" y="1128413"/>
                </a:lnTo>
                <a:lnTo>
                  <a:pt x="2911530" y="1139789"/>
                </a:lnTo>
                <a:lnTo>
                  <a:pt x="2945659" y="1139789"/>
                </a:lnTo>
                <a:close/>
                <a:moveTo>
                  <a:pt x="3764751" y="1139789"/>
                </a:moveTo>
                <a:lnTo>
                  <a:pt x="3764751" y="1128413"/>
                </a:lnTo>
                <a:lnTo>
                  <a:pt x="3730623" y="1128413"/>
                </a:lnTo>
                <a:lnTo>
                  <a:pt x="3730623" y="1139789"/>
                </a:lnTo>
                <a:lnTo>
                  <a:pt x="3764751" y="1139789"/>
                </a:lnTo>
                <a:close/>
                <a:moveTo>
                  <a:pt x="2843273" y="1139789"/>
                </a:moveTo>
                <a:lnTo>
                  <a:pt x="2877402" y="1139789"/>
                </a:lnTo>
                <a:lnTo>
                  <a:pt x="2877402" y="1128413"/>
                </a:lnTo>
                <a:lnTo>
                  <a:pt x="2843273" y="1128413"/>
                </a:lnTo>
                <a:lnTo>
                  <a:pt x="2843273" y="1139789"/>
                </a:lnTo>
                <a:close/>
                <a:moveTo>
                  <a:pt x="3833009" y="1139789"/>
                </a:moveTo>
                <a:lnTo>
                  <a:pt x="3833009" y="1128413"/>
                </a:lnTo>
                <a:lnTo>
                  <a:pt x="3798880" y="1128413"/>
                </a:lnTo>
                <a:lnTo>
                  <a:pt x="3798880" y="1139789"/>
                </a:lnTo>
                <a:lnTo>
                  <a:pt x="3833009" y="1139789"/>
                </a:lnTo>
                <a:close/>
                <a:moveTo>
                  <a:pt x="2809144" y="1139789"/>
                </a:moveTo>
                <a:lnTo>
                  <a:pt x="2809144" y="1128413"/>
                </a:lnTo>
                <a:lnTo>
                  <a:pt x="2775015" y="1128413"/>
                </a:lnTo>
                <a:lnTo>
                  <a:pt x="2775015" y="1139789"/>
                </a:lnTo>
                <a:lnTo>
                  <a:pt x="2809144" y="1139789"/>
                </a:lnTo>
                <a:close/>
                <a:moveTo>
                  <a:pt x="3901267" y="1139789"/>
                </a:moveTo>
                <a:lnTo>
                  <a:pt x="3901267" y="1128413"/>
                </a:lnTo>
                <a:lnTo>
                  <a:pt x="3867138" y="1128413"/>
                </a:lnTo>
                <a:lnTo>
                  <a:pt x="3867138" y="1139789"/>
                </a:lnTo>
                <a:lnTo>
                  <a:pt x="3901267" y="1139789"/>
                </a:lnTo>
                <a:close/>
                <a:moveTo>
                  <a:pt x="2740886" y="1139789"/>
                </a:moveTo>
                <a:lnTo>
                  <a:pt x="2740886" y="1128413"/>
                </a:lnTo>
                <a:lnTo>
                  <a:pt x="2706758" y="1128413"/>
                </a:lnTo>
                <a:lnTo>
                  <a:pt x="2706758" y="1139789"/>
                </a:lnTo>
                <a:lnTo>
                  <a:pt x="2740886" y="1139789"/>
                </a:lnTo>
                <a:close/>
                <a:moveTo>
                  <a:pt x="3969524" y="1139789"/>
                </a:moveTo>
                <a:lnTo>
                  <a:pt x="3969524" y="1128413"/>
                </a:lnTo>
                <a:lnTo>
                  <a:pt x="3935395" y="1128413"/>
                </a:lnTo>
                <a:lnTo>
                  <a:pt x="3935395" y="1139789"/>
                </a:lnTo>
                <a:lnTo>
                  <a:pt x="3969524" y="1139789"/>
                </a:lnTo>
                <a:close/>
                <a:moveTo>
                  <a:pt x="2672629" y="1139789"/>
                </a:moveTo>
                <a:lnTo>
                  <a:pt x="2672629" y="1128413"/>
                </a:lnTo>
                <a:lnTo>
                  <a:pt x="2638500" y="1128413"/>
                </a:lnTo>
                <a:lnTo>
                  <a:pt x="2638500" y="1139789"/>
                </a:lnTo>
                <a:lnTo>
                  <a:pt x="2672629" y="1139789"/>
                </a:lnTo>
                <a:close/>
                <a:moveTo>
                  <a:pt x="4003653" y="1139789"/>
                </a:moveTo>
                <a:lnTo>
                  <a:pt x="4037782" y="1139789"/>
                </a:lnTo>
                <a:lnTo>
                  <a:pt x="4037782" y="1128413"/>
                </a:lnTo>
                <a:lnTo>
                  <a:pt x="4003653" y="1128413"/>
                </a:lnTo>
                <a:lnTo>
                  <a:pt x="4003653" y="1139789"/>
                </a:lnTo>
                <a:close/>
                <a:moveTo>
                  <a:pt x="2604371" y="1139789"/>
                </a:moveTo>
                <a:lnTo>
                  <a:pt x="2604371" y="1128413"/>
                </a:lnTo>
                <a:lnTo>
                  <a:pt x="2570242" y="1128413"/>
                </a:lnTo>
                <a:lnTo>
                  <a:pt x="2570242" y="1139789"/>
                </a:lnTo>
                <a:lnTo>
                  <a:pt x="2604371" y="1139789"/>
                </a:lnTo>
                <a:close/>
                <a:moveTo>
                  <a:pt x="4106040" y="1139789"/>
                </a:moveTo>
                <a:lnTo>
                  <a:pt x="4106040" y="1128413"/>
                </a:lnTo>
                <a:lnTo>
                  <a:pt x="4071911" y="1128413"/>
                </a:lnTo>
                <a:lnTo>
                  <a:pt x="4071911" y="1139789"/>
                </a:lnTo>
                <a:lnTo>
                  <a:pt x="4106040" y="1139789"/>
                </a:lnTo>
                <a:close/>
                <a:moveTo>
                  <a:pt x="4101148" y="0"/>
                </a:moveTo>
                <a:lnTo>
                  <a:pt x="4101148" y="11376"/>
                </a:lnTo>
                <a:lnTo>
                  <a:pt x="4135277" y="11376"/>
                </a:lnTo>
                <a:lnTo>
                  <a:pt x="4135277" y="0"/>
                </a:lnTo>
                <a:lnTo>
                  <a:pt x="4101148" y="0"/>
                </a:lnTo>
                <a:close/>
                <a:moveTo>
                  <a:pt x="5602817" y="0"/>
                </a:moveTo>
                <a:lnTo>
                  <a:pt x="5602817" y="11376"/>
                </a:lnTo>
                <a:lnTo>
                  <a:pt x="5636946" y="11376"/>
                </a:lnTo>
                <a:lnTo>
                  <a:pt x="5636946" y="0"/>
                </a:lnTo>
                <a:lnTo>
                  <a:pt x="5602817" y="0"/>
                </a:lnTo>
                <a:close/>
                <a:moveTo>
                  <a:pt x="4169406" y="0"/>
                </a:moveTo>
                <a:lnTo>
                  <a:pt x="4169406" y="11376"/>
                </a:lnTo>
                <a:lnTo>
                  <a:pt x="4203535" y="11376"/>
                </a:lnTo>
                <a:lnTo>
                  <a:pt x="4203535" y="0"/>
                </a:lnTo>
                <a:lnTo>
                  <a:pt x="4169406" y="0"/>
                </a:lnTo>
                <a:close/>
                <a:moveTo>
                  <a:pt x="5534559" y="0"/>
                </a:moveTo>
                <a:lnTo>
                  <a:pt x="5534559" y="11376"/>
                </a:lnTo>
                <a:lnTo>
                  <a:pt x="5568688" y="11376"/>
                </a:lnTo>
                <a:lnTo>
                  <a:pt x="5568688" y="0"/>
                </a:lnTo>
                <a:lnTo>
                  <a:pt x="5534559" y="0"/>
                </a:lnTo>
                <a:close/>
                <a:moveTo>
                  <a:pt x="4271792" y="0"/>
                </a:moveTo>
                <a:lnTo>
                  <a:pt x="4237664" y="0"/>
                </a:lnTo>
                <a:lnTo>
                  <a:pt x="4237664" y="11376"/>
                </a:lnTo>
                <a:lnTo>
                  <a:pt x="4271792" y="11376"/>
                </a:lnTo>
                <a:lnTo>
                  <a:pt x="4271792" y="0"/>
                </a:lnTo>
                <a:close/>
                <a:moveTo>
                  <a:pt x="5466302" y="0"/>
                </a:moveTo>
                <a:lnTo>
                  <a:pt x="5466302" y="11376"/>
                </a:lnTo>
                <a:lnTo>
                  <a:pt x="5500430" y="11376"/>
                </a:lnTo>
                <a:lnTo>
                  <a:pt x="5500430" y="0"/>
                </a:lnTo>
                <a:lnTo>
                  <a:pt x="5466302" y="0"/>
                </a:lnTo>
                <a:close/>
                <a:moveTo>
                  <a:pt x="4305921" y="0"/>
                </a:moveTo>
                <a:lnTo>
                  <a:pt x="4305921" y="11376"/>
                </a:lnTo>
                <a:lnTo>
                  <a:pt x="4340050" y="11376"/>
                </a:lnTo>
                <a:lnTo>
                  <a:pt x="4340050" y="0"/>
                </a:lnTo>
                <a:lnTo>
                  <a:pt x="4305921" y="0"/>
                </a:lnTo>
                <a:close/>
                <a:moveTo>
                  <a:pt x="5398044" y="0"/>
                </a:moveTo>
                <a:lnTo>
                  <a:pt x="5398044" y="11376"/>
                </a:lnTo>
                <a:lnTo>
                  <a:pt x="5432173" y="11376"/>
                </a:lnTo>
                <a:lnTo>
                  <a:pt x="5432173" y="0"/>
                </a:lnTo>
                <a:lnTo>
                  <a:pt x="5398044" y="0"/>
                </a:lnTo>
                <a:close/>
                <a:moveTo>
                  <a:pt x="4374179" y="0"/>
                </a:moveTo>
                <a:lnTo>
                  <a:pt x="4374179" y="11376"/>
                </a:lnTo>
                <a:lnTo>
                  <a:pt x="4408308" y="11376"/>
                </a:lnTo>
                <a:lnTo>
                  <a:pt x="4408308" y="0"/>
                </a:lnTo>
                <a:lnTo>
                  <a:pt x="4374179" y="0"/>
                </a:lnTo>
                <a:close/>
                <a:moveTo>
                  <a:pt x="5329786" y="0"/>
                </a:moveTo>
                <a:lnTo>
                  <a:pt x="5329786" y="11376"/>
                </a:lnTo>
                <a:lnTo>
                  <a:pt x="5363915" y="11376"/>
                </a:lnTo>
                <a:lnTo>
                  <a:pt x="5363915" y="0"/>
                </a:lnTo>
                <a:lnTo>
                  <a:pt x="5329786" y="0"/>
                </a:lnTo>
                <a:close/>
                <a:moveTo>
                  <a:pt x="4442437" y="0"/>
                </a:moveTo>
                <a:lnTo>
                  <a:pt x="4442437" y="11376"/>
                </a:lnTo>
                <a:lnTo>
                  <a:pt x="4476565" y="11376"/>
                </a:lnTo>
                <a:lnTo>
                  <a:pt x="4476565" y="0"/>
                </a:lnTo>
                <a:lnTo>
                  <a:pt x="4442437" y="0"/>
                </a:lnTo>
                <a:close/>
                <a:moveTo>
                  <a:pt x="5295657" y="0"/>
                </a:moveTo>
                <a:lnTo>
                  <a:pt x="5261529" y="0"/>
                </a:lnTo>
                <a:lnTo>
                  <a:pt x="5261529" y="11376"/>
                </a:lnTo>
                <a:lnTo>
                  <a:pt x="5295657" y="11376"/>
                </a:lnTo>
                <a:lnTo>
                  <a:pt x="5295657" y="0"/>
                </a:lnTo>
                <a:close/>
                <a:moveTo>
                  <a:pt x="4510694" y="0"/>
                </a:moveTo>
                <a:lnTo>
                  <a:pt x="4510694" y="11376"/>
                </a:lnTo>
                <a:lnTo>
                  <a:pt x="4544823" y="11376"/>
                </a:lnTo>
                <a:lnTo>
                  <a:pt x="4544823" y="0"/>
                </a:lnTo>
                <a:lnTo>
                  <a:pt x="4510694" y="0"/>
                </a:lnTo>
                <a:close/>
                <a:moveTo>
                  <a:pt x="5193271" y="0"/>
                </a:moveTo>
                <a:lnTo>
                  <a:pt x="5193271" y="11376"/>
                </a:lnTo>
                <a:lnTo>
                  <a:pt x="5227400" y="11376"/>
                </a:lnTo>
                <a:lnTo>
                  <a:pt x="5227400" y="0"/>
                </a:lnTo>
                <a:lnTo>
                  <a:pt x="5193271" y="0"/>
                </a:lnTo>
                <a:close/>
                <a:moveTo>
                  <a:pt x="4578952" y="0"/>
                </a:moveTo>
                <a:lnTo>
                  <a:pt x="4578952" y="11376"/>
                </a:lnTo>
                <a:lnTo>
                  <a:pt x="4613081" y="11376"/>
                </a:lnTo>
                <a:lnTo>
                  <a:pt x="4613081" y="0"/>
                </a:lnTo>
                <a:lnTo>
                  <a:pt x="4578952" y="0"/>
                </a:lnTo>
                <a:close/>
                <a:moveTo>
                  <a:pt x="5125013" y="0"/>
                </a:moveTo>
                <a:lnTo>
                  <a:pt x="5125013" y="11376"/>
                </a:lnTo>
                <a:lnTo>
                  <a:pt x="5159142" y="11376"/>
                </a:lnTo>
                <a:lnTo>
                  <a:pt x="5159142" y="0"/>
                </a:lnTo>
                <a:lnTo>
                  <a:pt x="5125013" y="0"/>
                </a:lnTo>
                <a:close/>
                <a:moveTo>
                  <a:pt x="4647210" y="0"/>
                </a:moveTo>
                <a:lnTo>
                  <a:pt x="4647210" y="11376"/>
                </a:lnTo>
                <a:lnTo>
                  <a:pt x="4681338" y="11376"/>
                </a:lnTo>
                <a:lnTo>
                  <a:pt x="4681338" y="0"/>
                </a:lnTo>
                <a:lnTo>
                  <a:pt x="4647210" y="0"/>
                </a:lnTo>
                <a:close/>
                <a:moveTo>
                  <a:pt x="5056756" y="0"/>
                </a:moveTo>
                <a:lnTo>
                  <a:pt x="5056756" y="11376"/>
                </a:lnTo>
                <a:lnTo>
                  <a:pt x="5090884" y="11376"/>
                </a:lnTo>
                <a:lnTo>
                  <a:pt x="5090884" y="0"/>
                </a:lnTo>
                <a:lnTo>
                  <a:pt x="5056756" y="0"/>
                </a:lnTo>
                <a:close/>
                <a:moveTo>
                  <a:pt x="4749596" y="0"/>
                </a:moveTo>
                <a:lnTo>
                  <a:pt x="4715467" y="0"/>
                </a:lnTo>
                <a:lnTo>
                  <a:pt x="4715467" y="11376"/>
                </a:lnTo>
                <a:lnTo>
                  <a:pt x="4749596" y="11376"/>
                </a:lnTo>
                <a:lnTo>
                  <a:pt x="4749596" y="0"/>
                </a:lnTo>
                <a:close/>
                <a:moveTo>
                  <a:pt x="4988498" y="0"/>
                </a:moveTo>
                <a:lnTo>
                  <a:pt x="4988498" y="11376"/>
                </a:lnTo>
                <a:lnTo>
                  <a:pt x="5022627" y="11376"/>
                </a:lnTo>
                <a:lnTo>
                  <a:pt x="5022627" y="0"/>
                </a:lnTo>
                <a:lnTo>
                  <a:pt x="4988498" y="0"/>
                </a:lnTo>
                <a:close/>
                <a:moveTo>
                  <a:pt x="4783725" y="0"/>
                </a:moveTo>
                <a:lnTo>
                  <a:pt x="4783725" y="11376"/>
                </a:lnTo>
                <a:lnTo>
                  <a:pt x="4817854" y="11376"/>
                </a:lnTo>
                <a:lnTo>
                  <a:pt x="4817854" y="0"/>
                </a:lnTo>
                <a:lnTo>
                  <a:pt x="4783725" y="0"/>
                </a:lnTo>
                <a:close/>
                <a:moveTo>
                  <a:pt x="4920240" y="0"/>
                </a:moveTo>
                <a:lnTo>
                  <a:pt x="4920240" y="11376"/>
                </a:lnTo>
                <a:lnTo>
                  <a:pt x="4954369" y="11376"/>
                </a:lnTo>
                <a:lnTo>
                  <a:pt x="4954369" y="0"/>
                </a:lnTo>
                <a:lnTo>
                  <a:pt x="4920240" y="0"/>
                </a:lnTo>
                <a:close/>
                <a:moveTo>
                  <a:pt x="4851983" y="0"/>
                </a:moveTo>
                <a:lnTo>
                  <a:pt x="4851983" y="11376"/>
                </a:lnTo>
                <a:lnTo>
                  <a:pt x="4886111" y="11376"/>
                </a:lnTo>
                <a:lnTo>
                  <a:pt x="4886111" y="0"/>
                </a:lnTo>
                <a:lnTo>
                  <a:pt x="4851983" y="0"/>
                </a:lnTo>
                <a:close/>
                <a:moveTo>
                  <a:pt x="4925132" y="1139789"/>
                </a:moveTo>
                <a:lnTo>
                  <a:pt x="4925132" y="1128413"/>
                </a:lnTo>
                <a:lnTo>
                  <a:pt x="4891003" y="1128413"/>
                </a:lnTo>
                <a:lnTo>
                  <a:pt x="4891003" y="1139789"/>
                </a:lnTo>
                <a:lnTo>
                  <a:pt x="4925132" y="1139789"/>
                </a:lnTo>
                <a:close/>
                <a:moveTo>
                  <a:pt x="4856874" y="1139789"/>
                </a:moveTo>
                <a:lnTo>
                  <a:pt x="4856874" y="1128413"/>
                </a:lnTo>
                <a:lnTo>
                  <a:pt x="4822746" y="1128413"/>
                </a:lnTo>
                <a:lnTo>
                  <a:pt x="4822746" y="1139789"/>
                </a:lnTo>
                <a:lnTo>
                  <a:pt x="4856874" y="1139789"/>
                </a:lnTo>
                <a:close/>
                <a:moveTo>
                  <a:pt x="4993390" y="1139789"/>
                </a:moveTo>
                <a:lnTo>
                  <a:pt x="4993390" y="1128413"/>
                </a:lnTo>
                <a:lnTo>
                  <a:pt x="4959261" y="1128413"/>
                </a:lnTo>
                <a:lnTo>
                  <a:pt x="4959261" y="1139789"/>
                </a:lnTo>
                <a:lnTo>
                  <a:pt x="4993390" y="1139789"/>
                </a:lnTo>
                <a:close/>
                <a:moveTo>
                  <a:pt x="4788617" y="1139789"/>
                </a:moveTo>
                <a:lnTo>
                  <a:pt x="4788617" y="1128413"/>
                </a:lnTo>
                <a:lnTo>
                  <a:pt x="4754488" y="1128413"/>
                </a:lnTo>
                <a:lnTo>
                  <a:pt x="4754488" y="1139789"/>
                </a:lnTo>
                <a:lnTo>
                  <a:pt x="4788617" y="1139789"/>
                </a:lnTo>
                <a:close/>
                <a:moveTo>
                  <a:pt x="5061647" y="1139789"/>
                </a:moveTo>
                <a:lnTo>
                  <a:pt x="5061647" y="1128413"/>
                </a:lnTo>
                <a:lnTo>
                  <a:pt x="5027519" y="1128413"/>
                </a:lnTo>
                <a:lnTo>
                  <a:pt x="5027519" y="1139789"/>
                </a:lnTo>
                <a:lnTo>
                  <a:pt x="5061647" y="1139789"/>
                </a:lnTo>
                <a:close/>
                <a:moveTo>
                  <a:pt x="4720359" y="1139789"/>
                </a:moveTo>
                <a:lnTo>
                  <a:pt x="4720359" y="1128413"/>
                </a:lnTo>
                <a:lnTo>
                  <a:pt x="4686230" y="1128413"/>
                </a:lnTo>
                <a:lnTo>
                  <a:pt x="4686230" y="1139789"/>
                </a:lnTo>
                <a:lnTo>
                  <a:pt x="4720359" y="1139789"/>
                </a:lnTo>
                <a:close/>
                <a:moveTo>
                  <a:pt x="5129905" y="1139789"/>
                </a:moveTo>
                <a:lnTo>
                  <a:pt x="5129905" y="1128413"/>
                </a:lnTo>
                <a:lnTo>
                  <a:pt x="5095776" y="1128413"/>
                </a:lnTo>
                <a:lnTo>
                  <a:pt x="5095776" y="1139789"/>
                </a:lnTo>
                <a:lnTo>
                  <a:pt x="5129905" y="1139789"/>
                </a:lnTo>
                <a:close/>
                <a:moveTo>
                  <a:pt x="4652101" y="1139789"/>
                </a:moveTo>
                <a:lnTo>
                  <a:pt x="4652101" y="1128413"/>
                </a:lnTo>
                <a:lnTo>
                  <a:pt x="4617973" y="1128413"/>
                </a:lnTo>
                <a:lnTo>
                  <a:pt x="4617973" y="1139789"/>
                </a:lnTo>
                <a:lnTo>
                  <a:pt x="4652101" y="1139789"/>
                </a:lnTo>
                <a:close/>
                <a:moveTo>
                  <a:pt x="5198163" y="1139789"/>
                </a:moveTo>
                <a:lnTo>
                  <a:pt x="5198163" y="1128413"/>
                </a:lnTo>
                <a:lnTo>
                  <a:pt x="5164034" y="1128413"/>
                </a:lnTo>
                <a:lnTo>
                  <a:pt x="5164034" y="1139789"/>
                </a:lnTo>
                <a:lnTo>
                  <a:pt x="5198163" y="1139789"/>
                </a:lnTo>
                <a:close/>
                <a:moveTo>
                  <a:pt x="4583844" y="1139789"/>
                </a:moveTo>
                <a:lnTo>
                  <a:pt x="4583844" y="1128413"/>
                </a:lnTo>
                <a:lnTo>
                  <a:pt x="4549715" y="1128413"/>
                </a:lnTo>
                <a:lnTo>
                  <a:pt x="4549715" y="1139789"/>
                </a:lnTo>
                <a:lnTo>
                  <a:pt x="4583844" y="1139789"/>
                </a:lnTo>
                <a:close/>
                <a:moveTo>
                  <a:pt x="5232292" y="1139789"/>
                </a:moveTo>
                <a:lnTo>
                  <a:pt x="5266420" y="1139789"/>
                </a:lnTo>
                <a:lnTo>
                  <a:pt x="5266420" y="1128413"/>
                </a:lnTo>
                <a:lnTo>
                  <a:pt x="5232292" y="1128413"/>
                </a:lnTo>
                <a:lnTo>
                  <a:pt x="5232292" y="1139789"/>
                </a:lnTo>
                <a:close/>
                <a:moveTo>
                  <a:pt x="4515586" y="1139789"/>
                </a:moveTo>
                <a:lnTo>
                  <a:pt x="4515586" y="1128413"/>
                </a:lnTo>
                <a:lnTo>
                  <a:pt x="4481457" y="1128413"/>
                </a:lnTo>
                <a:lnTo>
                  <a:pt x="4481457" y="1139789"/>
                </a:lnTo>
                <a:lnTo>
                  <a:pt x="4515586" y="1139789"/>
                </a:lnTo>
                <a:close/>
                <a:moveTo>
                  <a:pt x="5334678" y="1139789"/>
                </a:moveTo>
                <a:lnTo>
                  <a:pt x="5334678" y="1128413"/>
                </a:lnTo>
                <a:lnTo>
                  <a:pt x="5300549" y="1128413"/>
                </a:lnTo>
                <a:lnTo>
                  <a:pt x="5300549" y="1139789"/>
                </a:lnTo>
                <a:lnTo>
                  <a:pt x="5334678" y="1139789"/>
                </a:lnTo>
                <a:close/>
                <a:moveTo>
                  <a:pt x="4447328" y="1139789"/>
                </a:moveTo>
                <a:lnTo>
                  <a:pt x="4447328" y="1128413"/>
                </a:lnTo>
                <a:lnTo>
                  <a:pt x="4413200" y="1128413"/>
                </a:lnTo>
                <a:lnTo>
                  <a:pt x="4413200" y="1139789"/>
                </a:lnTo>
                <a:lnTo>
                  <a:pt x="4447328" y="1139789"/>
                </a:lnTo>
                <a:close/>
                <a:moveTo>
                  <a:pt x="5402936" y="1139789"/>
                </a:moveTo>
                <a:lnTo>
                  <a:pt x="5402936" y="1128413"/>
                </a:lnTo>
                <a:lnTo>
                  <a:pt x="5368807" y="1128413"/>
                </a:lnTo>
                <a:lnTo>
                  <a:pt x="5368807" y="1139789"/>
                </a:lnTo>
                <a:lnTo>
                  <a:pt x="5402936" y="1139789"/>
                </a:lnTo>
                <a:close/>
                <a:moveTo>
                  <a:pt x="4379071" y="1139789"/>
                </a:moveTo>
                <a:lnTo>
                  <a:pt x="4379071" y="1128413"/>
                </a:lnTo>
                <a:lnTo>
                  <a:pt x="4344941" y="1128413"/>
                </a:lnTo>
                <a:lnTo>
                  <a:pt x="4344941" y="1139789"/>
                </a:lnTo>
                <a:lnTo>
                  <a:pt x="4379071" y="1139789"/>
                </a:lnTo>
                <a:close/>
                <a:moveTo>
                  <a:pt x="5471193" y="1139789"/>
                </a:moveTo>
                <a:lnTo>
                  <a:pt x="5471193" y="1128413"/>
                </a:lnTo>
                <a:lnTo>
                  <a:pt x="5437065" y="1128413"/>
                </a:lnTo>
                <a:lnTo>
                  <a:pt x="5437065" y="1139789"/>
                </a:lnTo>
                <a:lnTo>
                  <a:pt x="5471193" y="1139789"/>
                </a:lnTo>
                <a:close/>
                <a:moveTo>
                  <a:pt x="4276684" y="1139789"/>
                </a:moveTo>
                <a:lnTo>
                  <a:pt x="4310813" y="1139789"/>
                </a:lnTo>
                <a:lnTo>
                  <a:pt x="4310813" y="1128413"/>
                </a:lnTo>
                <a:lnTo>
                  <a:pt x="4276684" y="1128413"/>
                </a:lnTo>
                <a:lnTo>
                  <a:pt x="4276684" y="1139789"/>
                </a:lnTo>
                <a:close/>
                <a:moveTo>
                  <a:pt x="5539451" y="1139789"/>
                </a:moveTo>
                <a:lnTo>
                  <a:pt x="5539451" y="1128413"/>
                </a:lnTo>
                <a:lnTo>
                  <a:pt x="5505322" y="1128413"/>
                </a:lnTo>
                <a:lnTo>
                  <a:pt x="5505322" y="1139789"/>
                </a:lnTo>
                <a:lnTo>
                  <a:pt x="5539451" y="1139789"/>
                </a:lnTo>
                <a:close/>
                <a:moveTo>
                  <a:pt x="4242555" y="1139789"/>
                </a:moveTo>
                <a:lnTo>
                  <a:pt x="4242555" y="1128413"/>
                </a:lnTo>
                <a:lnTo>
                  <a:pt x="4208426" y="1128413"/>
                </a:lnTo>
                <a:lnTo>
                  <a:pt x="4208426" y="1139789"/>
                </a:lnTo>
                <a:lnTo>
                  <a:pt x="4242555" y="1139789"/>
                </a:lnTo>
                <a:close/>
                <a:moveTo>
                  <a:pt x="5607709" y="1139789"/>
                </a:moveTo>
                <a:lnTo>
                  <a:pt x="5607709" y="1128413"/>
                </a:lnTo>
                <a:lnTo>
                  <a:pt x="5573580" y="1128413"/>
                </a:lnTo>
                <a:lnTo>
                  <a:pt x="5573580" y="1139789"/>
                </a:lnTo>
                <a:lnTo>
                  <a:pt x="5607709" y="1139789"/>
                </a:lnTo>
                <a:close/>
                <a:moveTo>
                  <a:pt x="4174298" y="1139789"/>
                </a:moveTo>
                <a:lnTo>
                  <a:pt x="4174298" y="1128413"/>
                </a:lnTo>
                <a:lnTo>
                  <a:pt x="4140169" y="1128413"/>
                </a:lnTo>
                <a:lnTo>
                  <a:pt x="4140169" y="1139789"/>
                </a:lnTo>
                <a:lnTo>
                  <a:pt x="4174298" y="1139789"/>
                </a:lnTo>
                <a:close/>
                <a:moveTo>
                  <a:pt x="5675966" y="1139789"/>
                </a:moveTo>
                <a:lnTo>
                  <a:pt x="5675966" y="1128413"/>
                </a:lnTo>
                <a:lnTo>
                  <a:pt x="5641838" y="1128413"/>
                </a:lnTo>
                <a:lnTo>
                  <a:pt x="5641838" y="1139789"/>
                </a:lnTo>
                <a:lnTo>
                  <a:pt x="5675966" y="1139789"/>
                </a:lnTo>
                <a:close/>
                <a:moveTo>
                  <a:pt x="5671075" y="0"/>
                </a:moveTo>
                <a:lnTo>
                  <a:pt x="5671075" y="11376"/>
                </a:lnTo>
                <a:lnTo>
                  <a:pt x="5705203" y="11376"/>
                </a:lnTo>
                <a:lnTo>
                  <a:pt x="5705203" y="0"/>
                </a:lnTo>
                <a:lnTo>
                  <a:pt x="5671075" y="0"/>
                </a:lnTo>
                <a:close/>
                <a:moveTo>
                  <a:pt x="6387780" y="0"/>
                </a:moveTo>
                <a:lnTo>
                  <a:pt x="6353651" y="0"/>
                </a:lnTo>
                <a:lnTo>
                  <a:pt x="6353651" y="11376"/>
                </a:lnTo>
                <a:lnTo>
                  <a:pt x="6387780" y="11376"/>
                </a:lnTo>
                <a:lnTo>
                  <a:pt x="6387780" y="0"/>
                </a:lnTo>
                <a:close/>
                <a:moveTo>
                  <a:pt x="5807590" y="0"/>
                </a:moveTo>
                <a:lnTo>
                  <a:pt x="5807590" y="11376"/>
                </a:lnTo>
                <a:lnTo>
                  <a:pt x="5841719" y="11376"/>
                </a:lnTo>
                <a:lnTo>
                  <a:pt x="5841719" y="0"/>
                </a:lnTo>
                <a:lnTo>
                  <a:pt x="5807590" y="0"/>
                </a:lnTo>
                <a:close/>
                <a:moveTo>
                  <a:pt x="5875848" y="0"/>
                </a:moveTo>
                <a:lnTo>
                  <a:pt x="5875848" y="11376"/>
                </a:lnTo>
                <a:lnTo>
                  <a:pt x="5909976" y="11376"/>
                </a:lnTo>
                <a:lnTo>
                  <a:pt x="5909976" y="0"/>
                </a:lnTo>
                <a:lnTo>
                  <a:pt x="5875848" y="0"/>
                </a:lnTo>
                <a:close/>
                <a:moveTo>
                  <a:pt x="5944105" y="0"/>
                </a:moveTo>
                <a:lnTo>
                  <a:pt x="5944105" y="11376"/>
                </a:lnTo>
                <a:lnTo>
                  <a:pt x="5978234" y="11376"/>
                </a:lnTo>
                <a:lnTo>
                  <a:pt x="5978234" y="0"/>
                </a:lnTo>
                <a:lnTo>
                  <a:pt x="5944105" y="0"/>
                </a:lnTo>
                <a:close/>
                <a:moveTo>
                  <a:pt x="6012363" y="0"/>
                </a:moveTo>
                <a:lnTo>
                  <a:pt x="6012363" y="11376"/>
                </a:lnTo>
                <a:lnTo>
                  <a:pt x="6046492" y="11376"/>
                </a:lnTo>
                <a:lnTo>
                  <a:pt x="6046492" y="0"/>
                </a:lnTo>
                <a:lnTo>
                  <a:pt x="6012363" y="0"/>
                </a:lnTo>
                <a:close/>
                <a:moveTo>
                  <a:pt x="6080621" y="0"/>
                </a:moveTo>
                <a:lnTo>
                  <a:pt x="6080621" y="11376"/>
                </a:lnTo>
                <a:lnTo>
                  <a:pt x="6114750" y="11376"/>
                </a:lnTo>
                <a:lnTo>
                  <a:pt x="6114750" y="0"/>
                </a:lnTo>
                <a:lnTo>
                  <a:pt x="6080621" y="0"/>
                </a:lnTo>
                <a:close/>
                <a:moveTo>
                  <a:pt x="6148878" y="0"/>
                </a:moveTo>
                <a:lnTo>
                  <a:pt x="6148878" y="11376"/>
                </a:lnTo>
                <a:lnTo>
                  <a:pt x="6183007" y="11376"/>
                </a:lnTo>
                <a:lnTo>
                  <a:pt x="6183007" y="0"/>
                </a:lnTo>
                <a:lnTo>
                  <a:pt x="6148878" y="0"/>
                </a:lnTo>
                <a:close/>
                <a:moveTo>
                  <a:pt x="6217136" y="0"/>
                </a:moveTo>
                <a:lnTo>
                  <a:pt x="6217136" y="11376"/>
                </a:lnTo>
                <a:lnTo>
                  <a:pt x="6251265" y="11376"/>
                </a:lnTo>
                <a:lnTo>
                  <a:pt x="6251265" y="0"/>
                </a:lnTo>
                <a:lnTo>
                  <a:pt x="6217136" y="0"/>
                </a:lnTo>
                <a:close/>
                <a:moveTo>
                  <a:pt x="6285394" y="0"/>
                </a:moveTo>
                <a:lnTo>
                  <a:pt x="6285394" y="11376"/>
                </a:lnTo>
                <a:lnTo>
                  <a:pt x="6319523" y="11376"/>
                </a:lnTo>
                <a:lnTo>
                  <a:pt x="6319523" y="0"/>
                </a:lnTo>
                <a:lnTo>
                  <a:pt x="6285394" y="0"/>
                </a:lnTo>
                <a:close/>
                <a:moveTo>
                  <a:pt x="6558424" y="0"/>
                </a:moveTo>
                <a:lnTo>
                  <a:pt x="6558424" y="11376"/>
                </a:lnTo>
                <a:lnTo>
                  <a:pt x="6592553" y="11376"/>
                </a:lnTo>
                <a:lnTo>
                  <a:pt x="6592553" y="0"/>
                </a:lnTo>
                <a:lnTo>
                  <a:pt x="6558424" y="0"/>
                </a:lnTo>
                <a:close/>
                <a:moveTo>
                  <a:pt x="6490167" y="0"/>
                </a:moveTo>
                <a:lnTo>
                  <a:pt x="6490167" y="11376"/>
                </a:lnTo>
                <a:lnTo>
                  <a:pt x="6524296" y="11376"/>
                </a:lnTo>
                <a:lnTo>
                  <a:pt x="6524296" y="0"/>
                </a:lnTo>
                <a:lnTo>
                  <a:pt x="6490167" y="0"/>
                </a:lnTo>
                <a:close/>
                <a:moveTo>
                  <a:pt x="5739332" y="0"/>
                </a:moveTo>
                <a:lnTo>
                  <a:pt x="5739332" y="11376"/>
                </a:lnTo>
                <a:lnTo>
                  <a:pt x="5773461" y="11376"/>
                </a:lnTo>
                <a:lnTo>
                  <a:pt x="5773461" y="0"/>
                </a:lnTo>
                <a:lnTo>
                  <a:pt x="5739332" y="0"/>
                </a:lnTo>
                <a:close/>
                <a:moveTo>
                  <a:pt x="6421909" y="0"/>
                </a:moveTo>
                <a:lnTo>
                  <a:pt x="6421909" y="11376"/>
                </a:lnTo>
                <a:lnTo>
                  <a:pt x="6456038" y="11376"/>
                </a:lnTo>
                <a:lnTo>
                  <a:pt x="6456038" y="0"/>
                </a:lnTo>
                <a:lnTo>
                  <a:pt x="6421909" y="0"/>
                </a:lnTo>
                <a:close/>
                <a:moveTo>
                  <a:pt x="6616671" y="21387"/>
                </a:moveTo>
                <a:lnTo>
                  <a:pt x="6605295" y="21387"/>
                </a:lnTo>
                <a:lnTo>
                  <a:pt x="6605295" y="55516"/>
                </a:lnTo>
                <a:lnTo>
                  <a:pt x="6616671" y="55516"/>
                </a:lnTo>
                <a:lnTo>
                  <a:pt x="6616671" y="21387"/>
                </a:lnTo>
                <a:close/>
                <a:moveTo>
                  <a:pt x="6616671" y="89645"/>
                </a:moveTo>
                <a:lnTo>
                  <a:pt x="6605295" y="89645"/>
                </a:lnTo>
                <a:lnTo>
                  <a:pt x="6605295" y="123774"/>
                </a:lnTo>
                <a:lnTo>
                  <a:pt x="6616671" y="123774"/>
                </a:lnTo>
                <a:lnTo>
                  <a:pt x="6616671" y="89645"/>
                </a:lnTo>
                <a:close/>
                <a:moveTo>
                  <a:pt x="6616671" y="192032"/>
                </a:moveTo>
                <a:lnTo>
                  <a:pt x="6616671" y="157903"/>
                </a:lnTo>
                <a:lnTo>
                  <a:pt x="6605295" y="157903"/>
                </a:lnTo>
                <a:lnTo>
                  <a:pt x="6605295" y="192032"/>
                </a:lnTo>
                <a:lnTo>
                  <a:pt x="6616671" y="192032"/>
                </a:lnTo>
                <a:close/>
                <a:moveTo>
                  <a:pt x="6616671" y="226160"/>
                </a:moveTo>
                <a:lnTo>
                  <a:pt x="6605295" y="226160"/>
                </a:lnTo>
                <a:lnTo>
                  <a:pt x="6605295" y="260289"/>
                </a:lnTo>
                <a:lnTo>
                  <a:pt x="6616671" y="260289"/>
                </a:lnTo>
                <a:lnTo>
                  <a:pt x="6616671" y="226160"/>
                </a:lnTo>
                <a:close/>
                <a:moveTo>
                  <a:pt x="6616671" y="294418"/>
                </a:moveTo>
                <a:lnTo>
                  <a:pt x="6605295" y="294418"/>
                </a:lnTo>
                <a:lnTo>
                  <a:pt x="6605295" y="328547"/>
                </a:lnTo>
                <a:lnTo>
                  <a:pt x="6616671" y="328547"/>
                </a:lnTo>
                <a:lnTo>
                  <a:pt x="6616671" y="294418"/>
                </a:lnTo>
                <a:close/>
                <a:moveTo>
                  <a:pt x="6616671" y="362676"/>
                </a:moveTo>
                <a:lnTo>
                  <a:pt x="6605295" y="362676"/>
                </a:lnTo>
                <a:lnTo>
                  <a:pt x="6605295" y="396805"/>
                </a:lnTo>
                <a:lnTo>
                  <a:pt x="6616671" y="396805"/>
                </a:lnTo>
                <a:lnTo>
                  <a:pt x="6616671" y="362676"/>
                </a:lnTo>
                <a:close/>
                <a:moveTo>
                  <a:pt x="6616671" y="430933"/>
                </a:moveTo>
                <a:lnTo>
                  <a:pt x="6605295" y="430933"/>
                </a:lnTo>
                <a:lnTo>
                  <a:pt x="6605295" y="465062"/>
                </a:lnTo>
                <a:lnTo>
                  <a:pt x="6616671" y="465062"/>
                </a:lnTo>
                <a:lnTo>
                  <a:pt x="6616671" y="430933"/>
                </a:lnTo>
                <a:close/>
                <a:moveTo>
                  <a:pt x="6616671" y="499191"/>
                </a:moveTo>
                <a:lnTo>
                  <a:pt x="6605295" y="499191"/>
                </a:lnTo>
                <a:lnTo>
                  <a:pt x="6605295" y="533320"/>
                </a:lnTo>
                <a:lnTo>
                  <a:pt x="6616671" y="533320"/>
                </a:lnTo>
                <a:lnTo>
                  <a:pt x="6616671" y="499191"/>
                </a:lnTo>
                <a:close/>
                <a:moveTo>
                  <a:pt x="6616671" y="567449"/>
                </a:moveTo>
                <a:lnTo>
                  <a:pt x="6605295" y="567449"/>
                </a:lnTo>
                <a:lnTo>
                  <a:pt x="6605295" y="601578"/>
                </a:lnTo>
                <a:lnTo>
                  <a:pt x="6616671" y="601578"/>
                </a:lnTo>
                <a:lnTo>
                  <a:pt x="6616671" y="567449"/>
                </a:lnTo>
                <a:close/>
                <a:moveTo>
                  <a:pt x="6616671" y="669835"/>
                </a:moveTo>
                <a:lnTo>
                  <a:pt x="6616671" y="635706"/>
                </a:lnTo>
                <a:lnTo>
                  <a:pt x="6605295" y="635706"/>
                </a:lnTo>
                <a:lnTo>
                  <a:pt x="6605295" y="669835"/>
                </a:lnTo>
                <a:lnTo>
                  <a:pt x="6616671" y="669835"/>
                </a:lnTo>
                <a:close/>
                <a:moveTo>
                  <a:pt x="6616671" y="703964"/>
                </a:moveTo>
                <a:lnTo>
                  <a:pt x="6605295" y="703964"/>
                </a:lnTo>
                <a:lnTo>
                  <a:pt x="6605295" y="738093"/>
                </a:lnTo>
                <a:lnTo>
                  <a:pt x="6616671" y="738093"/>
                </a:lnTo>
                <a:lnTo>
                  <a:pt x="6616671" y="703964"/>
                </a:lnTo>
                <a:close/>
                <a:moveTo>
                  <a:pt x="6616671" y="772222"/>
                </a:moveTo>
                <a:lnTo>
                  <a:pt x="6605295" y="772222"/>
                </a:lnTo>
                <a:lnTo>
                  <a:pt x="6605295" y="806351"/>
                </a:lnTo>
                <a:lnTo>
                  <a:pt x="6616671" y="806351"/>
                </a:lnTo>
                <a:lnTo>
                  <a:pt x="6616671" y="772222"/>
                </a:lnTo>
                <a:close/>
                <a:moveTo>
                  <a:pt x="6616671" y="840479"/>
                </a:moveTo>
                <a:lnTo>
                  <a:pt x="6605295" y="840479"/>
                </a:lnTo>
                <a:lnTo>
                  <a:pt x="6605295" y="874608"/>
                </a:lnTo>
                <a:lnTo>
                  <a:pt x="6616671" y="874608"/>
                </a:lnTo>
                <a:lnTo>
                  <a:pt x="6616671" y="840479"/>
                </a:lnTo>
                <a:close/>
                <a:moveTo>
                  <a:pt x="6616671" y="908737"/>
                </a:moveTo>
                <a:lnTo>
                  <a:pt x="6605295" y="908737"/>
                </a:lnTo>
                <a:lnTo>
                  <a:pt x="6605295" y="942866"/>
                </a:lnTo>
                <a:lnTo>
                  <a:pt x="6616671" y="942866"/>
                </a:lnTo>
                <a:lnTo>
                  <a:pt x="6616671" y="908737"/>
                </a:lnTo>
                <a:close/>
                <a:moveTo>
                  <a:pt x="6616671" y="976995"/>
                </a:moveTo>
                <a:lnTo>
                  <a:pt x="6605295" y="976995"/>
                </a:lnTo>
                <a:lnTo>
                  <a:pt x="6605295" y="1011124"/>
                </a:lnTo>
                <a:lnTo>
                  <a:pt x="6616671" y="1011124"/>
                </a:lnTo>
                <a:lnTo>
                  <a:pt x="6616671" y="976995"/>
                </a:lnTo>
                <a:close/>
                <a:moveTo>
                  <a:pt x="6616671" y="1045252"/>
                </a:moveTo>
                <a:lnTo>
                  <a:pt x="6605295" y="1045252"/>
                </a:lnTo>
                <a:lnTo>
                  <a:pt x="6605295" y="1079381"/>
                </a:lnTo>
                <a:lnTo>
                  <a:pt x="6616671" y="1079381"/>
                </a:lnTo>
                <a:lnTo>
                  <a:pt x="6616671" y="1045252"/>
                </a:lnTo>
                <a:close/>
                <a:moveTo>
                  <a:pt x="6597445" y="1128413"/>
                </a:moveTo>
                <a:lnTo>
                  <a:pt x="6597445" y="1139789"/>
                </a:lnTo>
                <a:lnTo>
                  <a:pt x="6616671" y="1139789"/>
                </a:lnTo>
                <a:lnTo>
                  <a:pt x="6616671" y="1113510"/>
                </a:lnTo>
                <a:lnTo>
                  <a:pt x="6605295" y="1113510"/>
                </a:lnTo>
                <a:lnTo>
                  <a:pt x="6605295" y="1128413"/>
                </a:lnTo>
                <a:lnTo>
                  <a:pt x="6597445" y="1128413"/>
                </a:lnTo>
                <a:close/>
                <a:moveTo>
                  <a:pt x="6358543" y="1139789"/>
                </a:moveTo>
                <a:lnTo>
                  <a:pt x="6358543" y="1128413"/>
                </a:lnTo>
                <a:lnTo>
                  <a:pt x="6324414" y="1128413"/>
                </a:lnTo>
                <a:lnTo>
                  <a:pt x="6324414" y="1139789"/>
                </a:lnTo>
                <a:lnTo>
                  <a:pt x="6358543" y="1139789"/>
                </a:lnTo>
                <a:close/>
                <a:moveTo>
                  <a:pt x="5744224" y="1139789"/>
                </a:moveTo>
                <a:lnTo>
                  <a:pt x="5744224" y="1128413"/>
                </a:lnTo>
                <a:lnTo>
                  <a:pt x="5710095" y="1128413"/>
                </a:lnTo>
                <a:lnTo>
                  <a:pt x="5710095" y="1139789"/>
                </a:lnTo>
                <a:lnTo>
                  <a:pt x="5744224" y="1139789"/>
                </a:lnTo>
                <a:close/>
                <a:moveTo>
                  <a:pt x="5812482" y="1139789"/>
                </a:moveTo>
                <a:lnTo>
                  <a:pt x="5812482" y="1128413"/>
                </a:lnTo>
                <a:lnTo>
                  <a:pt x="5778353" y="1128413"/>
                </a:lnTo>
                <a:lnTo>
                  <a:pt x="5778353" y="1139789"/>
                </a:lnTo>
                <a:lnTo>
                  <a:pt x="5812482" y="1139789"/>
                </a:lnTo>
                <a:close/>
                <a:moveTo>
                  <a:pt x="5880739" y="1139789"/>
                </a:moveTo>
                <a:lnTo>
                  <a:pt x="5880739" y="1128413"/>
                </a:lnTo>
                <a:lnTo>
                  <a:pt x="5846611" y="1128413"/>
                </a:lnTo>
                <a:lnTo>
                  <a:pt x="5846611" y="1139789"/>
                </a:lnTo>
                <a:lnTo>
                  <a:pt x="5880739" y="1139789"/>
                </a:lnTo>
                <a:close/>
                <a:moveTo>
                  <a:pt x="5948997" y="1139789"/>
                </a:moveTo>
                <a:lnTo>
                  <a:pt x="5948997" y="1128413"/>
                </a:lnTo>
                <a:lnTo>
                  <a:pt x="5914868" y="1128413"/>
                </a:lnTo>
                <a:lnTo>
                  <a:pt x="5914868" y="1139789"/>
                </a:lnTo>
                <a:lnTo>
                  <a:pt x="5948997" y="1139789"/>
                </a:lnTo>
                <a:close/>
                <a:moveTo>
                  <a:pt x="6017255" y="1139789"/>
                </a:moveTo>
                <a:lnTo>
                  <a:pt x="6017255" y="1128413"/>
                </a:lnTo>
                <a:lnTo>
                  <a:pt x="5983126" y="1128413"/>
                </a:lnTo>
                <a:lnTo>
                  <a:pt x="5983126" y="1139789"/>
                </a:lnTo>
                <a:lnTo>
                  <a:pt x="6017255" y="1139789"/>
                </a:lnTo>
                <a:close/>
                <a:moveTo>
                  <a:pt x="6085512" y="1139789"/>
                </a:moveTo>
                <a:lnTo>
                  <a:pt x="6085512" y="1128413"/>
                </a:lnTo>
                <a:lnTo>
                  <a:pt x="6051384" y="1128413"/>
                </a:lnTo>
                <a:lnTo>
                  <a:pt x="6051384" y="1139789"/>
                </a:lnTo>
                <a:lnTo>
                  <a:pt x="6085512" y="1139789"/>
                </a:lnTo>
                <a:close/>
                <a:moveTo>
                  <a:pt x="6563316" y="1139789"/>
                </a:moveTo>
                <a:lnTo>
                  <a:pt x="6563316" y="1128413"/>
                </a:lnTo>
                <a:lnTo>
                  <a:pt x="6529187" y="1128413"/>
                </a:lnTo>
                <a:lnTo>
                  <a:pt x="6529187" y="1139789"/>
                </a:lnTo>
                <a:lnTo>
                  <a:pt x="6563316" y="1139789"/>
                </a:lnTo>
                <a:close/>
                <a:moveTo>
                  <a:pt x="6153770" y="1139789"/>
                </a:moveTo>
                <a:lnTo>
                  <a:pt x="6153770" y="1128413"/>
                </a:lnTo>
                <a:lnTo>
                  <a:pt x="6119641" y="1128413"/>
                </a:lnTo>
                <a:lnTo>
                  <a:pt x="6119641" y="1139789"/>
                </a:lnTo>
                <a:lnTo>
                  <a:pt x="6153770" y="1139789"/>
                </a:lnTo>
                <a:close/>
                <a:moveTo>
                  <a:pt x="6222028" y="1139789"/>
                </a:moveTo>
                <a:lnTo>
                  <a:pt x="6222028" y="1128413"/>
                </a:lnTo>
                <a:lnTo>
                  <a:pt x="6187899" y="1128413"/>
                </a:lnTo>
                <a:lnTo>
                  <a:pt x="6187899" y="1139789"/>
                </a:lnTo>
                <a:lnTo>
                  <a:pt x="6222028" y="1139789"/>
                </a:lnTo>
                <a:close/>
                <a:moveTo>
                  <a:pt x="6290285" y="1139789"/>
                </a:moveTo>
                <a:lnTo>
                  <a:pt x="6290285" y="1128413"/>
                </a:lnTo>
                <a:lnTo>
                  <a:pt x="6256157" y="1128413"/>
                </a:lnTo>
                <a:lnTo>
                  <a:pt x="6256157" y="1139789"/>
                </a:lnTo>
                <a:lnTo>
                  <a:pt x="6290285" y="1139789"/>
                </a:lnTo>
                <a:close/>
                <a:moveTo>
                  <a:pt x="6426801" y="1139789"/>
                </a:moveTo>
                <a:lnTo>
                  <a:pt x="6426801" y="1128413"/>
                </a:lnTo>
                <a:lnTo>
                  <a:pt x="6392672" y="1128413"/>
                </a:lnTo>
                <a:lnTo>
                  <a:pt x="6392672" y="1139789"/>
                </a:lnTo>
                <a:lnTo>
                  <a:pt x="6426801" y="1139789"/>
                </a:lnTo>
                <a:close/>
                <a:moveTo>
                  <a:pt x="6495058" y="1139789"/>
                </a:moveTo>
                <a:lnTo>
                  <a:pt x="6495058" y="1128413"/>
                </a:lnTo>
                <a:lnTo>
                  <a:pt x="6460930" y="1128413"/>
                </a:lnTo>
                <a:lnTo>
                  <a:pt x="6460930" y="1139789"/>
                </a:lnTo>
                <a:lnTo>
                  <a:pt x="6495058" y="11397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393E00-FF1D-455E-B415-276DD7FE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6" y="1231779"/>
            <a:ext cx="3374432" cy="1433411"/>
          </a:xfrm>
          <a:custGeom xmlns:a="http://schemas.openxmlformats.org/drawingml/2006/main">
            <a:pathLst>
              <a:path w="3374432" h="1433411">
                <a:moveTo>
                  <a:pt x="108075" y="0"/>
                </a:moveTo>
                <a:lnTo>
                  <a:pt x="73946" y="0"/>
                </a:lnTo>
                <a:lnTo>
                  <a:pt x="73946" y="11376"/>
                </a:lnTo>
                <a:lnTo>
                  <a:pt x="108075" y="11376"/>
                </a:lnTo>
                <a:lnTo>
                  <a:pt x="108075" y="0"/>
                </a:lnTo>
                <a:close/>
                <a:moveTo>
                  <a:pt x="381105" y="0"/>
                </a:moveTo>
                <a:lnTo>
                  <a:pt x="346976" y="0"/>
                </a:lnTo>
                <a:lnTo>
                  <a:pt x="346976" y="11376"/>
                </a:lnTo>
                <a:lnTo>
                  <a:pt x="381105" y="11376"/>
                </a:lnTo>
                <a:lnTo>
                  <a:pt x="381105" y="0"/>
                </a:lnTo>
                <a:close/>
                <a:moveTo>
                  <a:pt x="176332" y="0"/>
                </a:moveTo>
                <a:lnTo>
                  <a:pt x="142203" y="0"/>
                </a:lnTo>
                <a:lnTo>
                  <a:pt x="142203" y="11376"/>
                </a:lnTo>
                <a:lnTo>
                  <a:pt x="176332" y="11376"/>
                </a:lnTo>
                <a:lnTo>
                  <a:pt x="176332" y="0"/>
                </a:lnTo>
                <a:close/>
                <a:moveTo>
                  <a:pt x="244590" y="0"/>
                </a:moveTo>
                <a:lnTo>
                  <a:pt x="210461" y="0"/>
                </a:lnTo>
                <a:lnTo>
                  <a:pt x="210461" y="11376"/>
                </a:lnTo>
                <a:lnTo>
                  <a:pt x="244590" y="11376"/>
                </a:lnTo>
                <a:lnTo>
                  <a:pt x="244590" y="0"/>
                </a:lnTo>
                <a:close/>
                <a:moveTo>
                  <a:pt x="312848" y="0"/>
                </a:moveTo>
                <a:lnTo>
                  <a:pt x="278719" y="0"/>
                </a:lnTo>
                <a:lnTo>
                  <a:pt x="278719" y="11376"/>
                </a:lnTo>
                <a:lnTo>
                  <a:pt x="312848" y="11376"/>
                </a:lnTo>
                <a:lnTo>
                  <a:pt x="312848" y="0"/>
                </a:lnTo>
                <a:close/>
                <a:moveTo>
                  <a:pt x="449363" y="0"/>
                </a:moveTo>
                <a:lnTo>
                  <a:pt x="415234" y="0"/>
                </a:lnTo>
                <a:lnTo>
                  <a:pt x="415234" y="11376"/>
                </a:lnTo>
                <a:lnTo>
                  <a:pt x="449363" y="11376"/>
                </a:lnTo>
                <a:lnTo>
                  <a:pt x="449363" y="0"/>
                </a:lnTo>
                <a:close/>
                <a:moveTo>
                  <a:pt x="39817" y="0"/>
                </a:moveTo>
                <a:lnTo>
                  <a:pt x="0" y="0"/>
                </a:lnTo>
                <a:lnTo>
                  <a:pt x="0" y="19795"/>
                </a:lnTo>
                <a:lnTo>
                  <a:pt x="11376" y="19795"/>
                </a:lnTo>
                <a:lnTo>
                  <a:pt x="11376" y="11376"/>
                </a:lnTo>
                <a:lnTo>
                  <a:pt x="39817" y="11376"/>
                </a:lnTo>
                <a:lnTo>
                  <a:pt x="39817" y="0"/>
                </a:lnTo>
                <a:close/>
                <a:moveTo>
                  <a:pt x="0" y="88052"/>
                </a:moveTo>
                <a:lnTo>
                  <a:pt x="11376" y="88052"/>
                </a:lnTo>
                <a:lnTo>
                  <a:pt x="11376" y="53924"/>
                </a:lnTo>
                <a:lnTo>
                  <a:pt x="0" y="53924"/>
                </a:lnTo>
                <a:lnTo>
                  <a:pt x="0" y="88052"/>
                </a:lnTo>
                <a:close/>
                <a:moveTo>
                  <a:pt x="0" y="122181"/>
                </a:moveTo>
                <a:lnTo>
                  <a:pt x="0" y="156310"/>
                </a:lnTo>
                <a:lnTo>
                  <a:pt x="11376" y="156310"/>
                </a:lnTo>
                <a:lnTo>
                  <a:pt x="11376" y="122181"/>
                </a:lnTo>
                <a:lnTo>
                  <a:pt x="0" y="122181"/>
                </a:lnTo>
                <a:close/>
                <a:moveTo>
                  <a:pt x="0" y="190439"/>
                </a:moveTo>
                <a:lnTo>
                  <a:pt x="0" y="224568"/>
                </a:lnTo>
                <a:lnTo>
                  <a:pt x="11376" y="224568"/>
                </a:lnTo>
                <a:lnTo>
                  <a:pt x="11376" y="190439"/>
                </a:lnTo>
                <a:lnTo>
                  <a:pt x="0" y="190439"/>
                </a:lnTo>
                <a:close/>
                <a:moveTo>
                  <a:pt x="0" y="258697"/>
                </a:moveTo>
                <a:lnTo>
                  <a:pt x="0" y="292825"/>
                </a:lnTo>
                <a:lnTo>
                  <a:pt x="11376" y="292825"/>
                </a:lnTo>
                <a:lnTo>
                  <a:pt x="11376" y="258697"/>
                </a:lnTo>
                <a:lnTo>
                  <a:pt x="0" y="258697"/>
                </a:lnTo>
                <a:close/>
                <a:moveTo>
                  <a:pt x="0" y="326954"/>
                </a:moveTo>
                <a:lnTo>
                  <a:pt x="0" y="361083"/>
                </a:lnTo>
                <a:lnTo>
                  <a:pt x="11376" y="361083"/>
                </a:lnTo>
                <a:lnTo>
                  <a:pt x="11376" y="326954"/>
                </a:lnTo>
                <a:lnTo>
                  <a:pt x="0" y="326954"/>
                </a:lnTo>
                <a:close/>
                <a:moveTo>
                  <a:pt x="0" y="395212"/>
                </a:moveTo>
                <a:lnTo>
                  <a:pt x="0" y="429341"/>
                </a:lnTo>
                <a:lnTo>
                  <a:pt x="11376" y="429341"/>
                </a:lnTo>
                <a:lnTo>
                  <a:pt x="11376" y="395212"/>
                </a:lnTo>
                <a:lnTo>
                  <a:pt x="0" y="395212"/>
                </a:lnTo>
                <a:close/>
                <a:moveTo>
                  <a:pt x="0" y="463470"/>
                </a:moveTo>
                <a:lnTo>
                  <a:pt x="0" y="497598"/>
                </a:lnTo>
                <a:lnTo>
                  <a:pt x="11376" y="497598"/>
                </a:lnTo>
                <a:lnTo>
                  <a:pt x="11376" y="463470"/>
                </a:lnTo>
                <a:lnTo>
                  <a:pt x="0" y="463470"/>
                </a:lnTo>
                <a:close/>
                <a:moveTo>
                  <a:pt x="0" y="531727"/>
                </a:moveTo>
                <a:lnTo>
                  <a:pt x="0" y="565856"/>
                </a:lnTo>
                <a:lnTo>
                  <a:pt x="11376" y="565856"/>
                </a:lnTo>
                <a:lnTo>
                  <a:pt x="11376" y="531727"/>
                </a:lnTo>
                <a:lnTo>
                  <a:pt x="0" y="531727"/>
                </a:lnTo>
                <a:close/>
                <a:moveTo>
                  <a:pt x="0" y="634114"/>
                </a:moveTo>
                <a:lnTo>
                  <a:pt x="11376" y="634114"/>
                </a:lnTo>
                <a:lnTo>
                  <a:pt x="11376" y="599985"/>
                </a:lnTo>
                <a:lnTo>
                  <a:pt x="0" y="599985"/>
                </a:lnTo>
                <a:lnTo>
                  <a:pt x="0" y="634114"/>
                </a:lnTo>
                <a:close/>
                <a:moveTo>
                  <a:pt x="0" y="702371"/>
                </a:moveTo>
                <a:lnTo>
                  <a:pt x="11376" y="702371"/>
                </a:lnTo>
                <a:lnTo>
                  <a:pt x="11376" y="668243"/>
                </a:lnTo>
                <a:lnTo>
                  <a:pt x="0" y="668243"/>
                </a:lnTo>
                <a:lnTo>
                  <a:pt x="0" y="702371"/>
                </a:lnTo>
                <a:close/>
                <a:moveTo>
                  <a:pt x="0" y="736500"/>
                </a:moveTo>
                <a:lnTo>
                  <a:pt x="0" y="770629"/>
                </a:lnTo>
                <a:lnTo>
                  <a:pt x="11376" y="770629"/>
                </a:lnTo>
                <a:lnTo>
                  <a:pt x="11376" y="736500"/>
                </a:lnTo>
                <a:lnTo>
                  <a:pt x="0" y="736500"/>
                </a:lnTo>
                <a:close/>
                <a:moveTo>
                  <a:pt x="0" y="804758"/>
                </a:moveTo>
                <a:lnTo>
                  <a:pt x="0" y="838887"/>
                </a:lnTo>
                <a:lnTo>
                  <a:pt x="11376" y="838887"/>
                </a:lnTo>
                <a:lnTo>
                  <a:pt x="11376" y="804758"/>
                </a:lnTo>
                <a:lnTo>
                  <a:pt x="0" y="804758"/>
                </a:lnTo>
                <a:close/>
                <a:moveTo>
                  <a:pt x="0" y="873016"/>
                </a:moveTo>
                <a:lnTo>
                  <a:pt x="0" y="907144"/>
                </a:lnTo>
                <a:lnTo>
                  <a:pt x="11376" y="907144"/>
                </a:lnTo>
                <a:lnTo>
                  <a:pt x="11376" y="873016"/>
                </a:lnTo>
                <a:lnTo>
                  <a:pt x="0" y="873016"/>
                </a:lnTo>
                <a:close/>
                <a:moveTo>
                  <a:pt x="0" y="941273"/>
                </a:moveTo>
                <a:lnTo>
                  <a:pt x="0" y="975402"/>
                </a:lnTo>
                <a:lnTo>
                  <a:pt x="11376" y="975402"/>
                </a:lnTo>
                <a:lnTo>
                  <a:pt x="11376" y="941273"/>
                </a:lnTo>
                <a:lnTo>
                  <a:pt x="0" y="941273"/>
                </a:lnTo>
                <a:close/>
                <a:moveTo>
                  <a:pt x="0" y="1009531"/>
                </a:moveTo>
                <a:lnTo>
                  <a:pt x="0" y="1043660"/>
                </a:lnTo>
                <a:lnTo>
                  <a:pt x="11376" y="1043660"/>
                </a:lnTo>
                <a:lnTo>
                  <a:pt x="11376" y="1009531"/>
                </a:lnTo>
                <a:lnTo>
                  <a:pt x="0" y="1009531"/>
                </a:lnTo>
                <a:close/>
                <a:moveTo>
                  <a:pt x="0" y="1077789"/>
                </a:moveTo>
                <a:lnTo>
                  <a:pt x="0" y="1111917"/>
                </a:lnTo>
                <a:lnTo>
                  <a:pt x="11376" y="1111917"/>
                </a:lnTo>
                <a:lnTo>
                  <a:pt x="11376" y="1077789"/>
                </a:lnTo>
                <a:lnTo>
                  <a:pt x="0" y="1077789"/>
                </a:lnTo>
                <a:close/>
                <a:moveTo>
                  <a:pt x="0" y="1146046"/>
                </a:moveTo>
                <a:lnTo>
                  <a:pt x="0" y="1180175"/>
                </a:lnTo>
                <a:lnTo>
                  <a:pt x="11376" y="1180175"/>
                </a:lnTo>
                <a:lnTo>
                  <a:pt x="11376" y="1146046"/>
                </a:lnTo>
                <a:lnTo>
                  <a:pt x="0" y="1146046"/>
                </a:lnTo>
                <a:close/>
                <a:moveTo>
                  <a:pt x="0" y="1248433"/>
                </a:moveTo>
                <a:lnTo>
                  <a:pt x="11376" y="1248433"/>
                </a:lnTo>
                <a:lnTo>
                  <a:pt x="11376" y="1214304"/>
                </a:lnTo>
                <a:lnTo>
                  <a:pt x="0" y="1214304"/>
                </a:lnTo>
                <a:lnTo>
                  <a:pt x="0" y="1248433"/>
                </a:lnTo>
                <a:close/>
                <a:moveTo>
                  <a:pt x="0" y="1316690"/>
                </a:moveTo>
                <a:lnTo>
                  <a:pt x="11376" y="1316690"/>
                </a:lnTo>
                <a:lnTo>
                  <a:pt x="11376" y="1282562"/>
                </a:lnTo>
                <a:lnTo>
                  <a:pt x="0" y="1282562"/>
                </a:lnTo>
                <a:lnTo>
                  <a:pt x="0" y="1316690"/>
                </a:lnTo>
                <a:close/>
                <a:moveTo>
                  <a:pt x="0" y="1350819"/>
                </a:moveTo>
                <a:lnTo>
                  <a:pt x="0" y="1384948"/>
                </a:lnTo>
                <a:lnTo>
                  <a:pt x="11376" y="1384948"/>
                </a:lnTo>
                <a:lnTo>
                  <a:pt x="11376" y="1350819"/>
                </a:lnTo>
                <a:lnTo>
                  <a:pt x="0" y="1350819"/>
                </a:lnTo>
                <a:close/>
                <a:moveTo>
                  <a:pt x="11376" y="1419077"/>
                </a:moveTo>
                <a:lnTo>
                  <a:pt x="0" y="1419077"/>
                </a:lnTo>
                <a:lnTo>
                  <a:pt x="0" y="1433411"/>
                </a:lnTo>
                <a:lnTo>
                  <a:pt x="31171" y="1433411"/>
                </a:lnTo>
                <a:lnTo>
                  <a:pt x="31171" y="1422035"/>
                </a:lnTo>
                <a:lnTo>
                  <a:pt x="11376" y="1422035"/>
                </a:lnTo>
                <a:lnTo>
                  <a:pt x="11376" y="1419077"/>
                </a:lnTo>
                <a:close/>
                <a:moveTo>
                  <a:pt x="65300" y="1433411"/>
                </a:moveTo>
                <a:lnTo>
                  <a:pt x="99429" y="1433411"/>
                </a:lnTo>
                <a:lnTo>
                  <a:pt x="99429" y="1422035"/>
                </a:lnTo>
                <a:lnTo>
                  <a:pt x="65300" y="1422035"/>
                </a:lnTo>
                <a:lnTo>
                  <a:pt x="65300" y="1433411"/>
                </a:lnTo>
                <a:close/>
                <a:moveTo>
                  <a:pt x="133558" y="1433411"/>
                </a:moveTo>
                <a:lnTo>
                  <a:pt x="167686" y="1433411"/>
                </a:lnTo>
                <a:lnTo>
                  <a:pt x="167686" y="1422035"/>
                </a:lnTo>
                <a:lnTo>
                  <a:pt x="133558" y="1422035"/>
                </a:lnTo>
                <a:lnTo>
                  <a:pt x="133558" y="1433411"/>
                </a:lnTo>
                <a:close/>
                <a:moveTo>
                  <a:pt x="201815" y="1433411"/>
                </a:moveTo>
                <a:lnTo>
                  <a:pt x="235944" y="1433411"/>
                </a:lnTo>
                <a:lnTo>
                  <a:pt x="235944" y="1422035"/>
                </a:lnTo>
                <a:lnTo>
                  <a:pt x="201815" y="1422035"/>
                </a:lnTo>
                <a:lnTo>
                  <a:pt x="201815" y="1433411"/>
                </a:lnTo>
                <a:close/>
                <a:moveTo>
                  <a:pt x="270073" y="1433411"/>
                </a:moveTo>
                <a:lnTo>
                  <a:pt x="304202" y="1433411"/>
                </a:lnTo>
                <a:lnTo>
                  <a:pt x="304202" y="1422035"/>
                </a:lnTo>
                <a:lnTo>
                  <a:pt x="270073" y="1422035"/>
                </a:lnTo>
                <a:lnTo>
                  <a:pt x="270073" y="1433411"/>
                </a:lnTo>
                <a:close/>
                <a:moveTo>
                  <a:pt x="372459" y="1433411"/>
                </a:moveTo>
                <a:lnTo>
                  <a:pt x="372459" y="1422035"/>
                </a:lnTo>
                <a:lnTo>
                  <a:pt x="338331" y="1422035"/>
                </a:lnTo>
                <a:lnTo>
                  <a:pt x="338331" y="1433411"/>
                </a:lnTo>
                <a:lnTo>
                  <a:pt x="372459" y="1433411"/>
                </a:lnTo>
                <a:close/>
                <a:moveTo>
                  <a:pt x="440717" y="1433411"/>
                </a:moveTo>
                <a:lnTo>
                  <a:pt x="440717" y="1422035"/>
                </a:lnTo>
                <a:lnTo>
                  <a:pt x="406588" y="1422035"/>
                </a:lnTo>
                <a:lnTo>
                  <a:pt x="406588" y="1433411"/>
                </a:lnTo>
                <a:lnTo>
                  <a:pt x="440717" y="1433411"/>
                </a:lnTo>
                <a:close/>
                <a:moveTo>
                  <a:pt x="1678001" y="0"/>
                </a:moveTo>
                <a:lnTo>
                  <a:pt x="1643872" y="0"/>
                </a:lnTo>
                <a:lnTo>
                  <a:pt x="1643872" y="11376"/>
                </a:lnTo>
                <a:lnTo>
                  <a:pt x="1678001" y="11376"/>
                </a:lnTo>
                <a:lnTo>
                  <a:pt x="1678001" y="0"/>
                </a:lnTo>
                <a:close/>
                <a:moveTo>
                  <a:pt x="517621" y="0"/>
                </a:moveTo>
                <a:lnTo>
                  <a:pt x="483492" y="0"/>
                </a:lnTo>
                <a:lnTo>
                  <a:pt x="483492" y="11376"/>
                </a:lnTo>
                <a:lnTo>
                  <a:pt x="517621" y="11376"/>
                </a:lnTo>
                <a:lnTo>
                  <a:pt x="517621" y="0"/>
                </a:lnTo>
                <a:close/>
                <a:moveTo>
                  <a:pt x="1609743" y="0"/>
                </a:moveTo>
                <a:lnTo>
                  <a:pt x="1575615" y="0"/>
                </a:lnTo>
                <a:lnTo>
                  <a:pt x="1575615" y="11376"/>
                </a:lnTo>
                <a:lnTo>
                  <a:pt x="1609743" y="11376"/>
                </a:lnTo>
                <a:lnTo>
                  <a:pt x="1609743" y="0"/>
                </a:lnTo>
                <a:close/>
                <a:moveTo>
                  <a:pt x="585878" y="0"/>
                </a:moveTo>
                <a:lnTo>
                  <a:pt x="551749" y="0"/>
                </a:lnTo>
                <a:lnTo>
                  <a:pt x="551749" y="11376"/>
                </a:lnTo>
                <a:lnTo>
                  <a:pt x="585878" y="11376"/>
                </a:lnTo>
                <a:lnTo>
                  <a:pt x="585878" y="0"/>
                </a:lnTo>
                <a:close/>
                <a:moveTo>
                  <a:pt x="1541486" y="0"/>
                </a:moveTo>
                <a:lnTo>
                  <a:pt x="1507357" y="0"/>
                </a:lnTo>
                <a:lnTo>
                  <a:pt x="1507357" y="11376"/>
                </a:lnTo>
                <a:lnTo>
                  <a:pt x="1541486" y="11376"/>
                </a:lnTo>
                <a:lnTo>
                  <a:pt x="1541486" y="0"/>
                </a:lnTo>
                <a:close/>
                <a:moveTo>
                  <a:pt x="654136" y="0"/>
                </a:moveTo>
                <a:lnTo>
                  <a:pt x="620007" y="0"/>
                </a:lnTo>
                <a:lnTo>
                  <a:pt x="620007" y="11376"/>
                </a:lnTo>
                <a:lnTo>
                  <a:pt x="654136" y="11376"/>
                </a:lnTo>
                <a:lnTo>
                  <a:pt x="654136" y="0"/>
                </a:lnTo>
                <a:close/>
                <a:moveTo>
                  <a:pt x="1473228" y="0"/>
                </a:moveTo>
                <a:lnTo>
                  <a:pt x="1439099" y="0"/>
                </a:lnTo>
                <a:lnTo>
                  <a:pt x="1439099" y="11376"/>
                </a:lnTo>
                <a:lnTo>
                  <a:pt x="1473228" y="11376"/>
                </a:lnTo>
                <a:lnTo>
                  <a:pt x="1473228" y="0"/>
                </a:lnTo>
                <a:close/>
                <a:moveTo>
                  <a:pt x="688265" y="0"/>
                </a:moveTo>
                <a:lnTo>
                  <a:pt x="688265" y="11376"/>
                </a:lnTo>
                <a:lnTo>
                  <a:pt x="722394" y="11376"/>
                </a:lnTo>
                <a:lnTo>
                  <a:pt x="722394" y="0"/>
                </a:lnTo>
                <a:lnTo>
                  <a:pt x="688265" y="0"/>
                </a:lnTo>
                <a:close/>
                <a:moveTo>
                  <a:pt x="1370842" y="0"/>
                </a:moveTo>
                <a:lnTo>
                  <a:pt x="1370842" y="11376"/>
                </a:lnTo>
                <a:lnTo>
                  <a:pt x="1404970" y="11376"/>
                </a:lnTo>
                <a:lnTo>
                  <a:pt x="1404970" y="0"/>
                </a:lnTo>
                <a:lnTo>
                  <a:pt x="1370842" y="0"/>
                </a:lnTo>
                <a:close/>
                <a:moveTo>
                  <a:pt x="790651" y="0"/>
                </a:moveTo>
                <a:lnTo>
                  <a:pt x="756522" y="0"/>
                </a:lnTo>
                <a:lnTo>
                  <a:pt x="756522" y="11376"/>
                </a:lnTo>
                <a:lnTo>
                  <a:pt x="790651" y="11376"/>
                </a:lnTo>
                <a:lnTo>
                  <a:pt x="790651" y="0"/>
                </a:lnTo>
                <a:close/>
                <a:moveTo>
                  <a:pt x="1336713" y="0"/>
                </a:moveTo>
                <a:lnTo>
                  <a:pt x="1302584" y="0"/>
                </a:lnTo>
                <a:lnTo>
                  <a:pt x="1302584" y="11376"/>
                </a:lnTo>
                <a:lnTo>
                  <a:pt x="1336713" y="11376"/>
                </a:lnTo>
                <a:lnTo>
                  <a:pt x="1336713" y="0"/>
                </a:lnTo>
                <a:close/>
                <a:moveTo>
                  <a:pt x="858909" y="0"/>
                </a:moveTo>
                <a:lnTo>
                  <a:pt x="824780" y="0"/>
                </a:lnTo>
                <a:lnTo>
                  <a:pt x="824780" y="11376"/>
                </a:lnTo>
                <a:lnTo>
                  <a:pt x="858909" y="11376"/>
                </a:lnTo>
                <a:lnTo>
                  <a:pt x="858909" y="0"/>
                </a:lnTo>
                <a:close/>
                <a:moveTo>
                  <a:pt x="1268455" y="0"/>
                </a:moveTo>
                <a:lnTo>
                  <a:pt x="1234326" y="0"/>
                </a:lnTo>
                <a:lnTo>
                  <a:pt x="1234326" y="11376"/>
                </a:lnTo>
                <a:lnTo>
                  <a:pt x="1268455" y="11376"/>
                </a:lnTo>
                <a:lnTo>
                  <a:pt x="1268455" y="0"/>
                </a:lnTo>
                <a:close/>
                <a:moveTo>
                  <a:pt x="927167" y="0"/>
                </a:moveTo>
                <a:lnTo>
                  <a:pt x="893038" y="0"/>
                </a:lnTo>
                <a:lnTo>
                  <a:pt x="893038" y="11376"/>
                </a:lnTo>
                <a:lnTo>
                  <a:pt x="927167" y="11376"/>
                </a:lnTo>
                <a:lnTo>
                  <a:pt x="927167" y="0"/>
                </a:lnTo>
                <a:close/>
                <a:moveTo>
                  <a:pt x="1200197" y="0"/>
                </a:moveTo>
                <a:lnTo>
                  <a:pt x="1166069" y="0"/>
                </a:lnTo>
                <a:lnTo>
                  <a:pt x="1166069" y="11376"/>
                </a:lnTo>
                <a:lnTo>
                  <a:pt x="1200197" y="11376"/>
                </a:lnTo>
                <a:lnTo>
                  <a:pt x="1200197" y="0"/>
                </a:lnTo>
                <a:close/>
                <a:moveTo>
                  <a:pt x="995424" y="0"/>
                </a:moveTo>
                <a:lnTo>
                  <a:pt x="961296" y="0"/>
                </a:lnTo>
                <a:lnTo>
                  <a:pt x="961296" y="11376"/>
                </a:lnTo>
                <a:lnTo>
                  <a:pt x="995424" y="11376"/>
                </a:lnTo>
                <a:lnTo>
                  <a:pt x="995424" y="0"/>
                </a:lnTo>
                <a:close/>
                <a:moveTo>
                  <a:pt x="1097811" y="0"/>
                </a:moveTo>
                <a:lnTo>
                  <a:pt x="1097811" y="11376"/>
                </a:lnTo>
                <a:lnTo>
                  <a:pt x="1131940" y="11376"/>
                </a:lnTo>
                <a:lnTo>
                  <a:pt x="1131940" y="0"/>
                </a:lnTo>
                <a:lnTo>
                  <a:pt x="1097811" y="0"/>
                </a:lnTo>
                <a:close/>
                <a:moveTo>
                  <a:pt x="1029553" y="0"/>
                </a:moveTo>
                <a:lnTo>
                  <a:pt x="1029553" y="11376"/>
                </a:lnTo>
                <a:lnTo>
                  <a:pt x="1063682" y="11376"/>
                </a:lnTo>
                <a:lnTo>
                  <a:pt x="1063682" y="0"/>
                </a:lnTo>
                <a:lnTo>
                  <a:pt x="1029553" y="0"/>
                </a:lnTo>
                <a:close/>
                <a:moveTo>
                  <a:pt x="1089165" y="1433411"/>
                </a:moveTo>
                <a:lnTo>
                  <a:pt x="1123294" y="1433411"/>
                </a:lnTo>
                <a:lnTo>
                  <a:pt x="1123294" y="1422035"/>
                </a:lnTo>
                <a:lnTo>
                  <a:pt x="1089165" y="1422035"/>
                </a:lnTo>
                <a:lnTo>
                  <a:pt x="1089165" y="1433411"/>
                </a:lnTo>
                <a:close/>
                <a:moveTo>
                  <a:pt x="1020907" y="1433411"/>
                </a:moveTo>
                <a:lnTo>
                  <a:pt x="1055036" y="1433411"/>
                </a:lnTo>
                <a:lnTo>
                  <a:pt x="1055036" y="1422035"/>
                </a:lnTo>
                <a:lnTo>
                  <a:pt x="1020907" y="1422035"/>
                </a:lnTo>
                <a:lnTo>
                  <a:pt x="1020907" y="1433411"/>
                </a:lnTo>
                <a:close/>
                <a:moveTo>
                  <a:pt x="1157423" y="1433411"/>
                </a:moveTo>
                <a:lnTo>
                  <a:pt x="1191551" y="1433411"/>
                </a:lnTo>
                <a:lnTo>
                  <a:pt x="1191551" y="1422035"/>
                </a:lnTo>
                <a:lnTo>
                  <a:pt x="1157423" y="1422035"/>
                </a:lnTo>
                <a:lnTo>
                  <a:pt x="1157423" y="1433411"/>
                </a:lnTo>
                <a:close/>
                <a:moveTo>
                  <a:pt x="952650" y="1433411"/>
                </a:moveTo>
                <a:lnTo>
                  <a:pt x="986778" y="1433411"/>
                </a:lnTo>
                <a:lnTo>
                  <a:pt x="986778" y="1422035"/>
                </a:lnTo>
                <a:lnTo>
                  <a:pt x="952650" y="1422035"/>
                </a:lnTo>
                <a:lnTo>
                  <a:pt x="952650" y="1433411"/>
                </a:lnTo>
                <a:close/>
                <a:moveTo>
                  <a:pt x="1225680" y="1433411"/>
                </a:moveTo>
                <a:lnTo>
                  <a:pt x="1259809" y="1433411"/>
                </a:lnTo>
                <a:lnTo>
                  <a:pt x="1259809" y="1422035"/>
                </a:lnTo>
                <a:lnTo>
                  <a:pt x="1225680" y="1422035"/>
                </a:lnTo>
                <a:lnTo>
                  <a:pt x="1225680" y="1433411"/>
                </a:lnTo>
                <a:close/>
                <a:moveTo>
                  <a:pt x="884392" y="1433411"/>
                </a:moveTo>
                <a:lnTo>
                  <a:pt x="918521" y="1433411"/>
                </a:lnTo>
                <a:lnTo>
                  <a:pt x="918521" y="1422035"/>
                </a:lnTo>
                <a:lnTo>
                  <a:pt x="884392" y="1422035"/>
                </a:lnTo>
                <a:lnTo>
                  <a:pt x="884392" y="1433411"/>
                </a:lnTo>
                <a:close/>
                <a:moveTo>
                  <a:pt x="1293938" y="1433411"/>
                </a:moveTo>
                <a:lnTo>
                  <a:pt x="1328067" y="1433411"/>
                </a:lnTo>
                <a:lnTo>
                  <a:pt x="1328067" y="1422035"/>
                </a:lnTo>
                <a:lnTo>
                  <a:pt x="1293938" y="1422035"/>
                </a:lnTo>
                <a:lnTo>
                  <a:pt x="1293938" y="1433411"/>
                </a:lnTo>
                <a:close/>
                <a:moveTo>
                  <a:pt x="850263" y="1433411"/>
                </a:moveTo>
                <a:lnTo>
                  <a:pt x="850263" y="1422035"/>
                </a:lnTo>
                <a:lnTo>
                  <a:pt x="816134" y="1422035"/>
                </a:lnTo>
                <a:lnTo>
                  <a:pt x="816134" y="1433411"/>
                </a:lnTo>
                <a:lnTo>
                  <a:pt x="850263" y="1433411"/>
                </a:lnTo>
                <a:close/>
                <a:moveTo>
                  <a:pt x="1396324" y="1433411"/>
                </a:moveTo>
                <a:lnTo>
                  <a:pt x="1396324" y="1422035"/>
                </a:lnTo>
                <a:lnTo>
                  <a:pt x="1362196" y="1422035"/>
                </a:lnTo>
                <a:lnTo>
                  <a:pt x="1362196" y="1433411"/>
                </a:lnTo>
                <a:lnTo>
                  <a:pt x="1396324" y="1433411"/>
                </a:lnTo>
                <a:close/>
                <a:moveTo>
                  <a:pt x="747877" y="1433411"/>
                </a:moveTo>
                <a:lnTo>
                  <a:pt x="782005" y="1433411"/>
                </a:lnTo>
                <a:lnTo>
                  <a:pt x="782005" y="1422035"/>
                </a:lnTo>
                <a:lnTo>
                  <a:pt x="747877" y="1422035"/>
                </a:lnTo>
                <a:lnTo>
                  <a:pt x="747877" y="1433411"/>
                </a:lnTo>
                <a:close/>
                <a:moveTo>
                  <a:pt x="1430453" y="1433411"/>
                </a:moveTo>
                <a:lnTo>
                  <a:pt x="1464582" y="1433411"/>
                </a:lnTo>
                <a:lnTo>
                  <a:pt x="1464582" y="1422035"/>
                </a:lnTo>
                <a:lnTo>
                  <a:pt x="1430453" y="1422035"/>
                </a:lnTo>
                <a:lnTo>
                  <a:pt x="1430453" y="1433411"/>
                </a:lnTo>
                <a:close/>
                <a:moveTo>
                  <a:pt x="679619" y="1433411"/>
                </a:moveTo>
                <a:lnTo>
                  <a:pt x="713748" y="1433411"/>
                </a:lnTo>
                <a:lnTo>
                  <a:pt x="713748" y="1422035"/>
                </a:lnTo>
                <a:lnTo>
                  <a:pt x="679619" y="1422035"/>
                </a:lnTo>
                <a:lnTo>
                  <a:pt x="679619" y="1433411"/>
                </a:lnTo>
                <a:close/>
                <a:moveTo>
                  <a:pt x="1498711" y="1433411"/>
                </a:moveTo>
                <a:lnTo>
                  <a:pt x="1532840" y="1433411"/>
                </a:lnTo>
                <a:lnTo>
                  <a:pt x="1532840" y="1422035"/>
                </a:lnTo>
                <a:lnTo>
                  <a:pt x="1498711" y="1422035"/>
                </a:lnTo>
                <a:lnTo>
                  <a:pt x="1498711" y="1433411"/>
                </a:lnTo>
                <a:close/>
                <a:moveTo>
                  <a:pt x="611361" y="1433411"/>
                </a:moveTo>
                <a:lnTo>
                  <a:pt x="645490" y="1433411"/>
                </a:lnTo>
                <a:lnTo>
                  <a:pt x="645490" y="1422035"/>
                </a:lnTo>
                <a:lnTo>
                  <a:pt x="611361" y="1422035"/>
                </a:lnTo>
                <a:lnTo>
                  <a:pt x="611361" y="1433411"/>
                </a:lnTo>
                <a:close/>
                <a:moveTo>
                  <a:pt x="1566969" y="1433411"/>
                </a:moveTo>
                <a:lnTo>
                  <a:pt x="1601097" y="1433411"/>
                </a:lnTo>
                <a:lnTo>
                  <a:pt x="1601097" y="1422035"/>
                </a:lnTo>
                <a:lnTo>
                  <a:pt x="1566969" y="1422035"/>
                </a:lnTo>
                <a:lnTo>
                  <a:pt x="1566969" y="1433411"/>
                </a:lnTo>
                <a:close/>
                <a:moveTo>
                  <a:pt x="543104" y="1433411"/>
                </a:moveTo>
                <a:lnTo>
                  <a:pt x="577232" y="1433411"/>
                </a:lnTo>
                <a:lnTo>
                  <a:pt x="577232" y="1422035"/>
                </a:lnTo>
                <a:lnTo>
                  <a:pt x="543104" y="1422035"/>
                </a:lnTo>
                <a:lnTo>
                  <a:pt x="543104" y="1433411"/>
                </a:lnTo>
                <a:close/>
                <a:moveTo>
                  <a:pt x="1669355" y="1433411"/>
                </a:moveTo>
                <a:lnTo>
                  <a:pt x="1669355" y="1422035"/>
                </a:lnTo>
                <a:lnTo>
                  <a:pt x="1635226" y="1422035"/>
                </a:lnTo>
                <a:lnTo>
                  <a:pt x="1635226" y="1433411"/>
                </a:lnTo>
                <a:lnTo>
                  <a:pt x="1669355" y="1433411"/>
                </a:lnTo>
                <a:close/>
                <a:moveTo>
                  <a:pt x="508975" y="1433411"/>
                </a:moveTo>
                <a:lnTo>
                  <a:pt x="508975" y="1422035"/>
                </a:lnTo>
                <a:lnTo>
                  <a:pt x="474846" y="1422035"/>
                </a:lnTo>
                <a:lnTo>
                  <a:pt x="474846" y="1433411"/>
                </a:lnTo>
                <a:lnTo>
                  <a:pt x="508975" y="1433411"/>
                </a:lnTo>
                <a:close/>
                <a:moveTo>
                  <a:pt x="2906639" y="0"/>
                </a:moveTo>
                <a:lnTo>
                  <a:pt x="2872510" y="0"/>
                </a:lnTo>
                <a:lnTo>
                  <a:pt x="2872510" y="11376"/>
                </a:lnTo>
                <a:lnTo>
                  <a:pt x="2906639" y="11376"/>
                </a:lnTo>
                <a:lnTo>
                  <a:pt x="2906639" y="0"/>
                </a:lnTo>
                <a:close/>
                <a:moveTo>
                  <a:pt x="1746259" y="0"/>
                </a:moveTo>
                <a:lnTo>
                  <a:pt x="1712130" y="0"/>
                </a:lnTo>
                <a:lnTo>
                  <a:pt x="1712130" y="11376"/>
                </a:lnTo>
                <a:lnTo>
                  <a:pt x="1746259" y="11376"/>
                </a:lnTo>
                <a:lnTo>
                  <a:pt x="1746259" y="0"/>
                </a:lnTo>
                <a:close/>
                <a:moveTo>
                  <a:pt x="2838381" y="0"/>
                </a:moveTo>
                <a:lnTo>
                  <a:pt x="2804253" y="0"/>
                </a:lnTo>
                <a:lnTo>
                  <a:pt x="2804253" y="11376"/>
                </a:lnTo>
                <a:lnTo>
                  <a:pt x="2838381" y="11376"/>
                </a:lnTo>
                <a:lnTo>
                  <a:pt x="2838381" y="0"/>
                </a:lnTo>
                <a:close/>
                <a:moveTo>
                  <a:pt x="1814516" y="0"/>
                </a:moveTo>
                <a:lnTo>
                  <a:pt x="1780388" y="0"/>
                </a:lnTo>
                <a:lnTo>
                  <a:pt x="1780388" y="11376"/>
                </a:lnTo>
                <a:lnTo>
                  <a:pt x="1814516" y="11376"/>
                </a:lnTo>
                <a:lnTo>
                  <a:pt x="1814516" y="0"/>
                </a:lnTo>
                <a:close/>
                <a:moveTo>
                  <a:pt x="2770124" y="0"/>
                </a:moveTo>
                <a:lnTo>
                  <a:pt x="2735995" y="0"/>
                </a:lnTo>
                <a:lnTo>
                  <a:pt x="2735995" y="11376"/>
                </a:lnTo>
                <a:lnTo>
                  <a:pt x="2770124" y="11376"/>
                </a:lnTo>
                <a:lnTo>
                  <a:pt x="2770124" y="0"/>
                </a:lnTo>
                <a:close/>
                <a:moveTo>
                  <a:pt x="1882774" y="0"/>
                </a:moveTo>
                <a:lnTo>
                  <a:pt x="1848645" y="0"/>
                </a:lnTo>
                <a:lnTo>
                  <a:pt x="1848645" y="11376"/>
                </a:lnTo>
                <a:lnTo>
                  <a:pt x="1882774" y="11376"/>
                </a:lnTo>
                <a:lnTo>
                  <a:pt x="1882774" y="0"/>
                </a:lnTo>
                <a:close/>
                <a:moveTo>
                  <a:pt x="2701866" y="0"/>
                </a:moveTo>
                <a:lnTo>
                  <a:pt x="2667737" y="0"/>
                </a:lnTo>
                <a:lnTo>
                  <a:pt x="2667737" y="11376"/>
                </a:lnTo>
                <a:lnTo>
                  <a:pt x="2701866" y="11376"/>
                </a:lnTo>
                <a:lnTo>
                  <a:pt x="2701866" y="0"/>
                </a:lnTo>
                <a:close/>
                <a:moveTo>
                  <a:pt x="1916903" y="0"/>
                </a:moveTo>
                <a:lnTo>
                  <a:pt x="1916903" y="11376"/>
                </a:lnTo>
                <a:lnTo>
                  <a:pt x="1951032" y="11376"/>
                </a:lnTo>
                <a:lnTo>
                  <a:pt x="1951032" y="0"/>
                </a:lnTo>
                <a:lnTo>
                  <a:pt x="1916903" y="0"/>
                </a:lnTo>
                <a:close/>
                <a:moveTo>
                  <a:pt x="2599480" y="0"/>
                </a:moveTo>
                <a:lnTo>
                  <a:pt x="2599480" y="11376"/>
                </a:lnTo>
                <a:lnTo>
                  <a:pt x="2633608" y="11376"/>
                </a:lnTo>
                <a:lnTo>
                  <a:pt x="2633608" y="0"/>
                </a:lnTo>
                <a:lnTo>
                  <a:pt x="2599480" y="0"/>
                </a:lnTo>
                <a:close/>
                <a:moveTo>
                  <a:pt x="2019289" y="0"/>
                </a:moveTo>
                <a:lnTo>
                  <a:pt x="1985161" y="0"/>
                </a:lnTo>
                <a:lnTo>
                  <a:pt x="1985161" y="11376"/>
                </a:lnTo>
                <a:lnTo>
                  <a:pt x="2019289" y="11376"/>
                </a:lnTo>
                <a:lnTo>
                  <a:pt x="2019289" y="0"/>
                </a:lnTo>
                <a:close/>
                <a:moveTo>
                  <a:pt x="2565351" y="0"/>
                </a:moveTo>
                <a:lnTo>
                  <a:pt x="2531222" y="0"/>
                </a:lnTo>
                <a:lnTo>
                  <a:pt x="2531222" y="11376"/>
                </a:lnTo>
                <a:lnTo>
                  <a:pt x="2565351" y="11376"/>
                </a:lnTo>
                <a:lnTo>
                  <a:pt x="2565351" y="0"/>
                </a:lnTo>
                <a:close/>
                <a:moveTo>
                  <a:pt x="2087547" y="0"/>
                </a:moveTo>
                <a:lnTo>
                  <a:pt x="2053418" y="0"/>
                </a:lnTo>
                <a:lnTo>
                  <a:pt x="2053418" y="11376"/>
                </a:lnTo>
                <a:lnTo>
                  <a:pt x="2087547" y="11376"/>
                </a:lnTo>
                <a:lnTo>
                  <a:pt x="2087547" y="0"/>
                </a:lnTo>
                <a:close/>
                <a:moveTo>
                  <a:pt x="2497093" y="0"/>
                </a:moveTo>
                <a:lnTo>
                  <a:pt x="2462964" y="0"/>
                </a:lnTo>
                <a:lnTo>
                  <a:pt x="2462964" y="11376"/>
                </a:lnTo>
                <a:lnTo>
                  <a:pt x="2497093" y="11376"/>
                </a:lnTo>
                <a:lnTo>
                  <a:pt x="2497093" y="0"/>
                </a:lnTo>
                <a:close/>
                <a:moveTo>
                  <a:pt x="2155805" y="0"/>
                </a:moveTo>
                <a:lnTo>
                  <a:pt x="2121676" y="0"/>
                </a:lnTo>
                <a:lnTo>
                  <a:pt x="2121676" y="11376"/>
                </a:lnTo>
                <a:lnTo>
                  <a:pt x="2155805" y="11376"/>
                </a:lnTo>
                <a:lnTo>
                  <a:pt x="2155805" y="0"/>
                </a:lnTo>
                <a:close/>
                <a:moveTo>
                  <a:pt x="2428835" y="0"/>
                </a:moveTo>
                <a:lnTo>
                  <a:pt x="2394707" y="0"/>
                </a:lnTo>
                <a:lnTo>
                  <a:pt x="2394707" y="11376"/>
                </a:lnTo>
                <a:lnTo>
                  <a:pt x="2428835" y="11376"/>
                </a:lnTo>
                <a:lnTo>
                  <a:pt x="2428835" y="0"/>
                </a:lnTo>
                <a:close/>
                <a:moveTo>
                  <a:pt x="2224062" y="0"/>
                </a:moveTo>
                <a:lnTo>
                  <a:pt x="2189934" y="0"/>
                </a:lnTo>
                <a:lnTo>
                  <a:pt x="2189934" y="11376"/>
                </a:lnTo>
                <a:lnTo>
                  <a:pt x="2224062" y="11376"/>
                </a:lnTo>
                <a:lnTo>
                  <a:pt x="2224062" y="0"/>
                </a:lnTo>
                <a:close/>
                <a:moveTo>
                  <a:pt x="2326449" y="0"/>
                </a:moveTo>
                <a:lnTo>
                  <a:pt x="2326449" y="11376"/>
                </a:lnTo>
                <a:lnTo>
                  <a:pt x="2360578" y="11376"/>
                </a:lnTo>
                <a:lnTo>
                  <a:pt x="2360578" y="0"/>
                </a:lnTo>
                <a:lnTo>
                  <a:pt x="2326449" y="0"/>
                </a:lnTo>
                <a:close/>
                <a:moveTo>
                  <a:pt x="2258191" y="0"/>
                </a:moveTo>
                <a:lnTo>
                  <a:pt x="2258191" y="11376"/>
                </a:lnTo>
                <a:lnTo>
                  <a:pt x="2292320" y="11376"/>
                </a:lnTo>
                <a:lnTo>
                  <a:pt x="2292320" y="0"/>
                </a:lnTo>
                <a:lnTo>
                  <a:pt x="2258191" y="0"/>
                </a:lnTo>
                <a:close/>
                <a:moveTo>
                  <a:pt x="2317803" y="1433411"/>
                </a:moveTo>
                <a:lnTo>
                  <a:pt x="2351932" y="1433411"/>
                </a:lnTo>
                <a:lnTo>
                  <a:pt x="2351932" y="1422035"/>
                </a:lnTo>
                <a:lnTo>
                  <a:pt x="2317803" y="1422035"/>
                </a:lnTo>
                <a:lnTo>
                  <a:pt x="2317803" y="1433411"/>
                </a:lnTo>
                <a:close/>
                <a:moveTo>
                  <a:pt x="2249545" y="1433411"/>
                </a:moveTo>
                <a:lnTo>
                  <a:pt x="2283674" y="1433411"/>
                </a:lnTo>
                <a:lnTo>
                  <a:pt x="2283674" y="1422035"/>
                </a:lnTo>
                <a:lnTo>
                  <a:pt x="2249545" y="1422035"/>
                </a:lnTo>
                <a:lnTo>
                  <a:pt x="2249545" y="1433411"/>
                </a:lnTo>
                <a:close/>
                <a:moveTo>
                  <a:pt x="2386061" y="1433411"/>
                </a:moveTo>
                <a:lnTo>
                  <a:pt x="2420189" y="1433411"/>
                </a:lnTo>
                <a:lnTo>
                  <a:pt x="2420189" y="1422035"/>
                </a:lnTo>
                <a:lnTo>
                  <a:pt x="2386061" y="1422035"/>
                </a:lnTo>
                <a:lnTo>
                  <a:pt x="2386061" y="1433411"/>
                </a:lnTo>
                <a:close/>
                <a:moveTo>
                  <a:pt x="2181288" y="1433411"/>
                </a:moveTo>
                <a:lnTo>
                  <a:pt x="2215416" y="1433411"/>
                </a:lnTo>
                <a:lnTo>
                  <a:pt x="2215416" y="1422035"/>
                </a:lnTo>
                <a:lnTo>
                  <a:pt x="2181288" y="1422035"/>
                </a:lnTo>
                <a:lnTo>
                  <a:pt x="2181288" y="1433411"/>
                </a:lnTo>
                <a:close/>
                <a:moveTo>
                  <a:pt x="2454318" y="1433411"/>
                </a:moveTo>
                <a:lnTo>
                  <a:pt x="2488447" y="1433411"/>
                </a:lnTo>
                <a:lnTo>
                  <a:pt x="2488447" y="1422035"/>
                </a:lnTo>
                <a:lnTo>
                  <a:pt x="2454318" y="1422035"/>
                </a:lnTo>
                <a:lnTo>
                  <a:pt x="2454318" y="1433411"/>
                </a:lnTo>
                <a:close/>
                <a:moveTo>
                  <a:pt x="2113030" y="1433411"/>
                </a:moveTo>
                <a:lnTo>
                  <a:pt x="2147159" y="1433411"/>
                </a:lnTo>
                <a:lnTo>
                  <a:pt x="2147159" y="1422035"/>
                </a:lnTo>
                <a:lnTo>
                  <a:pt x="2113030" y="1422035"/>
                </a:lnTo>
                <a:lnTo>
                  <a:pt x="2113030" y="1433411"/>
                </a:lnTo>
                <a:close/>
                <a:moveTo>
                  <a:pt x="2522576" y="1433411"/>
                </a:moveTo>
                <a:lnTo>
                  <a:pt x="2556705" y="1433411"/>
                </a:lnTo>
                <a:lnTo>
                  <a:pt x="2556705" y="1422035"/>
                </a:lnTo>
                <a:lnTo>
                  <a:pt x="2522576" y="1422035"/>
                </a:lnTo>
                <a:lnTo>
                  <a:pt x="2522576" y="1433411"/>
                </a:lnTo>
                <a:close/>
                <a:moveTo>
                  <a:pt x="2078901" y="1433411"/>
                </a:moveTo>
                <a:lnTo>
                  <a:pt x="2078901" y="1422035"/>
                </a:lnTo>
                <a:lnTo>
                  <a:pt x="2044772" y="1422035"/>
                </a:lnTo>
                <a:lnTo>
                  <a:pt x="2044772" y="1433411"/>
                </a:lnTo>
                <a:lnTo>
                  <a:pt x="2078901" y="1433411"/>
                </a:lnTo>
                <a:close/>
                <a:moveTo>
                  <a:pt x="2624962" y="1433411"/>
                </a:moveTo>
                <a:lnTo>
                  <a:pt x="2624962" y="1422035"/>
                </a:lnTo>
                <a:lnTo>
                  <a:pt x="2590834" y="1422035"/>
                </a:lnTo>
                <a:lnTo>
                  <a:pt x="2590834" y="1433411"/>
                </a:lnTo>
                <a:lnTo>
                  <a:pt x="2624962" y="1433411"/>
                </a:lnTo>
                <a:close/>
                <a:moveTo>
                  <a:pt x="1976515" y="1433411"/>
                </a:moveTo>
                <a:lnTo>
                  <a:pt x="2010643" y="1433411"/>
                </a:lnTo>
                <a:lnTo>
                  <a:pt x="2010643" y="1422035"/>
                </a:lnTo>
                <a:lnTo>
                  <a:pt x="1976515" y="1422035"/>
                </a:lnTo>
                <a:lnTo>
                  <a:pt x="1976515" y="1433411"/>
                </a:lnTo>
                <a:close/>
                <a:moveTo>
                  <a:pt x="2659091" y="1433411"/>
                </a:moveTo>
                <a:lnTo>
                  <a:pt x="2693220" y="1433411"/>
                </a:lnTo>
                <a:lnTo>
                  <a:pt x="2693220" y="1422035"/>
                </a:lnTo>
                <a:lnTo>
                  <a:pt x="2659091" y="1422035"/>
                </a:lnTo>
                <a:lnTo>
                  <a:pt x="2659091" y="1433411"/>
                </a:lnTo>
                <a:close/>
                <a:moveTo>
                  <a:pt x="1908257" y="1433411"/>
                </a:moveTo>
                <a:lnTo>
                  <a:pt x="1942386" y="1433411"/>
                </a:lnTo>
                <a:lnTo>
                  <a:pt x="1942386" y="1422035"/>
                </a:lnTo>
                <a:lnTo>
                  <a:pt x="1908257" y="1422035"/>
                </a:lnTo>
                <a:lnTo>
                  <a:pt x="1908257" y="1433411"/>
                </a:lnTo>
                <a:close/>
                <a:moveTo>
                  <a:pt x="2727349" y="1433411"/>
                </a:moveTo>
                <a:lnTo>
                  <a:pt x="2761478" y="1433411"/>
                </a:lnTo>
                <a:lnTo>
                  <a:pt x="2761478" y="1422035"/>
                </a:lnTo>
                <a:lnTo>
                  <a:pt x="2727349" y="1422035"/>
                </a:lnTo>
                <a:lnTo>
                  <a:pt x="2727349" y="1433411"/>
                </a:lnTo>
                <a:close/>
                <a:moveTo>
                  <a:pt x="1839999" y="1433411"/>
                </a:moveTo>
                <a:lnTo>
                  <a:pt x="1874128" y="1433411"/>
                </a:lnTo>
                <a:lnTo>
                  <a:pt x="1874128" y="1422035"/>
                </a:lnTo>
                <a:lnTo>
                  <a:pt x="1839999" y="1422035"/>
                </a:lnTo>
                <a:lnTo>
                  <a:pt x="1839999" y="1433411"/>
                </a:lnTo>
                <a:close/>
                <a:moveTo>
                  <a:pt x="2795607" y="1433411"/>
                </a:moveTo>
                <a:lnTo>
                  <a:pt x="2829735" y="1433411"/>
                </a:lnTo>
                <a:lnTo>
                  <a:pt x="2829735" y="1422035"/>
                </a:lnTo>
                <a:lnTo>
                  <a:pt x="2795607" y="1422035"/>
                </a:lnTo>
                <a:lnTo>
                  <a:pt x="2795607" y="1433411"/>
                </a:lnTo>
                <a:close/>
                <a:moveTo>
                  <a:pt x="1771742" y="1433411"/>
                </a:moveTo>
                <a:lnTo>
                  <a:pt x="1805870" y="1433411"/>
                </a:lnTo>
                <a:lnTo>
                  <a:pt x="1805870" y="1422035"/>
                </a:lnTo>
                <a:lnTo>
                  <a:pt x="1771742" y="1422035"/>
                </a:lnTo>
                <a:lnTo>
                  <a:pt x="1771742" y="1433411"/>
                </a:lnTo>
                <a:close/>
                <a:moveTo>
                  <a:pt x="2897993" y="1433411"/>
                </a:moveTo>
                <a:lnTo>
                  <a:pt x="2897993" y="1422035"/>
                </a:lnTo>
                <a:lnTo>
                  <a:pt x="2863864" y="1422035"/>
                </a:lnTo>
                <a:lnTo>
                  <a:pt x="2863864" y="1433411"/>
                </a:lnTo>
                <a:lnTo>
                  <a:pt x="2897993" y="1433411"/>
                </a:lnTo>
                <a:close/>
                <a:moveTo>
                  <a:pt x="1737613" y="1433411"/>
                </a:moveTo>
                <a:lnTo>
                  <a:pt x="1737613" y="1422035"/>
                </a:lnTo>
                <a:lnTo>
                  <a:pt x="1703484" y="1422035"/>
                </a:lnTo>
                <a:lnTo>
                  <a:pt x="1703484" y="1433411"/>
                </a:lnTo>
                <a:lnTo>
                  <a:pt x="1737613" y="1433411"/>
                </a:lnTo>
                <a:close/>
                <a:moveTo>
                  <a:pt x="2974897" y="0"/>
                </a:moveTo>
                <a:lnTo>
                  <a:pt x="2940768" y="0"/>
                </a:lnTo>
                <a:lnTo>
                  <a:pt x="2940768" y="11376"/>
                </a:lnTo>
                <a:lnTo>
                  <a:pt x="2974897" y="11376"/>
                </a:lnTo>
                <a:lnTo>
                  <a:pt x="2974897" y="0"/>
                </a:lnTo>
                <a:close/>
                <a:moveTo>
                  <a:pt x="3043154" y="0"/>
                </a:moveTo>
                <a:lnTo>
                  <a:pt x="3009026" y="0"/>
                </a:lnTo>
                <a:lnTo>
                  <a:pt x="3009026" y="11376"/>
                </a:lnTo>
                <a:lnTo>
                  <a:pt x="3043154" y="11376"/>
                </a:lnTo>
                <a:lnTo>
                  <a:pt x="3043154" y="0"/>
                </a:lnTo>
                <a:close/>
                <a:moveTo>
                  <a:pt x="3111412" y="0"/>
                </a:moveTo>
                <a:lnTo>
                  <a:pt x="3077283" y="0"/>
                </a:lnTo>
                <a:lnTo>
                  <a:pt x="3077283" y="11376"/>
                </a:lnTo>
                <a:lnTo>
                  <a:pt x="3111412" y="11376"/>
                </a:lnTo>
                <a:lnTo>
                  <a:pt x="3111412" y="0"/>
                </a:lnTo>
                <a:close/>
                <a:moveTo>
                  <a:pt x="3179670" y="0"/>
                </a:moveTo>
                <a:lnTo>
                  <a:pt x="3145541" y="0"/>
                </a:lnTo>
                <a:lnTo>
                  <a:pt x="3145541" y="11376"/>
                </a:lnTo>
                <a:lnTo>
                  <a:pt x="3179670" y="11376"/>
                </a:lnTo>
                <a:lnTo>
                  <a:pt x="3179670" y="0"/>
                </a:lnTo>
                <a:close/>
                <a:moveTo>
                  <a:pt x="3247927" y="0"/>
                </a:moveTo>
                <a:lnTo>
                  <a:pt x="3213799" y="0"/>
                </a:lnTo>
                <a:lnTo>
                  <a:pt x="3213799" y="11376"/>
                </a:lnTo>
                <a:lnTo>
                  <a:pt x="3247927" y="11376"/>
                </a:lnTo>
                <a:lnTo>
                  <a:pt x="3247927" y="0"/>
                </a:lnTo>
                <a:close/>
                <a:moveTo>
                  <a:pt x="3316185" y="0"/>
                </a:moveTo>
                <a:lnTo>
                  <a:pt x="3282056" y="0"/>
                </a:lnTo>
                <a:lnTo>
                  <a:pt x="3282056" y="11376"/>
                </a:lnTo>
                <a:lnTo>
                  <a:pt x="3316185" y="11376"/>
                </a:lnTo>
                <a:lnTo>
                  <a:pt x="3316185" y="0"/>
                </a:lnTo>
                <a:close/>
                <a:moveTo>
                  <a:pt x="3374432" y="21387"/>
                </a:moveTo>
                <a:lnTo>
                  <a:pt x="3374432" y="0"/>
                </a:lnTo>
                <a:lnTo>
                  <a:pt x="3350314" y="0"/>
                </a:lnTo>
                <a:lnTo>
                  <a:pt x="3350314" y="11376"/>
                </a:lnTo>
                <a:lnTo>
                  <a:pt x="3363055" y="11376"/>
                </a:lnTo>
                <a:lnTo>
                  <a:pt x="3363055" y="21387"/>
                </a:lnTo>
                <a:lnTo>
                  <a:pt x="3374432" y="21387"/>
                </a:lnTo>
                <a:close/>
                <a:moveTo>
                  <a:pt x="3374432" y="55516"/>
                </a:moveTo>
                <a:lnTo>
                  <a:pt x="3363055" y="55516"/>
                </a:lnTo>
                <a:lnTo>
                  <a:pt x="3363055" y="89645"/>
                </a:lnTo>
                <a:lnTo>
                  <a:pt x="3374432" y="89645"/>
                </a:lnTo>
                <a:lnTo>
                  <a:pt x="3374432" y="55516"/>
                </a:lnTo>
                <a:close/>
                <a:moveTo>
                  <a:pt x="3374432" y="157903"/>
                </a:moveTo>
                <a:lnTo>
                  <a:pt x="3374432" y="123774"/>
                </a:lnTo>
                <a:lnTo>
                  <a:pt x="3363055" y="123774"/>
                </a:lnTo>
                <a:lnTo>
                  <a:pt x="3363055" y="157903"/>
                </a:lnTo>
                <a:lnTo>
                  <a:pt x="3374432" y="157903"/>
                </a:lnTo>
                <a:close/>
                <a:moveTo>
                  <a:pt x="3374432" y="226160"/>
                </a:moveTo>
                <a:lnTo>
                  <a:pt x="3374432" y="192032"/>
                </a:lnTo>
                <a:lnTo>
                  <a:pt x="3363055" y="192032"/>
                </a:lnTo>
                <a:lnTo>
                  <a:pt x="3363055" y="226160"/>
                </a:lnTo>
                <a:lnTo>
                  <a:pt x="3374432" y="226160"/>
                </a:lnTo>
                <a:close/>
                <a:moveTo>
                  <a:pt x="3374432" y="294418"/>
                </a:moveTo>
                <a:lnTo>
                  <a:pt x="3374432" y="260289"/>
                </a:lnTo>
                <a:lnTo>
                  <a:pt x="3363055" y="260289"/>
                </a:lnTo>
                <a:lnTo>
                  <a:pt x="3363055" y="294418"/>
                </a:lnTo>
                <a:lnTo>
                  <a:pt x="3374432" y="294418"/>
                </a:lnTo>
                <a:close/>
                <a:moveTo>
                  <a:pt x="3374432" y="362676"/>
                </a:moveTo>
                <a:lnTo>
                  <a:pt x="3374432" y="328547"/>
                </a:lnTo>
                <a:lnTo>
                  <a:pt x="3363055" y="328547"/>
                </a:lnTo>
                <a:lnTo>
                  <a:pt x="3363055" y="362676"/>
                </a:lnTo>
                <a:lnTo>
                  <a:pt x="3374432" y="362676"/>
                </a:lnTo>
                <a:close/>
                <a:moveTo>
                  <a:pt x="3374432" y="430933"/>
                </a:moveTo>
                <a:lnTo>
                  <a:pt x="3374432" y="396805"/>
                </a:lnTo>
                <a:lnTo>
                  <a:pt x="3363055" y="396805"/>
                </a:lnTo>
                <a:lnTo>
                  <a:pt x="3363055" y="430933"/>
                </a:lnTo>
                <a:lnTo>
                  <a:pt x="3374432" y="430933"/>
                </a:lnTo>
                <a:close/>
                <a:moveTo>
                  <a:pt x="3374432" y="499191"/>
                </a:moveTo>
                <a:lnTo>
                  <a:pt x="3374432" y="465062"/>
                </a:lnTo>
                <a:lnTo>
                  <a:pt x="3363055" y="465062"/>
                </a:lnTo>
                <a:lnTo>
                  <a:pt x="3363055" y="499191"/>
                </a:lnTo>
                <a:lnTo>
                  <a:pt x="3374432" y="499191"/>
                </a:lnTo>
                <a:close/>
                <a:moveTo>
                  <a:pt x="3374432" y="567449"/>
                </a:moveTo>
                <a:lnTo>
                  <a:pt x="3374432" y="533320"/>
                </a:lnTo>
                <a:lnTo>
                  <a:pt x="3363055" y="533320"/>
                </a:lnTo>
                <a:lnTo>
                  <a:pt x="3363055" y="567449"/>
                </a:lnTo>
                <a:lnTo>
                  <a:pt x="3374432" y="567449"/>
                </a:lnTo>
                <a:close/>
                <a:moveTo>
                  <a:pt x="3374432" y="601578"/>
                </a:moveTo>
                <a:lnTo>
                  <a:pt x="3363055" y="601578"/>
                </a:lnTo>
                <a:lnTo>
                  <a:pt x="3363055" y="635706"/>
                </a:lnTo>
                <a:lnTo>
                  <a:pt x="3374432" y="635706"/>
                </a:lnTo>
                <a:lnTo>
                  <a:pt x="3374432" y="601578"/>
                </a:lnTo>
                <a:close/>
                <a:moveTo>
                  <a:pt x="3374432" y="669835"/>
                </a:moveTo>
                <a:lnTo>
                  <a:pt x="3363055" y="669835"/>
                </a:lnTo>
                <a:lnTo>
                  <a:pt x="3363055" y="703964"/>
                </a:lnTo>
                <a:lnTo>
                  <a:pt x="3374432" y="703964"/>
                </a:lnTo>
                <a:lnTo>
                  <a:pt x="3374432" y="669835"/>
                </a:lnTo>
                <a:close/>
                <a:moveTo>
                  <a:pt x="3374432" y="772222"/>
                </a:moveTo>
                <a:lnTo>
                  <a:pt x="3374432" y="738093"/>
                </a:lnTo>
                <a:lnTo>
                  <a:pt x="3363055" y="738093"/>
                </a:lnTo>
                <a:lnTo>
                  <a:pt x="3363055" y="772222"/>
                </a:lnTo>
                <a:lnTo>
                  <a:pt x="3374432" y="772222"/>
                </a:lnTo>
                <a:close/>
                <a:moveTo>
                  <a:pt x="3374432" y="840479"/>
                </a:moveTo>
                <a:lnTo>
                  <a:pt x="3374432" y="806351"/>
                </a:lnTo>
                <a:lnTo>
                  <a:pt x="3363055" y="806351"/>
                </a:lnTo>
                <a:lnTo>
                  <a:pt x="3363055" y="840479"/>
                </a:lnTo>
                <a:lnTo>
                  <a:pt x="3374432" y="840479"/>
                </a:lnTo>
                <a:close/>
                <a:moveTo>
                  <a:pt x="3374432" y="908737"/>
                </a:moveTo>
                <a:lnTo>
                  <a:pt x="3374432" y="874608"/>
                </a:lnTo>
                <a:lnTo>
                  <a:pt x="3363055" y="874608"/>
                </a:lnTo>
                <a:lnTo>
                  <a:pt x="3363055" y="908737"/>
                </a:lnTo>
                <a:lnTo>
                  <a:pt x="3374432" y="908737"/>
                </a:lnTo>
                <a:close/>
                <a:moveTo>
                  <a:pt x="3374432" y="976995"/>
                </a:moveTo>
                <a:lnTo>
                  <a:pt x="3374432" y="942866"/>
                </a:lnTo>
                <a:lnTo>
                  <a:pt x="3363055" y="942866"/>
                </a:lnTo>
                <a:lnTo>
                  <a:pt x="3363055" y="976995"/>
                </a:lnTo>
                <a:lnTo>
                  <a:pt x="3374432" y="976995"/>
                </a:lnTo>
                <a:close/>
                <a:moveTo>
                  <a:pt x="3374432" y="1045252"/>
                </a:moveTo>
                <a:lnTo>
                  <a:pt x="3374432" y="1011124"/>
                </a:lnTo>
                <a:lnTo>
                  <a:pt x="3363055" y="1011124"/>
                </a:lnTo>
                <a:lnTo>
                  <a:pt x="3363055" y="1045252"/>
                </a:lnTo>
                <a:lnTo>
                  <a:pt x="3374432" y="1045252"/>
                </a:lnTo>
                <a:close/>
                <a:moveTo>
                  <a:pt x="3374432" y="1113510"/>
                </a:moveTo>
                <a:lnTo>
                  <a:pt x="3374432" y="1079381"/>
                </a:lnTo>
                <a:lnTo>
                  <a:pt x="3363055" y="1079381"/>
                </a:lnTo>
                <a:lnTo>
                  <a:pt x="3363055" y="1113510"/>
                </a:lnTo>
                <a:lnTo>
                  <a:pt x="3374432" y="1113510"/>
                </a:lnTo>
                <a:close/>
                <a:moveTo>
                  <a:pt x="3374432" y="1181768"/>
                </a:moveTo>
                <a:lnTo>
                  <a:pt x="3374432" y="1147639"/>
                </a:lnTo>
                <a:lnTo>
                  <a:pt x="3363055" y="1147639"/>
                </a:lnTo>
                <a:lnTo>
                  <a:pt x="3363055" y="1181768"/>
                </a:lnTo>
                <a:lnTo>
                  <a:pt x="3374432" y="1181768"/>
                </a:lnTo>
                <a:close/>
                <a:moveTo>
                  <a:pt x="3374432" y="1215897"/>
                </a:moveTo>
                <a:lnTo>
                  <a:pt x="3363055" y="1215897"/>
                </a:lnTo>
                <a:lnTo>
                  <a:pt x="3363055" y="1250025"/>
                </a:lnTo>
                <a:lnTo>
                  <a:pt x="3374432" y="1250025"/>
                </a:lnTo>
                <a:lnTo>
                  <a:pt x="3374432" y="1215897"/>
                </a:lnTo>
                <a:close/>
                <a:moveTo>
                  <a:pt x="3374432" y="1284154"/>
                </a:moveTo>
                <a:lnTo>
                  <a:pt x="3363055" y="1284154"/>
                </a:lnTo>
                <a:lnTo>
                  <a:pt x="3363055" y="1318283"/>
                </a:lnTo>
                <a:lnTo>
                  <a:pt x="3374432" y="1318283"/>
                </a:lnTo>
                <a:lnTo>
                  <a:pt x="3374432" y="1284154"/>
                </a:lnTo>
                <a:close/>
                <a:moveTo>
                  <a:pt x="3374432" y="1386541"/>
                </a:moveTo>
                <a:lnTo>
                  <a:pt x="3374432" y="1352412"/>
                </a:lnTo>
                <a:lnTo>
                  <a:pt x="3363055" y="1352412"/>
                </a:lnTo>
                <a:lnTo>
                  <a:pt x="3363055" y="1386541"/>
                </a:lnTo>
                <a:lnTo>
                  <a:pt x="3374432" y="1386541"/>
                </a:lnTo>
                <a:close/>
                <a:moveTo>
                  <a:pt x="3341668" y="1422035"/>
                </a:moveTo>
                <a:lnTo>
                  <a:pt x="3341668" y="1433411"/>
                </a:lnTo>
                <a:lnTo>
                  <a:pt x="3374432" y="1433411"/>
                </a:lnTo>
                <a:lnTo>
                  <a:pt x="3374432" y="1420670"/>
                </a:lnTo>
                <a:lnTo>
                  <a:pt x="3363055" y="1420670"/>
                </a:lnTo>
                <a:lnTo>
                  <a:pt x="3363055" y="1422035"/>
                </a:lnTo>
                <a:lnTo>
                  <a:pt x="3341668" y="1422035"/>
                </a:lnTo>
                <a:close/>
                <a:moveTo>
                  <a:pt x="3273410" y="1433411"/>
                </a:moveTo>
                <a:lnTo>
                  <a:pt x="3307539" y="1433411"/>
                </a:lnTo>
                <a:lnTo>
                  <a:pt x="3307539" y="1422035"/>
                </a:lnTo>
                <a:lnTo>
                  <a:pt x="3273410" y="1422035"/>
                </a:lnTo>
                <a:lnTo>
                  <a:pt x="3273410" y="1433411"/>
                </a:lnTo>
                <a:close/>
                <a:moveTo>
                  <a:pt x="3205153" y="1433411"/>
                </a:moveTo>
                <a:lnTo>
                  <a:pt x="3239281" y="1433411"/>
                </a:lnTo>
                <a:lnTo>
                  <a:pt x="3239281" y="1422035"/>
                </a:lnTo>
                <a:lnTo>
                  <a:pt x="3205153" y="1422035"/>
                </a:lnTo>
                <a:lnTo>
                  <a:pt x="3205153" y="1433411"/>
                </a:lnTo>
                <a:close/>
                <a:moveTo>
                  <a:pt x="3136895" y="1433411"/>
                </a:moveTo>
                <a:lnTo>
                  <a:pt x="3171024" y="1433411"/>
                </a:lnTo>
                <a:lnTo>
                  <a:pt x="3171024" y="1422035"/>
                </a:lnTo>
                <a:lnTo>
                  <a:pt x="3136895" y="1422035"/>
                </a:lnTo>
                <a:lnTo>
                  <a:pt x="3136895" y="1433411"/>
                </a:lnTo>
                <a:close/>
                <a:moveTo>
                  <a:pt x="3068637" y="1433411"/>
                </a:moveTo>
                <a:lnTo>
                  <a:pt x="3102766" y="1433411"/>
                </a:lnTo>
                <a:lnTo>
                  <a:pt x="3102766" y="1422035"/>
                </a:lnTo>
                <a:lnTo>
                  <a:pt x="3068637" y="1422035"/>
                </a:lnTo>
                <a:lnTo>
                  <a:pt x="3068637" y="1433411"/>
                </a:lnTo>
                <a:close/>
                <a:moveTo>
                  <a:pt x="3034508" y="1433411"/>
                </a:moveTo>
                <a:lnTo>
                  <a:pt x="3034508" y="1422035"/>
                </a:lnTo>
                <a:lnTo>
                  <a:pt x="3000380" y="1422035"/>
                </a:lnTo>
                <a:lnTo>
                  <a:pt x="3000380" y="1433411"/>
                </a:lnTo>
                <a:lnTo>
                  <a:pt x="3034508" y="1433411"/>
                </a:lnTo>
                <a:close/>
                <a:moveTo>
                  <a:pt x="2966251" y="1433411"/>
                </a:moveTo>
                <a:lnTo>
                  <a:pt x="2966251" y="1422035"/>
                </a:lnTo>
                <a:lnTo>
                  <a:pt x="2932122" y="1422035"/>
                </a:lnTo>
                <a:lnTo>
                  <a:pt x="2932122" y="1433411"/>
                </a:lnTo>
                <a:lnTo>
                  <a:pt x="2966251" y="14334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3E1CF-E3D3-41EC-9FF5-81B2247E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1" y="1129392"/>
            <a:ext cx="3340303" cy="227526"/>
          </a:xfrm>
          <a:custGeom xmlns:a="http://schemas.openxmlformats.org/drawingml/2006/main">
            <a:pathLst>
              <a:path w="3340303" h="227526">
                <a:moveTo>
                  <a:pt x="0" y="0"/>
                </a:moveTo>
                <a:lnTo>
                  <a:pt x="3340303" y="0"/>
                </a:lnTo>
                <a:lnTo>
                  <a:pt x="3340303" y="227526"/>
                </a:lnTo>
                <a:lnTo>
                  <a:pt x="0" y="227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0C3C6-0B04-48C4-AD04-C9AF9BB1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933" y="1288660"/>
            <a:ext cx="3196734" cy="1376530"/>
          </a:xfrm>
          <a:custGeom xmlns:a="http://schemas.openxmlformats.org/drawingml/2006/main">
            <a:pathLst>
              <a:path w="3196734" h="1376530">
                <a:moveTo>
                  <a:pt x="176332" y="0"/>
                </a:moveTo>
                <a:lnTo>
                  <a:pt x="142203" y="0"/>
                </a:lnTo>
                <a:lnTo>
                  <a:pt x="142203" y="11376"/>
                </a:lnTo>
                <a:lnTo>
                  <a:pt x="176332" y="11376"/>
                </a:lnTo>
                <a:lnTo>
                  <a:pt x="176332" y="0"/>
                </a:lnTo>
                <a:close/>
                <a:moveTo>
                  <a:pt x="381105" y="0"/>
                </a:moveTo>
                <a:lnTo>
                  <a:pt x="346976" y="0"/>
                </a:lnTo>
                <a:lnTo>
                  <a:pt x="346976" y="11376"/>
                </a:lnTo>
                <a:lnTo>
                  <a:pt x="381105" y="11376"/>
                </a:lnTo>
                <a:lnTo>
                  <a:pt x="381105" y="0"/>
                </a:lnTo>
                <a:close/>
                <a:moveTo>
                  <a:pt x="108075" y="0"/>
                </a:moveTo>
                <a:lnTo>
                  <a:pt x="73946" y="0"/>
                </a:lnTo>
                <a:lnTo>
                  <a:pt x="73946" y="11376"/>
                </a:lnTo>
                <a:lnTo>
                  <a:pt x="108075" y="11376"/>
                </a:lnTo>
                <a:lnTo>
                  <a:pt x="108075" y="0"/>
                </a:lnTo>
                <a:close/>
                <a:moveTo>
                  <a:pt x="312848" y="0"/>
                </a:moveTo>
                <a:lnTo>
                  <a:pt x="278719" y="0"/>
                </a:lnTo>
                <a:lnTo>
                  <a:pt x="278719" y="11376"/>
                </a:lnTo>
                <a:lnTo>
                  <a:pt x="312848" y="11376"/>
                </a:lnTo>
                <a:lnTo>
                  <a:pt x="312848" y="0"/>
                </a:lnTo>
                <a:close/>
                <a:moveTo>
                  <a:pt x="244590" y="0"/>
                </a:moveTo>
                <a:lnTo>
                  <a:pt x="210461" y="0"/>
                </a:lnTo>
                <a:lnTo>
                  <a:pt x="210461" y="11376"/>
                </a:lnTo>
                <a:lnTo>
                  <a:pt x="244590" y="11376"/>
                </a:lnTo>
                <a:lnTo>
                  <a:pt x="244590" y="0"/>
                </a:lnTo>
                <a:close/>
                <a:moveTo>
                  <a:pt x="39817" y="11376"/>
                </a:moveTo>
                <a:lnTo>
                  <a:pt x="39817" y="0"/>
                </a:lnTo>
                <a:lnTo>
                  <a:pt x="0" y="0"/>
                </a:lnTo>
                <a:lnTo>
                  <a:pt x="0" y="28441"/>
                </a:lnTo>
                <a:lnTo>
                  <a:pt x="11376" y="28441"/>
                </a:lnTo>
                <a:lnTo>
                  <a:pt x="11376" y="11376"/>
                </a:lnTo>
                <a:lnTo>
                  <a:pt x="39817" y="11376"/>
                </a:lnTo>
                <a:close/>
                <a:moveTo>
                  <a:pt x="0" y="62570"/>
                </a:moveTo>
                <a:lnTo>
                  <a:pt x="0" y="96698"/>
                </a:lnTo>
                <a:lnTo>
                  <a:pt x="11376" y="96698"/>
                </a:lnTo>
                <a:lnTo>
                  <a:pt x="11376" y="62570"/>
                </a:lnTo>
                <a:lnTo>
                  <a:pt x="0" y="62570"/>
                </a:lnTo>
                <a:close/>
                <a:moveTo>
                  <a:pt x="0" y="130827"/>
                </a:moveTo>
                <a:lnTo>
                  <a:pt x="0" y="164956"/>
                </a:lnTo>
                <a:lnTo>
                  <a:pt x="11376" y="164956"/>
                </a:lnTo>
                <a:lnTo>
                  <a:pt x="11376" y="130827"/>
                </a:lnTo>
                <a:lnTo>
                  <a:pt x="0" y="130827"/>
                </a:lnTo>
                <a:close/>
                <a:moveTo>
                  <a:pt x="0" y="199085"/>
                </a:moveTo>
                <a:lnTo>
                  <a:pt x="0" y="233214"/>
                </a:lnTo>
                <a:lnTo>
                  <a:pt x="11376" y="233214"/>
                </a:lnTo>
                <a:lnTo>
                  <a:pt x="11376" y="199085"/>
                </a:lnTo>
                <a:lnTo>
                  <a:pt x="0" y="199085"/>
                </a:lnTo>
                <a:close/>
                <a:moveTo>
                  <a:pt x="0" y="267343"/>
                </a:moveTo>
                <a:lnTo>
                  <a:pt x="0" y="301471"/>
                </a:lnTo>
                <a:lnTo>
                  <a:pt x="11376" y="301471"/>
                </a:lnTo>
                <a:lnTo>
                  <a:pt x="11376" y="267343"/>
                </a:lnTo>
                <a:lnTo>
                  <a:pt x="0" y="267343"/>
                </a:lnTo>
                <a:close/>
                <a:moveTo>
                  <a:pt x="0" y="335600"/>
                </a:moveTo>
                <a:lnTo>
                  <a:pt x="0" y="369729"/>
                </a:lnTo>
                <a:lnTo>
                  <a:pt x="11376" y="369729"/>
                </a:lnTo>
                <a:lnTo>
                  <a:pt x="11376" y="335600"/>
                </a:lnTo>
                <a:lnTo>
                  <a:pt x="0" y="335600"/>
                </a:lnTo>
                <a:close/>
                <a:moveTo>
                  <a:pt x="0" y="403858"/>
                </a:moveTo>
                <a:lnTo>
                  <a:pt x="0" y="437987"/>
                </a:lnTo>
                <a:lnTo>
                  <a:pt x="11376" y="437987"/>
                </a:lnTo>
                <a:lnTo>
                  <a:pt x="11376" y="403858"/>
                </a:lnTo>
                <a:lnTo>
                  <a:pt x="0" y="403858"/>
                </a:lnTo>
                <a:close/>
                <a:moveTo>
                  <a:pt x="0" y="472116"/>
                </a:moveTo>
                <a:lnTo>
                  <a:pt x="0" y="506244"/>
                </a:lnTo>
                <a:lnTo>
                  <a:pt x="11376" y="506244"/>
                </a:lnTo>
                <a:lnTo>
                  <a:pt x="11376" y="472116"/>
                </a:lnTo>
                <a:lnTo>
                  <a:pt x="0" y="472116"/>
                </a:lnTo>
                <a:close/>
                <a:moveTo>
                  <a:pt x="0" y="540373"/>
                </a:moveTo>
                <a:lnTo>
                  <a:pt x="0" y="574502"/>
                </a:lnTo>
                <a:lnTo>
                  <a:pt x="11376" y="574502"/>
                </a:lnTo>
                <a:lnTo>
                  <a:pt x="11376" y="540373"/>
                </a:lnTo>
                <a:lnTo>
                  <a:pt x="0" y="540373"/>
                </a:lnTo>
                <a:close/>
                <a:moveTo>
                  <a:pt x="0" y="608631"/>
                </a:moveTo>
                <a:lnTo>
                  <a:pt x="0" y="642760"/>
                </a:lnTo>
                <a:lnTo>
                  <a:pt x="11376" y="642760"/>
                </a:lnTo>
                <a:lnTo>
                  <a:pt x="11376" y="608631"/>
                </a:lnTo>
                <a:lnTo>
                  <a:pt x="0" y="608631"/>
                </a:lnTo>
                <a:close/>
                <a:moveTo>
                  <a:pt x="0" y="676889"/>
                </a:moveTo>
                <a:lnTo>
                  <a:pt x="0" y="711017"/>
                </a:lnTo>
                <a:lnTo>
                  <a:pt x="11376" y="711017"/>
                </a:lnTo>
                <a:lnTo>
                  <a:pt x="11376" y="676889"/>
                </a:lnTo>
                <a:lnTo>
                  <a:pt x="0" y="676889"/>
                </a:lnTo>
                <a:close/>
                <a:moveTo>
                  <a:pt x="0" y="745146"/>
                </a:moveTo>
                <a:lnTo>
                  <a:pt x="0" y="779275"/>
                </a:lnTo>
                <a:lnTo>
                  <a:pt x="11376" y="779275"/>
                </a:lnTo>
                <a:lnTo>
                  <a:pt x="11376" y="745146"/>
                </a:lnTo>
                <a:lnTo>
                  <a:pt x="0" y="745146"/>
                </a:lnTo>
                <a:close/>
                <a:moveTo>
                  <a:pt x="0" y="813404"/>
                </a:moveTo>
                <a:lnTo>
                  <a:pt x="0" y="847533"/>
                </a:lnTo>
                <a:lnTo>
                  <a:pt x="11376" y="847533"/>
                </a:lnTo>
                <a:lnTo>
                  <a:pt x="11376" y="813404"/>
                </a:lnTo>
                <a:lnTo>
                  <a:pt x="0" y="813404"/>
                </a:lnTo>
                <a:close/>
                <a:moveTo>
                  <a:pt x="0" y="881662"/>
                </a:moveTo>
                <a:lnTo>
                  <a:pt x="0" y="915790"/>
                </a:lnTo>
                <a:lnTo>
                  <a:pt x="11376" y="915790"/>
                </a:lnTo>
                <a:lnTo>
                  <a:pt x="11376" y="881662"/>
                </a:lnTo>
                <a:lnTo>
                  <a:pt x="0" y="881662"/>
                </a:lnTo>
                <a:close/>
                <a:moveTo>
                  <a:pt x="0" y="949919"/>
                </a:moveTo>
                <a:lnTo>
                  <a:pt x="0" y="984048"/>
                </a:lnTo>
                <a:lnTo>
                  <a:pt x="11376" y="984048"/>
                </a:lnTo>
                <a:lnTo>
                  <a:pt x="11376" y="949919"/>
                </a:lnTo>
                <a:lnTo>
                  <a:pt x="0" y="949919"/>
                </a:lnTo>
                <a:close/>
                <a:moveTo>
                  <a:pt x="0" y="1018177"/>
                </a:moveTo>
                <a:lnTo>
                  <a:pt x="0" y="1052306"/>
                </a:lnTo>
                <a:lnTo>
                  <a:pt x="11376" y="1052306"/>
                </a:lnTo>
                <a:lnTo>
                  <a:pt x="11376" y="1018177"/>
                </a:lnTo>
                <a:lnTo>
                  <a:pt x="0" y="1018177"/>
                </a:lnTo>
                <a:close/>
                <a:moveTo>
                  <a:pt x="0" y="1086435"/>
                </a:moveTo>
                <a:lnTo>
                  <a:pt x="0" y="1120563"/>
                </a:lnTo>
                <a:lnTo>
                  <a:pt x="11376" y="1120563"/>
                </a:lnTo>
                <a:lnTo>
                  <a:pt x="11376" y="1086435"/>
                </a:lnTo>
                <a:lnTo>
                  <a:pt x="0" y="1086435"/>
                </a:lnTo>
                <a:close/>
                <a:moveTo>
                  <a:pt x="0" y="1154692"/>
                </a:moveTo>
                <a:lnTo>
                  <a:pt x="0" y="1188821"/>
                </a:lnTo>
                <a:lnTo>
                  <a:pt x="11376" y="1188821"/>
                </a:lnTo>
                <a:lnTo>
                  <a:pt x="11376" y="1154692"/>
                </a:lnTo>
                <a:lnTo>
                  <a:pt x="0" y="1154692"/>
                </a:lnTo>
                <a:close/>
                <a:moveTo>
                  <a:pt x="0" y="1222950"/>
                </a:moveTo>
                <a:lnTo>
                  <a:pt x="0" y="1257079"/>
                </a:lnTo>
                <a:lnTo>
                  <a:pt x="11376" y="1257079"/>
                </a:lnTo>
                <a:lnTo>
                  <a:pt x="11376" y="1222950"/>
                </a:lnTo>
                <a:lnTo>
                  <a:pt x="0" y="1222950"/>
                </a:lnTo>
                <a:close/>
                <a:moveTo>
                  <a:pt x="0" y="1291208"/>
                </a:moveTo>
                <a:lnTo>
                  <a:pt x="0" y="1325336"/>
                </a:lnTo>
                <a:lnTo>
                  <a:pt x="11376" y="1325336"/>
                </a:lnTo>
                <a:lnTo>
                  <a:pt x="11376" y="1291208"/>
                </a:lnTo>
                <a:lnTo>
                  <a:pt x="0" y="1291208"/>
                </a:lnTo>
                <a:close/>
                <a:moveTo>
                  <a:pt x="11376" y="1359465"/>
                </a:moveTo>
                <a:lnTo>
                  <a:pt x="0" y="1359465"/>
                </a:lnTo>
                <a:lnTo>
                  <a:pt x="0" y="1376530"/>
                </a:lnTo>
                <a:lnTo>
                  <a:pt x="28441" y="1376530"/>
                </a:lnTo>
                <a:lnTo>
                  <a:pt x="28441" y="1365153"/>
                </a:lnTo>
                <a:lnTo>
                  <a:pt x="11376" y="1365153"/>
                </a:lnTo>
                <a:lnTo>
                  <a:pt x="11376" y="1359465"/>
                </a:lnTo>
                <a:close/>
                <a:moveTo>
                  <a:pt x="130827" y="1376530"/>
                </a:moveTo>
                <a:lnTo>
                  <a:pt x="164956" y="1376530"/>
                </a:lnTo>
                <a:lnTo>
                  <a:pt x="164956" y="1365153"/>
                </a:lnTo>
                <a:lnTo>
                  <a:pt x="130827" y="1365153"/>
                </a:lnTo>
                <a:lnTo>
                  <a:pt x="130827" y="1376530"/>
                </a:lnTo>
                <a:close/>
                <a:moveTo>
                  <a:pt x="62570" y="1376530"/>
                </a:moveTo>
                <a:lnTo>
                  <a:pt x="96698" y="1376530"/>
                </a:lnTo>
                <a:lnTo>
                  <a:pt x="96698" y="1365153"/>
                </a:lnTo>
                <a:lnTo>
                  <a:pt x="62570" y="1365153"/>
                </a:lnTo>
                <a:lnTo>
                  <a:pt x="62570" y="1376530"/>
                </a:lnTo>
                <a:close/>
                <a:moveTo>
                  <a:pt x="199085" y="1376530"/>
                </a:moveTo>
                <a:lnTo>
                  <a:pt x="233214" y="1376530"/>
                </a:lnTo>
                <a:lnTo>
                  <a:pt x="233214" y="1365153"/>
                </a:lnTo>
                <a:lnTo>
                  <a:pt x="199085" y="1365153"/>
                </a:lnTo>
                <a:lnTo>
                  <a:pt x="199085" y="1376530"/>
                </a:lnTo>
                <a:close/>
                <a:moveTo>
                  <a:pt x="301471" y="1376530"/>
                </a:moveTo>
                <a:lnTo>
                  <a:pt x="301471" y="1365153"/>
                </a:lnTo>
                <a:lnTo>
                  <a:pt x="267343" y="1365153"/>
                </a:lnTo>
                <a:lnTo>
                  <a:pt x="267343" y="1376530"/>
                </a:lnTo>
                <a:lnTo>
                  <a:pt x="301471" y="1376530"/>
                </a:lnTo>
                <a:close/>
                <a:moveTo>
                  <a:pt x="369729" y="1376530"/>
                </a:moveTo>
                <a:lnTo>
                  <a:pt x="369729" y="1365153"/>
                </a:lnTo>
                <a:lnTo>
                  <a:pt x="335600" y="1365153"/>
                </a:lnTo>
                <a:lnTo>
                  <a:pt x="335600" y="1376530"/>
                </a:lnTo>
                <a:lnTo>
                  <a:pt x="369729" y="1376530"/>
                </a:lnTo>
                <a:close/>
                <a:moveTo>
                  <a:pt x="403858" y="1376530"/>
                </a:moveTo>
                <a:lnTo>
                  <a:pt x="437987" y="1376530"/>
                </a:lnTo>
                <a:lnTo>
                  <a:pt x="437987" y="1365153"/>
                </a:lnTo>
                <a:lnTo>
                  <a:pt x="403858" y="1365153"/>
                </a:lnTo>
                <a:lnTo>
                  <a:pt x="403858" y="1376530"/>
                </a:lnTo>
                <a:close/>
                <a:moveTo>
                  <a:pt x="449363" y="0"/>
                </a:moveTo>
                <a:lnTo>
                  <a:pt x="415234" y="0"/>
                </a:lnTo>
                <a:lnTo>
                  <a:pt x="415234" y="11376"/>
                </a:lnTo>
                <a:lnTo>
                  <a:pt x="449363" y="11376"/>
                </a:lnTo>
                <a:lnTo>
                  <a:pt x="449363" y="0"/>
                </a:lnTo>
                <a:close/>
                <a:moveTo>
                  <a:pt x="1541486" y="0"/>
                </a:moveTo>
                <a:lnTo>
                  <a:pt x="1507357" y="0"/>
                </a:lnTo>
                <a:lnTo>
                  <a:pt x="1507357" y="11376"/>
                </a:lnTo>
                <a:lnTo>
                  <a:pt x="1541486" y="11376"/>
                </a:lnTo>
                <a:lnTo>
                  <a:pt x="1541486" y="0"/>
                </a:lnTo>
                <a:close/>
                <a:moveTo>
                  <a:pt x="517621" y="0"/>
                </a:moveTo>
                <a:lnTo>
                  <a:pt x="483492" y="0"/>
                </a:lnTo>
                <a:lnTo>
                  <a:pt x="483492" y="11376"/>
                </a:lnTo>
                <a:lnTo>
                  <a:pt x="517621" y="11376"/>
                </a:lnTo>
                <a:lnTo>
                  <a:pt x="517621" y="0"/>
                </a:lnTo>
                <a:close/>
                <a:moveTo>
                  <a:pt x="1473228" y="0"/>
                </a:moveTo>
                <a:lnTo>
                  <a:pt x="1439099" y="0"/>
                </a:lnTo>
                <a:lnTo>
                  <a:pt x="1439099" y="11376"/>
                </a:lnTo>
                <a:lnTo>
                  <a:pt x="1473228" y="11376"/>
                </a:lnTo>
                <a:lnTo>
                  <a:pt x="1473228" y="0"/>
                </a:lnTo>
                <a:close/>
                <a:moveTo>
                  <a:pt x="585878" y="0"/>
                </a:moveTo>
                <a:lnTo>
                  <a:pt x="551749" y="0"/>
                </a:lnTo>
                <a:lnTo>
                  <a:pt x="551749" y="11376"/>
                </a:lnTo>
                <a:lnTo>
                  <a:pt x="585878" y="11376"/>
                </a:lnTo>
                <a:lnTo>
                  <a:pt x="585878" y="0"/>
                </a:lnTo>
                <a:close/>
                <a:moveTo>
                  <a:pt x="1404970" y="0"/>
                </a:moveTo>
                <a:lnTo>
                  <a:pt x="1370842" y="0"/>
                </a:lnTo>
                <a:lnTo>
                  <a:pt x="1370842" y="11376"/>
                </a:lnTo>
                <a:lnTo>
                  <a:pt x="1404970" y="11376"/>
                </a:lnTo>
                <a:lnTo>
                  <a:pt x="1404970" y="0"/>
                </a:lnTo>
                <a:close/>
                <a:moveTo>
                  <a:pt x="654136" y="0"/>
                </a:moveTo>
                <a:lnTo>
                  <a:pt x="620007" y="0"/>
                </a:lnTo>
                <a:lnTo>
                  <a:pt x="620007" y="11376"/>
                </a:lnTo>
                <a:lnTo>
                  <a:pt x="654136" y="11376"/>
                </a:lnTo>
                <a:lnTo>
                  <a:pt x="654136" y="0"/>
                </a:lnTo>
                <a:close/>
                <a:moveTo>
                  <a:pt x="1336713" y="0"/>
                </a:moveTo>
                <a:lnTo>
                  <a:pt x="1302584" y="0"/>
                </a:lnTo>
                <a:lnTo>
                  <a:pt x="1302584" y="11376"/>
                </a:lnTo>
                <a:lnTo>
                  <a:pt x="1336713" y="11376"/>
                </a:lnTo>
                <a:lnTo>
                  <a:pt x="1336713" y="0"/>
                </a:lnTo>
                <a:close/>
                <a:moveTo>
                  <a:pt x="722394" y="0"/>
                </a:moveTo>
                <a:lnTo>
                  <a:pt x="688265" y="0"/>
                </a:lnTo>
                <a:lnTo>
                  <a:pt x="688265" y="11376"/>
                </a:lnTo>
                <a:lnTo>
                  <a:pt x="722394" y="11376"/>
                </a:lnTo>
                <a:lnTo>
                  <a:pt x="722394" y="0"/>
                </a:lnTo>
                <a:close/>
                <a:moveTo>
                  <a:pt x="1268455" y="0"/>
                </a:moveTo>
                <a:lnTo>
                  <a:pt x="1234326" y="0"/>
                </a:lnTo>
                <a:lnTo>
                  <a:pt x="1234326" y="11376"/>
                </a:lnTo>
                <a:lnTo>
                  <a:pt x="1268455" y="11376"/>
                </a:lnTo>
                <a:lnTo>
                  <a:pt x="1268455" y="0"/>
                </a:lnTo>
                <a:close/>
                <a:moveTo>
                  <a:pt x="790651" y="0"/>
                </a:moveTo>
                <a:lnTo>
                  <a:pt x="756522" y="0"/>
                </a:lnTo>
                <a:lnTo>
                  <a:pt x="756522" y="11376"/>
                </a:lnTo>
                <a:lnTo>
                  <a:pt x="790651" y="11376"/>
                </a:lnTo>
                <a:lnTo>
                  <a:pt x="790651" y="0"/>
                </a:lnTo>
                <a:close/>
                <a:moveTo>
                  <a:pt x="1200197" y="0"/>
                </a:moveTo>
                <a:lnTo>
                  <a:pt x="1166069" y="0"/>
                </a:lnTo>
                <a:lnTo>
                  <a:pt x="1166069" y="11376"/>
                </a:lnTo>
                <a:lnTo>
                  <a:pt x="1200197" y="11376"/>
                </a:lnTo>
                <a:lnTo>
                  <a:pt x="1200197" y="0"/>
                </a:lnTo>
                <a:close/>
                <a:moveTo>
                  <a:pt x="858909" y="0"/>
                </a:moveTo>
                <a:lnTo>
                  <a:pt x="824780" y="0"/>
                </a:lnTo>
                <a:lnTo>
                  <a:pt x="824780" y="11376"/>
                </a:lnTo>
                <a:lnTo>
                  <a:pt x="858909" y="11376"/>
                </a:lnTo>
                <a:lnTo>
                  <a:pt x="858909" y="0"/>
                </a:lnTo>
                <a:close/>
                <a:moveTo>
                  <a:pt x="1131940" y="0"/>
                </a:moveTo>
                <a:lnTo>
                  <a:pt x="1097811" y="0"/>
                </a:lnTo>
                <a:lnTo>
                  <a:pt x="1097811" y="11376"/>
                </a:lnTo>
                <a:lnTo>
                  <a:pt x="1131940" y="11376"/>
                </a:lnTo>
                <a:lnTo>
                  <a:pt x="1131940" y="0"/>
                </a:lnTo>
                <a:close/>
                <a:moveTo>
                  <a:pt x="893038" y="0"/>
                </a:moveTo>
                <a:lnTo>
                  <a:pt x="893038" y="11376"/>
                </a:lnTo>
                <a:lnTo>
                  <a:pt x="927167" y="11376"/>
                </a:lnTo>
                <a:lnTo>
                  <a:pt x="927167" y="0"/>
                </a:lnTo>
                <a:lnTo>
                  <a:pt x="893038" y="0"/>
                </a:lnTo>
                <a:close/>
                <a:moveTo>
                  <a:pt x="1029553" y="0"/>
                </a:moveTo>
                <a:lnTo>
                  <a:pt x="1029553" y="11376"/>
                </a:lnTo>
                <a:lnTo>
                  <a:pt x="1063682" y="11376"/>
                </a:lnTo>
                <a:lnTo>
                  <a:pt x="1063682" y="0"/>
                </a:lnTo>
                <a:lnTo>
                  <a:pt x="1029553" y="0"/>
                </a:lnTo>
                <a:close/>
                <a:moveTo>
                  <a:pt x="995424" y="0"/>
                </a:moveTo>
                <a:lnTo>
                  <a:pt x="961296" y="0"/>
                </a:lnTo>
                <a:lnTo>
                  <a:pt x="961296" y="11376"/>
                </a:lnTo>
                <a:lnTo>
                  <a:pt x="995424" y="11376"/>
                </a:lnTo>
                <a:lnTo>
                  <a:pt x="995424" y="0"/>
                </a:lnTo>
                <a:close/>
                <a:moveTo>
                  <a:pt x="1018177" y="1376530"/>
                </a:moveTo>
                <a:lnTo>
                  <a:pt x="1052306" y="1376530"/>
                </a:lnTo>
                <a:lnTo>
                  <a:pt x="1052306" y="1365153"/>
                </a:lnTo>
                <a:lnTo>
                  <a:pt x="1018177" y="1365153"/>
                </a:lnTo>
                <a:lnTo>
                  <a:pt x="1018177" y="1376530"/>
                </a:lnTo>
                <a:close/>
                <a:moveTo>
                  <a:pt x="949919" y="1376530"/>
                </a:moveTo>
                <a:lnTo>
                  <a:pt x="984048" y="1376530"/>
                </a:lnTo>
                <a:lnTo>
                  <a:pt x="984048" y="1365153"/>
                </a:lnTo>
                <a:lnTo>
                  <a:pt x="949919" y="1365153"/>
                </a:lnTo>
                <a:lnTo>
                  <a:pt x="949919" y="1376530"/>
                </a:lnTo>
                <a:close/>
                <a:moveTo>
                  <a:pt x="1086435" y="1376530"/>
                </a:moveTo>
                <a:lnTo>
                  <a:pt x="1120563" y="1376530"/>
                </a:lnTo>
                <a:lnTo>
                  <a:pt x="1120563" y="1365153"/>
                </a:lnTo>
                <a:lnTo>
                  <a:pt x="1086435" y="1365153"/>
                </a:lnTo>
                <a:lnTo>
                  <a:pt x="1086435" y="1376530"/>
                </a:lnTo>
                <a:close/>
                <a:moveTo>
                  <a:pt x="881662" y="1376530"/>
                </a:moveTo>
                <a:lnTo>
                  <a:pt x="915790" y="1376530"/>
                </a:lnTo>
                <a:lnTo>
                  <a:pt x="915790" y="1365153"/>
                </a:lnTo>
                <a:lnTo>
                  <a:pt x="881662" y="1365153"/>
                </a:lnTo>
                <a:lnTo>
                  <a:pt x="881662" y="1376530"/>
                </a:lnTo>
                <a:close/>
                <a:moveTo>
                  <a:pt x="1154692" y="1376530"/>
                </a:moveTo>
                <a:lnTo>
                  <a:pt x="1188821" y="1376530"/>
                </a:lnTo>
                <a:lnTo>
                  <a:pt x="1188821" y="1365153"/>
                </a:lnTo>
                <a:lnTo>
                  <a:pt x="1154692" y="1365153"/>
                </a:lnTo>
                <a:lnTo>
                  <a:pt x="1154692" y="1376530"/>
                </a:lnTo>
                <a:close/>
                <a:moveTo>
                  <a:pt x="813404" y="1376530"/>
                </a:moveTo>
                <a:lnTo>
                  <a:pt x="847533" y="1376530"/>
                </a:lnTo>
                <a:lnTo>
                  <a:pt x="847533" y="1365153"/>
                </a:lnTo>
                <a:lnTo>
                  <a:pt x="813404" y="1365153"/>
                </a:lnTo>
                <a:lnTo>
                  <a:pt x="813404" y="1376530"/>
                </a:lnTo>
                <a:close/>
                <a:moveTo>
                  <a:pt x="1222950" y="1376530"/>
                </a:moveTo>
                <a:lnTo>
                  <a:pt x="1257079" y="1376530"/>
                </a:lnTo>
                <a:lnTo>
                  <a:pt x="1257079" y="1365153"/>
                </a:lnTo>
                <a:lnTo>
                  <a:pt x="1222950" y="1365153"/>
                </a:lnTo>
                <a:lnTo>
                  <a:pt x="1222950" y="1376530"/>
                </a:lnTo>
                <a:close/>
                <a:moveTo>
                  <a:pt x="745146" y="1376530"/>
                </a:moveTo>
                <a:lnTo>
                  <a:pt x="779275" y="1376530"/>
                </a:lnTo>
                <a:lnTo>
                  <a:pt x="779275" y="1365153"/>
                </a:lnTo>
                <a:lnTo>
                  <a:pt x="745146" y="1365153"/>
                </a:lnTo>
                <a:lnTo>
                  <a:pt x="745146" y="1376530"/>
                </a:lnTo>
                <a:close/>
                <a:moveTo>
                  <a:pt x="1291208" y="1376530"/>
                </a:moveTo>
                <a:lnTo>
                  <a:pt x="1325336" y="1376530"/>
                </a:lnTo>
                <a:lnTo>
                  <a:pt x="1325336" y="1365153"/>
                </a:lnTo>
                <a:lnTo>
                  <a:pt x="1291208" y="1365153"/>
                </a:lnTo>
                <a:lnTo>
                  <a:pt x="1291208" y="1376530"/>
                </a:lnTo>
                <a:close/>
                <a:moveTo>
                  <a:pt x="676889" y="1376530"/>
                </a:moveTo>
                <a:lnTo>
                  <a:pt x="711017" y="1376530"/>
                </a:lnTo>
                <a:lnTo>
                  <a:pt x="711017" y="1365153"/>
                </a:lnTo>
                <a:lnTo>
                  <a:pt x="676889" y="1365153"/>
                </a:lnTo>
                <a:lnTo>
                  <a:pt x="676889" y="1376530"/>
                </a:lnTo>
                <a:close/>
                <a:moveTo>
                  <a:pt x="1359465" y="1376530"/>
                </a:moveTo>
                <a:lnTo>
                  <a:pt x="1393594" y="1376530"/>
                </a:lnTo>
                <a:lnTo>
                  <a:pt x="1393594" y="1365153"/>
                </a:lnTo>
                <a:lnTo>
                  <a:pt x="1359465" y="1365153"/>
                </a:lnTo>
                <a:lnTo>
                  <a:pt x="1359465" y="1376530"/>
                </a:lnTo>
                <a:close/>
                <a:moveTo>
                  <a:pt x="608631" y="1376530"/>
                </a:moveTo>
                <a:lnTo>
                  <a:pt x="642760" y="1376530"/>
                </a:lnTo>
                <a:lnTo>
                  <a:pt x="642760" y="1365153"/>
                </a:lnTo>
                <a:lnTo>
                  <a:pt x="608631" y="1365153"/>
                </a:lnTo>
                <a:lnTo>
                  <a:pt x="608631" y="1376530"/>
                </a:lnTo>
                <a:close/>
                <a:moveTo>
                  <a:pt x="1427723" y="1376530"/>
                </a:moveTo>
                <a:lnTo>
                  <a:pt x="1461852" y="1376530"/>
                </a:lnTo>
                <a:lnTo>
                  <a:pt x="1461852" y="1365153"/>
                </a:lnTo>
                <a:lnTo>
                  <a:pt x="1427723" y="1365153"/>
                </a:lnTo>
                <a:lnTo>
                  <a:pt x="1427723" y="1376530"/>
                </a:lnTo>
                <a:close/>
                <a:moveTo>
                  <a:pt x="540373" y="1376530"/>
                </a:moveTo>
                <a:lnTo>
                  <a:pt x="574502" y="1376530"/>
                </a:lnTo>
                <a:lnTo>
                  <a:pt x="574502" y="1365153"/>
                </a:lnTo>
                <a:lnTo>
                  <a:pt x="540373" y="1365153"/>
                </a:lnTo>
                <a:lnTo>
                  <a:pt x="540373" y="1376530"/>
                </a:lnTo>
                <a:close/>
                <a:moveTo>
                  <a:pt x="1530109" y="1376530"/>
                </a:moveTo>
                <a:lnTo>
                  <a:pt x="1530109" y="1365153"/>
                </a:lnTo>
                <a:lnTo>
                  <a:pt x="1495981" y="1365153"/>
                </a:lnTo>
                <a:lnTo>
                  <a:pt x="1495981" y="1376530"/>
                </a:lnTo>
                <a:lnTo>
                  <a:pt x="1530109" y="1376530"/>
                </a:lnTo>
                <a:close/>
                <a:moveTo>
                  <a:pt x="506244" y="1376530"/>
                </a:moveTo>
                <a:lnTo>
                  <a:pt x="506244" y="1365153"/>
                </a:lnTo>
                <a:lnTo>
                  <a:pt x="472116" y="1365153"/>
                </a:lnTo>
                <a:lnTo>
                  <a:pt x="472116" y="1376530"/>
                </a:lnTo>
                <a:lnTo>
                  <a:pt x="506244" y="1376530"/>
                </a:lnTo>
                <a:close/>
                <a:moveTo>
                  <a:pt x="1564238" y="1376530"/>
                </a:moveTo>
                <a:lnTo>
                  <a:pt x="1598367" y="1376530"/>
                </a:lnTo>
                <a:lnTo>
                  <a:pt x="1598367" y="1365153"/>
                </a:lnTo>
                <a:lnTo>
                  <a:pt x="1564238" y="1365153"/>
                </a:lnTo>
                <a:lnTo>
                  <a:pt x="1564238" y="1376530"/>
                </a:lnTo>
                <a:close/>
                <a:moveTo>
                  <a:pt x="1609743" y="0"/>
                </a:moveTo>
                <a:lnTo>
                  <a:pt x="1575615" y="0"/>
                </a:lnTo>
                <a:lnTo>
                  <a:pt x="1575615" y="11376"/>
                </a:lnTo>
                <a:lnTo>
                  <a:pt x="1609743" y="11376"/>
                </a:lnTo>
                <a:lnTo>
                  <a:pt x="1609743" y="0"/>
                </a:lnTo>
                <a:close/>
                <a:moveTo>
                  <a:pt x="2701866" y="0"/>
                </a:moveTo>
                <a:lnTo>
                  <a:pt x="2667737" y="0"/>
                </a:lnTo>
                <a:lnTo>
                  <a:pt x="2667737" y="11376"/>
                </a:lnTo>
                <a:lnTo>
                  <a:pt x="2701866" y="11376"/>
                </a:lnTo>
                <a:lnTo>
                  <a:pt x="2701866" y="0"/>
                </a:lnTo>
                <a:close/>
                <a:moveTo>
                  <a:pt x="1678001" y="0"/>
                </a:moveTo>
                <a:lnTo>
                  <a:pt x="1643872" y="0"/>
                </a:lnTo>
                <a:lnTo>
                  <a:pt x="1643872" y="11376"/>
                </a:lnTo>
                <a:lnTo>
                  <a:pt x="1678001" y="11376"/>
                </a:lnTo>
                <a:lnTo>
                  <a:pt x="1678001" y="0"/>
                </a:lnTo>
                <a:close/>
                <a:moveTo>
                  <a:pt x="2633608" y="0"/>
                </a:moveTo>
                <a:lnTo>
                  <a:pt x="2599480" y="0"/>
                </a:lnTo>
                <a:lnTo>
                  <a:pt x="2599480" y="11376"/>
                </a:lnTo>
                <a:lnTo>
                  <a:pt x="2633608" y="11376"/>
                </a:lnTo>
                <a:lnTo>
                  <a:pt x="2633608" y="0"/>
                </a:lnTo>
                <a:close/>
                <a:moveTo>
                  <a:pt x="1746259" y="0"/>
                </a:moveTo>
                <a:lnTo>
                  <a:pt x="1712130" y="0"/>
                </a:lnTo>
                <a:lnTo>
                  <a:pt x="1712130" y="11376"/>
                </a:lnTo>
                <a:lnTo>
                  <a:pt x="1746259" y="11376"/>
                </a:lnTo>
                <a:lnTo>
                  <a:pt x="1746259" y="0"/>
                </a:lnTo>
                <a:close/>
                <a:moveTo>
                  <a:pt x="2565351" y="0"/>
                </a:moveTo>
                <a:lnTo>
                  <a:pt x="2531222" y="0"/>
                </a:lnTo>
                <a:lnTo>
                  <a:pt x="2531222" y="11376"/>
                </a:lnTo>
                <a:lnTo>
                  <a:pt x="2565351" y="11376"/>
                </a:lnTo>
                <a:lnTo>
                  <a:pt x="2565351" y="0"/>
                </a:lnTo>
                <a:close/>
                <a:moveTo>
                  <a:pt x="1814516" y="0"/>
                </a:moveTo>
                <a:lnTo>
                  <a:pt x="1780388" y="0"/>
                </a:lnTo>
                <a:lnTo>
                  <a:pt x="1780388" y="11376"/>
                </a:lnTo>
                <a:lnTo>
                  <a:pt x="1814516" y="11376"/>
                </a:lnTo>
                <a:lnTo>
                  <a:pt x="1814516" y="0"/>
                </a:lnTo>
                <a:close/>
                <a:moveTo>
                  <a:pt x="2497093" y="0"/>
                </a:moveTo>
                <a:lnTo>
                  <a:pt x="2462964" y="0"/>
                </a:lnTo>
                <a:lnTo>
                  <a:pt x="2462964" y="11376"/>
                </a:lnTo>
                <a:lnTo>
                  <a:pt x="2497093" y="11376"/>
                </a:lnTo>
                <a:lnTo>
                  <a:pt x="2497093" y="0"/>
                </a:lnTo>
                <a:close/>
                <a:moveTo>
                  <a:pt x="1882774" y="0"/>
                </a:moveTo>
                <a:lnTo>
                  <a:pt x="1848645" y="0"/>
                </a:lnTo>
                <a:lnTo>
                  <a:pt x="1848645" y="11376"/>
                </a:lnTo>
                <a:lnTo>
                  <a:pt x="1882774" y="11376"/>
                </a:lnTo>
                <a:lnTo>
                  <a:pt x="1882774" y="0"/>
                </a:lnTo>
                <a:close/>
                <a:moveTo>
                  <a:pt x="2428835" y="0"/>
                </a:moveTo>
                <a:lnTo>
                  <a:pt x="2394707" y="0"/>
                </a:lnTo>
                <a:lnTo>
                  <a:pt x="2394707" y="11376"/>
                </a:lnTo>
                <a:lnTo>
                  <a:pt x="2428835" y="11376"/>
                </a:lnTo>
                <a:lnTo>
                  <a:pt x="2428835" y="0"/>
                </a:lnTo>
                <a:close/>
                <a:moveTo>
                  <a:pt x="1951032" y="0"/>
                </a:moveTo>
                <a:lnTo>
                  <a:pt x="1916903" y="0"/>
                </a:lnTo>
                <a:lnTo>
                  <a:pt x="1916903" y="11376"/>
                </a:lnTo>
                <a:lnTo>
                  <a:pt x="1951032" y="11376"/>
                </a:lnTo>
                <a:lnTo>
                  <a:pt x="1951032" y="0"/>
                </a:lnTo>
                <a:close/>
                <a:moveTo>
                  <a:pt x="2360578" y="0"/>
                </a:moveTo>
                <a:lnTo>
                  <a:pt x="2326449" y="0"/>
                </a:lnTo>
                <a:lnTo>
                  <a:pt x="2326449" y="11376"/>
                </a:lnTo>
                <a:lnTo>
                  <a:pt x="2360578" y="11376"/>
                </a:lnTo>
                <a:lnTo>
                  <a:pt x="2360578" y="0"/>
                </a:lnTo>
                <a:close/>
                <a:moveTo>
                  <a:pt x="2019289" y="0"/>
                </a:moveTo>
                <a:lnTo>
                  <a:pt x="1985161" y="0"/>
                </a:lnTo>
                <a:lnTo>
                  <a:pt x="1985161" y="11376"/>
                </a:lnTo>
                <a:lnTo>
                  <a:pt x="2019289" y="11376"/>
                </a:lnTo>
                <a:lnTo>
                  <a:pt x="2019289" y="0"/>
                </a:lnTo>
                <a:close/>
                <a:moveTo>
                  <a:pt x="2292320" y="0"/>
                </a:moveTo>
                <a:lnTo>
                  <a:pt x="2258191" y="0"/>
                </a:lnTo>
                <a:lnTo>
                  <a:pt x="2258191" y="11376"/>
                </a:lnTo>
                <a:lnTo>
                  <a:pt x="2292320" y="11376"/>
                </a:lnTo>
                <a:lnTo>
                  <a:pt x="2292320" y="0"/>
                </a:lnTo>
                <a:close/>
                <a:moveTo>
                  <a:pt x="2053418" y="0"/>
                </a:moveTo>
                <a:lnTo>
                  <a:pt x="2053418" y="11376"/>
                </a:lnTo>
                <a:lnTo>
                  <a:pt x="2087547" y="11376"/>
                </a:lnTo>
                <a:lnTo>
                  <a:pt x="2087547" y="0"/>
                </a:lnTo>
                <a:lnTo>
                  <a:pt x="2053418" y="0"/>
                </a:lnTo>
                <a:close/>
                <a:moveTo>
                  <a:pt x="2189934" y="0"/>
                </a:moveTo>
                <a:lnTo>
                  <a:pt x="2189934" y="11376"/>
                </a:lnTo>
                <a:lnTo>
                  <a:pt x="2224062" y="11376"/>
                </a:lnTo>
                <a:lnTo>
                  <a:pt x="2224062" y="0"/>
                </a:lnTo>
                <a:lnTo>
                  <a:pt x="2189934" y="0"/>
                </a:lnTo>
                <a:close/>
                <a:moveTo>
                  <a:pt x="2155805" y="0"/>
                </a:moveTo>
                <a:lnTo>
                  <a:pt x="2121676" y="0"/>
                </a:lnTo>
                <a:lnTo>
                  <a:pt x="2121676" y="11376"/>
                </a:lnTo>
                <a:lnTo>
                  <a:pt x="2155805" y="11376"/>
                </a:lnTo>
                <a:lnTo>
                  <a:pt x="2155805" y="0"/>
                </a:lnTo>
                <a:close/>
                <a:moveTo>
                  <a:pt x="2178557" y="1376530"/>
                </a:moveTo>
                <a:lnTo>
                  <a:pt x="2212686" y="1376530"/>
                </a:lnTo>
                <a:lnTo>
                  <a:pt x="2212686" y="1365153"/>
                </a:lnTo>
                <a:lnTo>
                  <a:pt x="2178557" y="1365153"/>
                </a:lnTo>
                <a:lnTo>
                  <a:pt x="2178557" y="1376530"/>
                </a:lnTo>
                <a:close/>
                <a:moveTo>
                  <a:pt x="2110300" y="1376530"/>
                </a:moveTo>
                <a:lnTo>
                  <a:pt x="2144428" y="1376530"/>
                </a:lnTo>
                <a:lnTo>
                  <a:pt x="2144428" y="1365153"/>
                </a:lnTo>
                <a:lnTo>
                  <a:pt x="2110300" y="1365153"/>
                </a:lnTo>
                <a:lnTo>
                  <a:pt x="2110300" y="1376530"/>
                </a:lnTo>
                <a:close/>
                <a:moveTo>
                  <a:pt x="2246815" y="1376530"/>
                </a:moveTo>
                <a:lnTo>
                  <a:pt x="2280944" y="1376530"/>
                </a:lnTo>
                <a:lnTo>
                  <a:pt x="2280944" y="1365153"/>
                </a:lnTo>
                <a:lnTo>
                  <a:pt x="2246815" y="1365153"/>
                </a:lnTo>
                <a:lnTo>
                  <a:pt x="2246815" y="1376530"/>
                </a:lnTo>
                <a:close/>
                <a:moveTo>
                  <a:pt x="2042042" y="1376530"/>
                </a:moveTo>
                <a:lnTo>
                  <a:pt x="2076171" y="1376530"/>
                </a:lnTo>
                <a:lnTo>
                  <a:pt x="2076171" y="1365153"/>
                </a:lnTo>
                <a:lnTo>
                  <a:pt x="2042042" y="1365153"/>
                </a:lnTo>
                <a:lnTo>
                  <a:pt x="2042042" y="1376530"/>
                </a:lnTo>
                <a:close/>
                <a:moveTo>
                  <a:pt x="2315073" y="1376530"/>
                </a:moveTo>
                <a:lnTo>
                  <a:pt x="2349201" y="1376530"/>
                </a:lnTo>
                <a:lnTo>
                  <a:pt x="2349201" y="1365153"/>
                </a:lnTo>
                <a:lnTo>
                  <a:pt x="2315073" y="1365153"/>
                </a:lnTo>
                <a:lnTo>
                  <a:pt x="2315073" y="1376530"/>
                </a:lnTo>
                <a:close/>
                <a:moveTo>
                  <a:pt x="1973784" y="1376530"/>
                </a:moveTo>
                <a:lnTo>
                  <a:pt x="2007913" y="1376530"/>
                </a:lnTo>
                <a:lnTo>
                  <a:pt x="2007913" y="1365153"/>
                </a:lnTo>
                <a:lnTo>
                  <a:pt x="1973784" y="1365153"/>
                </a:lnTo>
                <a:lnTo>
                  <a:pt x="1973784" y="1376530"/>
                </a:lnTo>
                <a:close/>
                <a:moveTo>
                  <a:pt x="2383330" y="1376530"/>
                </a:moveTo>
                <a:lnTo>
                  <a:pt x="2417459" y="1376530"/>
                </a:lnTo>
                <a:lnTo>
                  <a:pt x="2417459" y="1365153"/>
                </a:lnTo>
                <a:lnTo>
                  <a:pt x="2383330" y="1365153"/>
                </a:lnTo>
                <a:lnTo>
                  <a:pt x="2383330" y="1376530"/>
                </a:lnTo>
                <a:close/>
                <a:moveTo>
                  <a:pt x="1905527" y="1376530"/>
                </a:moveTo>
                <a:lnTo>
                  <a:pt x="1939655" y="1376530"/>
                </a:lnTo>
                <a:lnTo>
                  <a:pt x="1939655" y="1365153"/>
                </a:lnTo>
                <a:lnTo>
                  <a:pt x="1905527" y="1365153"/>
                </a:lnTo>
                <a:lnTo>
                  <a:pt x="1905527" y="1376530"/>
                </a:lnTo>
                <a:close/>
                <a:moveTo>
                  <a:pt x="2451588" y="1376530"/>
                </a:moveTo>
                <a:lnTo>
                  <a:pt x="2485717" y="1376530"/>
                </a:lnTo>
                <a:lnTo>
                  <a:pt x="2485717" y="1365153"/>
                </a:lnTo>
                <a:lnTo>
                  <a:pt x="2451588" y="1365153"/>
                </a:lnTo>
                <a:lnTo>
                  <a:pt x="2451588" y="1376530"/>
                </a:lnTo>
                <a:close/>
                <a:moveTo>
                  <a:pt x="1837269" y="1376530"/>
                </a:moveTo>
                <a:lnTo>
                  <a:pt x="1871398" y="1376530"/>
                </a:lnTo>
                <a:lnTo>
                  <a:pt x="1871398" y="1365153"/>
                </a:lnTo>
                <a:lnTo>
                  <a:pt x="1837269" y="1365153"/>
                </a:lnTo>
                <a:lnTo>
                  <a:pt x="1837269" y="1376530"/>
                </a:lnTo>
                <a:close/>
                <a:moveTo>
                  <a:pt x="2519846" y="1376530"/>
                </a:moveTo>
                <a:lnTo>
                  <a:pt x="2553974" y="1376530"/>
                </a:lnTo>
                <a:lnTo>
                  <a:pt x="2553974" y="1365153"/>
                </a:lnTo>
                <a:lnTo>
                  <a:pt x="2519846" y="1365153"/>
                </a:lnTo>
                <a:lnTo>
                  <a:pt x="2519846" y="1376530"/>
                </a:lnTo>
                <a:close/>
                <a:moveTo>
                  <a:pt x="1769011" y="1376530"/>
                </a:moveTo>
                <a:lnTo>
                  <a:pt x="1803140" y="1376530"/>
                </a:lnTo>
                <a:lnTo>
                  <a:pt x="1803140" y="1365153"/>
                </a:lnTo>
                <a:lnTo>
                  <a:pt x="1769011" y="1365153"/>
                </a:lnTo>
                <a:lnTo>
                  <a:pt x="1769011" y="1376530"/>
                </a:lnTo>
                <a:close/>
                <a:moveTo>
                  <a:pt x="2588103" y="1376530"/>
                </a:moveTo>
                <a:lnTo>
                  <a:pt x="2622232" y="1376530"/>
                </a:lnTo>
                <a:lnTo>
                  <a:pt x="2622232" y="1365153"/>
                </a:lnTo>
                <a:lnTo>
                  <a:pt x="2588103" y="1365153"/>
                </a:lnTo>
                <a:lnTo>
                  <a:pt x="2588103" y="1376530"/>
                </a:lnTo>
                <a:close/>
                <a:moveTo>
                  <a:pt x="1700754" y="1376530"/>
                </a:moveTo>
                <a:lnTo>
                  <a:pt x="1734882" y="1376530"/>
                </a:lnTo>
                <a:lnTo>
                  <a:pt x="1734882" y="1365153"/>
                </a:lnTo>
                <a:lnTo>
                  <a:pt x="1700754" y="1365153"/>
                </a:lnTo>
                <a:lnTo>
                  <a:pt x="1700754" y="1376530"/>
                </a:lnTo>
                <a:close/>
                <a:moveTo>
                  <a:pt x="2690490" y="1376530"/>
                </a:moveTo>
                <a:lnTo>
                  <a:pt x="2690490" y="1365153"/>
                </a:lnTo>
                <a:lnTo>
                  <a:pt x="2656361" y="1365153"/>
                </a:lnTo>
                <a:lnTo>
                  <a:pt x="2656361" y="1376530"/>
                </a:lnTo>
                <a:lnTo>
                  <a:pt x="2690490" y="1376530"/>
                </a:lnTo>
                <a:close/>
                <a:moveTo>
                  <a:pt x="1666625" y="1376530"/>
                </a:moveTo>
                <a:lnTo>
                  <a:pt x="1666625" y="1365153"/>
                </a:lnTo>
                <a:lnTo>
                  <a:pt x="1632496" y="1365153"/>
                </a:lnTo>
                <a:lnTo>
                  <a:pt x="1632496" y="1376530"/>
                </a:lnTo>
                <a:lnTo>
                  <a:pt x="1666625" y="1376530"/>
                </a:lnTo>
                <a:close/>
                <a:moveTo>
                  <a:pt x="2724619" y="1376530"/>
                </a:moveTo>
                <a:lnTo>
                  <a:pt x="2758747" y="1376530"/>
                </a:lnTo>
                <a:lnTo>
                  <a:pt x="2758747" y="1365153"/>
                </a:lnTo>
                <a:lnTo>
                  <a:pt x="2724619" y="1365153"/>
                </a:lnTo>
                <a:lnTo>
                  <a:pt x="2724619" y="1376530"/>
                </a:lnTo>
                <a:close/>
                <a:moveTo>
                  <a:pt x="3043154" y="0"/>
                </a:moveTo>
                <a:lnTo>
                  <a:pt x="3009026" y="0"/>
                </a:lnTo>
                <a:lnTo>
                  <a:pt x="3009026" y="11376"/>
                </a:lnTo>
                <a:lnTo>
                  <a:pt x="3043154" y="11376"/>
                </a:lnTo>
                <a:lnTo>
                  <a:pt x="3043154" y="0"/>
                </a:lnTo>
                <a:close/>
                <a:moveTo>
                  <a:pt x="2770124" y="0"/>
                </a:moveTo>
                <a:lnTo>
                  <a:pt x="2735995" y="0"/>
                </a:lnTo>
                <a:lnTo>
                  <a:pt x="2735995" y="11376"/>
                </a:lnTo>
                <a:lnTo>
                  <a:pt x="2770124" y="11376"/>
                </a:lnTo>
                <a:lnTo>
                  <a:pt x="2770124" y="0"/>
                </a:lnTo>
                <a:close/>
                <a:moveTo>
                  <a:pt x="2838381" y="0"/>
                </a:moveTo>
                <a:lnTo>
                  <a:pt x="2804253" y="0"/>
                </a:lnTo>
                <a:lnTo>
                  <a:pt x="2804253" y="11376"/>
                </a:lnTo>
                <a:lnTo>
                  <a:pt x="2838381" y="11376"/>
                </a:lnTo>
                <a:lnTo>
                  <a:pt x="2838381" y="0"/>
                </a:lnTo>
                <a:close/>
                <a:moveTo>
                  <a:pt x="3179670" y="0"/>
                </a:moveTo>
                <a:lnTo>
                  <a:pt x="3145541" y="0"/>
                </a:lnTo>
                <a:lnTo>
                  <a:pt x="3145541" y="11376"/>
                </a:lnTo>
                <a:lnTo>
                  <a:pt x="3179670" y="11376"/>
                </a:lnTo>
                <a:lnTo>
                  <a:pt x="3179670" y="0"/>
                </a:lnTo>
                <a:close/>
                <a:moveTo>
                  <a:pt x="2906639" y="0"/>
                </a:moveTo>
                <a:lnTo>
                  <a:pt x="2872510" y="0"/>
                </a:lnTo>
                <a:lnTo>
                  <a:pt x="2872510" y="11376"/>
                </a:lnTo>
                <a:lnTo>
                  <a:pt x="2906639" y="11376"/>
                </a:lnTo>
                <a:lnTo>
                  <a:pt x="2906639" y="0"/>
                </a:lnTo>
                <a:close/>
                <a:moveTo>
                  <a:pt x="3111412" y="0"/>
                </a:moveTo>
                <a:lnTo>
                  <a:pt x="3077283" y="0"/>
                </a:lnTo>
                <a:lnTo>
                  <a:pt x="3077283" y="11376"/>
                </a:lnTo>
                <a:lnTo>
                  <a:pt x="3111412" y="11376"/>
                </a:lnTo>
                <a:lnTo>
                  <a:pt x="3111412" y="0"/>
                </a:lnTo>
                <a:close/>
                <a:moveTo>
                  <a:pt x="2974897" y="0"/>
                </a:moveTo>
                <a:lnTo>
                  <a:pt x="2940768" y="0"/>
                </a:lnTo>
                <a:lnTo>
                  <a:pt x="2940768" y="11376"/>
                </a:lnTo>
                <a:lnTo>
                  <a:pt x="2974897" y="11376"/>
                </a:lnTo>
                <a:lnTo>
                  <a:pt x="2974897" y="0"/>
                </a:lnTo>
                <a:close/>
                <a:moveTo>
                  <a:pt x="3196734" y="62570"/>
                </a:moveTo>
                <a:lnTo>
                  <a:pt x="3196734" y="28441"/>
                </a:lnTo>
                <a:lnTo>
                  <a:pt x="3185358" y="28441"/>
                </a:lnTo>
                <a:lnTo>
                  <a:pt x="3185358" y="62570"/>
                </a:lnTo>
                <a:lnTo>
                  <a:pt x="3196734" y="62570"/>
                </a:lnTo>
                <a:close/>
                <a:moveTo>
                  <a:pt x="3196734" y="130827"/>
                </a:moveTo>
                <a:lnTo>
                  <a:pt x="3196734" y="96698"/>
                </a:lnTo>
                <a:lnTo>
                  <a:pt x="3185358" y="96698"/>
                </a:lnTo>
                <a:lnTo>
                  <a:pt x="3185358" y="130827"/>
                </a:lnTo>
                <a:lnTo>
                  <a:pt x="3196734" y="130827"/>
                </a:lnTo>
                <a:close/>
                <a:moveTo>
                  <a:pt x="3196734" y="199085"/>
                </a:moveTo>
                <a:lnTo>
                  <a:pt x="3196734" y="164956"/>
                </a:lnTo>
                <a:lnTo>
                  <a:pt x="3185358" y="164956"/>
                </a:lnTo>
                <a:lnTo>
                  <a:pt x="3185358" y="199085"/>
                </a:lnTo>
                <a:lnTo>
                  <a:pt x="3196734" y="199085"/>
                </a:lnTo>
                <a:close/>
                <a:moveTo>
                  <a:pt x="3196734" y="267343"/>
                </a:moveTo>
                <a:lnTo>
                  <a:pt x="3196734" y="233214"/>
                </a:lnTo>
                <a:lnTo>
                  <a:pt x="3185358" y="233214"/>
                </a:lnTo>
                <a:lnTo>
                  <a:pt x="3185358" y="267343"/>
                </a:lnTo>
                <a:lnTo>
                  <a:pt x="3196734" y="267343"/>
                </a:lnTo>
                <a:close/>
                <a:moveTo>
                  <a:pt x="3196734" y="335600"/>
                </a:moveTo>
                <a:lnTo>
                  <a:pt x="3196734" y="301471"/>
                </a:lnTo>
                <a:lnTo>
                  <a:pt x="3185358" y="301471"/>
                </a:lnTo>
                <a:lnTo>
                  <a:pt x="3185358" y="335600"/>
                </a:lnTo>
                <a:lnTo>
                  <a:pt x="3196734" y="335600"/>
                </a:lnTo>
                <a:close/>
                <a:moveTo>
                  <a:pt x="3196734" y="403858"/>
                </a:moveTo>
                <a:lnTo>
                  <a:pt x="3196734" y="369729"/>
                </a:lnTo>
                <a:lnTo>
                  <a:pt x="3185358" y="369729"/>
                </a:lnTo>
                <a:lnTo>
                  <a:pt x="3185358" y="403858"/>
                </a:lnTo>
                <a:lnTo>
                  <a:pt x="3196734" y="403858"/>
                </a:lnTo>
                <a:close/>
                <a:moveTo>
                  <a:pt x="3196734" y="472116"/>
                </a:moveTo>
                <a:lnTo>
                  <a:pt x="3196734" y="437987"/>
                </a:lnTo>
                <a:lnTo>
                  <a:pt x="3185358" y="437987"/>
                </a:lnTo>
                <a:lnTo>
                  <a:pt x="3185358" y="472116"/>
                </a:lnTo>
                <a:lnTo>
                  <a:pt x="3196734" y="472116"/>
                </a:lnTo>
                <a:close/>
                <a:moveTo>
                  <a:pt x="3196734" y="506244"/>
                </a:moveTo>
                <a:lnTo>
                  <a:pt x="3185358" y="506244"/>
                </a:lnTo>
                <a:lnTo>
                  <a:pt x="3185358" y="540373"/>
                </a:lnTo>
                <a:lnTo>
                  <a:pt x="3196734" y="540373"/>
                </a:lnTo>
                <a:lnTo>
                  <a:pt x="3196734" y="506244"/>
                </a:lnTo>
                <a:close/>
                <a:moveTo>
                  <a:pt x="3196734" y="574502"/>
                </a:moveTo>
                <a:lnTo>
                  <a:pt x="3185358" y="574502"/>
                </a:lnTo>
                <a:lnTo>
                  <a:pt x="3185358" y="608631"/>
                </a:lnTo>
                <a:lnTo>
                  <a:pt x="3196734" y="608631"/>
                </a:lnTo>
                <a:lnTo>
                  <a:pt x="3196734" y="574502"/>
                </a:lnTo>
                <a:close/>
                <a:moveTo>
                  <a:pt x="3196734" y="676889"/>
                </a:moveTo>
                <a:lnTo>
                  <a:pt x="3196734" y="642760"/>
                </a:lnTo>
                <a:lnTo>
                  <a:pt x="3185358" y="642760"/>
                </a:lnTo>
                <a:lnTo>
                  <a:pt x="3185358" y="676889"/>
                </a:lnTo>
                <a:lnTo>
                  <a:pt x="3196734" y="676889"/>
                </a:lnTo>
                <a:close/>
                <a:moveTo>
                  <a:pt x="3196734" y="745146"/>
                </a:moveTo>
                <a:lnTo>
                  <a:pt x="3196734" y="711017"/>
                </a:lnTo>
                <a:lnTo>
                  <a:pt x="3185358" y="711017"/>
                </a:lnTo>
                <a:lnTo>
                  <a:pt x="3185358" y="745146"/>
                </a:lnTo>
                <a:lnTo>
                  <a:pt x="3196734" y="745146"/>
                </a:lnTo>
                <a:close/>
                <a:moveTo>
                  <a:pt x="3196734" y="813404"/>
                </a:moveTo>
                <a:lnTo>
                  <a:pt x="3196734" y="779275"/>
                </a:lnTo>
                <a:lnTo>
                  <a:pt x="3185358" y="779275"/>
                </a:lnTo>
                <a:lnTo>
                  <a:pt x="3185358" y="813404"/>
                </a:lnTo>
                <a:lnTo>
                  <a:pt x="3196734" y="813404"/>
                </a:lnTo>
                <a:close/>
                <a:moveTo>
                  <a:pt x="3196734" y="881662"/>
                </a:moveTo>
                <a:lnTo>
                  <a:pt x="3196734" y="847533"/>
                </a:lnTo>
                <a:lnTo>
                  <a:pt x="3185358" y="847533"/>
                </a:lnTo>
                <a:lnTo>
                  <a:pt x="3185358" y="881662"/>
                </a:lnTo>
                <a:lnTo>
                  <a:pt x="3196734" y="881662"/>
                </a:lnTo>
                <a:close/>
                <a:moveTo>
                  <a:pt x="3196734" y="949919"/>
                </a:moveTo>
                <a:lnTo>
                  <a:pt x="3196734" y="915790"/>
                </a:lnTo>
                <a:lnTo>
                  <a:pt x="3185358" y="915790"/>
                </a:lnTo>
                <a:lnTo>
                  <a:pt x="3185358" y="949919"/>
                </a:lnTo>
                <a:lnTo>
                  <a:pt x="3196734" y="949919"/>
                </a:lnTo>
                <a:close/>
                <a:moveTo>
                  <a:pt x="3196734" y="1018177"/>
                </a:moveTo>
                <a:lnTo>
                  <a:pt x="3196734" y="984048"/>
                </a:lnTo>
                <a:lnTo>
                  <a:pt x="3185358" y="984048"/>
                </a:lnTo>
                <a:lnTo>
                  <a:pt x="3185358" y="1018177"/>
                </a:lnTo>
                <a:lnTo>
                  <a:pt x="3196734" y="1018177"/>
                </a:lnTo>
                <a:close/>
                <a:moveTo>
                  <a:pt x="3196734" y="1086435"/>
                </a:moveTo>
                <a:lnTo>
                  <a:pt x="3196734" y="1052306"/>
                </a:lnTo>
                <a:lnTo>
                  <a:pt x="3185358" y="1052306"/>
                </a:lnTo>
                <a:lnTo>
                  <a:pt x="3185358" y="1086435"/>
                </a:lnTo>
                <a:lnTo>
                  <a:pt x="3196734" y="1086435"/>
                </a:lnTo>
                <a:close/>
                <a:moveTo>
                  <a:pt x="3196734" y="1154692"/>
                </a:moveTo>
                <a:lnTo>
                  <a:pt x="3196734" y="1120563"/>
                </a:lnTo>
                <a:lnTo>
                  <a:pt x="3185358" y="1120563"/>
                </a:lnTo>
                <a:lnTo>
                  <a:pt x="3185358" y="1154692"/>
                </a:lnTo>
                <a:lnTo>
                  <a:pt x="3196734" y="1154692"/>
                </a:lnTo>
                <a:close/>
                <a:moveTo>
                  <a:pt x="3196734" y="1222950"/>
                </a:moveTo>
                <a:lnTo>
                  <a:pt x="3196734" y="1188821"/>
                </a:lnTo>
                <a:lnTo>
                  <a:pt x="3185358" y="1188821"/>
                </a:lnTo>
                <a:lnTo>
                  <a:pt x="3185358" y="1222950"/>
                </a:lnTo>
                <a:lnTo>
                  <a:pt x="3196734" y="1222950"/>
                </a:lnTo>
                <a:close/>
                <a:moveTo>
                  <a:pt x="3196734" y="1291208"/>
                </a:moveTo>
                <a:lnTo>
                  <a:pt x="3196734" y="1257079"/>
                </a:lnTo>
                <a:lnTo>
                  <a:pt x="3185358" y="1257079"/>
                </a:lnTo>
                <a:lnTo>
                  <a:pt x="3185358" y="1291208"/>
                </a:lnTo>
                <a:lnTo>
                  <a:pt x="3196734" y="1291208"/>
                </a:lnTo>
                <a:close/>
                <a:moveTo>
                  <a:pt x="3196734" y="1359465"/>
                </a:moveTo>
                <a:lnTo>
                  <a:pt x="3196734" y="1325336"/>
                </a:lnTo>
                <a:lnTo>
                  <a:pt x="3185358" y="1325336"/>
                </a:lnTo>
                <a:lnTo>
                  <a:pt x="3185358" y="1359465"/>
                </a:lnTo>
                <a:lnTo>
                  <a:pt x="3196734" y="1359465"/>
                </a:lnTo>
                <a:close/>
                <a:moveTo>
                  <a:pt x="2792876" y="1376530"/>
                </a:moveTo>
                <a:lnTo>
                  <a:pt x="2827005" y="1376530"/>
                </a:lnTo>
                <a:lnTo>
                  <a:pt x="2827005" y="1365153"/>
                </a:lnTo>
                <a:lnTo>
                  <a:pt x="2792876" y="1365153"/>
                </a:lnTo>
                <a:lnTo>
                  <a:pt x="2792876" y="1376530"/>
                </a:lnTo>
                <a:close/>
                <a:moveTo>
                  <a:pt x="2861134" y="1376530"/>
                </a:moveTo>
                <a:lnTo>
                  <a:pt x="2895263" y="1376530"/>
                </a:lnTo>
                <a:lnTo>
                  <a:pt x="2895263" y="1365153"/>
                </a:lnTo>
                <a:lnTo>
                  <a:pt x="2861134" y="1365153"/>
                </a:lnTo>
                <a:lnTo>
                  <a:pt x="2861134" y="1376530"/>
                </a:lnTo>
                <a:close/>
                <a:moveTo>
                  <a:pt x="3134165" y="1376530"/>
                </a:moveTo>
                <a:lnTo>
                  <a:pt x="3168293" y="1376530"/>
                </a:lnTo>
                <a:lnTo>
                  <a:pt x="3168293" y="1365153"/>
                </a:lnTo>
                <a:lnTo>
                  <a:pt x="3134165" y="1365153"/>
                </a:lnTo>
                <a:lnTo>
                  <a:pt x="3134165" y="1376530"/>
                </a:lnTo>
                <a:close/>
                <a:moveTo>
                  <a:pt x="2929392" y="1376530"/>
                </a:moveTo>
                <a:lnTo>
                  <a:pt x="2963520" y="1376530"/>
                </a:lnTo>
                <a:lnTo>
                  <a:pt x="2963520" y="1365153"/>
                </a:lnTo>
                <a:lnTo>
                  <a:pt x="2929392" y="1365153"/>
                </a:lnTo>
                <a:lnTo>
                  <a:pt x="2929392" y="1376530"/>
                </a:lnTo>
                <a:close/>
                <a:moveTo>
                  <a:pt x="3100036" y="1376530"/>
                </a:moveTo>
                <a:lnTo>
                  <a:pt x="3100036" y="1365153"/>
                </a:lnTo>
                <a:lnTo>
                  <a:pt x="3065907" y="1365153"/>
                </a:lnTo>
                <a:lnTo>
                  <a:pt x="3065907" y="1376530"/>
                </a:lnTo>
                <a:lnTo>
                  <a:pt x="3100036" y="1376530"/>
                </a:lnTo>
                <a:close/>
                <a:moveTo>
                  <a:pt x="3031778" y="1376530"/>
                </a:moveTo>
                <a:lnTo>
                  <a:pt x="3031778" y="1365153"/>
                </a:lnTo>
                <a:lnTo>
                  <a:pt x="2997649" y="1365153"/>
                </a:lnTo>
                <a:lnTo>
                  <a:pt x="2997649" y="1376530"/>
                </a:lnTo>
                <a:lnTo>
                  <a:pt x="3031778" y="13765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97c8407914ed0"/>
          <a:stretch xmlns:a="http://schemas.openxmlformats.org/drawingml/2006/main"/>
        </p:blipFill>
        <p:spPr>
          <a:xfrm xmlns:a="http://schemas.openxmlformats.org/drawingml/2006/main">
            <a:off x="2693034" y="1686829"/>
            <a:ext cx="398170" cy="398170"/>
          </a:xfrm>
          <a:prstGeom xmlns:a="http://schemas.openxmlformats.org/drawingml/2006/main" prst="rect">
            <a:avLst/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627a8ff2b4ccb"/>
          <a:stretch xmlns:a="http://schemas.openxmlformats.org/drawingml/2006/main"/>
        </p:blipFill>
        <p:spPr>
          <a:xfrm xmlns:a="http://schemas.openxmlformats.org/drawingml/2006/main">
            <a:off x="1362010" y="3086112"/>
            <a:ext cx="364041" cy="364041"/>
          </a:xfrm>
          <a:prstGeom xmlns:a="http://schemas.openxmlformats.org/drawingml/2006/main" prst="rect">
            <a:avLst/>
          </a:prstGeom>
        </p:spPr>
      </p:pic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909dd0f2a46f4"/>
          <a:stretch xmlns:a="http://schemas.openxmlformats.org/drawingml/2006/main"/>
        </p:blipFill>
        <p:spPr>
          <a:xfrm xmlns:a="http://schemas.openxmlformats.org/drawingml/2006/main">
            <a:off x="5929585" y="3080424"/>
            <a:ext cx="409546" cy="409546"/>
          </a:xfrm>
          <a:prstGeom xmlns:a="http://schemas.openxmlformats.org/drawingml/2006/main" prst="rect">
            <a:avLst/>
          </a:prstGeom>
        </p:spPr>
      </p:pic>
      <p:sp>
        <p:nvSpPr>
          <p:cNvPr id="10" name="Text UnstrippedBin">
            <a:extLst xmlns:a="http://schemas.openxmlformats.org/drawingml/2006/main">
              <a:ext uri="{FF2B5EF4-FFF2-40B4-BE49-F238E27FC236}">
                <a16:creationId xmlns:a16="http://schemas.microsoft.com/office/drawing/2014/main" id="{5AB83CF4-13E8-4FF0-B576-9A9BB712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2" y="845880"/>
            <a:ext cx="1089501" cy="148535"/>
          </a:xfrm>
          <a:custGeom xmlns:a="http://schemas.openxmlformats.org/drawingml/2006/main">
            <a:pathLst>
              <a:path w="1089501" h="148535">
                <a:moveTo>
                  <a:pt x="0" y="2443"/>
                </a:moveTo>
                <a:lnTo>
                  <a:pt x="57004" y="2443"/>
                </a:lnTo>
                <a:lnTo>
                  <a:pt x="57004" y="5375"/>
                </a:lnTo>
                <a:lnTo>
                  <a:pt x="54153" y="5375"/>
                </a:lnTo>
                <a:cubicBezTo>
                  <a:pt x="49865" y="5375"/>
                  <a:pt x="46919" y="5825"/>
                  <a:pt x="45318" y="6726"/>
                </a:cubicBezTo>
                <a:cubicBezTo>
                  <a:pt x="43716" y="7625"/>
                  <a:pt x="42576" y="8866"/>
                  <a:pt x="41898" y="10449"/>
                </a:cubicBezTo>
                <a:cubicBezTo>
                  <a:pt x="41219" y="12030"/>
                  <a:pt x="40880" y="15985"/>
                  <a:pt x="40880" y="22313"/>
                </a:cubicBezTo>
                <a:lnTo>
                  <a:pt x="40880" y="76280"/>
                </a:lnTo>
                <a:cubicBezTo>
                  <a:pt x="40880" y="86142"/>
                  <a:pt x="41626" y="92672"/>
                  <a:pt x="43119" y="95870"/>
                </a:cubicBezTo>
                <a:cubicBezTo>
                  <a:pt x="44612" y="99067"/>
                  <a:pt x="47069" y="101722"/>
                  <a:pt x="50489" y="103836"/>
                </a:cubicBezTo>
                <a:cubicBezTo>
                  <a:pt x="53909" y="105948"/>
                  <a:pt x="58225" y="107004"/>
                  <a:pt x="63437" y="107004"/>
                </a:cubicBezTo>
                <a:cubicBezTo>
                  <a:pt x="69409" y="107004"/>
                  <a:pt x="74498" y="105663"/>
                  <a:pt x="78706" y="102981"/>
                </a:cubicBezTo>
                <a:cubicBezTo>
                  <a:pt x="82913" y="100298"/>
                  <a:pt x="86062" y="96601"/>
                  <a:pt x="88152" y="91888"/>
                </a:cubicBezTo>
                <a:cubicBezTo>
                  <a:pt x="90242" y="87173"/>
                  <a:pt x="91287" y="78964"/>
                  <a:pt x="91287" y="67259"/>
                </a:cubicBezTo>
                <a:lnTo>
                  <a:pt x="91287" y="22313"/>
                </a:lnTo>
                <a:cubicBezTo>
                  <a:pt x="91287" y="17349"/>
                  <a:pt x="90771" y="13803"/>
                  <a:pt x="89740" y="11676"/>
                </a:cubicBezTo>
                <a:cubicBezTo>
                  <a:pt x="88708" y="9548"/>
                  <a:pt x="87406" y="8076"/>
                  <a:pt x="85831" y="7258"/>
                </a:cubicBezTo>
                <a:cubicBezTo>
                  <a:pt x="83388" y="6002"/>
                  <a:pt x="79941" y="5375"/>
                  <a:pt x="75489" y="5375"/>
                </a:cubicBezTo>
                <a:lnTo>
                  <a:pt x="75489" y="2443"/>
                </a:lnTo>
                <a:lnTo>
                  <a:pt x="113681" y="2443"/>
                </a:lnTo>
                <a:lnTo>
                  <a:pt x="113681" y="5375"/>
                </a:lnTo>
                <a:lnTo>
                  <a:pt x="111401" y="5375"/>
                </a:lnTo>
                <a:cubicBezTo>
                  <a:pt x="108307" y="5375"/>
                  <a:pt x="105728" y="6002"/>
                  <a:pt x="103665" y="7258"/>
                </a:cubicBezTo>
                <a:cubicBezTo>
                  <a:pt x="101602" y="8512"/>
                  <a:pt x="100109" y="10393"/>
                  <a:pt x="99186" y="12902"/>
                </a:cubicBezTo>
                <a:cubicBezTo>
                  <a:pt x="98481" y="14648"/>
                  <a:pt x="98128" y="17785"/>
                  <a:pt x="98128" y="22313"/>
                </a:cubicBezTo>
                <a:lnTo>
                  <a:pt x="98128" y="64177"/>
                </a:lnTo>
                <a:cubicBezTo>
                  <a:pt x="98128" y="77130"/>
                  <a:pt x="97273" y="86479"/>
                  <a:pt x="95562" y="92224"/>
                </a:cubicBezTo>
                <a:cubicBezTo>
                  <a:pt x="93852" y="97968"/>
                  <a:pt x="89686" y="103252"/>
                  <a:pt x="83062" y="108075"/>
                </a:cubicBezTo>
                <a:cubicBezTo>
                  <a:pt x="76439" y="112899"/>
                  <a:pt x="67400" y="115310"/>
                  <a:pt x="55945" y="115310"/>
                </a:cubicBezTo>
                <a:cubicBezTo>
                  <a:pt x="46390" y="115310"/>
                  <a:pt x="39007" y="114037"/>
                  <a:pt x="33795" y="111490"/>
                </a:cubicBezTo>
                <a:cubicBezTo>
                  <a:pt x="26683" y="108021"/>
                  <a:pt x="21661" y="103577"/>
                  <a:pt x="18730" y="98158"/>
                </a:cubicBezTo>
                <a:cubicBezTo>
                  <a:pt x="15798" y="92738"/>
                  <a:pt x="14332" y="85449"/>
                  <a:pt x="14332" y="76291"/>
                </a:cubicBezTo>
                <a:lnTo>
                  <a:pt x="14332" y="22313"/>
                </a:lnTo>
                <a:cubicBezTo>
                  <a:pt x="14332" y="15930"/>
                  <a:pt x="13979" y="11962"/>
                  <a:pt x="13274" y="10408"/>
                </a:cubicBezTo>
                <a:cubicBezTo>
                  <a:pt x="12568" y="8853"/>
                  <a:pt x="11346" y="7612"/>
                  <a:pt x="9609" y="6685"/>
                </a:cubicBezTo>
                <a:cubicBezTo>
                  <a:pt x="7872" y="5757"/>
                  <a:pt x="4669" y="5320"/>
                  <a:pt x="0" y="5375"/>
                </a:cubicBezTo>
                <a:lnTo>
                  <a:pt x="0" y="2443"/>
                </a:lnTo>
                <a:close/>
                <a:moveTo>
                  <a:pt x="153258" y="36645"/>
                </a:moveTo>
                <a:lnTo>
                  <a:pt x="153258" y="46580"/>
                </a:lnTo>
                <a:cubicBezTo>
                  <a:pt x="157167" y="42317"/>
                  <a:pt x="160913" y="39215"/>
                  <a:pt x="164496" y="37276"/>
                </a:cubicBezTo>
                <a:cubicBezTo>
                  <a:pt x="168079" y="35335"/>
                  <a:pt x="171934" y="34365"/>
                  <a:pt x="176059" y="34365"/>
                </a:cubicBezTo>
                <a:cubicBezTo>
                  <a:pt x="181000" y="34365"/>
                  <a:pt x="185099" y="35738"/>
                  <a:pt x="188356" y="38483"/>
                </a:cubicBezTo>
                <a:cubicBezTo>
                  <a:pt x="191613" y="41228"/>
                  <a:pt x="193785" y="44638"/>
                  <a:pt x="194871" y="48715"/>
                </a:cubicBezTo>
                <a:cubicBezTo>
                  <a:pt x="195739" y="51815"/>
                  <a:pt x="196174" y="57768"/>
                  <a:pt x="196174" y="66575"/>
                </a:cubicBezTo>
                <a:lnTo>
                  <a:pt x="196174" y="96255"/>
                </a:lnTo>
                <a:cubicBezTo>
                  <a:pt x="196174" y="102118"/>
                  <a:pt x="196703" y="105769"/>
                  <a:pt x="197762" y="107207"/>
                </a:cubicBezTo>
                <a:cubicBezTo>
                  <a:pt x="198820" y="108646"/>
                  <a:pt x="201032" y="109555"/>
                  <a:pt x="204398" y="109936"/>
                </a:cubicBezTo>
                <a:lnTo>
                  <a:pt x="204398" y="112867"/>
                </a:lnTo>
                <a:lnTo>
                  <a:pt x="165880" y="112867"/>
                </a:lnTo>
                <a:lnTo>
                  <a:pt x="165880" y="109936"/>
                </a:lnTo>
                <a:cubicBezTo>
                  <a:pt x="168758" y="109555"/>
                  <a:pt x="170821" y="108361"/>
                  <a:pt x="172069" y="106352"/>
                </a:cubicBezTo>
                <a:cubicBezTo>
                  <a:pt x="172938" y="104995"/>
                  <a:pt x="173372" y="101629"/>
                  <a:pt x="173372" y="96255"/>
                </a:cubicBezTo>
                <a:lnTo>
                  <a:pt x="173372" y="62378"/>
                </a:lnTo>
                <a:cubicBezTo>
                  <a:pt x="173372" y="56135"/>
                  <a:pt x="173128" y="52199"/>
                  <a:pt x="172639" y="50570"/>
                </a:cubicBezTo>
                <a:cubicBezTo>
                  <a:pt x="172151" y="48942"/>
                  <a:pt x="171323" y="47679"/>
                  <a:pt x="170156" y="46784"/>
                </a:cubicBezTo>
                <a:cubicBezTo>
                  <a:pt x="168988" y="45888"/>
                  <a:pt x="167699" y="45440"/>
                  <a:pt x="166287" y="45440"/>
                </a:cubicBezTo>
                <a:cubicBezTo>
                  <a:pt x="161619" y="45440"/>
                  <a:pt x="157275" y="48806"/>
                  <a:pt x="153258" y="55538"/>
                </a:cubicBezTo>
                <a:lnTo>
                  <a:pt x="153258" y="96255"/>
                </a:lnTo>
                <a:cubicBezTo>
                  <a:pt x="153258" y="101955"/>
                  <a:pt x="153787" y="105565"/>
                  <a:pt x="154846" y="107085"/>
                </a:cubicBezTo>
                <a:cubicBezTo>
                  <a:pt x="155905" y="108605"/>
                  <a:pt x="157873" y="109555"/>
                  <a:pt x="160750" y="109936"/>
                </a:cubicBezTo>
                <a:lnTo>
                  <a:pt x="160750" y="112867"/>
                </a:lnTo>
                <a:lnTo>
                  <a:pt x="122232" y="112867"/>
                </a:lnTo>
                <a:lnTo>
                  <a:pt x="122232" y="109936"/>
                </a:lnTo>
                <a:cubicBezTo>
                  <a:pt x="125435" y="109610"/>
                  <a:pt x="127715" y="108578"/>
                  <a:pt x="129072" y="106841"/>
                </a:cubicBezTo>
                <a:cubicBezTo>
                  <a:pt x="129995" y="105647"/>
                  <a:pt x="130457" y="102118"/>
                  <a:pt x="130457" y="96255"/>
                </a:cubicBezTo>
                <a:lnTo>
                  <a:pt x="130457" y="53258"/>
                </a:lnTo>
                <a:cubicBezTo>
                  <a:pt x="130457" y="47433"/>
                  <a:pt x="129927" y="43807"/>
                  <a:pt x="128869" y="42379"/>
                </a:cubicBezTo>
                <a:cubicBezTo>
                  <a:pt x="127810" y="40950"/>
                  <a:pt x="125598" y="40016"/>
                  <a:pt x="122232" y="39577"/>
                </a:cubicBezTo>
                <a:lnTo>
                  <a:pt x="122232" y="36645"/>
                </a:lnTo>
                <a:lnTo>
                  <a:pt x="153258" y="36645"/>
                </a:lnTo>
                <a:close/>
                <a:moveTo>
                  <a:pt x="263031" y="34691"/>
                </a:moveTo>
                <a:lnTo>
                  <a:pt x="264252" y="60750"/>
                </a:lnTo>
                <a:lnTo>
                  <a:pt x="261484" y="60750"/>
                </a:lnTo>
                <a:cubicBezTo>
                  <a:pt x="258172" y="52978"/>
                  <a:pt x="254738" y="47669"/>
                  <a:pt x="251182" y="44824"/>
                </a:cubicBezTo>
                <a:cubicBezTo>
                  <a:pt x="247626" y="41977"/>
                  <a:pt x="244084" y="40554"/>
                  <a:pt x="240555" y="40554"/>
                </a:cubicBezTo>
                <a:cubicBezTo>
                  <a:pt x="238329" y="40554"/>
                  <a:pt x="236429" y="41300"/>
                  <a:pt x="234855" y="42793"/>
                </a:cubicBezTo>
                <a:cubicBezTo>
                  <a:pt x="233280" y="44286"/>
                  <a:pt x="232493" y="46010"/>
                  <a:pt x="232493" y="47964"/>
                </a:cubicBezTo>
                <a:cubicBezTo>
                  <a:pt x="232493" y="49430"/>
                  <a:pt x="233036" y="50842"/>
                  <a:pt x="234122" y="52199"/>
                </a:cubicBezTo>
                <a:cubicBezTo>
                  <a:pt x="235859" y="54425"/>
                  <a:pt x="240718" y="58239"/>
                  <a:pt x="248699" y="63640"/>
                </a:cubicBezTo>
                <a:cubicBezTo>
                  <a:pt x="256679" y="69042"/>
                  <a:pt x="261932" y="73630"/>
                  <a:pt x="264456" y="77403"/>
                </a:cubicBezTo>
                <a:cubicBezTo>
                  <a:pt x="266980" y="81176"/>
                  <a:pt x="268243" y="85397"/>
                  <a:pt x="268243" y="90066"/>
                </a:cubicBezTo>
                <a:cubicBezTo>
                  <a:pt x="268243" y="94300"/>
                  <a:pt x="267184" y="98453"/>
                  <a:pt x="265067" y="102525"/>
                </a:cubicBezTo>
                <a:cubicBezTo>
                  <a:pt x="262949" y="106597"/>
                  <a:pt x="259964" y="109718"/>
                  <a:pt x="256109" y="111890"/>
                </a:cubicBezTo>
                <a:cubicBezTo>
                  <a:pt x="252254" y="114061"/>
                  <a:pt x="247993" y="115147"/>
                  <a:pt x="243324" y="115147"/>
                </a:cubicBezTo>
                <a:cubicBezTo>
                  <a:pt x="239687" y="115147"/>
                  <a:pt x="234828" y="113986"/>
                  <a:pt x="228747" y="111663"/>
                </a:cubicBezTo>
                <a:cubicBezTo>
                  <a:pt x="227119" y="111054"/>
                  <a:pt x="226006" y="110750"/>
                  <a:pt x="225409" y="110750"/>
                </a:cubicBezTo>
                <a:cubicBezTo>
                  <a:pt x="223617" y="110750"/>
                  <a:pt x="222124" y="112107"/>
                  <a:pt x="220930" y="114822"/>
                </a:cubicBezTo>
                <a:lnTo>
                  <a:pt x="218242" y="114822"/>
                </a:lnTo>
                <a:lnTo>
                  <a:pt x="216939" y="87460"/>
                </a:lnTo>
                <a:lnTo>
                  <a:pt x="219708" y="87460"/>
                </a:lnTo>
                <a:cubicBezTo>
                  <a:pt x="222151" y="94626"/>
                  <a:pt x="225504" y="100001"/>
                  <a:pt x="229765" y="103584"/>
                </a:cubicBezTo>
                <a:cubicBezTo>
                  <a:pt x="234027" y="107167"/>
                  <a:pt x="238058" y="108958"/>
                  <a:pt x="241858" y="108958"/>
                </a:cubicBezTo>
                <a:cubicBezTo>
                  <a:pt x="244464" y="108958"/>
                  <a:pt x="246595" y="108158"/>
                  <a:pt x="248251" y="106556"/>
                </a:cubicBezTo>
                <a:cubicBezTo>
                  <a:pt x="249906" y="104954"/>
                  <a:pt x="250734" y="103014"/>
                  <a:pt x="250734" y="100733"/>
                </a:cubicBezTo>
                <a:cubicBezTo>
                  <a:pt x="250734" y="98128"/>
                  <a:pt x="249920" y="95875"/>
                  <a:pt x="248291" y="93974"/>
                </a:cubicBezTo>
                <a:cubicBezTo>
                  <a:pt x="246663" y="92074"/>
                  <a:pt x="243025" y="89197"/>
                  <a:pt x="237379" y="85343"/>
                </a:cubicBezTo>
                <a:cubicBezTo>
                  <a:pt x="229073" y="79588"/>
                  <a:pt x="223698" y="75190"/>
                  <a:pt x="221255" y="72150"/>
                </a:cubicBezTo>
                <a:cubicBezTo>
                  <a:pt x="217672" y="67699"/>
                  <a:pt x="215881" y="62785"/>
                  <a:pt x="215881" y="57411"/>
                </a:cubicBezTo>
                <a:cubicBezTo>
                  <a:pt x="215881" y="51548"/>
                  <a:pt x="217903" y="46241"/>
                  <a:pt x="221948" y="41490"/>
                </a:cubicBezTo>
                <a:cubicBezTo>
                  <a:pt x="225992" y="36740"/>
                  <a:pt x="231842" y="34365"/>
                  <a:pt x="239497" y="34365"/>
                </a:cubicBezTo>
                <a:cubicBezTo>
                  <a:pt x="243623" y="34365"/>
                  <a:pt x="247613" y="35408"/>
                  <a:pt x="251467" y="37495"/>
                </a:cubicBezTo>
                <a:cubicBezTo>
                  <a:pt x="252933" y="38340"/>
                  <a:pt x="254127" y="38762"/>
                  <a:pt x="255050" y="38762"/>
                </a:cubicBezTo>
                <a:cubicBezTo>
                  <a:pt x="256028" y="38762"/>
                  <a:pt x="256815" y="38559"/>
                  <a:pt x="257412" y="38152"/>
                </a:cubicBezTo>
                <a:cubicBezTo>
                  <a:pt x="258009" y="37745"/>
                  <a:pt x="258959" y="36591"/>
                  <a:pt x="260262" y="34691"/>
                </a:cubicBezTo>
                <a:lnTo>
                  <a:pt x="263031" y="34691"/>
                </a:lnTo>
                <a:close/>
                <a:moveTo>
                  <a:pt x="310018" y="8632"/>
                </a:moveTo>
                <a:lnTo>
                  <a:pt x="310018" y="36645"/>
                </a:lnTo>
                <a:lnTo>
                  <a:pt x="328096" y="36645"/>
                </a:lnTo>
                <a:lnTo>
                  <a:pt x="328096" y="44626"/>
                </a:lnTo>
                <a:lnTo>
                  <a:pt x="310018" y="44626"/>
                </a:lnTo>
                <a:lnTo>
                  <a:pt x="310018" y="91740"/>
                </a:lnTo>
                <a:cubicBezTo>
                  <a:pt x="310018" y="96149"/>
                  <a:pt x="310221" y="98994"/>
                  <a:pt x="310629" y="100273"/>
                </a:cubicBezTo>
                <a:cubicBezTo>
                  <a:pt x="311036" y="101552"/>
                  <a:pt x="311755" y="102587"/>
                  <a:pt x="312787" y="103378"/>
                </a:cubicBezTo>
                <a:cubicBezTo>
                  <a:pt x="313818" y="104166"/>
                  <a:pt x="314768" y="104561"/>
                  <a:pt x="315637" y="104561"/>
                </a:cubicBezTo>
                <a:cubicBezTo>
                  <a:pt x="319166" y="104561"/>
                  <a:pt x="322504" y="101846"/>
                  <a:pt x="325653" y="96418"/>
                </a:cubicBezTo>
                <a:lnTo>
                  <a:pt x="328096" y="98227"/>
                </a:lnTo>
                <a:cubicBezTo>
                  <a:pt x="323699" y="108747"/>
                  <a:pt x="316560" y="114007"/>
                  <a:pt x="306679" y="114007"/>
                </a:cubicBezTo>
                <a:cubicBezTo>
                  <a:pt x="301847" y="114007"/>
                  <a:pt x="297762" y="112659"/>
                  <a:pt x="294423" y="109963"/>
                </a:cubicBezTo>
                <a:cubicBezTo>
                  <a:pt x="291085" y="107266"/>
                  <a:pt x="288954" y="104256"/>
                  <a:pt x="288031" y="100932"/>
                </a:cubicBezTo>
                <a:cubicBezTo>
                  <a:pt x="287488" y="99079"/>
                  <a:pt x="287216" y="94067"/>
                  <a:pt x="287216" y="85895"/>
                </a:cubicBezTo>
                <a:lnTo>
                  <a:pt x="287216" y="44626"/>
                </a:lnTo>
                <a:lnTo>
                  <a:pt x="277282" y="44626"/>
                </a:lnTo>
                <a:lnTo>
                  <a:pt x="277282" y="41768"/>
                </a:lnTo>
                <a:cubicBezTo>
                  <a:pt x="284122" y="36926"/>
                  <a:pt x="289944" y="31839"/>
                  <a:pt x="294749" y="26507"/>
                </a:cubicBezTo>
                <a:cubicBezTo>
                  <a:pt x="299554" y="21174"/>
                  <a:pt x="303748" y="15216"/>
                  <a:pt x="307331" y="8632"/>
                </a:cubicBezTo>
                <a:lnTo>
                  <a:pt x="310018" y="8632"/>
                </a:lnTo>
                <a:close/>
                <a:moveTo>
                  <a:pt x="366940" y="36645"/>
                </a:moveTo>
                <a:lnTo>
                  <a:pt x="366940" y="53909"/>
                </a:lnTo>
                <a:cubicBezTo>
                  <a:pt x="371989" y="46037"/>
                  <a:pt x="376414" y="40812"/>
                  <a:pt x="380214" y="38233"/>
                </a:cubicBezTo>
                <a:cubicBezTo>
                  <a:pt x="384014" y="35654"/>
                  <a:pt x="387679" y="34365"/>
                  <a:pt x="391207" y="34365"/>
                </a:cubicBezTo>
                <a:cubicBezTo>
                  <a:pt x="394248" y="34365"/>
                  <a:pt x="396677" y="35305"/>
                  <a:pt x="398496" y="37185"/>
                </a:cubicBezTo>
                <a:cubicBezTo>
                  <a:pt x="400314" y="39064"/>
                  <a:pt x="401224" y="41720"/>
                  <a:pt x="401224" y="45152"/>
                </a:cubicBezTo>
                <a:cubicBezTo>
                  <a:pt x="401224" y="48803"/>
                  <a:pt x="400341" y="51637"/>
                  <a:pt x="398577" y="53655"/>
                </a:cubicBezTo>
                <a:cubicBezTo>
                  <a:pt x="396813" y="55670"/>
                  <a:pt x="394682" y="56678"/>
                  <a:pt x="392185" y="56678"/>
                </a:cubicBezTo>
                <a:cubicBezTo>
                  <a:pt x="389307" y="56678"/>
                  <a:pt x="386810" y="55755"/>
                  <a:pt x="384693" y="53909"/>
                </a:cubicBezTo>
                <a:cubicBezTo>
                  <a:pt x="382575" y="52063"/>
                  <a:pt x="381327" y="51032"/>
                  <a:pt x="380947" y="50815"/>
                </a:cubicBezTo>
                <a:cubicBezTo>
                  <a:pt x="380404" y="50489"/>
                  <a:pt x="379779" y="50326"/>
                  <a:pt x="379074" y="50326"/>
                </a:cubicBezTo>
                <a:cubicBezTo>
                  <a:pt x="377499" y="50326"/>
                  <a:pt x="376006" y="50923"/>
                  <a:pt x="374595" y="52118"/>
                </a:cubicBezTo>
                <a:cubicBezTo>
                  <a:pt x="372369" y="53963"/>
                  <a:pt x="370686" y="56596"/>
                  <a:pt x="369546" y="60017"/>
                </a:cubicBezTo>
                <a:cubicBezTo>
                  <a:pt x="367809" y="65283"/>
                  <a:pt x="366940" y="71092"/>
                  <a:pt x="366940" y="77443"/>
                </a:cubicBezTo>
                <a:lnTo>
                  <a:pt x="366940" y="94952"/>
                </a:lnTo>
                <a:lnTo>
                  <a:pt x="367022" y="99512"/>
                </a:lnTo>
                <a:cubicBezTo>
                  <a:pt x="367022" y="102606"/>
                  <a:pt x="367212" y="104588"/>
                  <a:pt x="367592" y="105457"/>
                </a:cubicBezTo>
                <a:cubicBezTo>
                  <a:pt x="368243" y="106922"/>
                  <a:pt x="369207" y="107995"/>
                  <a:pt x="370482" y="108673"/>
                </a:cubicBezTo>
                <a:cubicBezTo>
                  <a:pt x="371758" y="109352"/>
                  <a:pt x="373916" y="109773"/>
                  <a:pt x="376956" y="109936"/>
                </a:cubicBezTo>
                <a:lnTo>
                  <a:pt x="376956" y="112867"/>
                </a:lnTo>
                <a:lnTo>
                  <a:pt x="335832" y="112867"/>
                </a:lnTo>
                <a:lnTo>
                  <a:pt x="335832" y="109936"/>
                </a:lnTo>
                <a:cubicBezTo>
                  <a:pt x="339144" y="109664"/>
                  <a:pt x="341383" y="108755"/>
                  <a:pt x="342551" y="107207"/>
                </a:cubicBezTo>
                <a:cubicBezTo>
                  <a:pt x="343718" y="105660"/>
                  <a:pt x="344302" y="101575"/>
                  <a:pt x="344302" y="94952"/>
                </a:cubicBezTo>
                <a:lnTo>
                  <a:pt x="344302" y="52769"/>
                </a:lnTo>
                <a:cubicBezTo>
                  <a:pt x="344302" y="48399"/>
                  <a:pt x="344084" y="45613"/>
                  <a:pt x="343650" y="44412"/>
                </a:cubicBezTo>
                <a:cubicBezTo>
                  <a:pt x="343107" y="42882"/>
                  <a:pt x="342320" y="41762"/>
                  <a:pt x="341288" y="41053"/>
                </a:cubicBezTo>
                <a:cubicBezTo>
                  <a:pt x="340257" y="40342"/>
                  <a:pt x="338438" y="39850"/>
                  <a:pt x="335832" y="39577"/>
                </a:cubicBezTo>
                <a:lnTo>
                  <a:pt x="335832" y="36645"/>
                </a:lnTo>
                <a:lnTo>
                  <a:pt x="366940" y="36645"/>
                </a:lnTo>
                <a:close/>
                <a:moveTo>
                  <a:pt x="427690" y="0"/>
                </a:moveTo>
                <a:cubicBezTo>
                  <a:pt x="431219" y="0"/>
                  <a:pt x="434204" y="1239"/>
                  <a:pt x="436647" y="3718"/>
                </a:cubicBezTo>
                <a:cubicBezTo>
                  <a:pt x="439090" y="6195"/>
                  <a:pt x="440312" y="9177"/>
                  <a:pt x="440312" y="12663"/>
                </a:cubicBezTo>
                <a:cubicBezTo>
                  <a:pt x="440312" y="16149"/>
                  <a:pt x="439077" y="19118"/>
                  <a:pt x="436607" y="21570"/>
                </a:cubicBezTo>
                <a:cubicBezTo>
                  <a:pt x="434137" y="24020"/>
                  <a:pt x="431164" y="25244"/>
                  <a:pt x="427690" y="25244"/>
                </a:cubicBezTo>
                <a:cubicBezTo>
                  <a:pt x="424215" y="25244"/>
                  <a:pt x="421256" y="24020"/>
                  <a:pt x="418813" y="21570"/>
                </a:cubicBezTo>
                <a:cubicBezTo>
                  <a:pt x="416370" y="19118"/>
                  <a:pt x="415149" y="16149"/>
                  <a:pt x="415149" y="12663"/>
                </a:cubicBezTo>
                <a:cubicBezTo>
                  <a:pt x="415149" y="9177"/>
                  <a:pt x="416370" y="6195"/>
                  <a:pt x="418813" y="3718"/>
                </a:cubicBezTo>
                <a:cubicBezTo>
                  <a:pt x="421256" y="1239"/>
                  <a:pt x="424215" y="0"/>
                  <a:pt x="427690" y="0"/>
                </a:cubicBezTo>
                <a:moveTo>
                  <a:pt x="439090" y="36645"/>
                </a:moveTo>
                <a:lnTo>
                  <a:pt x="439090" y="97069"/>
                </a:lnTo>
                <a:cubicBezTo>
                  <a:pt x="439090" y="102444"/>
                  <a:pt x="439715" y="105877"/>
                  <a:pt x="440963" y="107370"/>
                </a:cubicBezTo>
                <a:cubicBezTo>
                  <a:pt x="442212" y="108863"/>
                  <a:pt x="444655" y="109718"/>
                  <a:pt x="448292" y="109936"/>
                </a:cubicBezTo>
                <a:lnTo>
                  <a:pt x="448292" y="112867"/>
                </a:lnTo>
                <a:lnTo>
                  <a:pt x="407168" y="112867"/>
                </a:lnTo>
                <a:lnTo>
                  <a:pt x="407168" y="109936"/>
                </a:lnTo>
                <a:cubicBezTo>
                  <a:pt x="410534" y="109827"/>
                  <a:pt x="413032" y="108850"/>
                  <a:pt x="414660" y="107004"/>
                </a:cubicBezTo>
                <a:cubicBezTo>
                  <a:pt x="415746" y="105755"/>
                  <a:pt x="416289" y="102444"/>
                  <a:pt x="416289" y="97069"/>
                </a:cubicBezTo>
                <a:lnTo>
                  <a:pt x="416289" y="52606"/>
                </a:lnTo>
                <a:cubicBezTo>
                  <a:pt x="416289" y="47164"/>
                  <a:pt x="415665" y="43687"/>
                  <a:pt x="414416" y="42175"/>
                </a:cubicBezTo>
                <a:cubicBezTo>
                  <a:pt x="413167" y="40663"/>
                  <a:pt x="410752" y="39797"/>
                  <a:pt x="407168" y="39577"/>
                </a:cubicBezTo>
                <a:lnTo>
                  <a:pt x="407168" y="36645"/>
                </a:lnTo>
                <a:lnTo>
                  <a:pt x="439090" y="36645"/>
                </a:lnTo>
                <a:close/>
                <a:moveTo>
                  <a:pt x="485182" y="105131"/>
                </a:moveTo>
                <a:lnTo>
                  <a:pt x="485182" y="133388"/>
                </a:lnTo>
                <a:cubicBezTo>
                  <a:pt x="485182" y="137350"/>
                  <a:pt x="485494" y="140046"/>
                  <a:pt x="486118" y="141476"/>
                </a:cubicBezTo>
                <a:cubicBezTo>
                  <a:pt x="486743" y="142908"/>
                  <a:pt x="487706" y="143954"/>
                  <a:pt x="489009" y="144614"/>
                </a:cubicBezTo>
                <a:cubicBezTo>
                  <a:pt x="490312" y="145273"/>
                  <a:pt x="492864" y="145603"/>
                  <a:pt x="496664" y="145603"/>
                </a:cubicBezTo>
                <a:lnTo>
                  <a:pt x="496664" y="148535"/>
                </a:lnTo>
                <a:lnTo>
                  <a:pt x="453260" y="148535"/>
                </a:lnTo>
                <a:lnTo>
                  <a:pt x="453260" y="145603"/>
                </a:lnTo>
                <a:cubicBezTo>
                  <a:pt x="456626" y="145493"/>
                  <a:pt x="459123" y="144530"/>
                  <a:pt x="460752" y="142715"/>
                </a:cubicBezTo>
                <a:cubicBezTo>
                  <a:pt x="461838" y="141451"/>
                  <a:pt x="462381" y="138179"/>
                  <a:pt x="462381" y="132900"/>
                </a:cubicBezTo>
                <a:lnTo>
                  <a:pt x="462381" y="52606"/>
                </a:lnTo>
                <a:cubicBezTo>
                  <a:pt x="462381" y="47164"/>
                  <a:pt x="461756" y="43687"/>
                  <a:pt x="460508" y="42175"/>
                </a:cubicBezTo>
                <a:cubicBezTo>
                  <a:pt x="459259" y="40663"/>
                  <a:pt x="456843" y="39797"/>
                  <a:pt x="453260" y="39577"/>
                </a:cubicBezTo>
                <a:lnTo>
                  <a:pt x="453260" y="36645"/>
                </a:lnTo>
                <a:lnTo>
                  <a:pt x="485182" y="36645"/>
                </a:lnTo>
                <a:lnTo>
                  <a:pt x="485182" y="46662"/>
                </a:lnTo>
                <a:cubicBezTo>
                  <a:pt x="487842" y="42753"/>
                  <a:pt x="490557" y="39930"/>
                  <a:pt x="493325" y="38192"/>
                </a:cubicBezTo>
                <a:cubicBezTo>
                  <a:pt x="497288" y="35641"/>
                  <a:pt x="501604" y="34365"/>
                  <a:pt x="506273" y="34365"/>
                </a:cubicBezTo>
                <a:cubicBezTo>
                  <a:pt x="511865" y="34365"/>
                  <a:pt x="516955" y="36131"/>
                  <a:pt x="521542" y="39663"/>
                </a:cubicBezTo>
                <a:cubicBezTo>
                  <a:pt x="526130" y="43195"/>
                  <a:pt x="529618" y="48073"/>
                  <a:pt x="532006" y="54296"/>
                </a:cubicBezTo>
                <a:cubicBezTo>
                  <a:pt x="534395" y="60519"/>
                  <a:pt x="535589" y="67217"/>
                  <a:pt x="535589" y="74390"/>
                </a:cubicBezTo>
                <a:cubicBezTo>
                  <a:pt x="535589" y="82106"/>
                  <a:pt x="534354" y="89156"/>
                  <a:pt x="531884" y="95542"/>
                </a:cubicBezTo>
                <a:cubicBezTo>
                  <a:pt x="529414" y="101928"/>
                  <a:pt x="525831" y="106792"/>
                  <a:pt x="521135" y="110134"/>
                </a:cubicBezTo>
                <a:cubicBezTo>
                  <a:pt x="516439" y="113476"/>
                  <a:pt x="511214" y="115147"/>
                  <a:pt x="505459" y="115147"/>
                </a:cubicBezTo>
                <a:cubicBezTo>
                  <a:pt x="501279" y="115147"/>
                  <a:pt x="497370" y="114224"/>
                  <a:pt x="493732" y="112379"/>
                </a:cubicBezTo>
                <a:cubicBezTo>
                  <a:pt x="491018" y="110967"/>
                  <a:pt x="488168" y="108551"/>
                  <a:pt x="485182" y="105131"/>
                </a:cubicBezTo>
                <a:moveTo>
                  <a:pt x="485182" y="96893"/>
                </a:moveTo>
                <a:cubicBezTo>
                  <a:pt x="489851" y="103525"/>
                  <a:pt x="494845" y="106841"/>
                  <a:pt x="500166" y="106841"/>
                </a:cubicBezTo>
                <a:cubicBezTo>
                  <a:pt x="503097" y="106841"/>
                  <a:pt x="505513" y="105292"/>
                  <a:pt x="507413" y="102194"/>
                </a:cubicBezTo>
                <a:cubicBezTo>
                  <a:pt x="510236" y="97627"/>
                  <a:pt x="511648" y="88929"/>
                  <a:pt x="511648" y="76100"/>
                </a:cubicBezTo>
                <a:cubicBezTo>
                  <a:pt x="511648" y="62945"/>
                  <a:pt x="510101" y="53948"/>
                  <a:pt x="507006" y="49110"/>
                </a:cubicBezTo>
                <a:cubicBezTo>
                  <a:pt x="504943" y="45903"/>
                  <a:pt x="502174" y="44300"/>
                  <a:pt x="498700" y="44300"/>
                </a:cubicBezTo>
                <a:cubicBezTo>
                  <a:pt x="493217" y="44300"/>
                  <a:pt x="488711" y="48268"/>
                  <a:pt x="485182" y="56205"/>
                </a:cubicBezTo>
                <a:lnTo>
                  <a:pt x="485182" y="96893"/>
                </a:lnTo>
                <a:close/>
                <a:moveTo>
                  <a:pt x="577935" y="105131"/>
                </a:moveTo>
                <a:lnTo>
                  <a:pt x="577935" y="133388"/>
                </a:lnTo>
                <a:cubicBezTo>
                  <a:pt x="577935" y="137350"/>
                  <a:pt x="578247" y="140046"/>
                  <a:pt x="578871" y="141476"/>
                </a:cubicBezTo>
                <a:cubicBezTo>
                  <a:pt x="579496" y="142908"/>
                  <a:pt x="580459" y="143954"/>
                  <a:pt x="581762" y="144614"/>
                </a:cubicBezTo>
                <a:cubicBezTo>
                  <a:pt x="583065" y="145273"/>
                  <a:pt x="585617" y="145603"/>
                  <a:pt x="589417" y="145603"/>
                </a:cubicBezTo>
                <a:lnTo>
                  <a:pt x="589417" y="148535"/>
                </a:lnTo>
                <a:lnTo>
                  <a:pt x="546013" y="148535"/>
                </a:lnTo>
                <a:lnTo>
                  <a:pt x="546013" y="145603"/>
                </a:lnTo>
                <a:cubicBezTo>
                  <a:pt x="549379" y="145493"/>
                  <a:pt x="551876" y="144530"/>
                  <a:pt x="553505" y="142715"/>
                </a:cubicBezTo>
                <a:cubicBezTo>
                  <a:pt x="554591" y="141451"/>
                  <a:pt x="555134" y="138179"/>
                  <a:pt x="555134" y="132900"/>
                </a:cubicBezTo>
                <a:lnTo>
                  <a:pt x="555134" y="52606"/>
                </a:lnTo>
                <a:cubicBezTo>
                  <a:pt x="555134" y="47164"/>
                  <a:pt x="554509" y="43687"/>
                  <a:pt x="553261" y="42175"/>
                </a:cubicBezTo>
                <a:cubicBezTo>
                  <a:pt x="552012" y="40663"/>
                  <a:pt x="549596" y="39797"/>
                  <a:pt x="546013" y="39577"/>
                </a:cubicBezTo>
                <a:lnTo>
                  <a:pt x="546013" y="36645"/>
                </a:lnTo>
                <a:lnTo>
                  <a:pt x="577935" y="36645"/>
                </a:lnTo>
                <a:lnTo>
                  <a:pt x="577935" y="46662"/>
                </a:lnTo>
                <a:cubicBezTo>
                  <a:pt x="580595" y="42753"/>
                  <a:pt x="583310" y="39930"/>
                  <a:pt x="586078" y="38192"/>
                </a:cubicBezTo>
                <a:cubicBezTo>
                  <a:pt x="590041" y="35641"/>
                  <a:pt x="594357" y="34365"/>
                  <a:pt x="599026" y="34365"/>
                </a:cubicBezTo>
                <a:cubicBezTo>
                  <a:pt x="604618" y="34365"/>
                  <a:pt x="609708" y="36131"/>
                  <a:pt x="614295" y="39663"/>
                </a:cubicBezTo>
                <a:cubicBezTo>
                  <a:pt x="618883" y="43195"/>
                  <a:pt x="622371" y="48073"/>
                  <a:pt x="624759" y="54296"/>
                </a:cubicBezTo>
                <a:cubicBezTo>
                  <a:pt x="627148" y="60519"/>
                  <a:pt x="628342" y="67217"/>
                  <a:pt x="628342" y="74390"/>
                </a:cubicBezTo>
                <a:cubicBezTo>
                  <a:pt x="628342" y="82106"/>
                  <a:pt x="627107" y="89156"/>
                  <a:pt x="624637" y="95542"/>
                </a:cubicBezTo>
                <a:cubicBezTo>
                  <a:pt x="622167" y="101928"/>
                  <a:pt x="618584" y="106792"/>
                  <a:pt x="613888" y="110134"/>
                </a:cubicBezTo>
                <a:cubicBezTo>
                  <a:pt x="609192" y="113476"/>
                  <a:pt x="603967" y="115147"/>
                  <a:pt x="598212" y="115147"/>
                </a:cubicBezTo>
                <a:cubicBezTo>
                  <a:pt x="594032" y="115147"/>
                  <a:pt x="590123" y="114224"/>
                  <a:pt x="586486" y="112379"/>
                </a:cubicBezTo>
                <a:cubicBezTo>
                  <a:pt x="583771" y="110967"/>
                  <a:pt x="580921" y="108551"/>
                  <a:pt x="577935" y="105131"/>
                </a:cubicBezTo>
                <a:moveTo>
                  <a:pt x="577935" y="96893"/>
                </a:moveTo>
                <a:cubicBezTo>
                  <a:pt x="582604" y="103525"/>
                  <a:pt x="587598" y="106841"/>
                  <a:pt x="592919" y="106841"/>
                </a:cubicBezTo>
                <a:cubicBezTo>
                  <a:pt x="595850" y="106841"/>
                  <a:pt x="598266" y="105292"/>
                  <a:pt x="600166" y="102194"/>
                </a:cubicBezTo>
                <a:cubicBezTo>
                  <a:pt x="602989" y="97627"/>
                  <a:pt x="604401" y="88929"/>
                  <a:pt x="604401" y="76100"/>
                </a:cubicBezTo>
                <a:cubicBezTo>
                  <a:pt x="604401" y="62945"/>
                  <a:pt x="602854" y="53948"/>
                  <a:pt x="599759" y="49110"/>
                </a:cubicBezTo>
                <a:cubicBezTo>
                  <a:pt x="597696" y="45903"/>
                  <a:pt x="594927" y="44300"/>
                  <a:pt x="591453" y="44300"/>
                </a:cubicBezTo>
                <a:cubicBezTo>
                  <a:pt x="585970" y="44300"/>
                  <a:pt x="581464" y="48268"/>
                  <a:pt x="577935" y="56205"/>
                </a:cubicBezTo>
                <a:lnTo>
                  <a:pt x="577935" y="96893"/>
                </a:lnTo>
                <a:close/>
                <a:moveTo>
                  <a:pt x="705704" y="71987"/>
                </a:moveTo>
                <a:lnTo>
                  <a:pt x="663929" y="71987"/>
                </a:lnTo>
                <a:cubicBezTo>
                  <a:pt x="664418" y="82112"/>
                  <a:pt x="667105" y="90114"/>
                  <a:pt x="671991" y="95993"/>
                </a:cubicBezTo>
                <a:cubicBezTo>
                  <a:pt x="675737" y="100510"/>
                  <a:pt x="680243" y="102769"/>
                  <a:pt x="685509" y="102769"/>
                </a:cubicBezTo>
                <a:cubicBezTo>
                  <a:pt x="688766" y="102769"/>
                  <a:pt x="691725" y="101860"/>
                  <a:pt x="694385" y="100041"/>
                </a:cubicBezTo>
                <a:cubicBezTo>
                  <a:pt x="697045" y="98223"/>
                  <a:pt x="699896" y="94952"/>
                  <a:pt x="702936" y="90229"/>
                </a:cubicBezTo>
                <a:lnTo>
                  <a:pt x="705704" y="92020"/>
                </a:lnTo>
                <a:cubicBezTo>
                  <a:pt x="701578" y="100435"/>
                  <a:pt x="697018" y="106393"/>
                  <a:pt x="692024" y="109895"/>
                </a:cubicBezTo>
                <a:cubicBezTo>
                  <a:pt x="687029" y="113396"/>
                  <a:pt x="681247" y="115147"/>
                  <a:pt x="674678" y="115147"/>
                </a:cubicBezTo>
                <a:cubicBezTo>
                  <a:pt x="663386" y="115147"/>
                  <a:pt x="654836" y="110800"/>
                  <a:pt x="649027" y="102105"/>
                </a:cubicBezTo>
                <a:cubicBezTo>
                  <a:pt x="644358" y="95095"/>
                  <a:pt x="642023" y="86400"/>
                  <a:pt x="642023" y="76021"/>
                </a:cubicBezTo>
                <a:cubicBezTo>
                  <a:pt x="642023" y="63304"/>
                  <a:pt x="645457" y="53182"/>
                  <a:pt x="652325" y="45656"/>
                </a:cubicBezTo>
                <a:cubicBezTo>
                  <a:pt x="659192" y="38129"/>
                  <a:pt x="667241" y="34365"/>
                  <a:pt x="676470" y="34365"/>
                </a:cubicBezTo>
                <a:cubicBezTo>
                  <a:pt x="684179" y="34365"/>
                  <a:pt x="690870" y="37527"/>
                  <a:pt x="696543" y="43852"/>
                </a:cubicBezTo>
                <a:cubicBezTo>
                  <a:pt x="702216" y="50177"/>
                  <a:pt x="705270" y="59555"/>
                  <a:pt x="705704" y="71987"/>
                </a:cubicBezTo>
                <a:moveTo>
                  <a:pt x="685672" y="66613"/>
                </a:moveTo>
                <a:cubicBezTo>
                  <a:pt x="685672" y="57872"/>
                  <a:pt x="685197" y="51873"/>
                  <a:pt x="684247" y="48616"/>
                </a:cubicBezTo>
                <a:cubicBezTo>
                  <a:pt x="683297" y="45359"/>
                  <a:pt x="681817" y="42888"/>
                  <a:pt x="679809" y="41205"/>
                </a:cubicBezTo>
                <a:cubicBezTo>
                  <a:pt x="678668" y="40228"/>
                  <a:pt x="677148" y="39740"/>
                  <a:pt x="675248" y="39740"/>
                </a:cubicBezTo>
                <a:cubicBezTo>
                  <a:pt x="672425" y="39740"/>
                  <a:pt x="670118" y="41124"/>
                  <a:pt x="668326" y="43893"/>
                </a:cubicBezTo>
                <a:cubicBezTo>
                  <a:pt x="665123" y="48724"/>
                  <a:pt x="663522" y="55348"/>
                  <a:pt x="663522" y="63763"/>
                </a:cubicBezTo>
                <a:lnTo>
                  <a:pt x="663522" y="66613"/>
                </a:lnTo>
                <a:lnTo>
                  <a:pt x="685672" y="66613"/>
                </a:lnTo>
                <a:close/>
                <a:moveTo>
                  <a:pt x="789256" y="2443"/>
                </a:moveTo>
                <a:lnTo>
                  <a:pt x="789256" y="90066"/>
                </a:lnTo>
                <a:cubicBezTo>
                  <a:pt x="789256" y="95924"/>
                  <a:pt x="789419" y="99390"/>
                  <a:pt x="789744" y="100464"/>
                </a:cubicBezTo>
                <a:cubicBezTo>
                  <a:pt x="790179" y="102238"/>
                  <a:pt x="791007" y="103556"/>
                  <a:pt x="792228" y="104416"/>
                </a:cubicBezTo>
                <a:cubicBezTo>
                  <a:pt x="793450" y="105274"/>
                  <a:pt x="795580" y="105811"/>
                  <a:pt x="798621" y="106027"/>
                </a:cubicBezTo>
                <a:lnTo>
                  <a:pt x="798621" y="108958"/>
                </a:lnTo>
                <a:lnTo>
                  <a:pt x="766454" y="115147"/>
                </a:lnTo>
                <a:lnTo>
                  <a:pt x="766454" y="103095"/>
                </a:lnTo>
                <a:cubicBezTo>
                  <a:pt x="762600" y="107764"/>
                  <a:pt x="759166" y="110940"/>
                  <a:pt x="756153" y="112623"/>
                </a:cubicBezTo>
                <a:cubicBezTo>
                  <a:pt x="753140" y="114306"/>
                  <a:pt x="749733" y="115147"/>
                  <a:pt x="745933" y="115147"/>
                </a:cubicBezTo>
                <a:cubicBezTo>
                  <a:pt x="736215" y="115147"/>
                  <a:pt x="728533" y="110800"/>
                  <a:pt x="722887" y="102105"/>
                </a:cubicBezTo>
                <a:cubicBezTo>
                  <a:pt x="718327" y="95041"/>
                  <a:pt x="716047" y="86373"/>
                  <a:pt x="716047" y="76102"/>
                </a:cubicBezTo>
                <a:cubicBezTo>
                  <a:pt x="716047" y="67896"/>
                  <a:pt x="717458" y="60546"/>
                  <a:pt x="720281" y="54052"/>
                </a:cubicBezTo>
                <a:cubicBezTo>
                  <a:pt x="723104" y="47557"/>
                  <a:pt x="726972" y="42653"/>
                  <a:pt x="731886" y="39338"/>
                </a:cubicBezTo>
                <a:cubicBezTo>
                  <a:pt x="736799" y="36023"/>
                  <a:pt x="742078" y="34365"/>
                  <a:pt x="747725" y="34365"/>
                </a:cubicBezTo>
                <a:cubicBezTo>
                  <a:pt x="751362" y="34365"/>
                  <a:pt x="754592" y="35077"/>
                  <a:pt x="757415" y="36500"/>
                </a:cubicBezTo>
                <a:cubicBezTo>
                  <a:pt x="760238" y="37924"/>
                  <a:pt x="763251" y="40415"/>
                  <a:pt x="766454" y="43974"/>
                </a:cubicBezTo>
                <a:lnTo>
                  <a:pt x="766454" y="21010"/>
                </a:lnTo>
                <a:cubicBezTo>
                  <a:pt x="766454" y="15201"/>
                  <a:pt x="766210" y="11699"/>
                  <a:pt x="765721" y="10505"/>
                </a:cubicBezTo>
                <a:cubicBezTo>
                  <a:pt x="765070" y="8931"/>
                  <a:pt x="764093" y="7763"/>
                  <a:pt x="762790" y="7003"/>
                </a:cubicBezTo>
                <a:cubicBezTo>
                  <a:pt x="761487" y="6243"/>
                  <a:pt x="759044" y="5863"/>
                  <a:pt x="755461" y="5863"/>
                </a:cubicBezTo>
                <a:lnTo>
                  <a:pt x="755461" y="2443"/>
                </a:lnTo>
                <a:lnTo>
                  <a:pt x="789256" y="2443"/>
                </a:lnTo>
                <a:moveTo>
                  <a:pt x="766454" y="53909"/>
                </a:moveTo>
                <a:cubicBezTo>
                  <a:pt x="762437" y="46309"/>
                  <a:pt x="757524" y="42508"/>
                  <a:pt x="751715" y="42508"/>
                </a:cubicBezTo>
                <a:cubicBezTo>
                  <a:pt x="749706" y="42508"/>
                  <a:pt x="748050" y="43051"/>
                  <a:pt x="746747" y="44137"/>
                </a:cubicBezTo>
                <a:cubicBezTo>
                  <a:pt x="744739" y="45820"/>
                  <a:pt x="743096" y="48779"/>
                  <a:pt x="741821" y="53013"/>
                </a:cubicBezTo>
                <a:cubicBezTo>
                  <a:pt x="740545" y="57248"/>
                  <a:pt x="739907" y="63735"/>
                  <a:pt x="739907" y="72476"/>
                </a:cubicBezTo>
                <a:cubicBezTo>
                  <a:pt x="739907" y="82085"/>
                  <a:pt x="740613" y="89197"/>
                  <a:pt x="742024" y="93812"/>
                </a:cubicBezTo>
                <a:cubicBezTo>
                  <a:pt x="743436" y="98426"/>
                  <a:pt x="745363" y="101765"/>
                  <a:pt x="747806" y="103828"/>
                </a:cubicBezTo>
                <a:cubicBezTo>
                  <a:pt x="749055" y="104859"/>
                  <a:pt x="750765" y="105375"/>
                  <a:pt x="752936" y="105375"/>
                </a:cubicBezTo>
                <a:cubicBezTo>
                  <a:pt x="757714" y="105375"/>
                  <a:pt x="762220" y="101617"/>
                  <a:pt x="766454" y="94102"/>
                </a:cubicBezTo>
                <a:lnTo>
                  <a:pt x="766454" y="53909"/>
                </a:lnTo>
                <a:close/>
                <a:moveTo>
                  <a:pt x="918246" y="54316"/>
                </a:moveTo>
                <a:cubicBezTo>
                  <a:pt x="928724" y="56759"/>
                  <a:pt x="936080" y="59718"/>
                  <a:pt x="940314" y="63193"/>
                </a:cubicBezTo>
                <a:cubicBezTo>
                  <a:pt x="946395" y="68133"/>
                  <a:pt x="949435" y="74539"/>
                  <a:pt x="949435" y="82411"/>
                </a:cubicBezTo>
                <a:cubicBezTo>
                  <a:pt x="949435" y="90717"/>
                  <a:pt x="946096" y="97585"/>
                  <a:pt x="939419" y="103014"/>
                </a:cubicBezTo>
                <a:cubicBezTo>
                  <a:pt x="931221" y="109583"/>
                  <a:pt x="919305" y="112867"/>
                  <a:pt x="903669" y="112867"/>
                </a:cubicBezTo>
                <a:lnTo>
                  <a:pt x="847561" y="112867"/>
                </a:lnTo>
                <a:lnTo>
                  <a:pt x="847561" y="109936"/>
                </a:lnTo>
                <a:cubicBezTo>
                  <a:pt x="852665" y="109936"/>
                  <a:pt x="856126" y="109458"/>
                  <a:pt x="857944" y="108503"/>
                </a:cubicBezTo>
                <a:cubicBezTo>
                  <a:pt x="859763" y="107548"/>
                  <a:pt x="861039" y="106307"/>
                  <a:pt x="861772" y="104780"/>
                </a:cubicBezTo>
                <a:cubicBezTo>
                  <a:pt x="862505" y="103253"/>
                  <a:pt x="862871" y="99488"/>
                  <a:pt x="862871" y="93486"/>
                </a:cubicBezTo>
                <a:lnTo>
                  <a:pt x="862871" y="21824"/>
                </a:lnTo>
                <a:cubicBezTo>
                  <a:pt x="862871" y="15822"/>
                  <a:pt x="862505" y="12044"/>
                  <a:pt x="861772" y="10490"/>
                </a:cubicBezTo>
                <a:cubicBezTo>
                  <a:pt x="861039" y="8934"/>
                  <a:pt x="859749" y="7693"/>
                  <a:pt x="857904" y="6767"/>
                </a:cubicBezTo>
                <a:cubicBezTo>
                  <a:pt x="856058" y="5839"/>
                  <a:pt x="852610" y="5375"/>
                  <a:pt x="847561" y="5375"/>
                </a:cubicBezTo>
                <a:lnTo>
                  <a:pt x="847561" y="2443"/>
                </a:lnTo>
                <a:lnTo>
                  <a:pt x="900493" y="2443"/>
                </a:lnTo>
                <a:cubicBezTo>
                  <a:pt x="913143" y="2443"/>
                  <a:pt x="922100" y="3570"/>
                  <a:pt x="927367" y="5823"/>
                </a:cubicBezTo>
                <a:cubicBezTo>
                  <a:pt x="932633" y="8076"/>
                  <a:pt x="936786" y="11441"/>
                  <a:pt x="939826" y="15920"/>
                </a:cubicBezTo>
                <a:cubicBezTo>
                  <a:pt x="942866" y="20399"/>
                  <a:pt x="944386" y="25163"/>
                  <a:pt x="944386" y="30212"/>
                </a:cubicBezTo>
                <a:cubicBezTo>
                  <a:pt x="944386" y="35532"/>
                  <a:pt x="942459" y="40269"/>
                  <a:pt x="938604" y="44422"/>
                </a:cubicBezTo>
                <a:cubicBezTo>
                  <a:pt x="934750" y="48575"/>
                  <a:pt x="927964" y="51873"/>
                  <a:pt x="918246" y="54316"/>
                </a:cubicBezTo>
                <a:moveTo>
                  <a:pt x="888604" y="52118"/>
                </a:moveTo>
                <a:cubicBezTo>
                  <a:pt x="896313" y="52118"/>
                  <a:pt x="902000" y="51249"/>
                  <a:pt x="905664" y="49512"/>
                </a:cubicBezTo>
                <a:cubicBezTo>
                  <a:pt x="909329" y="47774"/>
                  <a:pt x="912138" y="45331"/>
                  <a:pt x="914093" y="42183"/>
                </a:cubicBezTo>
                <a:cubicBezTo>
                  <a:pt x="916047" y="39034"/>
                  <a:pt x="917024" y="35016"/>
                  <a:pt x="917024" y="30130"/>
                </a:cubicBezTo>
                <a:cubicBezTo>
                  <a:pt x="917024" y="25244"/>
                  <a:pt x="916061" y="21241"/>
                  <a:pt x="914134" y="18119"/>
                </a:cubicBezTo>
                <a:cubicBezTo>
                  <a:pt x="912206" y="14997"/>
                  <a:pt x="909451" y="12622"/>
                  <a:pt x="905868" y="10994"/>
                </a:cubicBezTo>
                <a:cubicBezTo>
                  <a:pt x="902285" y="9365"/>
                  <a:pt x="896530" y="8578"/>
                  <a:pt x="888604" y="8632"/>
                </a:cubicBezTo>
                <a:lnTo>
                  <a:pt x="888604" y="52118"/>
                </a:lnTo>
                <a:moveTo>
                  <a:pt x="888604" y="58469"/>
                </a:moveTo>
                <a:lnTo>
                  <a:pt x="888604" y="93893"/>
                </a:lnTo>
                <a:lnTo>
                  <a:pt x="888523" y="97914"/>
                </a:lnTo>
                <a:cubicBezTo>
                  <a:pt x="888523" y="100808"/>
                  <a:pt x="889269" y="102992"/>
                  <a:pt x="890762" y="104467"/>
                </a:cubicBezTo>
                <a:cubicBezTo>
                  <a:pt x="892255" y="105941"/>
                  <a:pt x="894467" y="106678"/>
                  <a:pt x="897399" y="106678"/>
                </a:cubicBezTo>
                <a:cubicBezTo>
                  <a:pt x="901742" y="106678"/>
                  <a:pt x="905746" y="105718"/>
                  <a:pt x="909410" y="103797"/>
                </a:cubicBezTo>
                <a:cubicBezTo>
                  <a:pt x="913075" y="101877"/>
                  <a:pt x="915884" y="99090"/>
                  <a:pt x="917839" y="95438"/>
                </a:cubicBezTo>
                <a:cubicBezTo>
                  <a:pt x="919793" y="91785"/>
                  <a:pt x="920770" y="87713"/>
                  <a:pt x="920770" y="83223"/>
                </a:cubicBezTo>
                <a:cubicBezTo>
                  <a:pt x="920770" y="78084"/>
                  <a:pt x="919576" y="73472"/>
                  <a:pt x="917187" y="69387"/>
                </a:cubicBezTo>
                <a:cubicBezTo>
                  <a:pt x="914799" y="65301"/>
                  <a:pt x="911514" y="62447"/>
                  <a:pt x="907334" y="60823"/>
                </a:cubicBezTo>
                <a:cubicBezTo>
                  <a:pt x="903154" y="59200"/>
                  <a:pt x="896910" y="58415"/>
                  <a:pt x="888604" y="58469"/>
                </a:cubicBezTo>
                <a:close/>
                <a:moveTo>
                  <a:pt x="979240" y="0"/>
                </a:moveTo>
                <a:cubicBezTo>
                  <a:pt x="982768" y="0"/>
                  <a:pt x="985754" y="1239"/>
                  <a:pt x="988197" y="3718"/>
                </a:cubicBezTo>
                <a:cubicBezTo>
                  <a:pt x="990640" y="6195"/>
                  <a:pt x="991862" y="9177"/>
                  <a:pt x="991862" y="12663"/>
                </a:cubicBezTo>
                <a:cubicBezTo>
                  <a:pt x="991862" y="16149"/>
                  <a:pt x="990627" y="19118"/>
                  <a:pt x="988157" y="21570"/>
                </a:cubicBezTo>
                <a:cubicBezTo>
                  <a:pt x="985687" y="24020"/>
                  <a:pt x="982714" y="25244"/>
                  <a:pt x="979240" y="25244"/>
                </a:cubicBezTo>
                <a:cubicBezTo>
                  <a:pt x="975765" y="25244"/>
                  <a:pt x="972806" y="24020"/>
                  <a:pt x="970363" y="21570"/>
                </a:cubicBezTo>
                <a:cubicBezTo>
                  <a:pt x="967920" y="19118"/>
                  <a:pt x="966699" y="16149"/>
                  <a:pt x="966699" y="12663"/>
                </a:cubicBezTo>
                <a:cubicBezTo>
                  <a:pt x="966699" y="9177"/>
                  <a:pt x="967920" y="6195"/>
                  <a:pt x="970363" y="3718"/>
                </a:cubicBezTo>
                <a:cubicBezTo>
                  <a:pt x="972806" y="1239"/>
                  <a:pt x="975765" y="0"/>
                  <a:pt x="979240" y="0"/>
                </a:cubicBezTo>
                <a:moveTo>
                  <a:pt x="990640" y="36645"/>
                </a:moveTo>
                <a:lnTo>
                  <a:pt x="990640" y="97069"/>
                </a:lnTo>
                <a:cubicBezTo>
                  <a:pt x="990640" y="102444"/>
                  <a:pt x="991265" y="105877"/>
                  <a:pt x="992513" y="107370"/>
                </a:cubicBezTo>
                <a:cubicBezTo>
                  <a:pt x="993762" y="108863"/>
                  <a:pt x="996205" y="109718"/>
                  <a:pt x="999842" y="109936"/>
                </a:cubicBezTo>
                <a:lnTo>
                  <a:pt x="999842" y="112867"/>
                </a:lnTo>
                <a:lnTo>
                  <a:pt x="958718" y="112867"/>
                </a:lnTo>
                <a:lnTo>
                  <a:pt x="958718" y="109936"/>
                </a:lnTo>
                <a:cubicBezTo>
                  <a:pt x="962084" y="109827"/>
                  <a:pt x="964582" y="108850"/>
                  <a:pt x="966210" y="107004"/>
                </a:cubicBezTo>
                <a:cubicBezTo>
                  <a:pt x="967296" y="105755"/>
                  <a:pt x="967839" y="102444"/>
                  <a:pt x="967839" y="97069"/>
                </a:cubicBezTo>
                <a:lnTo>
                  <a:pt x="967839" y="52606"/>
                </a:lnTo>
                <a:cubicBezTo>
                  <a:pt x="967839" y="47164"/>
                  <a:pt x="967215" y="43687"/>
                  <a:pt x="965966" y="42175"/>
                </a:cubicBezTo>
                <a:cubicBezTo>
                  <a:pt x="964717" y="40663"/>
                  <a:pt x="962301" y="39797"/>
                  <a:pt x="958718" y="39577"/>
                </a:cubicBezTo>
                <a:lnTo>
                  <a:pt x="958718" y="36645"/>
                </a:lnTo>
                <a:lnTo>
                  <a:pt x="990640" y="36645"/>
                </a:lnTo>
                <a:close/>
                <a:moveTo>
                  <a:pt x="1038360" y="36645"/>
                </a:moveTo>
                <a:lnTo>
                  <a:pt x="1038360" y="46580"/>
                </a:lnTo>
                <a:cubicBezTo>
                  <a:pt x="1042269" y="42317"/>
                  <a:pt x="1046015" y="39215"/>
                  <a:pt x="1049598" y="37276"/>
                </a:cubicBezTo>
                <a:cubicBezTo>
                  <a:pt x="1053181" y="35335"/>
                  <a:pt x="1057036" y="34365"/>
                  <a:pt x="1061162" y="34365"/>
                </a:cubicBezTo>
                <a:cubicBezTo>
                  <a:pt x="1066102" y="34365"/>
                  <a:pt x="1070201" y="35738"/>
                  <a:pt x="1073458" y="38483"/>
                </a:cubicBezTo>
                <a:cubicBezTo>
                  <a:pt x="1076715" y="41228"/>
                  <a:pt x="1078887" y="44638"/>
                  <a:pt x="1079973" y="48715"/>
                </a:cubicBezTo>
                <a:cubicBezTo>
                  <a:pt x="1080841" y="51815"/>
                  <a:pt x="1081276" y="57768"/>
                  <a:pt x="1081276" y="66575"/>
                </a:cubicBezTo>
                <a:lnTo>
                  <a:pt x="1081276" y="96255"/>
                </a:lnTo>
                <a:cubicBezTo>
                  <a:pt x="1081276" y="102118"/>
                  <a:pt x="1081805" y="105769"/>
                  <a:pt x="1082864" y="107207"/>
                </a:cubicBezTo>
                <a:cubicBezTo>
                  <a:pt x="1083922" y="108646"/>
                  <a:pt x="1086135" y="109555"/>
                  <a:pt x="1089501" y="109936"/>
                </a:cubicBezTo>
                <a:lnTo>
                  <a:pt x="1089501" y="112867"/>
                </a:lnTo>
                <a:lnTo>
                  <a:pt x="1050982" y="112867"/>
                </a:lnTo>
                <a:lnTo>
                  <a:pt x="1050982" y="109936"/>
                </a:lnTo>
                <a:cubicBezTo>
                  <a:pt x="1053860" y="109555"/>
                  <a:pt x="1055923" y="108361"/>
                  <a:pt x="1057171" y="106352"/>
                </a:cubicBezTo>
                <a:cubicBezTo>
                  <a:pt x="1058040" y="104995"/>
                  <a:pt x="1058474" y="101629"/>
                  <a:pt x="1058474" y="96255"/>
                </a:cubicBezTo>
                <a:lnTo>
                  <a:pt x="1058474" y="62378"/>
                </a:lnTo>
                <a:cubicBezTo>
                  <a:pt x="1058474" y="56135"/>
                  <a:pt x="1058230" y="52199"/>
                  <a:pt x="1057741" y="50570"/>
                </a:cubicBezTo>
                <a:cubicBezTo>
                  <a:pt x="1057253" y="48942"/>
                  <a:pt x="1056425" y="47679"/>
                  <a:pt x="1055258" y="46784"/>
                </a:cubicBezTo>
                <a:cubicBezTo>
                  <a:pt x="1054090" y="45888"/>
                  <a:pt x="1052801" y="45440"/>
                  <a:pt x="1051390" y="45440"/>
                </a:cubicBezTo>
                <a:cubicBezTo>
                  <a:pt x="1046721" y="45440"/>
                  <a:pt x="1042378" y="48806"/>
                  <a:pt x="1038360" y="55538"/>
                </a:cubicBezTo>
                <a:lnTo>
                  <a:pt x="1038360" y="96255"/>
                </a:lnTo>
                <a:cubicBezTo>
                  <a:pt x="1038360" y="101955"/>
                  <a:pt x="1038889" y="105565"/>
                  <a:pt x="1039948" y="107085"/>
                </a:cubicBezTo>
                <a:cubicBezTo>
                  <a:pt x="1041007" y="108605"/>
                  <a:pt x="1042975" y="109555"/>
                  <a:pt x="1045852" y="109936"/>
                </a:cubicBezTo>
                <a:lnTo>
                  <a:pt x="1045852" y="112867"/>
                </a:lnTo>
                <a:lnTo>
                  <a:pt x="1007334" y="112867"/>
                </a:lnTo>
                <a:lnTo>
                  <a:pt x="1007334" y="109936"/>
                </a:lnTo>
                <a:cubicBezTo>
                  <a:pt x="1010537" y="109610"/>
                  <a:pt x="1012817" y="108578"/>
                  <a:pt x="1014174" y="106841"/>
                </a:cubicBezTo>
                <a:cubicBezTo>
                  <a:pt x="1015097" y="105647"/>
                  <a:pt x="1015559" y="102118"/>
                  <a:pt x="1015559" y="96255"/>
                </a:cubicBezTo>
                <a:lnTo>
                  <a:pt x="1015559" y="53258"/>
                </a:lnTo>
                <a:cubicBezTo>
                  <a:pt x="1015559" y="47433"/>
                  <a:pt x="1015029" y="43807"/>
                  <a:pt x="1013971" y="42379"/>
                </a:cubicBezTo>
                <a:cubicBezTo>
                  <a:pt x="1012912" y="40950"/>
                  <a:pt x="1010700" y="40016"/>
                  <a:pt x="1007334" y="39577"/>
                </a:cubicBezTo>
                <a:lnTo>
                  <a:pt x="1007334" y="36645"/>
                </a:lnTo>
                <a:lnTo>
                  <a:pt x="1038360" y="366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DebugSymbols">
            <a:extLst xmlns:a="http://schemas.openxmlformats.org/drawingml/2006/main">
              <a:ext uri="{FF2B5EF4-FFF2-40B4-BE49-F238E27FC236}">
                <a16:creationId xmlns:a16="http://schemas.microsoft.com/office/drawing/2014/main" id="{D96911CF-1963-4CA5-A8B5-91A93E9F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601" y="868633"/>
            <a:ext cx="1099354" cy="148861"/>
          </a:xfrm>
          <a:custGeom xmlns:a="http://schemas.openxmlformats.org/drawingml/2006/main">
            <a:pathLst>
              <a:path w="1099354" h="148861">
                <a:moveTo>
                  <a:pt x="0" y="112867"/>
                </a:moveTo>
                <a:lnTo>
                  <a:pt x="0" y="109936"/>
                </a:lnTo>
                <a:lnTo>
                  <a:pt x="3665" y="109936"/>
                </a:lnTo>
                <a:cubicBezTo>
                  <a:pt x="6868" y="109936"/>
                  <a:pt x="9324" y="109431"/>
                  <a:pt x="11034" y="108421"/>
                </a:cubicBezTo>
                <a:cubicBezTo>
                  <a:pt x="12744" y="107412"/>
                  <a:pt x="14007" y="106034"/>
                  <a:pt x="14821" y="104289"/>
                </a:cubicBezTo>
                <a:cubicBezTo>
                  <a:pt x="15310" y="103142"/>
                  <a:pt x="15554" y="99704"/>
                  <a:pt x="15554" y="93974"/>
                </a:cubicBezTo>
                <a:lnTo>
                  <a:pt x="15554" y="21336"/>
                </a:lnTo>
                <a:cubicBezTo>
                  <a:pt x="15554" y="15661"/>
                  <a:pt x="15255" y="12114"/>
                  <a:pt x="14658" y="10696"/>
                </a:cubicBezTo>
                <a:cubicBezTo>
                  <a:pt x="14061" y="9276"/>
                  <a:pt x="12853" y="8034"/>
                  <a:pt x="11034" y="6970"/>
                </a:cubicBezTo>
                <a:cubicBezTo>
                  <a:pt x="9216" y="5906"/>
                  <a:pt x="6759" y="5375"/>
                  <a:pt x="3665" y="5375"/>
                </a:cubicBezTo>
                <a:lnTo>
                  <a:pt x="0" y="5375"/>
                </a:lnTo>
                <a:lnTo>
                  <a:pt x="0" y="2443"/>
                </a:lnTo>
                <a:lnTo>
                  <a:pt x="49430" y="2443"/>
                </a:lnTo>
                <a:cubicBezTo>
                  <a:pt x="62623" y="2443"/>
                  <a:pt x="73236" y="4235"/>
                  <a:pt x="81271" y="7818"/>
                </a:cubicBezTo>
                <a:cubicBezTo>
                  <a:pt x="91097" y="12215"/>
                  <a:pt x="98548" y="18865"/>
                  <a:pt x="103624" y="27769"/>
                </a:cubicBezTo>
                <a:cubicBezTo>
                  <a:pt x="108700" y="36672"/>
                  <a:pt x="111238" y="46743"/>
                  <a:pt x="111238" y="57981"/>
                </a:cubicBezTo>
                <a:cubicBezTo>
                  <a:pt x="111238" y="65744"/>
                  <a:pt x="109990" y="72897"/>
                  <a:pt x="107493" y="79439"/>
                </a:cubicBezTo>
                <a:cubicBezTo>
                  <a:pt x="104995" y="85980"/>
                  <a:pt x="101765" y="91382"/>
                  <a:pt x="97802" y="95644"/>
                </a:cubicBezTo>
                <a:cubicBezTo>
                  <a:pt x="93839" y="99906"/>
                  <a:pt x="89265" y="103326"/>
                  <a:pt x="84080" y="105905"/>
                </a:cubicBezTo>
                <a:cubicBezTo>
                  <a:pt x="78896" y="108483"/>
                  <a:pt x="72557" y="110478"/>
                  <a:pt x="65066" y="111890"/>
                </a:cubicBezTo>
                <a:cubicBezTo>
                  <a:pt x="61754" y="112541"/>
                  <a:pt x="56542" y="112867"/>
                  <a:pt x="49430" y="112867"/>
                </a:cubicBezTo>
                <a:lnTo>
                  <a:pt x="0" y="112867"/>
                </a:lnTo>
                <a:moveTo>
                  <a:pt x="42101" y="8632"/>
                </a:moveTo>
                <a:lnTo>
                  <a:pt x="42101" y="94718"/>
                </a:lnTo>
                <a:cubicBezTo>
                  <a:pt x="42101" y="99274"/>
                  <a:pt x="42318" y="102069"/>
                  <a:pt x="42753" y="103100"/>
                </a:cubicBezTo>
                <a:cubicBezTo>
                  <a:pt x="43187" y="104130"/>
                  <a:pt x="43920" y="104915"/>
                  <a:pt x="44951" y="105457"/>
                </a:cubicBezTo>
                <a:cubicBezTo>
                  <a:pt x="46417" y="106271"/>
                  <a:pt x="48534" y="106678"/>
                  <a:pt x="51303" y="106678"/>
                </a:cubicBezTo>
                <a:cubicBezTo>
                  <a:pt x="60370" y="106678"/>
                  <a:pt x="67291" y="103586"/>
                  <a:pt x="72069" y="97402"/>
                </a:cubicBezTo>
                <a:cubicBezTo>
                  <a:pt x="78584" y="89049"/>
                  <a:pt x="81841" y="76085"/>
                  <a:pt x="81841" y="58510"/>
                </a:cubicBezTo>
                <a:cubicBezTo>
                  <a:pt x="81841" y="44353"/>
                  <a:pt x="79615" y="33043"/>
                  <a:pt x="75163" y="24580"/>
                </a:cubicBezTo>
                <a:cubicBezTo>
                  <a:pt x="71635" y="17962"/>
                  <a:pt x="67101" y="13459"/>
                  <a:pt x="61564" y="11072"/>
                </a:cubicBezTo>
                <a:cubicBezTo>
                  <a:pt x="57655" y="9391"/>
                  <a:pt x="51168" y="8578"/>
                  <a:pt x="42101" y="8632"/>
                </a:cubicBezTo>
                <a:close/>
                <a:moveTo>
                  <a:pt x="188356" y="71987"/>
                </a:moveTo>
                <a:lnTo>
                  <a:pt x="146581" y="71987"/>
                </a:lnTo>
                <a:cubicBezTo>
                  <a:pt x="147069" y="82112"/>
                  <a:pt x="149757" y="90114"/>
                  <a:pt x="154643" y="95993"/>
                </a:cubicBezTo>
                <a:cubicBezTo>
                  <a:pt x="158389" y="100510"/>
                  <a:pt x="162895" y="102769"/>
                  <a:pt x="168161" y="102769"/>
                </a:cubicBezTo>
                <a:cubicBezTo>
                  <a:pt x="171418" y="102769"/>
                  <a:pt x="174377" y="101860"/>
                  <a:pt x="177037" y="100041"/>
                </a:cubicBezTo>
                <a:cubicBezTo>
                  <a:pt x="179697" y="98223"/>
                  <a:pt x="182547" y="94952"/>
                  <a:pt x="185587" y="90229"/>
                </a:cubicBezTo>
                <a:lnTo>
                  <a:pt x="188356" y="92020"/>
                </a:lnTo>
                <a:cubicBezTo>
                  <a:pt x="184230" y="100435"/>
                  <a:pt x="179670" y="106393"/>
                  <a:pt x="174675" y="109895"/>
                </a:cubicBezTo>
                <a:cubicBezTo>
                  <a:pt x="169681" y="113396"/>
                  <a:pt x="163899" y="115147"/>
                  <a:pt x="157330" y="115147"/>
                </a:cubicBezTo>
                <a:cubicBezTo>
                  <a:pt x="146038" y="115147"/>
                  <a:pt x="137487" y="110800"/>
                  <a:pt x="131678" y="102105"/>
                </a:cubicBezTo>
                <a:cubicBezTo>
                  <a:pt x="127009" y="95095"/>
                  <a:pt x="124675" y="86400"/>
                  <a:pt x="124675" y="76021"/>
                </a:cubicBezTo>
                <a:cubicBezTo>
                  <a:pt x="124675" y="63304"/>
                  <a:pt x="128109" y="53182"/>
                  <a:pt x="134976" y="45656"/>
                </a:cubicBezTo>
                <a:cubicBezTo>
                  <a:pt x="141844" y="38129"/>
                  <a:pt x="149892" y="34365"/>
                  <a:pt x="159121" y="34365"/>
                </a:cubicBezTo>
                <a:cubicBezTo>
                  <a:pt x="166831" y="34365"/>
                  <a:pt x="173522" y="37527"/>
                  <a:pt x="179195" y="43852"/>
                </a:cubicBezTo>
                <a:cubicBezTo>
                  <a:pt x="184868" y="50177"/>
                  <a:pt x="187922" y="59555"/>
                  <a:pt x="188356" y="71987"/>
                </a:cubicBezTo>
                <a:moveTo>
                  <a:pt x="168324" y="66613"/>
                </a:moveTo>
                <a:cubicBezTo>
                  <a:pt x="168324" y="57872"/>
                  <a:pt x="167848" y="51873"/>
                  <a:pt x="166898" y="48616"/>
                </a:cubicBezTo>
                <a:cubicBezTo>
                  <a:pt x="165948" y="45359"/>
                  <a:pt x="164469" y="42888"/>
                  <a:pt x="162460" y="41205"/>
                </a:cubicBezTo>
                <a:cubicBezTo>
                  <a:pt x="161320" y="40228"/>
                  <a:pt x="159800" y="39740"/>
                  <a:pt x="157900" y="39740"/>
                </a:cubicBezTo>
                <a:cubicBezTo>
                  <a:pt x="155077" y="39740"/>
                  <a:pt x="152770" y="41124"/>
                  <a:pt x="150978" y="43893"/>
                </a:cubicBezTo>
                <a:cubicBezTo>
                  <a:pt x="147775" y="48724"/>
                  <a:pt x="146174" y="55348"/>
                  <a:pt x="146174" y="63763"/>
                </a:cubicBezTo>
                <a:lnTo>
                  <a:pt x="146174" y="66613"/>
                </a:lnTo>
                <a:lnTo>
                  <a:pt x="168324" y="66613"/>
                </a:lnTo>
                <a:close/>
                <a:moveTo>
                  <a:pt x="227363" y="2443"/>
                </a:moveTo>
                <a:lnTo>
                  <a:pt x="227363" y="44300"/>
                </a:lnTo>
                <a:cubicBezTo>
                  <a:pt x="233769" y="37677"/>
                  <a:pt x="240772" y="34365"/>
                  <a:pt x="248373" y="34365"/>
                </a:cubicBezTo>
                <a:cubicBezTo>
                  <a:pt x="253584" y="34365"/>
                  <a:pt x="258498" y="35900"/>
                  <a:pt x="263112" y="38971"/>
                </a:cubicBezTo>
                <a:cubicBezTo>
                  <a:pt x="267727" y="42042"/>
                  <a:pt x="271337" y="46403"/>
                  <a:pt x="273943" y="52054"/>
                </a:cubicBezTo>
                <a:cubicBezTo>
                  <a:pt x="276549" y="57705"/>
                  <a:pt x="277852" y="64227"/>
                  <a:pt x="277852" y="71618"/>
                </a:cubicBezTo>
                <a:cubicBezTo>
                  <a:pt x="277852" y="79933"/>
                  <a:pt x="276196" y="87487"/>
                  <a:pt x="272884" y="94280"/>
                </a:cubicBezTo>
                <a:cubicBezTo>
                  <a:pt x="269573" y="101073"/>
                  <a:pt x="265148" y="106249"/>
                  <a:pt x="259611" y="109808"/>
                </a:cubicBezTo>
                <a:cubicBezTo>
                  <a:pt x="254073" y="113368"/>
                  <a:pt x="247748" y="115147"/>
                  <a:pt x="240637" y="115147"/>
                </a:cubicBezTo>
                <a:cubicBezTo>
                  <a:pt x="236511" y="115147"/>
                  <a:pt x="232846" y="114496"/>
                  <a:pt x="229643" y="113193"/>
                </a:cubicBezTo>
                <a:cubicBezTo>
                  <a:pt x="226440" y="111890"/>
                  <a:pt x="223291" y="109773"/>
                  <a:pt x="220197" y="106841"/>
                </a:cubicBezTo>
                <a:lnTo>
                  <a:pt x="207574" y="115147"/>
                </a:lnTo>
                <a:lnTo>
                  <a:pt x="204806" y="115147"/>
                </a:lnTo>
                <a:lnTo>
                  <a:pt x="204806" y="18241"/>
                </a:lnTo>
                <a:cubicBezTo>
                  <a:pt x="204806" y="13815"/>
                  <a:pt x="204616" y="11083"/>
                  <a:pt x="204236" y="10047"/>
                </a:cubicBezTo>
                <a:cubicBezTo>
                  <a:pt x="203693" y="8517"/>
                  <a:pt x="202838" y="7382"/>
                  <a:pt x="201670" y="6644"/>
                </a:cubicBezTo>
                <a:cubicBezTo>
                  <a:pt x="200503" y="5906"/>
                  <a:pt x="198535" y="5483"/>
                  <a:pt x="195767" y="5375"/>
                </a:cubicBezTo>
                <a:lnTo>
                  <a:pt x="195767" y="2443"/>
                </a:lnTo>
                <a:lnTo>
                  <a:pt x="227363" y="2443"/>
                </a:lnTo>
                <a:moveTo>
                  <a:pt x="227363" y="51558"/>
                </a:moveTo>
                <a:lnTo>
                  <a:pt x="227363" y="85475"/>
                </a:lnTo>
                <a:cubicBezTo>
                  <a:pt x="227363" y="92378"/>
                  <a:pt x="227526" y="96781"/>
                  <a:pt x="227851" y="98685"/>
                </a:cubicBezTo>
                <a:cubicBezTo>
                  <a:pt x="228394" y="101891"/>
                  <a:pt x="229697" y="104487"/>
                  <a:pt x="231760" y="106472"/>
                </a:cubicBezTo>
                <a:cubicBezTo>
                  <a:pt x="233823" y="108455"/>
                  <a:pt x="236456" y="109447"/>
                  <a:pt x="239659" y="109447"/>
                </a:cubicBezTo>
                <a:cubicBezTo>
                  <a:pt x="242428" y="109447"/>
                  <a:pt x="244803" y="108659"/>
                  <a:pt x="246785" y="107083"/>
                </a:cubicBezTo>
                <a:cubicBezTo>
                  <a:pt x="248766" y="105507"/>
                  <a:pt x="250422" y="102382"/>
                  <a:pt x="251752" y="97708"/>
                </a:cubicBezTo>
                <a:cubicBezTo>
                  <a:pt x="253082" y="93032"/>
                  <a:pt x="253747" y="84606"/>
                  <a:pt x="253747" y="72430"/>
                </a:cubicBezTo>
                <a:cubicBezTo>
                  <a:pt x="253747" y="60743"/>
                  <a:pt x="252282" y="52725"/>
                  <a:pt x="249350" y="48377"/>
                </a:cubicBezTo>
                <a:cubicBezTo>
                  <a:pt x="247233" y="45225"/>
                  <a:pt x="244382" y="43648"/>
                  <a:pt x="240799" y="43648"/>
                </a:cubicBezTo>
                <a:cubicBezTo>
                  <a:pt x="236131" y="43648"/>
                  <a:pt x="231652" y="46285"/>
                  <a:pt x="227363" y="51558"/>
                </a:cubicBezTo>
                <a:close/>
                <a:moveTo>
                  <a:pt x="364171" y="36645"/>
                </a:moveTo>
                <a:lnTo>
                  <a:pt x="364171" y="96255"/>
                </a:lnTo>
                <a:cubicBezTo>
                  <a:pt x="364171" y="102099"/>
                  <a:pt x="364714" y="105745"/>
                  <a:pt x="365800" y="107192"/>
                </a:cubicBezTo>
                <a:cubicBezTo>
                  <a:pt x="366886" y="108639"/>
                  <a:pt x="369084" y="109554"/>
                  <a:pt x="372396" y="109936"/>
                </a:cubicBezTo>
                <a:lnTo>
                  <a:pt x="372396" y="112867"/>
                </a:lnTo>
                <a:lnTo>
                  <a:pt x="341370" y="112867"/>
                </a:lnTo>
                <a:lnTo>
                  <a:pt x="341370" y="102688"/>
                </a:lnTo>
                <a:cubicBezTo>
                  <a:pt x="337732" y="107031"/>
                  <a:pt x="334095" y="110193"/>
                  <a:pt x="330458" y="112175"/>
                </a:cubicBezTo>
                <a:cubicBezTo>
                  <a:pt x="326820" y="114156"/>
                  <a:pt x="322749" y="115147"/>
                  <a:pt x="318243" y="115147"/>
                </a:cubicBezTo>
                <a:cubicBezTo>
                  <a:pt x="313954" y="115147"/>
                  <a:pt x="310140" y="113831"/>
                  <a:pt x="306801" y="111198"/>
                </a:cubicBezTo>
                <a:cubicBezTo>
                  <a:pt x="303462" y="108565"/>
                  <a:pt x="301223" y="105484"/>
                  <a:pt x="300083" y="101955"/>
                </a:cubicBezTo>
                <a:cubicBezTo>
                  <a:pt x="298943" y="98426"/>
                  <a:pt x="298373" y="92264"/>
                  <a:pt x="298373" y="83470"/>
                </a:cubicBezTo>
                <a:lnTo>
                  <a:pt x="298373" y="53258"/>
                </a:lnTo>
                <a:cubicBezTo>
                  <a:pt x="298373" y="47433"/>
                  <a:pt x="297844" y="43807"/>
                  <a:pt x="296785" y="42379"/>
                </a:cubicBezTo>
                <a:cubicBezTo>
                  <a:pt x="295726" y="40950"/>
                  <a:pt x="293514" y="40016"/>
                  <a:pt x="290148" y="39577"/>
                </a:cubicBezTo>
                <a:lnTo>
                  <a:pt x="290148" y="36645"/>
                </a:lnTo>
                <a:lnTo>
                  <a:pt x="321174" y="36645"/>
                </a:lnTo>
                <a:lnTo>
                  <a:pt x="321174" y="88745"/>
                </a:lnTo>
                <a:cubicBezTo>
                  <a:pt x="321174" y="94181"/>
                  <a:pt x="321432" y="97687"/>
                  <a:pt x="321948" y="99263"/>
                </a:cubicBezTo>
                <a:cubicBezTo>
                  <a:pt x="322464" y="100839"/>
                  <a:pt x="323278" y="102035"/>
                  <a:pt x="324391" y="102851"/>
                </a:cubicBezTo>
                <a:cubicBezTo>
                  <a:pt x="325504" y="103665"/>
                  <a:pt x="326793" y="104072"/>
                  <a:pt x="328259" y="104072"/>
                </a:cubicBezTo>
                <a:cubicBezTo>
                  <a:pt x="330213" y="104072"/>
                  <a:pt x="331978" y="103557"/>
                  <a:pt x="333552" y="102525"/>
                </a:cubicBezTo>
                <a:cubicBezTo>
                  <a:pt x="335724" y="101114"/>
                  <a:pt x="338330" y="98263"/>
                  <a:pt x="341370" y="93974"/>
                </a:cubicBezTo>
                <a:lnTo>
                  <a:pt x="341370" y="53258"/>
                </a:lnTo>
                <a:cubicBezTo>
                  <a:pt x="341370" y="47433"/>
                  <a:pt x="340841" y="43807"/>
                  <a:pt x="339782" y="42379"/>
                </a:cubicBezTo>
                <a:cubicBezTo>
                  <a:pt x="338723" y="40950"/>
                  <a:pt x="336511" y="40016"/>
                  <a:pt x="333145" y="39577"/>
                </a:cubicBezTo>
                <a:lnTo>
                  <a:pt x="333145" y="36645"/>
                </a:lnTo>
                <a:lnTo>
                  <a:pt x="364171" y="36645"/>
                </a:lnTo>
                <a:close/>
                <a:moveTo>
                  <a:pt x="432250" y="37622"/>
                </a:moveTo>
                <a:lnTo>
                  <a:pt x="457902" y="37622"/>
                </a:lnTo>
                <a:lnTo>
                  <a:pt x="457902" y="46580"/>
                </a:lnTo>
                <a:lnTo>
                  <a:pt x="443325" y="46580"/>
                </a:lnTo>
                <a:cubicBezTo>
                  <a:pt x="445985" y="49240"/>
                  <a:pt x="447831" y="51656"/>
                  <a:pt x="448862" y="53828"/>
                </a:cubicBezTo>
                <a:cubicBezTo>
                  <a:pt x="450165" y="56759"/>
                  <a:pt x="450817" y="59827"/>
                  <a:pt x="450817" y="63030"/>
                </a:cubicBezTo>
                <a:cubicBezTo>
                  <a:pt x="450817" y="68459"/>
                  <a:pt x="449310" y="73168"/>
                  <a:pt x="446297" y="77158"/>
                </a:cubicBezTo>
                <a:cubicBezTo>
                  <a:pt x="443284" y="81149"/>
                  <a:pt x="439185" y="84270"/>
                  <a:pt x="434001" y="86523"/>
                </a:cubicBezTo>
                <a:cubicBezTo>
                  <a:pt x="428816" y="88776"/>
                  <a:pt x="424215" y="89903"/>
                  <a:pt x="420198" y="89903"/>
                </a:cubicBezTo>
                <a:cubicBezTo>
                  <a:pt x="419872" y="89903"/>
                  <a:pt x="416615" y="89767"/>
                  <a:pt x="410426" y="89496"/>
                </a:cubicBezTo>
                <a:cubicBezTo>
                  <a:pt x="407983" y="89496"/>
                  <a:pt x="405933" y="90292"/>
                  <a:pt x="404277" y="91885"/>
                </a:cubicBezTo>
                <a:cubicBezTo>
                  <a:pt x="402622" y="93478"/>
                  <a:pt x="401794" y="95381"/>
                  <a:pt x="401794" y="97593"/>
                </a:cubicBezTo>
                <a:cubicBezTo>
                  <a:pt x="401794" y="99537"/>
                  <a:pt x="402540" y="101130"/>
                  <a:pt x="404033" y="102372"/>
                </a:cubicBezTo>
                <a:cubicBezTo>
                  <a:pt x="405526" y="103614"/>
                  <a:pt x="407956" y="104235"/>
                  <a:pt x="411321" y="104235"/>
                </a:cubicBezTo>
                <a:lnTo>
                  <a:pt x="425410" y="104072"/>
                </a:lnTo>
                <a:cubicBezTo>
                  <a:pt x="436810" y="104072"/>
                  <a:pt x="444655" y="105323"/>
                  <a:pt x="448944" y="107826"/>
                </a:cubicBezTo>
                <a:cubicBezTo>
                  <a:pt x="455079" y="111305"/>
                  <a:pt x="458146" y="116662"/>
                  <a:pt x="458146" y="123896"/>
                </a:cubicBezTo>
                <a:cubicBezTo>
                  <a:pt x="458146" y="128519"/>
                  <a:pt x="456734" y="132721"/>
                  <a:pt x="453911" y="136501"/>
                </a:cubicBezTo>
                <a:cubicBezTo>
                  <a:pt x="451088" y="140281"/>
                  <a:pt x="447369" y="143068"/>
                  <a:pt x="442755" y="144863"/>
                </a:cubicBezTo>
                <a:cubicBezTo>
                  <a:pt x="435752" y="147528"/>
                  <a:pt x="427690" y="148861"/>
                  <a:pt x="418569" y="148861"/>
                </a:cubicBezTo>
                <a:cubicBezTo>
                  <a:pt x="411729" y="148861"/>
                  <a:pt x="405485" y="148196"/>
                  <a:pt x="399839" y="146866"/>
                </a:cubicBezTo>
                <a:cubicBezTo>
                  <a:pt x="394193" y="145536"/>
                  <a:pt x="390149" y="143689"/>
                  <a:pt x="387706" y="141326"/>
                </a:cubicBezTo>
                <a:cubicBezTo>
                  <a:pt x="385263" y="138964"/>
                  <a:pt x="384041" y="136480"/>
                  <a:pt x="384041" y="133872"/>
                </a:cubicBezTo>
                <a:cubicBezTo>
                  <a:pt x="384041" y="131375"/>
                  <a:pt x="384978" y="129134"/>
                  <a:pt x="386851" y="127151"/>
                </a:cubicBezTo>
                <a:cubicBezTo>
                  <a:pt x="388724" y="125170"/>
                  <a:pt x="392212" y="123500"/>
                  <a:pt x="397315" y="122143"/>
                </a:cubicBezTo>
                <a:cubicBezTo>
                  <a:pt x="390257" y="118668"/>
                  <a:pt x="386728" y="113838"/>
                  <a:pt x="386728" y="107650"/>
                </a:cubicBezTo>
                <a:cubicBezTo>
                  <a:pt x="386728" y="103904"/>
                  <a:pt x="388167" y="100268"/>
                  <a:pt x="391044" y="96741"/>
                </a:cubicBezTo>
                <a:cubicBezTo>
                  <a:pt x="393922" y="93212"/>
                  <a:pt x="398482" y="90145"/>
                  <a:pt x="404725" y="87539"/>
                </a:cubicBezTo>
                <a:cubicBezTo>
                  <a:pt x="397451" y="84875"/>
                  <a:pt x="392185" y="81368"/>
                  <a:pt x="388927" y="77018"/>
                </a:cubicBezTo>
                <a:cubicBezTo>
                  <a:pt x="385670" y="72669"/>
                  <a:pt x="384041" y="67639"/>
                  <a:pt x="384041" y="61930"/>
                </a:cubicBezTo>
                <a:cubicBezTo>
                  <a:pt x="384041" y="54483"/>
                  <a:pt x="387081" y="48026"/>
                  <a:pt x="393162" y="42562"/>
                </a:cubicBezTo>
                <a:cubicBezTo>
                  <a:pt x="399242" y="37097"/>
                  <a:pt x="407060" y="34365"/>
                  <a:pt x="416615" y="34365"/>
                </a:cubicBezTo>
                <a:cubicBezTo>
                  <a:pt x="421664" y="34365"/>
                  <a:pt x="426875" y="35451"/>
                  <a:pt x="432250" y="37622"/>
                </a:cubicBezTo>
                <a:moveTo>
                  <a:pt x="418162" y="39577"/>
                </a:moveTo>
                <a:cubicBezTo>
                  <a:pt x="415013" y="39577"/>
                  <a:pt x="412353" y="41162"/>
                  <a:pt x="410181" y="44333"/>
                </a:cubicBezTo>
                <a:cubicBezTo>
                  <a:pt x="408010" y="47502"/>
                  <a:pt x="406924" y="54073"/>
                  <a:pt x="406924" y="64045"/>
                </a:cubicBezTo>
                <a:cubicBezTo>
                  <a:pt x="406924" y="72119"/>
                  <a:pt x="407996" y="77660"/>
                  <a:pt x="410141" y="80668"/>
                </a:cubicBezTo>
                <a:cubicBezTo>
                  <a:pt x="412285" y="83676"/>
                  <a:pt x="414823" y="85180"/>
                  <a:pt x="417755" y="85180"/>
                </a:cubicBezTo>
                <a:cubicBezTo>
                  <a:pt x="421012" y="85180"/>
                  <a:pt x="423727" y="83689"/>
                  <a:pt x="425898" y="80708"/>
                </a:cubicBezTo>
                <a:cubicBezTo>
                  <a:pt x="428070" y="77728"/>
                  <a:pt x="429155" y="71929"/>
                  <a:pt x="429155" y="63312"/>
                </a:cubicBezTo>
                <a:cubicBezTo>
                  <a:pt x="429155" y="53613"/>
                  <a:pt x="427934" y="47002"/>
                  <a:pt x="425491" y="43478"/>
                </a:cubicBezTo>
                <a:cubicBezTo>
                  <a:pt x="423754" y="40877"/>
                  <a:pt x="421311" y="39577"/>
                  <a:pt x="418162" y="39577"/>
                </a:cubicBezTo>
                <a:moveTo>
                  <a:pt x="413357" y="124105"/>
                </a:moveTo>
                <a:cubicBezTo>
                  <a:pt x="407820" y="124105"/>
                  <a:pt x="404155" y="124565"/>
                  <a:pt x="402364" y="125484"/>
                </a:cubicBezTo>
                <a:cubicBezTo>
                  <a:pt x="399269" y="127159"/>
                  <a:pt x="397722" y="129429"/>
                  <a:pt x="397722" y="132294"/>
                </a:cubicBezTo>
                <a:cubicBezTo>
                  <a:pt x="397722" y="135051"/>
                  <a:pt x="399324" y="137551"/>
                  <a:pt x="402527" y="139794"/>
                </a:cubicBezTo>
                <a:cubicBezTo>
                  <a:pt x="405730" y="142038"/>
                  <a:pt x="411756" y="143160"/>
                  <a:pt x="420605" y="143160"/>
                </a:cubicBezTo>
                <a:cubicBezTo>
                  <a:pt x="428151" y="143160"/>
                  <a:pt x="434082" y="142160"/>
                  <a:pt x="438398" y="140160"/>
                </a:cubicBezTo>
                <a:cubicBezTo>
                  <a:pt x="442714" y="138160"/>
                  <a:pt x="444872" y="135349"/>
                  <a:pt x="444872" y="131727"/>
                </a:cubicBezTo>
                <a:cubicBezTo>
                  <a:pt x="444872" y="130376"/>
                  <a:pt x="444465" y="129241"/>
                  <a:pt x="443651" y="128322"/>
                </a:cubicBezTo>
                <a:cubicBezTo>
                  <a:pt x="442185" y="126700"/>
                  <a:pt x="439973" y="125591"/>
                  <a:pt x="437014" y="124996"/>
                </a:cubicBezTo>
                <a:cubicBezTo>
                  <a:pt x="434055" y="124402"/>
                  <a:pt x="426170" y="124105"/>
                  <a:pt x="413357" y="124105"/>
                </a:cubicBezTo>
                <a:close/>
                <a:moveTo>
                  <a:pt x="581192" y="0"/>
                </a:moveTo>
                <a:lnTo>
                  <a:pt x="582088" y="36808"/>
                </a:lnTo>
                <a:lnTo>
                  <a:pt x="578749" y="36808"/>
                </a:lnTo>
                <a:cubicBezTo>
                  <a:pt x="577175" y="27603"/>
                  <a:pt x="573306" y="20198"/>
                  <a:pt x="567145" y="14594"/>
                </a:cubicBezTo>
                <a:cubicBezTo>
                  <a:pt x="560983" y="8991"/>
                  <a:pt x="554319" y="6189"/>
                  <a:pt x="547153" y="6189"/>
                </a:cubicBezTo>
                <a:cubicBezTo>
                  <a:pt x="541615" y="6189"/>
                  <a:pt x="537231" y="7664"/>
                  <a:pt x="534001" y="10614"/>
                </a:cubicBezTo>
                <a:cubicBezTo>
                  <a:pt x="530771" y="13563"/>
                  <a:pt x="529156" y="16959"/>
                  <a:pt x="529156" y="20801"/>
                </a:cubicBezTo>
                <a:cubicBezTo>
                  <a:pt x="529156" y="23236"/>
                  <a:pt x="529726" y="25401"/>
                  <a:pt x="530866" y="27296"/>
                </a:cubicBezTo>
                <a:cubicBezTo>
                  <a:pt x="532440" y="29839"/>
                  <a:pt x="534965" y="32355"/>
                  <a:pt x="538439" y="34843"/>
                </a:cubicBezTo>
                <a:cubicBezTo>
                  <a:pt x="540991" y="36630"/>
                  <a:pt x="546881" y="39796"/>
                  <a:pt x="556110" y="44343"/>
                </a:cubicBezTo>
                <a:cubicBezTo>
                  <a:pt x="569031" y="50675"/>
                  <a:pt x="577745" y="56656"/>
                  <a:pt x="582251" y="62287"/>
                </a:cubicBezTo>
                <a:cubicBezTo>
                  <a:pt x="586702" y="67916"/>
                  <a:pt x="588928" y="74357"/>
                  <a:pt x="588928" y="81612"/>
                </a:cubicBezTo>
                <a:cubicBezTo>
                  <a:pt x="588928" y="90814"/>
                  <a:pt x="585331" y="98731"/>
                  <a:pt x="578138" y="105362"/>
                </a:cubicBezTo>
                <a:cubicBezTo>
                  <a:pt x="570945" y="111994"/>
                  <a:pt x="561811" y="115310"/>
                  <a:pt x="550736" y="115310"/>
                </a:cubicBezTo>
                <a:cubicBezTo>
                  <a:pt x="547261" y="115310"/>
                  <a:pt x="543977" y="114957"/>
                  <a:pt x="540882" y="114251"/>
                </a:cubicBezTo>
                <a:cubicBezTo>
                  <a:pt x="537788" y="113546"/>
                  <a:pt x="533906" y="112216"/>
                  <a:pt x="529237" y="110261"/>
                </a:cubicBezTo>
                <a:cubicBezTo>
                  <a:pt x="526631" y="109175"/>
                  <a:pt x="524487" y="108633"/>
                  <a:pt x="522804" y="108633"/>
                </a:cubicBezTo>
                <a:cubicBezTo>
                  <a:pt x="521392" y="108633"/>
                  <a:pt x="519899" y="109182"/>
                  <a:pt x="518325" y="110282"/>
                </a:cubicBezTo>
                <a:cubicBezTo>
                  <a:pt x="516751" y="111381"/>
                  <a:pt x="515475" y="113057"/>
                  <a:pt x="514498" y="115310"/>
                </a:cubicBezTo>
                <a:lnTo>
                  <a:pt x="511485" y="115310"/>
                </a:lnTo>
                <a:lnTo>
                  <a:pt x="511485" y="73616"/>
                </a:lnTo>
                <a:lnTo>
                  <a:pt x="514498" y="73616"/>
                </a:lnTo>
                <a:cubicBezTo>
                  <a:pt x="516886" y="85315"/>
                  <a:pt x="521487" y="94239"/>
                  <a:pt x="528301" y="100387"/>
                </a:cubicBezTo>
                <a:cubicBezTo>
                  <a:pt x="535114" y="106536"/>
                  <a:pt x="542457" y="109610"/>
                  <a:pt x="550329" y="109610"/>
                </a:cubicBezTo>
                <a:cubicBezTo>
                  <a:pt x="556409" y="109610"/>
                  <a:pt x="561254" y="107959"/>
                  <a:pt x="564864" y="104658"/>
                </a:cubicBezTo>
                <a:cubicBezTo>
                  <a:pt x="568475" y="101356"/>
                  <a:pt x="570280" y="97513"/>
                  <a:pt x="570280" y="93130"/>
                </a:cubicBezTo>
                <a:cubicBezTo>
                  <a:pt x="570280" y="90532"/>
                  <a:pt x="569588" y="88016"/>
                  <a:pt x="568203" y="85582"/>
                </a:cubicBezTo>
                <a:cubicBezTo>
                  <a:pt x="566819" y="83146"/>
                  <a:pt x="564715" y="80831"/>
                  <a:pt x="561892" y="78640"/>
                </a:cubicBezTo>
                <a:cubicBezTo>
                  <a:pt x="559069" y="76448"/>
                  <a:pt x="554075" y="73593"/>
                  <a:pt x="546908" y="70076"/>
                </a:cubicBezTo>
                <a:cubicBezTo>
                  <a:pt x="536865" y="65151"/>
                  <a:pt x="529644" y="60954"/>
                  <a:pt x="525247" y="57485"/>
                </a:cubicBezTo>
                <a:cubicBezTo>
                  <a:pt x="520850" y="54015"/>
                  <a:pt x="517470" y="50139"/>
                  <a:pt x="515108" y="45857"/>
                </a:cubicBezTo>
                <a:cubicBezTo>
                  <a:pt x="512747" y="41575"/>
                  <a:pt x="511566" y="36860"/>
                  <a:pt x="511566" y="31711"/>
                </a:cubicBezTo>
                <a:cubicBezTo>
                  <a:pt x="511566" y="22930"/>
                  <a:pt x="514796" y="15450"/>
                  <a:pt x="521257" y="9271"/>
                </a:cubicBezTo>
                <a:cubicBezTo>
                  <a:pt x="527717" y="3090"/>
                  <a:pt x="535860" y="0"/>
                  <a:pt x="545687" y="0"/>
                </a:cubicBezTo>
                <a:cubicBezTo>
                  <a:pt x="549270" y="0"/>
                  <a:pt x="552744" y="439"/>
                  <a:pt x="556110" y="1318"/>
                </a:cubicBezTo>
                <a:cubicBezTo>
                  <a:pt x="558662" y="1976"/>
                  <a:pt x="561770" y="3197"/>
                  <a:pt x="565435" y="4980"/>
                </a:cubicBezTo>
                <a:cubicBezTo>
                  <a:pt x="569099" y="6763"/>
                  <a:pt x="571664" y="7655"/>
                  <a:pt x="573130" y="7655"/>
                </a:cubicBezTo>
                <a:cubicBezTo>
                  <a:pt x="574542" y="7655"/>
                  <a:pt x="575654" y="7216"/>
                  <a:pt x="576469" y="6339"/>
                </a:cubicBezTo>
                <a:cubicBezTo>
                  <a:pt x="577283" y="5460"/>
                  <a:pt x="578043" y="3347"/>
                  <a:pt x="578749" y="0"/>
                </a:cubicBezTo>
                <a:lnTo>
                  <a:pt x="581192" y="0"/>
                </a:lnTo>
                <a:close/>
                <a:moveTo>
                  <a:pt x="636160" y="116035"/>
                </a:moveTo>
                <a:lnTo>
                  <a:pt x="611567" y="59470"/>
                </a:lnTo>
                <a:cubicBezTo>
                  <a:pt x="607875" y="50902"/>
                  <a:pt x="605147" y="45636"/>
                  <a:pt x="603383" y="43671"/>
                </a:cubicBezTo>
                <a:cubicBezTo>
                  <a:pt x="601619" y="41705"/>
                  <a:pt x="599488" y="40340"/>
                  <a:pt x="596990" y="39577"/>
                </a:cubicBezTo>
                <a:lnTo>
                  <a:pt x="596990" y="36645"/>
                </a:lnTo>
                <a:lnTo>
                  <a:pt x="637463" y="36645"/>
                </a:lnTo>
                <a:lnTo>
                  <a:pt x="637463" y="39577"/>
                </a:lnTo>
                <a:cubicBezTo>
                  <a:pt x="634803" y="39685"/>
                  <a:pt x="632930" y="40204"/>
                  <a:pt x="631844" y="41132"/>
                </a:cubicBezTo>
                <a:cubicBezTo>
                  <a:pt x="630758" y="42058"/>
                  <a:pt x="630215" y="43176"/>
                  <a:pt x="630215" y="44486"/>
                </a:cubicBezTo>
                <a:cubicBezTo>
                  <a:pt x="630215" y="46557"/>
                  <a:pt x="631573" y="50648"/>
                  <a:pt x="634287" y="56757"/>
                </a:cubicBezTo>
                <a:lnTo>
                  <a:pt x="647316" y="86701"/>
                </a:lnTo>
                <a:lnTo>
                  <a:pt x="656193" y="63562"/>
                </a:lnTo>
                <a:cubicBezTo>
                  <a:pt x="659396" y="55321"/>
                  <a:pt x="660997" y="49591"/>
                  <a:pt x="660997" y="46371"/>
                </a:cubicBezTo>
                <a:cubicBezTo>
                  <a:pt x="660997" y="44353"/>
                  <a:pt x="660332" y="42743"/>
                  <a:pt x="659002" y="41541"/>
                </a:cubicBezTo>
                <a:cubicBezTo>
                  <a:pt x="657672" y="40340"/>
                  <a:pt x="655324" y="39685"/>
                  <a:pt x="651958" y="39577"/>
                </a:cubicBezTo>
                <a:lnTo>
                  <a:pt x="651958" y="36645"/>
                </a:lnTo>
                <a:lnTo>
                  <a:pt x="677447" y="36645"/>
                </a:lnTo>
                <a:lnTo>
                  <a:pt x="677447" y="39577"/>
                </a:lnTo>
                <a:cubicBezTo>
                  <a:pt x="674950" y="39850"/>
                  <a:pt x="672914" y="40819"/>
                  <a:pt x="671339" y="42483"/>
                </a:cubicBezTo>
                <a:cubicBezTo>
                  <a:pt x="669765" y="44147"/>
                  <a:pt x="667132" y="49809"/>
                  <a:pt x="663440" y="59470"/>
                </a:cubicBezTo>
                <a:lnTo>
                  <a:pt x="641697" y="115962"/>
                </a:lnTo>
                <a:cubicBezTo>
                  <a:pt x="636214" y="130077"/>
                  <a:pt x="632143" y="138763"/>
                  <a:pt x="629482" y="142020"/>
                </a:cubicBezTo>
                <a:cubicBezTo>
                  <a:pt x="625736" y="146581"/>
                  <a:pt x="621040" y="148861"/>
                  <a:pt x="615394" y="148861"/>
                </a:cubicBezTo>
                <a:cubicBezTo>
                  <a:pt x="610888" y="148861"/>
                  <a:pt x="607237" y="147571"/>
                  <a:pt x="604442" y="144993"/>
                </a:cubicBezTo>
                <a:cubicBezTo>
                  <a:pt x="601646" y="142414"/>
                  <a:pt x="600248" y="139306"/>
                  <a:pt x="600248" y="135669"/>
                </a:cubicBezTo>
                <a:cubicBezTo>
                  <a:pt x="600248" y="132520"/>
                  <a:pt x="601211" y="129914"/>
                  <a:pt x="603139" y="127851"/>
                </a:cubicBezTo>
                <a:cubicBezTo>
                  <a:pt x="605066" y="125788"/>
                  <a:pt x="607441" y="124756"/>
                  <a:pt x="610264" y="124756"/>
                </a:cubicBezTo>
                <a:cubicBezTo>
                  <a:pt x="612979" y="124756"/>
                  <a:pt x="615164" y="125620"/>
                  <a:pt x="616819" y="127347"/>
                </a:cubicBezTo>
                <a:cubicBezTo>
                  <a:pt x="618475" y="129076"/>
                  <a:pt x="619330" y="131750"/>
                  <a:pt x="619385" y="135368"/>
                </a:cubicBezTo>
                <a:cubicBezTo>
                  <a:pt x="619439" y="137421"/>
                  <a:pt x="619683" y="138744"/>
                  <a:pt x="620118" y="139338"/>
                </a:cubicBezTo>
                <a:cubicBezTo>
                  <a:pt x="620552" y="139932"/>
                  <a:pt x="621176" y="140229"/>
                  <a:pt x="621991" y="140229"/>
                </a:cubicBezTo>
                <a:cubicBezTo>
                  <a:pt x="623293" y="140229"/>
                  <a:pt x="624678" y="139445"/>
                  <a:pt x="626144" y="137877"/>
                </a:cubicBezTo>
                <a:cubicBezTo>
                  <a:pt x="628315" y="135607"/>
                  <a:pt x="630867" y="130419"/>
                  <a:pt x="633798" y="122313"/>
                </a:cubicBezTo>
                <a:lnTo>
                  <a:pt x="636160" y="116035"/>
                </a:lnTo>
                <a:close/>
                <a:moveTo>
                  <a:pt x="716209" y="36645"/>
                </a:moveTo>
                <a:lnTo>
                  <a:pt x="716209" y="46743"/>
                </a:lnTo>
                <a:cubicBezTo>
                  <a:pt x="720389" y="42152"/>
                  <a:pt x="724257" y="38941"/>
                  <a:pt x="727813" y="37111"/>
                </a:cubicBezTo>
                <a:cubicBezTo>
                  <a:pt x="731369" y="35280"/>
                  <a:pt x="735265" y="34365"/>
                  <a:pt x="739499" y="34365"/>
                </a:cubicBezTo>
                <a:cubicBezTo>
                  <a:pt x="744385" y="34365"/>
                  <a:pt x="748484" y="35512"/>
                  <a:pt x="751796" y="37806"/>
                </a:cubicBezTo>
                <a:cubicBezTo>
                  <a:pt x="755107" y="40099"/>
                  <a:pt x="757659" y="43594"/>
                  <a:pt x="759450" y="48290"/>
                </a:cubicBezTo>
                <a:cubicBezTo>
                  <a:pt x="763794" y="43375"/>
                  <a:pt x="767960" y="39826"/>
                  <a:pt x="771950" y="37643"/>
                </a:cubicBezTo>
                <a:cubicBezTo>
                  <a:pt x="775941" y="35458"/>
                  <a:pt x="780107" y="34365"/>
                  <a:pt x="784451" y="34365"/>
                </a:cubicBezTo>
                <a:cubicBezTo>
                  <a:pt x="789717" y="34365"/>
                  <a:pt x="793910" y="35575"/>
                  <a:pt x="797032" y="37994"/>
                </a:cubicBezTo>
                <a:cubicBezTo>
                  <a:pt x="800154" y="40413"/>
                  <a:pt x="802325" y="43485"/>
                  <a:pt x="803547" y="47209"/>
                </a:cubicBezTo>
                <a:cubicBezTo>
                  <a:pt x="804768" y="50933"/>
                  <a:pt x="805379" y="56871"/>
                  <a:pt x="805379" y="65025"/>
                </a:cubicBezTo>
                <a:lnTo>
                  <a:pt x="805379" y="96255"/>
                </a:lnTo>
                <a:cubicBezTo>
                  <a:pt x="805379" y="102118"/>
                  <a:pt x="805908" y="105755"/>
                  <a:pt x="806967" y="107167"/>
                </a:cubicBezTo>
                <a:cubicBezTo>
                  <a:pt x="808026" y="108578"/>
                  <a:pt x="810238" y="109501"/>
                  <a:pt x="813604" y="109936"/>
                </a:cubicBezTo>
                <a:lnTo>
                  <a:pt x="813604" y="112867"/>
                </a:lnTo>
                <a:lnTo>
                  <a:pt x="774271" y="112867"/>
                </a:lnTo>
                <a:lnTo>
                  <a:pt x="774271" y="109936"/>
                </a:lnTo>
                <a:cubicBezTo>
                  <a:pt x="777366" y="109664"/>
                  <a:pt x="779646" y="108470"/>
                  <a:pt x="781112" y="106352"/>
                </a:cubicBezTo>
                <a:cubicBezTo>
                  <a:pt x="782089" y="104887"/>
                  <a:pt x="782578" y="101521"/>
                  <a:pt x="782578" y="96255"/>
                </a:cubicBezTo>
                <a:lnTo>
                  <a:pt x="782578" y="63518"/>
                </a:lnTo>
                <a:cubicBezTo>
                  <a:pt x="782578" y="56732"/>
                  <a:pt x="782306" y="52416"/>
                  <a:pt x="781763" y="50570"/>
                </a:cubicBezTo>
                <a:cubicBezTo>
                  <a:pt x="781220" y="48724"/>
                  <a:pt x="780365" y="47354"/>
                  <a:pt x="779198" y="46458"/>
                </a:cubicBezTo>
                <a:cubicBezTo>
                  <a:pt x="778031" y="45562"/>
                  <a:pt x="776660" y="45114"/>
                  <a:pt x="775086" y="45114"/>
                </a:cubicBezTo>
                <a:cubicBezTo>
                  <a:pt x="772751" y="45114"/>
                  <a:pt x="770390" y="45969"/>
                  <a:pt x="768001" y="47679"/>
                </a:cubicBezTo>
                <a:cubicBezTo>
                  <a:pt x="765612" y="49390"/>
                  <a:pt x="763196" y="51955"/>
                  <a:pt x="760753" y="55375"/>
                </a:cubicBezTo>
                <a:lnTo>
                  <a:pt x="760753" y="96255"/>
                </a:lnTo>
                <a:cubicBezTo>
                  <a:pt x="760753" y="101738"/>
                  <a:pt x="761215" y="105185"/>
                  <a:pt x="762138" y="106597"/>
                </a:cubicBezTo>
                <a:cubicBezTo>
                  <a:pt x="763386" y="108605"/>
                  <a:pt x="765775" y="109718"/>
                  <a:pt x="769304" y="109936"/>
                </a:cubicBezTo>
                <a:lnTo>
                  <a:pt x="769304" y="112867"/>
                </a:lnTo>
                <a:lnTo>
                  <a:pt x="729890" y="112867"/>
                </a:lnTo>
                <a:lnTo>
                  <a:pt x="729890" y="109936"/>
                </a:lnTo>
                <a:cubicBezTo>
                  <a:pt x="732007" y="109827"/>
                  <a:pt x="733677" y="109298"/>
                  <a:pt x="734898" y="108348"/>
                </a:cubicBezTo>
                <a:cubicBezTo>
                  <a:pt x="736120" y="107397"/>
                  <a:pt x="736934" y="106257"/>
                  <a:pt x="737341" y="104927"/>
                </a:cubicBezTo>
                <a:cubicBezTo>
                  <a:pt x="737748" y="103597"/>
                  <a:pt x="737952" y="100706"/>
                  <a:pt x="737952" y="96255"/>
                </a:cubicBezTo>
                <a:lnTo>
                  <a:pt x="737952" y="63467"/>
                </a:lnTo>
                <a:cubicBezTo>
                  <a:pt x="737952" y="56561"/>
                  <a:pt x="737680" y="52238"/>
                  <a:pt x="737138" y="50499"/>
                </a:cubicBezTo>
                <a:cubicBezTo>
                  <a:pt x="736595" y="48758"/>
                  <a:pt x="735685" y="47399"/>
                  <a:pt x="734409" y="46420"/>
                </a:cubicBezTo>
                <a:cubicBezTo>
                  <a:pt x="733134" y="45441"/>
                  <a:pt x="731763" y="44951"/>
                  <a:pt x="730297" y="44951"/>
                </a:cubicBezTo>
                <a:cubicBezTo>
                  <a:pt x="728126" y="44951"/>
                  <a:pt x="726144" y="45526"/>
                  <a:pt x="724352" y="46674"/>
                </a:cubicBezTo>
                <a:cubicBezTo>
                  <a:pt x="721801" y="48371"/>
                  <a:pt x="719086" y="51271"/>
                  <a:pt x="716209" y="55375"/>
                </a:cubicBezTo>
                <a:lnTo>
                  <a:pt x="716209" y="96255"/>
                </a:lnTo>
                <a:cubicBezTo>
                  <a:pt x="716209" y="101629"/>
                  <a:pt x="716738" y="105172"/>
                  <a:pt x="717797" y="106882"/>
                </a:cubicBezTo>
                <a:cubicBezTo>
                  <a:pt x="718856" y="108592"/>
                  <a:pt x="721068" y="109610"/>
                  <a:pt x="724434" y="109936"/>
                </a:cubicBezTo>
                <a:lnTo>
                  <a:pt x="724434" y="112867"/>
                </a:lnTo>
                <a:lnTo>
                  <a:pt x="685183" y="112867"/>
                </a:lnTo>
                <a:lnTo>
                  <a:pt x="685183" y="109936"/>
                </a:lnTo>
                <a:cubicBezTo>
                  <a:pt x="688386" y="109610"/>
                  <a:pt x="690666" y="108578"/>
                  <a:pt x="692023" y="106841"/>
                </a:cubicBezTo>
                <a:cubicBezTo>
                  <a:pt x="692946" y="105647"/>
                  <a:pt x="693408" y="102118"/>
                  <a:pt x="693408" y="96255"/>
                </a:cubicBezTo>
                <a:lnTo>
                  <a:pt x="693408" y="53258"/>
                </a:lnTo>
                <a:cubicBezTo>
                  <a:pt x="693408" y="47433"/>
                  <a:pt x="692878" y="43807"/>
                  <a:pt x="691820" y="42379"/>
                </a:cubicBezTo>
                <a:cubicBezTo>
                  <a:pt x="690761" y="40950"/>
                  <a:pt x="688549" y="40016"/>
                  <a:pt x="685183" y="39577"/>
                </a:cubicBezTo>
                <a:lnTo>
                  <a:pt x="685183" y="36645"/>
                </a:lnTo>
                <a:lnTo>
                  <a:pt x="716209" y="36645"/>
                </a:lnTo>
                <a:close/>
                <a:moveTo>
                  <a:pt x="853018" y="2443"/>
                </a:moveTo>
                <a:lnTo>
                  <a:pt x="853018" y="44300"/>
                </a:lnTo>
                <a:cubicBezTo>
                  <a:pt x="859424" y="37677"/>
                  <a:pt x="866427" y="34365"/>
                  <a:pt x="874028" y="34365"/>
                </a:cubicBezTo>
                <a:cubicBezTo>
                  <a:pt x="879239" y="34365"/>
                  <a:pt x="884153" y="35900"/>
                  <a:pt x="888767" y="38971"/>
                </a:cubicBezTo>
                <a:cubicBezTo>
                  <a:pt x="893382" y="42042"/>
                  <a:pt x="896992" y="46403"/>
                  <a:pt x="899598" y="52054"/>
                </a:cubicBezTo>
                <a:cubicBezTo>
                  <a:pt x="902204" y="57705"/>
                  <a:pt x="903507" y="64227"/>
                  <a:pt x="903507" y="71618"/>
                </a:cubicBezTo>
                <a:cubicBezTo>
                  <a:pt x="903507" y="79933"/>
                  <a:pt x="901851" y="87487"/>
                  <a:pt x="898539" y="94280"/>
                </a:cubicBezTo>
                <a:cubicBezTo>
                  <a:pt x="895228" y="101073"/>
                  <a:pt x="890803" y="106249"/>
                  <a:pt x="885265" y="109808"/>
                </a:cubicBezTo>
                <a:cubicBezTo>
                  <a:pt x="879728" y="113368"/>
                  <a:pt x="873403" y="115147"/>
                  <a:pt x="866291" y="115147"/>
                </a:cubicBezTo>
                <a:cubicBezTo>
                  <a:pt x="862165" y="115147"/>
                  <a:pt x="858501" y="114496"/>
                  <a:pt x="855298" y="113193"/>
                </a:cubicBezTo>
                <a:cubicBezTo>
                  <a:pt x="852095" y="111890"/>
                  <a:pt x="848946" y="109773"/>
                  <a:pt x="845852" y="106841"/>
                </a:cubicBezTo>
                <a:lnTo>
                  <a:pt x="833229" y="115147"/>
                </a:lnTo>
                <a:lnTo>
                  <a:pt x="830461" y="115147"/>
                </a:lnTo>
                <a:lnTo>
                  <a:pt x="830461" y="18241"/>
                </a:lnTo>
                <a:cubicBezTo>
                  <a:pt x="830461" y="13815"/>
                  <a:pt x="830271" y="11083"/>
                  <a:pt x="829891" y="10047"/>
                </a:cubicBezTo>
                <a:cubicBezTo>
                  <a:pt x="829348" y="8517"/>
                  <a:pt x="828493" y="7382"/>
                  <a:pt x="827325" y="6644"/>
                </a:cubicBezTo>
                <a:cubicBezTo>
                  <a:pt x="826158" y="5906"/>
                  <a:pt x="824190" y="5483"/>
                  <a:pt x="821421" y="5375"/>
                </a:cubicBezTo>
                <a:lnTo>
                  <a:pt x="821421" y="2443"/>
                </a:lnTo>
                <a:lnTo>
                  <a:pt x="853018" y="2443"/>
                </a:lnTo>
                <a:moveTo>
                  <a:pt x="853018" y="51558"/>
                </a:moveTo>
                <a:lnTo>
                  <a:pt x="853018" y="85475"/>
                </a:lnTo>
                <a:cubicBezTo>
                  <a:pt x="853018" y="92378"/>
                  <a:pt x="853181" y="96781"/>
                  <a:pt x="853506" y="98685"/>
                </a:cubicBezTo>
                <a:cubicBezTo>
                  <a:pt x="854049" y="101891"/>
                  <a:pt x="855352" y="104487"/>
                  <a:pt x="857415" y="106472"/>
                </a:cubicBezTo>
                <a:cubicBezTo>
                  <a:pt x="859478" y="108455"/>
                  <a:pt x="862111" y="109447"/>
                  <a:pt x="865314" y="109447"/>
                </a:cubicBezTo>
                <a:cubicBezTo>
                  <a:pt x="868083" y="109447"/>
                  <a:pt x="870458" y="108659"/>
                  <a:pt x="872440" y="107083"/>
                </a:cubicBezTo>
                <a:cubicBezTo>
                  <a:pt x="874421" y="105507"/>
                  <a:pt x="876077" y="102382"/>
                  <a:pt x="877407" y="97708"/>
                </a:cubicBezTo>
                <a:cubicBezTo>
                  <a:pt x="878737" y="93032"/>
                  <a:pt x="879402" y="84606"/>
                  <a:pt x="879402" y="72430"/>
                </a:cubicBezTo>
                <a:cubicBezTo>
                  <a:pt x="879402" y="60743"/>
                  <a:pt x="877936" y="52725"/>
                  <a:pt x="875005" y="48377"/>
                </a:cubicBezTo>
                <a:cubicBezTo>
                  <a:pt x="872888" y="45225"/>
                  <a:pt x="870037" y="43648"/>
                  <a:pt x="866454" y="43648"/>
                </a:cubicBezTo>
                <a:cubicBezTo>
                  <a:pt x="861785" y="43648"/>
                  <a:pt x="857307" y="46285"/>
                  <a:pt x="853018" y="51558"/>
                </a:cubicBezTo>
                <a:close/>
                <a:moveTo>
                  <a:pt x="952204" y="34365"/>
                </a:moveTo>
                <a:cubicBezTo>
                  <a:pt x="958827" y="34365"/>
                  <a:pt x="964989" y="36077"/>
                  <a:pt x="970689" y="39500"/>
                </a:cubicBezTo>
                <a:cubicBezTo>
                  <a:pt x="976390" y="42924"/>
                  <a:pt x="980719" y="47788"/>
                  <a:pt x="983678" y="54092"/>
                </a:cubicBezTo>
                <a:cubicBezTo>
                  <a:pt x="986637" y="60397"/>
                  <a:pt x="988116" y="67298"/>
                  <a:pt x="988116" y="74797"/>
                </a:cubicBezTo>
                <a:cubicBezTo>
                  <a:pt x="988116" y="85611"/>
                  <a:pt x="985374" y="94659"/>
                  <a:pt x="979891" y="101942"/>
                </a:cubicBezTo>
                <a:cubicBezTo>
                  <a:pt x="973268" y="110746"/>
                  <a:pt x="964120" y="115147"/>
                  <a:pt x="952448" y="115147"/>
                </a:cubicBezTo>
                <a:cubicBezTo>
                  <a:pt x="940993" y="115147"/>
                  <a:pt x="932171" y="111126"/>
                  <a:pt x="925982" y="103082"/>
                </a:cubicBezTo>
                <a:cubicBezTo>
                  <a:pt x="919793" y="95039"/>
                  <a:pt x="916699" y="85719"/>
                  <a:pt x="916699" y="75123"/>
                </a:cubicBezTo>
                <a:cubicBezTo>
                  <a:pt x="916699" y="64200"/>
                  <a:pt x="919861" y="54677"/>
                  <a:pt x="926186" y="46552"/>
                </a:cubicBezTo>
                <a:cubicBezTo>
                  <a:pt x="932510" y="38427"/>
                  <a:pt x="941183" y="34365"/>
                  <a:pt x="952204" y="34365"/>
                </a:cubicBezTo>
                <a:moveTo>
                  <a:pt x="952529" y="40065"/>
                </a:moveTo>
                <a:cubicBezTo>
                  <a:pt x="949761" y="40065"/>
                  <a:pt x="947386" y="41112"/>
                  <a:pt x="945404" y="43206"/>
                </a:cubicBezTo>
                <a:cubicBezTo>
                  <a:pt x="943422" y="45297"/>
                  <a:pt x="942120" y="49428"/>
                  <a:pt x="941495" y="55596"/>
                </a:cubicBezTo>
                <a:cubicBezTo>
                  <a:pt x="940871" y="61765"/>
                  <a:pt x="940559" y="70339"/>
                  <a:pt x="940559" y="81319"/>
                </a:cubicBezTo>
                <a:cubicBezTo>
                  <a:pt x="940559" y="87135"/>
                  <a:pt x="940939" y="92571"/>
                  <a:pt x="941699" y="97626"/>
                </a:cubicBezTo>
                <a:cubicBezTo>
                  <a:pt x="942296" y="101484"/>
                  <a:pt x="943572" y="104419"/>
                  <a:pt x="945526" y="106431"/>
                </a:cubicBezTo>
                <a:cubicBezTo>
                  <a:pt x="947481" y="108442"/>
                  <a:pt x="949706" y="109447"/>
                  <a:pt x="952204" y="109447"/>
                </a:cubicBezTo>
                <a:cubicBezTo>
                  <a:pt x="954647" y="109447"/>
                  <a:pt x="956683" y="108767"/>
                  <a:pt x="958311" y="107409"/>
                </a:cubicBezTo>
                <a:cubicBezTo>
                  <a:pt x="960429" y="105561"/>
                  <a:pt x="961840" y="102979"/>
                  <a:pt x="962546" y="99662"/>
                </a:cubicBezTo>
                <a:cubicBezTo>
                  <a:pt x="963632" y="94500"/>
                  <a:pt x="964174" y="84064"/>
                  <a:pt x="964174" y="68356"/>
                </a:cubicBezTo>
                <a:cubicBezTo>
                  <a:pt x="964174" y="59117"/>
                  <a:pt x="963659" y="52772"/>
                  <a:pt x="962627" y="49321"/>
                </a:cubicBezTo>
                <a:cubicBezTo>
                  <a:pt x="961596" y="45868"/>
                  <a:pt x="960076" y="43354"/>
                  <a:pt x="958067" y="41778"/>
                </a:cubicBezTo>
                <a:cubicBezTo>
                  <a:pt x="956655" y="40636"/>
                  <a:pt x="954810" y="40065"/>
                  <a:pt x="952529" y="40065"/>
                </a:cubicBezTo>
                <a:close/>
                <a:moveTo>
                  <a:pt x="1029484" y="2443"/>
                </a:moveTo>
                <a:lnTo>
                  <a:pt x="1029484" y="97069"/>
                </a:lnTo>
                <a:cubicBezTo>
                  <a:pt x="1029484" y="102444"/>
                  <a:pt x="1030109" y="105877"/>
                  <a:pt x="1031357" y="107370"/>
                </a:cubicBezTo>
                <a:cubicBezTo>
                  <a:pt x="1032606" y="108863"/>
                  <a:pt x="1035049" y="109718"/>
                  <a:pt x="1038686" y="109936"/>
                </a:cubicBezTo>
                <a:lnTo>
                  <a:pt x="1038686" y="112867"/>
                </a:lnTo>
                <a:lnTo>
                  <a:pt x="997562" y="112867"/>
                </a:lnTo>
                <a:lnTo>
                  <a:pt x="997562" y="109936"/>
                </a:lnTo>
                <a:cubicBezTo>
                  <a:pt x="1000928" y="109827"/>
                  <a:pt x="1003425" y="108850"/>
                  <a:pt x="1005054" y="107004"/>
                </a:cubicBezTo>
                <a:cubicBezTo>
                  <a:pt x="1006140" y="105755"/>
                  <a:pt x="1006683" y="102444"/>
                  <a:pt x="1006683" y="97069"/>
                </a:cubicBezTo>
                <a:lnTo>
                  <a:pt x="1006683" y="18241"/>
                </a:lnTo>
                <a:cubicBezTo>
                  <a:pt x="1006683" y="12887"/>
                  <a:pt x="1006059" y="9459"/>
                  <a:pt x="1004810" y="7958"/>
                </a:cubicBezTo>
                <a:cubicBezTo>
                  <a:pt x="1003561" y="6454"/>
                  <a:pt x="1001145" y="5593"/>
                  <a:pt x="997562" y="5375"/>
                </a:cubicBezTo>
                <a:lnTo>
                  <a:pt x="997562" y="2443"/>
                </a:lnTo>
                <a:lnTo>
                  <a:pt x="1029484" y="2443"/>
                </a:lnTo>
                <a:close/>
                <a:moveTo>
                  <a:pt x="1094143" y="34691"/>
                </a:moveTo>
                <a:lnTo>
                  <a:pt x="1095364" y="60750"/>
                </a:lnTo>
                <a:lnTo>
                  <a:pt x="1092595" y="60750"/>
                </a:lnTo>
                <a:cubicBezTo>
                  <a:pt x="1089284" y="52978"/>
                  <a:pt x="1085850" y="47669"/>
                  <a:pt x="1082294" y="44824"/>
                </a:cubicBezTo>
                <a:cubicBezTo>
                  <a:pt x="1078738" y="41977"/>
                  <a:pt x="1075196" y="40554"/>
                  <a:pt x="1071667" y="40554"/>
                </a:cubicBezTo>
                <a:cubicBezTo>
                  <a:pt x="1069441" y="40554"/>
                  <a:pt x="1067541" y="41300"/>
                  <a:pt x="1065967" y="42793"/>
                </a:cubicBezTo>
                <a:cubicBezTo>
                  <a:pt x="1064392" y="44286"/>
                  <a:pt x="1063605" y="46010"/>
                  <a:pt x="1063605" y="47964"/>
                </a:cubicBezTo>
                <a:cubicBezTo>
                  <a:pt x="1063605" y="49430"/>
                  <a:pt x="1064148" y="50842"/>
                  <a:pt x="1065234" y="52199"/>
                </a:cubicBezTo>
                <a:cubicBezTo>
                  <a:pt x="1066971" y="54425"/>
                  <a:pt x="1071830" y="58239"/>
                  <a:pt x="1079810" y="63640"/>
                </a:cubicBezTo>
                <a:cubicBezTo>
                  <a:pt x="1087791" y="69042"/>
                  <a:pt x="1093043" y="73630"/>
                  <a:pt x="1095568" y="77403"/>
                </a:cubicBezTo>
                <a:cubicBezTo>
                  <a:pt x="1098092" y="81176"/>
                  <a:pt x="1099354" y="85397"/>
                  <a:pt x="1099354" y="90066"/>
                </a:cubicBezTo>
                <a:cubicBezTo>
                  <a:pt x="1099354" y="94300"/>
                  <a:pt x="1098296" y="98453"/>
                  <a:pt x="1096179" y="102525"/>
                </a:cubicBezTo>
                <a:cubicBezTo>
                  <a:pt x="1094061" y="106597"/>
                  <a:pt x="1091075" y="109718"/>
                  <a:pt x="1087221" y="111890"/>
                </a:cubicBezTo>
                <a:cubicBezTo>
                  <a:pt x="1083366" y="114061"/>
                  <a:pt x="1079105" y="115147"/>
                  <a:pt x="1074436" y="115147"/>
                </a:cubicBezTo>
                <a:cubicBezTo>
                  <a:pt x="1070798" y="115147"/>
                  <a:pt x="1065939" y="113986"/>
                  <a:pt x="1059859" y="111663"/>
                </a:cubicBezTo>
                <a:cubicBezTo>
                  <a:pt x="1058230" y="111054"/>
                  <a:pt x="1057118" y="110750"/>
                  <a:pt x="1056520" y="110750"/>
                </a:cubicBezTo>
                <a:cubicBezTo>
                  <a:pt x="1054729" y="110750"/>
                  <a:pt x="1053236" y="112107"/>
                  <a:pt x="1052041" y="114822"/>
                </a:cubicBezTo>
                <a:lnTo>
                  <a:pt x="1049354" y="114822"/>
                </a:lnTo>
                <a:lnTo>
                  <a:pt x="1048051" y="87460"/>
                </a:lnTo>
                <a:lnTo>
                  <a:pt x="1050820" y="87460"/>
                </a:lnTo>
                <a:cubicBezTo>
                  <a:pt x="1053263" y="94626"/>
                  <a:pt x="1056615" y="100001"/>
                  <a:pt x="1060877" y="103584"/>
                </a:cubicBezTo>
                <a:cubicBezTo>
                  <a:pt x="1065139" y="107167"/>
                  <a:pt x="1069170" y="108958"/>
                  <a:pt x="1072970" y="108958"/>
                </a:cubicBezTo>
                <a:cubicBezTo>
                  <a:pt x="1075576" y="108958"/>
                  <a:pt x="1077707" y="108158"/>
                  <a:pt x="1079362" y="106556"/>
                </a:cubicBezTo>
                <a:cubicBezTo>
                  <a:pt x="1081018" y="104954"/>
                  <a:pt x="1081846" y="103014"/>
                  <a:pt x="1081846" y="100733"/>
                </a:cubicBezTo>
                <a:cubicBezTo>
                  <a:pt x="1081846" y="98128"/>
                  <a:pt x="1081032" y="95875"/>
                  <a:pt x="1079403" y="93974"/>
                </a:cubicBezTo>
                <a:cubicBezTo>
                  <a:pt x="1077775" y="92074"/>
                  <a:pt x="1074137" y="89197"/>
                  <a:pt x="1068491" y="85343"/>
                </a:cubicBezTo>
                <a:cubicBezTo>
                  <a:pt x="1060185" y="79588"/>
                  <a:pt x="1054810" y="75190"/>
                  <a:pt x="1052367" y="72150"/>
                </a:cubicBezTo>
                <a:cubicBezTo>
                  <a:pt x="1048784" y="67699"/>
                  <a:pt x="1046993" y="62785"/>
                  <a:pt x="1046993" y="57411"/>
                </a:cubicBezTo>
                <a:cubicBezTo>
                  <a:pt x="1046993" y="51548"/>
                  <a:pt x="1049015" y="46241"/>
                  <a:pt x="1053059" y="41490"/>
                </a:cubicBezTo>
                <a:cubicBezTo>
                  <a:pt x="1057104" y="36740"/>
                  <a:pt x="1062954" y="34365"/>
                  <a:pt x="1070608" y="34365"/>
                </a:cubicBezTo>
                <a:cubicBezTo>
                  <a:pt x="1074734" y="34365"/>
                  <a:pt x="1078725" y="35408"/>
                  <a:pt x="1082579" y="37495"/>
                </a:cubicBezTo>
                <a:cubicBezTo>
                  <a:pt x="1084045" y="38340"/>
                  <a:pt x="1085239" y="38762"/>
                  <a:pt x="1086162" y="38762"/>
                </a:cubicBezTo>
                <a:cubicBezTo>
                  <a:pt x="1087139" y="38762"/>
                  <a:pt x="1087927" y="38559"/>
                  <a:pt x="1088524" y="38152"/>
                </a:cubicBezTo>
                <a:cubicBezTo>
                  <a:pt x="1089121" y="37745"/>
                  <a:pt x="1090071" y="36591"/>
                  <a:pt x="1091374" y="34691"/>
                </a:cubicBezTo>
                <a:lnTo>
                  <a:pt x="1094143" y="34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Data">
            <a:extLst xmlns:a="http://schemas.openxmlformats.org/drawingml/2006/main">
              <a:ext uri="{FF2B5EF4-FFF2-40B4-BE49-F238E27FC236}">
                <a16:creationId xmlns:a16="http://schemas.microsoft.com/office/drawing/2014/main" id="{60EB392E-4EA5-429F-9D54-CCD32875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933" y="753941"/>
            <a:ext cx="318396" cy="92999"/>
          </a:xfrm>
          <a:custGeom xmlns:a="http://schemas.openxmlformats.org/drawingml/2006/main">
            <a:pathLst>
              <a:path w="318396" h="92999">
                <a:moveTo>
                  <a:pt x="98009" y="35524"/>
                </a:moveTo>
                <a:cubicBezTo>
                  <a:pt x="98009" y="45837"/>
                  <a:pt x="95300" y="55356"/>
                  <a:pt x="89883" y="64080"/>
                </a:cubicBezTo>
                <a:cubicBezTo>
                  <a:pt x="84465" y="72802"/>
                  <a:pt x="77519" y="79487"/>
                  <a:pt x="69046" y="84135"/>
                </a:cubicBezTo>
                <a:cubicBezTo>
                  <a:pt x="63914" y="86906"/>
                  <a:pt x="58557" y="88751"/>
                  <a:pt x="52976" y="89669"/>
                </a:cubicBezTo>
                <a:cubicBezTo>
                  <a:pt x="47396" y="90585"/>
                  <a:pt x="40715" y="91044"/>
                  <a:pt x="32935" y="91044"/>
                </a:cubicBezTo>
                <a:lnTo>
                  <a:pt x="0" y="91044"/>
                </a:lnTo>
                <a:lnTo>
                  <a:pt x="21019" y="0"/>
                </a:lnTo>
                <a:lnTo>
                  <a:pt x="50471" y="0"/>
                </a:lnTo>
                <a:cubicBezTo>
                  <a:pt x="59148" y="0"/>
                  <a:pt x="66134" y="673"/>
                  <a:pt x="71429" y="2018"/>
                </a:cubicBezTo>
                <a:cubicBezTo>
                  <a:pt x="76725" y="3363"/>
                  <a:pt x="81002" y="5177"/>
                  <a:pt x="84261" y="7460"/>
                </a:cubicBezTo>
                <a:cubicBezTo>
                  <a:pt x="88742" y="10557"/>
                  <a:pt x="92154" y="14420"/>
                  <a:pt x="94496" y="19047"/>
                </a:cubicBezTo>
                <a:cubicBezTo>
                  <a:pt x="96838" y="23673"/>
                  <a:pt x="98009" y="29165"/>
                  <a:pt x="98009" y="35524"/>
                </a:cubicBezTo>
                <a:moveTo>
                  <a:pt x="73446" y="37596"/>
                </a:moveTo>
                <a:cubicBezTo>
                  <a:pt x="73446" y="33449"/>
                  <a:pt x="72672" y="29883"/>
                  <a:pt x="71124" y="26895"/>
                </a:cubicBezTo>
                <a:cubicBezTo>
                  <a:pt x="69576" y="23907"/>
                  <a:pt x="67213" y="21499"/>
                  <a:pt x="64036" y="19669"/>
                </a:cubicBezTo>
                <a:cubicBezTo>
                  <a:pt x="62570" y="18856"/>
                  <a:pt x="61073" y="18236"/>
                  <a:pt x="59545" y="17810"/>
                </a:cubicBezTo>
                <a:cubicBezTo>
                  <a:pt x="58017" y="17382"/>
                  <a:pt x="56276" y="17067"/>
                  <a:pt x="54321" y="16864"/>
                </a:cubicBezTo>
                <a:cubicBezTo>
                  <a:pt x="52447" y="16702"/>
                  <a:pt x="50308" y="16620"/>
                  <a:pt x="47905" y="16620"/>
                </a:cubicBezTo>
                <a:cubicBezTo>
                  <a:pt x="45501" y="16620"/>
                  <a:pt x="43404" y="16620"/>
                  <a:pt x="41611" y="16620"/>
                </a:cubicBezTo>
                <a:lnTo>
                  <a:pt x="40817" y="16620"/>
                </a:lnTo>
                <a:lnTo>
                  <a:pt x="27374" y="74179"/>
                </a:lnTo>
                <a:lnTo>
                  <a:pt x="29513" y="74179"/>
                </a:lnTo>
                <a:cubicBezTo>
                  <a:pt x="31875" y="74179"/>
                  <a:pt x="34401" y="74179"/>
                  <a:pt x="37090" y="74179"/>
                </a:cubicBezTo>
                <a:cubicBezTo>
                  <a:pt x="39778" y="74179"/>
                  <a:pt x="41957" y="74077"/>
                  <a:pt x="43628" y="73874"/>
                </a:cubicBezTo>
                <a:cubicBezTo>
                  <a:pt x="45787" y="73671"/>
                  <a:pt x="47732" y="73347"/>
                  <a:pt x="49463" y="72900"/>
                </a:cubicBezTo>
                <a:cubicBezTo>
                  <a:pt x="51194" y="72452"/>
                  <a:pt x="53099" y="71699"/>
                  <a:pt x="55176" y="70643"/>
                </a:cubicBezTo>
                <a:cubicBezTo>
                  <a:pt x="61042" y="67635"/>
                  <a:pt x="65553" y="63143"/>
                  <a:pt x="68710" y="57168"/>
                </a:cubicBezTo>
                <a:cubicBezTo>
                  <a:pt x="71867" y="51192"/>
                  <a:pt x="73446" y="44668"/>
                  <a:pt x="73446" y="37596"/>
                </a:cubicBezTo>
                <a:close/>
                <a:moveTo>
                  <a:pt x="151770" y="58781"/>
                </a:moveTo>
                <a:cubicBezTo>
                  <a:pt x="147860" y="59104"/>
                  <a:pt x="144194" y="59489"/>
                  <a:pt x="140772" y="59934"/>
                </a:cubicBezTo>
                <a:cubicBezTo>
                  <a:pt x="137350" y="60380"/>
                  <a:pt x="134437" y="61028"/>
                  <a:pt x="132034" y="61878"/>
                </a:cubicBezTo>
                <a:cubicBezTo>
                  <a:pt x="129549" y="62769"/>
                  <a:pt x="127655" y="64025"/>
                  <a:pt x="126351" y="65644"/>
                </a:cubicBezTo>
                <a:cubicBezTo>
                  <a:pt x="125048" y="67263"/>
                  <a:pt x="124396" y="69409"/>
                  <a:pt x="124396" y="72081"/>
                </a:cubicBezTo>
                <a:cubicBezTo>
                  <a:pt x="124396" y="74428"/>
                  <a:pt x="125262" y="76078"/>
                  <a:pt x="126993" y="77030"/>
                </a:cubicBezTo>
                <a:cubicBezTo>
                  <a:pt x="128724" y="77981"/>
                  <a:pt x="131240" y="78456"/>
                  <a:pt x="134539" y="78456"/>
                </a:cubicBezTo>
                <a:cubicBezTo>
                  <a:pt x="136698" y="78456"/>
                  <a:pt x="139010" y="77961"/>
                  <a:pt x="141474" y="76969"/>
                </a:cubicBezTo>
                <a:cubicBezTo>
                  <a:pt x="143939" y="75977"/>
                  <a:pt x="146251" y="74718"/>
                  <a:pt x="148410" y="73190"/>
                </a:cubicBezTo>
                <a:lnTo>
                  <a:pt x="151770" y="58781"/>
                </a:lnTo>
                <a:moveTo>
                  <a:pt x="145966" y="83782"/>
                </a:moveTo>
                <a:cubicBezTo>
                  <a:pt x="144581" y="84672"/>
                  <a:pt x="142910" y="85748"/>
                  <a:pt x="140955" y="87011"/>
                </a:cubicBezTo>
                <a:cubicBezTo>
                  <a:pt x="139000" y="88274"/>
                  <a:pt x="137187" y="89272"/>
                  <a:pt x="135517" y="90005"/>
                </a:cubicBezTo>
                <a:cubicBezTo>
                  <a:pt x="133236" y="90958"/>
                  <a:pt x="131097" y="91695"/>
                  <a:pt x="129101" y="92216"/>
                </a:cubicBezTo>
                <a:cubicBezTo>
                  <a:pt x="127105" y="92738"/>
                  <a:pt x="124335" y="92999"/>
                  <a:pt x="120791" y="92999"/>
                </a:cubicBezTo>
                <a:cubicBezTo>
                  <a:pt x="115088" y="92999"/>
                  <a:pt x="110434" y="91398"/>
                  <a:pt x="106829" y="88197"/>
                </a:cubicBezTo>
                <a:cubicBezTo>
                  <a:pt x="103224" y="84994"/>
                  <a:pt x="101421" y="80823"/>
                  <a:pt x="101421" y="75684"/>
                </a:cubicBezTo>
                <a:cubicBezTo>
                  <a:pt x="101421" y="70260"/>
                  <a:pt x="102705" y="65661"/>
                  <a:pt x="105271" y="61888"/>
                </a:cubicBezTo>
                <a:cubicBezTo>
                  <a:pt x="107837" y="58115"/>
                  <a:pt x="111646" y="55107"/>
                  <a:pt x="116697" y="52864"/>
                </a:cubicBezTo>
                <a:cubicBezTo>
                  <a:pt x="121422" y="50742"/>
                  <a:pt x="127054" y="49212"/>
                  <a:pt x="133592" y="48273"/>
                </a:cubicBezTo>
                <a:cubicBezTo>
                  <a:pt x="140130" y="47335"/>
                  <a:pt x="147208" y="46642"/>
                  <a:pt x="154826" y="46194"/>
                </a:cubicBezTo>
                <a:cubicBezTo>
                  <a:pt x="154866" y="45947"/>
                  <a:pt x="154948" y="45545"/>
                  <a:pt x="155070" y="44987"/>
                </a:cubicBezTo>
                <a:cubicBezTo>
                  <a:pt x="155192" y="44428"/>
                  <a:pt x="155253" y="43801"/>
                  <a:pt x="155253" y="43104"/>
                </a:cubicBezTo>
                <a:cubicBezTo>
                  <a:pt x="155253" y="40179"/>
                  <a:pt x="153909" y="38130"/>
                  <a:pt x="151220" y="36956"/>
                </a:cubicBezTo>
                <a:cubicBezTo>
                  <a:pt x="148532" y="35782"/>
                  <a:pt x="144519" y="35195"/>
                  <a:pt x="139183" y="35195"/>
                </a:cubicBezTo>
                <a:cubicBezTo>
                  <a:pt x="135558" y="35195"/>
                  <a:pt x="131555" y="35806"/>
                  <a:pt x="127176" y="37028"/>
                </a:cubicBezTo>
                <a:cubicBezTo>
                  <a:pt x="122797" y="38251"/>
                  <a:pt x="119508" y="39269"/>
                  <a:pt x="117308" y="40084"/>
                </a:cubicBezTo>
                <a:lnTo>
                  <a:pt x="115292" y="40084"/>
                </a:lnTo>
                <a:lnTo>
                  <a:pt x="118530" y="23830"/>
                </a:lnTo>
                <a:cubicBezTo>
                  <a:pt x="121097" y="23178"/>
                  <a:pt x="125068" y="22445"/>
                  <a:pt x="130445" y="21630"/>
                </a:cubicBezTo>
                <a:cubicBezTo>
                  <a:pt x="135822" y="20816"/>
                  <a:pt x="141179" y="20408"/>
                  <a:pt x="146515" y="20408"/>
                </a:cubicBezTo>
                <a:cubicBezTo>
                  <a:pt x="157270" y="20408"/>
                  <a:pt x="165162" y="21815"/>
                  <a:pt x="170193" y="24628"/>
                </a:cubicBezTo>
                <a:cubicBezTo>
                  <a:pt x="175224" y="27442"/>
                  <a:pt x="177739" y="31804"/>
                  <a:pt x="177739" y="37716"/>
                </a:cubicBezTo>
                <a:cubicBezTo>
                  <a:pt x="177739" y="38531"/>
                  <a:pt x="177668" y="39590"/>
                  <a:pt x="177525" y="40895"/>
                </a:cubicBezTo>
                <a:cubicBezTo>
                  <a:pt x="177383" y="42200"/>
                  <a:pt x="177189" y="43342"/>
                  <a:pt x="176945" y="44321"/>
                </a:cubicBezTo>
                <a:lnTo>
                  <a:pt x="166191" y="91044"/>
                </a:lnTo>
                <a:lnTo>
                  <a:pt x="144316" y="91044"/>
                </a:lnTo>
                <a:lnTo>
                  <a:pt x="145966" y="83782"/>
                </a:lnTo>
                <a:close/>
                <a:moveTo>
                  <a:pt x="212633" y="92388"/>
                </a:moveTo>
                <a:cubicBezTo>
                  <a:pt x="205015" y="92388"/>
                  <a:pt x="199577" y="91135"/>
                  <a:pt x="196318" y="88630"/>
                </a:cubicBezTo>
                <a:cubicBezTo>
                  <a:pt x="193059" y="86125"/>
                  <a:pt x="191430" y="82408"/>
                  <a:pt x="191430" y="77479"/>
                </a:cubicBezTo>
                <a:cubicBezTo>
                  <a:pt x="191430" y="76175"/>
                  <a:pt x="191532" y="74912"/>
                  <a:pt x="191736" y="73690"/>
                </a:cubicBezTo>
                <a:cubicBezTo>
                  <a:pt x="191939" y="72468"/>
                  <a:pt x="192204" y="71042"/>
                  <a:pt x="192530" y="69413"/>
                </a:cubicBezTo>
                <a:lnTo>
                  <a:pt x="199984" y="36906"/>
                </a:lnTo>
                <a:lnTo>
                  <a:pt x="190941" y="36906"/>
                </a:lnTo>
                <a:lnTo>
                  <a:pt x="194302" y="22364"/>
                </a:lnTo>
                <a:lnTo>
                  <a:pt x="203345" y="22364"/>
                </a:lnTo>
                <a:lnTo>
                  <a:pt x="207867" y="2689"/>
                </a:lnTo>
                <a:lnTo>
                  <a:pt x="229925" y="2689"/>
                </a:lnTo>
                <a:lnTo>
                  <a:pt x="225403" y="22364"/>
                </a:lnTo>
                <a:lnTo>
                  <a:pt x="246056" y="22364"/>
                </a:lnTo>
                <a:lnTo>
                  <a:pt x="242695" y="36906"/>
                </a:lnTo>
                <a:lnTo>
                  <a:pt x="222043" y="36906"/>
                </a:lnTo>
                <a:lnTo>
                  <a:pt x="216360" y="61689"/>
                </a:lnTo>
                <a:cubicBezTo>
                  <a:pt x="215953" y="63403"/>
                  <a:pt x="215566" y="65126"/>
                  <a:pt x="215199" y="66860"/>
                </a:cubicBezTo>
                <a:cubicBezTo>
                  <a:pt x="214832" y="68594"/>
                  <a:pt x="214649" y="70073"/>
                  <a:pt x="214649" y="71298"/>
                </a:cubicBezTo>
                <a:cubicBezTo>
                  <a:pt x="214649" y="73746"/>
                  <a:pt x="215331" y="75449"/>
                  <a:pt x="216696" y="76407"/>
                </a:cubicBezTo>
                <a:cubicBezTo>
                  <a:pt x="218061" y="77366"/>
                  <a:pt x="220169" y="77845"/>
                  <a:pt x="223020" y="77845"/>
                </a:cubicBezTo>
                <a:cubicBezTo>
                  <a:pt x="224161" y="77845"/>
                  <a:pt x="225658" y="77631"/>
                  <a:pt x="227511" y="77204"/>
                </a:cubicBezTo>
                <a:cubicBezTo>
                  <a:pt x="229365" y="76776"/>
                  <a:pt x="230841" y="76297"/>
                  <a:pt x="231941" y="75768"/>
                </a:cubicBezTo>
                <a:lnTo>
                  <a:pt x="233774" y="75768"/>
                </a:lnTo>
                <a:lnTo>
                  <a:pt x="230353" y="90440"/>
                </a:lnTo>
                <a:cubicBezTo>
                  <a:pt x="227868" y="91049"/>
                  <a:pt x="225251" y="91525"/>
                  <a:pt x="222501" y="91870"/>
                </a:cubicBezTo>
                <a:cubicBezTo>
                  <a:pt x="219751" y="92215"/>
                  <a:pt x="216462" y="92388"/>
                  <a:pt x="212633" y="92388"/>
                </a:cubicBezTo>
                <a:close/>
                <a:moveTo>
                  <a:pt x="292427" y="58781"/>
                </a:moveTo>
                <a:cubicBezTo>
                  <a:pt x="288516" y="59104"/>
                  <a:pt x="284850" y="59489"/>
                  <a:pt x="281428" y="59934"/>
                </a:cubicBezTo>
                <a:cubicBezTo>
                  <a:pt x="278006" y="60380"/>
                  <a:pt x="275094" y="61028"/>
                  <a:pt x="272691" y="61878"/>
                </a:cubicBezTo>
                <a:cubicBezTo>
                  <a:pt x="270206" y="62769"/>
                  <a:pt x="268311" y="64025"/>
                  <a:pt x="267008" y="65644"/>
                </a:cubicBezTo>
                <a:cubicBezTo>
                  <a:pt x="265704" y="67263"/>
                  <a:pt x="265053" y="69409"/>
                  <a:pt x="265053" y="72081"/>
                </a:cubicBezTo>
                <a:cubicBezTo>
                  <a:pt x="265053" y="74428"/>
                  <a:pt x="265918" y="76078"/>
                  <a:pt x="267649" y="77030"/>
                </a:cubicBezTo>
                <a:cubicBezTo>
                  <a:pt x="269381" y="77981"/>
                  <a:pt x="271896" y="78456"/>
                  <a:pt x="275196" y="78456"/>
                </a:cubicBezTo>
                <a:cubicBezTo>
                  <a:pt x="277355" y="78456"/>
                  <a:pt x="279666" y="77961"/>
                  <a:pt x="282131" y="76969"/>
                </a:cubicBezTo>
                <a:cubicBezTo>
                  <a:pt x="284595" y="75977"/>
                  <a:pt x="286907" y="74718"/>
                  <a:pt x="289066" y="73190"/>
                </a:cubicBezTo>
                <a:lnTo>
                  <a:pt x="292427" y="58781"/>
                </a:lnTo>
                <a:moveTo>
                  <a:pt x="286622" y="83782"/>
                </a:moveTo>
                <a:cubicBezTo>
                  <a:pt x="285237" y="84672"/>
                  <a:pt x="283567" y="85748"/>
                  <a:pt x="281612" y="87011"/>
                </a:cubicBezTo>
                <a:cubicBezTo>
                  <a:pt x="279656" y="88274"/>
                  <a:pt x="277844" y="89272"/>
                  <a:pt x="276173" y="90005"/>
                </a:cubicBezTo>
                <a:cubicBezTo>
                  <a:pt x="273892" y="90958"/>
                  <a:pt x="271754" y="91695"/>
                  <a:pt x="269758" y="92216"/>
                </a:cubicBezTo>
                <a:cubicBezTo>
                  <a:pt x="267762" y="92738"/>
                  <a:pt x="264992" y="92999"/>
                  <a:pt x="261448" y="92999"/>
                </a:cubicBezTo>
                <a:cubicBezTo>
                  <a:pt x="255745" y="92999"/>
                  <a:pt x="251091" y="91398"/>
                  <a:pt x="247485" y="88197"/>
                </a:cubicBezTo>
                <a:cubicBezTo>
                  <a:pt x="243880" y="84994"/>
                  <a:pt x="242078" y="80823"/>
                  <a:pt x="242078" y="75684"/>
                </a:cubicBezTo>
                <a:cubicBezTo>
                  <a:pt x="242078" y="70260"/>
                  <a:pt x="243361" y="65661"/>
                  <a:pt x="245927" y="61888"/>
                </a:cubicBezTo>
                <a:cubicBezTo>
                  <a:pt x="248494" y="58115"/>
                  <a:pt x="252302" y="55107"/>
                  <a:pt x="257354" y="52864"/>
                </a:cubicBezTo>
                <a:cubicBezTo>
                  <a:pt x="262079" y="50742"/>
                  <a:pt x="267711" y="49212"/>
                  <a:pt x="274249" y="48273"/>
                </a:cubicBezTo>
                <a:cubicBezTo>
                  <a:pt x="280787" y="47335"/>
                  <a:pt x="287864" y="46642"/>
                  <a:pt x="295482" y="46194"/>
                </a:cubicBezTo>
                <a:cubicBezTo>
                  <a:pt x="295523" y="45947"/>
                  <a:pt x="295604" y="45545"/>
                  <a:pt x="295726" y="44987"/>
                </a:cubicBezTo>
                <a:cubicBezTo>
                  <a:pt x="295849" y="44428"/>
                  <a:pt x="295910" y="43801"/>
                  <a:pt x="295910" y="43104"/>
                </a:cubicBezTo>
                <a:cubicBezTo>
                  <a:pt x="295910" y="40179"/>
                  <a:pt x="294565" y="38130"/>
                  <a:pt x="291877" y="36956"/>
                </a:cubicBezTo>
                <a:cubicBezTo>
                  <a:pt x="289188" y="35782"/>
                  <a:pt x="285176" y="35195"/>
                  <a:pt x="279840" y="35195"/>
                </a:cubicBezTo>
                <a:cubicBezTo>
                  <a:pt x="276214" y="35195"/>
                  <a:pt x="272212" y="35806"/>
                  <a:pt x="267833" y="37028"/>
                </a:cubicBezTo>
                <a:cubicBezTo>
                  <a:pt x="263454" y="38251"/>
                  <a:pt x="260164" y="39269"/>
                  <a:pt x="257965" y="40084"/>
                </a:cubicBezTo>
                <a:lnTo>
                  <a:pt x="255948" y="40084"/>
                </a:lnTo>
                <a:lnTo>
                  <a:pt x="259187" y="23830"/>
                </a:lnTo>
                <a:cubicBezTo>
                  <a:pt x="261753" y="23178"/>
                  <a:pt x="265725" y="22445"/>
                  <a:pt x="271102" y="21630"/>
                </a:cubicBezTo>
                <a:cubicBezTo>
                  <a:pt x="276479" y="20816"/>
                  <a:pt x="281836" y="20408"/>
                  <a:pt x="287172" y="20408"/>
                </a:cubicBezTo>
                <a:cubicBezTo>
                  <a:pt x="297926" y="20408"/>
                  <a:pt x="305819" y="21815"/>
                  <a:pt x="310849" y="24628"/>
                </a:cubicBezTo>
                <a:cubicBezTo>
                  <a:pt x="315880" y="27442"/>
                  <a:pt x="318396" y="31804"/>
                  <a:pt x="318396" y="37716"/>
                </a:cubicBezTo>
                <a:cubicBezTo>
                  <a:pt x="318396" y="38531"/>
                  <a:pt x="318324" y="39590"/>
                  <a:pt x="318182" y="40895"/>
                </a:cubicBezTo>
                <a:cubicBezTo>
                  <a:pt x="318039" y="42200"/>
                  <a:pt x="317846" y="43342"/>
                  <a:pt x="317601" y="44321"/>
                </a:cubicBezTo>
                <a:lnTo>
                  <a:pt x="306847" y="91044"/>
                </a:lnTo>
                <a:lnTo>
                  <a:pt x="284972" y="91044"/>
                </a:lnTo>
                <a:lnTo>
                  <a:pt x="286622" y="83782"/>
                </a:ln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preprocess">
            <a:extLst xmlns:a="http://schemas.openxmlformats.org/drawingml/2006/main">
              <a:ext uri="{FF2B5EF4-FFF2-40B4-BE49-F238E27FC236}">
                <a16:creationId xmlns:a16="http://schemas.microsoft.com/office/drawing/2014/main" id="{0AEBFE2F-B2C1-4C97-AB1C-99FED9F9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180" y="922119"/>
            <a:ext cx="776144" cy="95932"/>
          </a:xfrm>
          <a:custGeom xmlns:a="http://schemas.openxmlformats.org/drawingml/2006/main">
            <a:pathLst>
              <a:path w="776144" h="95932">
                <a:moveTo>
                  <a:pt x="86889" y="24075"/>
                </a:moveTo>
                <a:cubicBezTo>
                  <a:pt x="86889" y="30389"/>
                  <a:pt x="85860" y="36509"/>
                  <a:pt x="83803" y="42436"/>
                </a:cubicBezTo>
                <a:cubicBezTo>
                  <a:pt x="81746" y="48363"/>
                  <a:pt x="78945" y="53465"/>
                  <a:pt x="75401" y="57742"/>
                </a:cubicBezTo>
                <a:cubicBezTo>
                  <a:pt x="71694" y="62264"/>
                  <a:pt x="67509" y="65788"/>
                  <a:pt x="62844" y="68313"/>
                </a:cubicBezTo>
                <a:cubicBezTo>
                  <a:pt x="58180" y="70839"/>
                  <a:pt x="52956" y="72102"/>
                  <a:pt x="47172" y="72102"/>
                </a:cubicBezTo>
                <a:cubicBezTo>
                  <a:pt x="43505" y="72102"/>
                  <a:pt x="40135" y="71684"/>
                  <a:pt x="37059" y="70849"/>
                </a:cubicBezTo>
                <a:cubicBezTo>
                  <a:pt x="33983" y="70014"/>
                  <a:pt x="31203" y="68843"/>
                  <a:pt x="28718" y="67336"/>
                </a:cubicBezTo>
                <a:lnTo>
                  <a:pt x="22119" y="95932"/>
                </a:lnTo>
                <a:lnTo>
                  <a:pt x="0" y="95932"/>
                </a:lnTo>
                <a:lnTo>
                  <a:pt x="21692" y="2078"/>
                </a:lnTo>
                <a:lnTo>
                  <a:pt x="43811" y="2078"/>
                </a:lnTo>
                <a:lnTo>
                  <a:pt x="42161" y="9227"/>
                </a:lnTo>
                <a:cubicBezTo>
                  <a:pt x="46316" y="6375"/>
                  <a:pt x="50155" y="4165"/>
                  <a:pt x="53679" y="2597"/>
                </a:cubicBezTo>
                <a:cubicBezTo>
                  <a:pt x="57203" y="1029"/>
                  <a:pt x="61103" y="244"/>
                  <a:pt x="65380" y="244"/>
                </a:cubicBezTo>
                <a:cubicBezTo>
                  <a:pt x="72305" y="244"/>
                  <a:pt x="77621" y="2352"/>
                  <a:pt x="81328" y="6569"/>
                </a:cubicBezTo>
                <a:cubicBezTo>
                  <a:pt x="85035" y="10785"/>
                  <a:pt x="86889" y="16620"/>
                  <a:pt x="86889" y="24075"/>
                </a:cubicBezTo>
                <a:moveTo>
                  <a:pt x="58231" y="48163"/>
                </a:moveTo>
                <a:cubicBezTo>
                  <a:pt x="59983" y="45600"/>
                  <a:pt x="61327" y="42600"/>
                  <a:pt x="62264" y="39163"/>
                </a:cubicBezTo>
                <a:cubicBezTo>
                  <a:pt x="63201" y="35726"/>
                  <a:pt x="63669" y="31994"/>
                  <a:pt x="63669" y="27968"/>
                </a:cubicBezTo>
                <a:cubicBezTo>
                  <a:pt x="63669" y="24266"/>
                  <a:pt x="62855" y="21429"/>
                  <a:pt x="61225" y="19458"/>
                </a:cubicBezTo>
                <a:cubicBezTo>
                  <a:pt x="59596" y="17484"/>
                  <a:pt x="56683" y="16498"/>
                  <a:pt x="52488" y="16498"/>
                </a:cubicBezTo>
                <a:cubicBezTo>
                  <a:pt x="50329" y="16498"/>
                  <a:pt x="48210" y="16874"/>
                  <a:pt x="46133" y="17626"/>
                </a:cubicBezTo>
                <a:cubicBezTo>
                  <a:pt x="44055" y="18379"/>
                  <a:pt x="41856" y="19365"/>
                  <a:pt x="39534" y="20586"/>
                </a:cubicBezTo>
                <a:lnTo>
                  <a:pt x="31590" y="55056"/>
                </a:lnTo>
                <a:cubicBezTo>
                  <a:pt x="32894" y="55626"/>
                  <a:pt x="34411" y="56064"/>
                  <a:pt x="36142" y="56369"/>
                </a:cubicBezTo>
                <a:cubicBezTo>
                  <a:pt x="37874" y="56674"/>
                  <a:pt x="39656" y="56826"/>
                  <a:pt x="41489" y="56826"/>
                </a:cubicBezTo>
                <a:cubicBezTo>
                  <a:pt x="45196" y="56826"/>
                  <a:pt x="48475" y="56033"/>
                  <a:pt x="51327" y="54447"/>
                </a:cubicBezTo>
                <a:cubicBezTo>
                  <a:pt x="54178" y="52861"/>
                  <a:pt x="56480" y="50766"/>
                  <a:pt x="58231" y="48163"/>
                </a:cubicBezTo>
                <a:close/>
                <a:moveTo>
                  <a:pt x="154197" y="22975"/>
                </a:moveTo>
                <a:lnTo>
                  <a:pt x="152242" y="22975"/>
                </a:lnTo>
                <a:cubicBezTo>
                  <a:pt x="151264" y="22649"/>
                  <a:pt x="149879" y="22404"/>
                  <a:pt x="148087" y="22242"/>
                </a:cubicBezTo>
                <a:cubicBezTo>
                  <a:pt x="146295" y="22079"/>
                  <a:pt x="144523" y="21997"/>
                  <a:pt x="142771" y="21997"/>
                </a:cubicBezTo>
                <a:cubicBezTo>
                  <a:pt x="139879" y="21997"/>
                  <a:pt x="137088" y="22212"/>
                  <a:pt x="134400" y="22641"/>
                </a:cubicBezTo>
                <a:cubicBezTo>
                  <a:pt x="131711" y="23070"/>
                  <a:pt x="128941" y="23754"/>
                  <a:pt x="126090" y="24693"/>
                </a:cubicBezTo>
                <a:lnTo>
                  <a:pt x="115458" y="70757"/>
                </a:lnTo>
                <a:lnTo>
                  <a:pt x="93339" y="70757"/>
                </a:lnTo>
                <a:lnTo>
                  <a:pt x="109225" y="2078"/>
                </a:lnTo>
                <a:lnTo>
                  <a:pt x="131345" y="2078"/>
                </a:lnTo>
                <a:lnTo>
                  <a:pt x="129023" y="12160"/>
                </a:lnTo>
                <a:cubicBezTo>
                  <a:pt x="133178" y="9104"/>
                  <a:pt x="137323" y="6619"/>
                  <a:pt x="141457" y="4705"/>
                </a:cubicBezTo>
                <a:cubicBezTo>
                  <a:pt x="145592" y="2790"/>
                  <a:pt x="149757" y="1833"/>
                  <a:pt x="153953" y="1833"/>
                </a:cubicBezTo>
                <a:cubicBezTo>
                  <a:pt x="154727" y="1833"/>
                  <a:pt x="155592" y="1853"/>
                  <a:pt x="156550" y="1894"/>
                </a:cubicBezTo>
                <a:cubicBezTo>
                  <a:pt x="157507" y="1935"/>
                  <a:pt x="158352" y="1996"/>
                  <a:pt x="159085" y="2078"/>
                </a:cubicBezTo>
                <a:lnTo>
                  <a:pt x="154197" y="22975"/>
                </a:lnTo>
                <a:close/>
                <a:moveTo>
                  <a:pt x="211075" y="27619"/>
                </a:moveTo>
                <a:cubicBezTo>
                  <a:pt x="211197" y="26889"/>
                  <a:pt x="211289" y="26220"/>
                  <a:pt x="211350" y="25612"/>
                </a:cubicBezTo>
                <a:cubicBezTo>
                  <a:pt x="211411" y="25003"/>
                  <a:pt x="211442" y="24374"/>
                  <a:pt x="211442" y="23725"/>
                </a:cubicBezTo>
                <a:cubicBezTo>
                  <a:pt x="211442" y="20521"/>
                  <a:pt x="210444" y="18067"/>
                  <a:pt x="208448" y="16364"/>
                </a:cubicBezTo>
                <a:cubicBezTo>
                  <a:pt x="206452" y="14661"/>
                  <a:pt x="203580" y="13809"/>
                  <a:pt x="199832" y="13809"/>
                </a:cubicBezTo>
                <a:cubicBezTo>
                  <a:pt x="195311" y="13809"/>
                  <a:pt x="191512" y="15026"/>
                  <a:pt x="188437" y="17460"/>
                </a:cubicBezTo>
                <a:cubicBezTo>
                  <a:pt x="185361" y="19893"/>
                  <a:pt x="183029" y="23279"/>
                  <a:pt x="181440" y="27619"/>
                </a:cubicBezTo>
                <a:lnTo>
                  <a:pt x="211075" y="27619"/>
                </a:lnTo>
                <a:moveTo>
                  <a:pt x="194272" y="72713"/>
                </a:moveTo>
                <a:cubicBezTo>
                  <a:pt x="182581" y="72713"/>
                  <a:pt x="173558" y="70121"/>
                  <a:pt x="167203" y="64939"/>
                </a:cubicBezTo>
                <a:cubicBezTo>
                  <a:pt x="160849" y="59757"/>
                  <a:pt x="157671" y="52596"/>
                  <a:pt x="157671" y="43456"/>
                </a:cubicBezTo>
                <a:cubicBezTo>
                  <a:pt x="157671" y="37213"/>
                  <a:pt x="158710" y="31480"/>
                  <a:pt x="160787" y="26257"/>
                </a:cubicBezTo>
                <a:cubicBezTo>
                  <a:pt x="162865" y="21034"/>
                  <a:pt x="165859" y="16444"/>
                  <a:pt x="169770" y="12486"/>
                </a:cubicBezTo>
                <a:cubicBezTo>
                  <a:pt x="173517" y="8651"/>
                  <a:pt x="178202" y="5611"/>
                  <a:pt x="183823" y="3366"/>
                </a:cubicBezTo>
                <a:cubicBezTo>
                  <a:pt x="189445" y="1122"/>
                  <a:pt x="195616" y="0"/>
                  <a:pt x="202338" y="0"/>
                </a:cubicBezTo>
                <a:cubicBezTo>
                  <a:pt x="212562" y="0"/>
                  <a:pt x="220271" y="2071"/>
                  <a:pt x="225465" y="6212"/>
                </a:cubicBezTo>
                <a:cubicBezTo>
                  <a:pt x="230659" y="10353"/>
                  <a:pt x="233256" y="16462"/>
                  <a:pt x="233256" y="24539"/>
                </a:cubicBezTo>
                <a:cubicBezTo>
                  <a:pt x="233256" y="27314"/>
                  <a:pt x="232981" y="30027"/>
                  <a:pt x="232431" y="32679"/>
                </a:cubicBezTo>
                <a:cubicBezTo>
                  <a:pt x="231881" y="35330"/>
                  <a:pt x="231158" y="37962"/>
                  <a:pt x="230262" y="40572"/>
                </a:cubicBezTo>
                <a:lnTo>
                  <a:pt x="179302" y="40572"/>
                </a:lnTo>
                <a:cubicBezTo>
                  <a:pt x="179302" y="40817"/>
                  <a:pt x="179302" y="41051"/>
                  <a:pt x="179302" y="41275"/>
                </a:cubicBezTo>
                <a:cubicBezTo>
                  <a:pt x="179302" y="41499"/>
                  <a:pt x="179302" y="41733"/>
                  <a:pt x="179302" y="41978"/>
                </a:cubicBezTo>
                <a:cubicBezTo>
                  <a:pt x="179302" y="46744"/>
                  <a:pt x="180972" y="50471"/>
                  <a:pt x="184312" y="53160"/>
                </a:cubicBezTo>
                <a:cubicBezTo>
                  <a:pt x="187652" y="55848"/>
                  <a:pt x="192765" y="57192"/>
                  <a:pt x="199649" y="57192"/>
                </a:cubicBezTo>
                <a:cubicBezTo>
                  <a:pt x="204456" y="57192"/>
                  <a:pt x="209008" y="56384"/>
                  <a:pt x="213306" y="54767"/>
                </a:cubicBezTo>
                <a:cubicBezTo>
                  <a:pt x="217603" y="53151"/>
                  <a:pt x="221341" y="51352"/>
                  <a:pt x="224518" y="49371"/>
                </a:cubicBezTo>
                <a:lnTo>
                  <a:pt x="226962" y="49371"/>
                </a:lnTo>
                <a:lnTo>
                  <a:pt x="222868" y="67030"/>
                </a:lnTo>
                <a:cubicBezTo>
                  <a:pt x="218591" y="68904"/>
                  <a:pt x="214090" y="70319"/>
                  <a:pt x="209364" y="71277"/>
                </a:cubicBezTo>
                <a:cubicBezTo>
                  <a:pt x="204639" y="72234"/>
                  <a:pt x="199608" y="72713"/>
                  <a:pt x="194272" y="72713"/>
                </a:cubicBezTo>
                <a:close/>
                <a:moveTo>
                  <a:pt x="319648" y="24075"/>
                </a:moveTo>
                <a:cubicBezTo>
                  <a:pt x="319648" y="30389"/>
                  <a:pt x="318620" y="36509"/>
                  <a:pt x="316563" y="42436"/>
                </a:cubicBezTo>
                <a:cubicBezTo>
                  <a:pt x="314505" y="48363"/>
                  <a:pt x="311705" y="53465"/>
                  <a:pt x="308161" y="57742"/>
                </a:cubicBezTo>
                <a:cubicBezTo>
                  <a:pt x="304454" y="62264"/>
                  <a:pt x="300268" y="65788"/>
                  <a:pt x="295604" y="68313"/>
                </a:cubicBezTo>
                <a:cubicBezTo>
                  <a:pt x="290940" y="70839"/>
                  <a:pt x="285716" y="72102"/>
                  <a:pt x="279931" y="72102"/>
                </a:cubicBezTo>
                <a:cubicBezTo>
                  <a:pt x="276265" y="72102"/>
                  <a:pt x="272894" y="71684"/>
                  <a:pt x="269819" y="70849"/>
                </a:cubicBezTo>
                <a:cubicBezTo>
                  <a:pt x="266743" y="70014"/>
                  <a:pt x="263963" y="68843"/>
                  <a:pt x="261478" y="67336"/>
                </a:cubicBezTo>
                <a:lnTo>
                  <a:pt x="254879" y="95932"/>
                </a:lnTo>
                <a:lnTo>
                  <a:pt x="232760" y="95932"/>
                </a:lnTo>
                <a:lnTo>
                  <a:pt x="254451" y="2078"/>
                </a:lnTo>
                <a:lnTo>
                  <a:pt x="276571" y="2078"/>
                </a:lnTo>
                <a:lnTo>
                  <a:pt x="274921" y="9227"/>
                </a:lnTo>
                <a:cubicBezTo>
                  <a:pt x="279076" y="6375"/>
                  <a:pt x="282915" y="4165"/>
                  <a:pt x="286439" y="2597"/>
                </a:cubicBezTo>
                <a:cubicBezTo>
                  <a:pt x="289962" y="1029"/>
                  <a:pt x="293863" y="244"/>
                  <a:pt x="298140" y="244"/>
                </a:cubicBezTo>
                <a:cubicBezTo>
                  <a:pt x="305065" y="244"/>
                  <a:pt x="310381" y="2352"/>
                  <a:pt x="314088" y="6569"/>
                </a:cubicBezTo>
                <a:cubicBezTo>
                  <a:pt x="317795" y="10785"/>
                  <a:pt x="319648" y="16620"/>
                  <a:pt x="319648" y="24075"/>
                </a:cubicBezTo>
                <a:moveTo>
                  <a:pt x="290991" y="48163"/>
                </a:moveTo>
                <a:cubicBezTo>
                  <a:pt x="292743" y="45600"/>
                  <a:pt x="294087" y="42600"/>
                  <a:pt x="295024" y="39163"/>
                </a:cubicBezTo>
                <a:cubicBezTo>
                  <a:pt x="295961" y="35726"/>
                  <a:pt x="296429" y="31994"/>
                  <a:pt x="296429" y="27968"/>
                </a:cubicBezTo>
                <a:cubicBezTo>
                  <a:pt x="296429" y="24266"/>
                  <a:pt x="295614" y="21429"/>
                  <a:pt x="293985" y="19458"/>
                </a:cubicBezTo>
                <a:cubicBezTo>
                  <a:pt x="292356" y="17484"/>
                  <a:pt x="289443" y="16498"/>
                  <a:pt x="285247" y="16498"/>
                </a:cubicBezTo>
                <a:cubicBezTo>
                  <a:pt x="283088" y="16498"/>
                  <a:pt x="280970" y="16874"/>
                  <a:pt x="278892" y="17626"/>
                </a:cubicBezTo>
                <a:cubicBezTo>
                  <a:pt x="276815" y="18379"/>
                  <a:pt x="274615" y="19365"/>
                  <a:pt x="272293" y="20586"/>
                </a:cubicBezTo>
                <a:lnTo>
                  <a:pt x="264350" y="55056"/>
                </a:lnTo>
                <a:cubicBezTo>
                  <a:pt x="265653" y="55626"/>
                  <a:pt x="267171" y="56064"/>
                  <a:pt x="268902" y="56369"/>
                </a:cubicBezTo>
                <a:cubicBezTo>
                  <a:pt x="270633" y="56674"/>
                  <a:pt x="272416" y="56826"/>
                  <a:pt x="274249" y="56826"/>
                </a:cubicBezTo>
                <a:cubicBezTo>
                  <a:pt x="277956" y="56826"/>
                  <a:pt x="281235" y="56033"/>
                  <a:pt x="284086" y="54447"/>
                </a:cubicBezTo>
                <a:cubicBezTo>
                  <a:pt x="286938" y="52861"/>
                  <a:pt x="289239" y="50766"/>
                  <a:pt x="290991" y="48163"/>
                </a:cubicBezTo>
                <a:close/>
                <a:moveTo>
                  <a:pt x="386957" y="22975"/>
                </a:moveTo>
                <a:lnTo>
                  <a:pt x="385002" y="22975"/>
                </a:lnTo>
                <a:cubicBezTo>
                  <a:pt x="384024" y="22649"/>
                  <a:pt x="382639" y="22404"/>
                  <a:pt x="380847" y="22242"/>
                </a:cubicBezTo>
                <a:cubicBezTo>
                  <a:pt x="379054" y="22079"/>
                  <a:pt x="377282" y="21997"/>
                  <a:pt x="375531" y="21997"/>
                </a:cubicBezTo>
                <a:cubicBezTo>
                  <a:pt x="372638" y="21997"/>
                  <a:pt x="369848" y="22212"/>
                  <a:pt x="367159" y="22641"/>
                </a:cubicBezTo>
                <a:cubicBezTo>
                  <a:pt x="364471" y="23070"/>
                  <a:pt x="361701" y="23754"/>
                  <a:pt x="358849" y="24693"/>
                </a:cubicBezTo>
                <a:lnTo>
                  <a:pt x="348218" y="70757"/>
                </a:lnTo>
                <a:lnTo>
                  <a:pt x="326098" y="70757"/>
                </a:lnTo>
                <a:lnTo>
                  <a:pt x="341985" y="2078"/>
                </a:lnTo>
                <a:lnTo>
                  <a:pt x="364104" y="2078"/>
                </a:lnTo>
                <a:lnTo>
                  <a:pt x="361782" y="12160"/>
                </a:lnTo>
                <a:cubicBezTo>
                  <a:pt x="365937" y="9104"/>
                  <a:pt x="370082" y="6619"/>
                  <a:pt x="374217" y="4705"/>
                </a:cubicBezTo>
                <a:cubicBezTo>
                  <a:pt x="378352" y="2790"/>
                  <a:pt x="382517" y="1833"/>
                  <a:pt x="386712" y="1833"/>
                </a:cubicBezTo>
                <a:cubicBezTo>
                  <a:pt x="387486" y="1833"/>
                  <a:pt x="388352" y="1853"/>
                  <a:pt x="389309" y="1894"/>
                </a:cubicBezTo>
                <a:cubicBezTo>
                  <a:pt x="390267" y="1935"/>
                  <a:pt x="391112" y="1996"/>
                  <a:pt x="391845" y="2078"/>
                </a:cubicBezTo>
                <a:lnTo>
                  <a:pt x="386957" y="22975"/>
                </a:lnTo>
                <a:close/>
                <a:moveTo>
                  <a:pt x="467420" y="27275"/>
                </a:moveTo>
                <a:cubicBezTo>
                  <a:pt x="467420" y="33716"/>
                  <a:pt x="466341" y="39750"/>
                  <a:pt x="464182" y="45377"/>
                </a:cubicBezTo>
                <a:cubicBezTo>
                  <a:pt x="462023" y="51003"/>
                  <a:pt x="458988" y="55834"/>
                  <a:pt x="455078" y="59870"/>
                </a:cubicBezTo>
                <a:cubicBezTo>
                  <a:pt x="451004" y="64069"/>
                  <a:pt x="446279" y="67301"/>
                  <a:pt x="440902" y="69564"/>
                </a:cubicBezTo>
                <a:cubicBezTo>
                  <a:pt x="435525" y="71826"/>
                  <a:pt x="429251" y="72957"/>
                  <a:pt x="422082" y="72957"/>
                </a:cubicBezTo>
                <a:cubicBezTo>
                  <a:pt x="411857" y="72957"/>
                  <a:pt x="404016" y="70511"/>
                  <a:pt x="398557" y="65619"/>
                </a:cubicBezTo>
                <a:cubicBezTo>
                  <a:pt x="393099" y="60727"/>
                  <a:pt x="390369" y="53959"/>
                  <a:pt x="390369" y="45316"/>
                </a:cubicBezTo>
                <a:cubicBezTo>
                  <a:pt x="390369" y="39200"/>
                  <a:pt x="391388" y="33391"/>
                  <a:pt x="393425" y="27888"/>
                </a:cubicBezTo>
                <a:cubicBezTo>
                  <a:pt x="395461" y="22383"/>
                  <a:pt x="398476" y="17531"/>
                  <a:pt x="402468" y="13332"/>
                </a:cubicBezTo>
                <a:cubicBezTo>
                  <a:pt x="406338" y="9214"/>
                  <a:pt x="411094" y="5963"/>
                  <a:pt x="416735" y="3578"/>
                </a:cubicBezTo>
                <a:cubicBezTo>
                  <a:pt x="422377" y="1193"/>
                  <a:pt x="428701" y="0"/>
                  <a:pt x="435708" y="0"/>
                </a:cubicBezTo>
                <a:cubicBezTo>
                  <a:pt x="445973" y="0"/>
                  <a:pt x="453825" y="2415"/>
                  <a:pt x="459263" y="7246"/>
                </a:cubicBezTo>
                <a:cubicBezTo>
                  <a:pt x="464701" y="12077"/>
                  <a:pt x="467420" y="18754"/>
                  <a:pt x="467420" y="27275"/>
                </a:cubicBezTo>
                <a:moveTo>
                  <a:pt x="438824" y="49749"/>
                </a:moveTo>
                <a:cubicBezTo>
                  <a:pt x="440698" y="46902"/>
                  <a:pt x="442114" y="43790"/>
                  <a:pt x="443071" y="40414"/>
                </a:cubicBezTo>
                <a:cubicBezTo>
                  <a:pt x="444028" y="37038"/>
                  <a:pt x="444507" y="32929"/>
                  <a:pt x="444507" y="28088"/>
                </a:cubicBezTo>
                <a:cubicBezTo>
                  <a:pt x="444507" y="23899"/>
                  <a:pt x="443590" y="20676"/>
                  <a:pt x="441757" y="18419"/>
                </a:cubicBezTo>
                <a:cubicBezTo>
                  <a:pt x="439924" y="16160"/>
                  <a:pt x="437011" y="15031"/>
                  <a:pt x="433019" y="15031"/>
                </a:cubicBezTo>
                <a:cubicBezTo>
                  <a:pt x="429924" y="15031"/>
                  <a:pt x="427204" y="15784"/>
                  <a:pt x="424862" y="17290"/>
                </a:cubicBezTo>
                <a:cubicBezTo>
                  <a:pt x="422520" y="18795"/>
                  <a:pt x="420453" y="20930"/>
                  <a:pt x="418660" y="23697"/>
                </a:cubicBezTo>
                <a:cubicBezTo>
                  <a:pt x="416990" y="26259"/>
                  <a:pt x="415676" y="29432"/>
                  <a:pt x="414719" y="33215"/>
                </a:cubicBezTo>
                <a:cubicBezTo>
                  <a:pt x="413762" y="36997"/>
                  <a:pt x="413283" y="40882"/>
                  <a:pt x="413283" y="44869"/>
                </a:cubicBezTo>
                <a:cubicBezTo>
                  <a:pt x="413283" y="49547"/>
                  <a:pt x="414322" y="52893"/>
                  <a:pt x="416399" y="54907"/>
                </a:cubicBezTo>
                <a:cubicBezTo>
                  <a:pt x="418477" y="56919"/>
                  <a:pt x="421328" y="57926"/>
                  <a:pt x="424954" y="57926"/>
                </a:cubicBezTo>
                <a:cubicBezTo>
                  <a:pt x="427602" y="57926"/>
                  <a:pt x="430148" y="57204"/>
                  <a:pt x="432592" y="55760"/>
                </a:cubicBezTo>
                <a:cubicBezTo>
                  <a:pt x="435036" y="54316"/>
                  <a:pt x="437113" y="52312"/>
                  <a:pt x="438824" y="49749"/>
                </a:cubicBezTo>
                <a:close/>
                <a:moveTo>
                  <a:pt x="509577" y="72713"/>
                </a:moveTo>
                <a:cubicBezTo>
                  <a:pt x="504893" y="72713"/>
                  <a:pt x="500504" y="72131"/>
                  <a:pt x="496410" y="70967"/>
                </a:cubicBezTo>
                <a:cubicBezTo>
                  <a:pt x="492316" y="69805"/>
                  <a:pt x="488741" y="68000"/>
                  <a:pt x="485686" y="65552"/>
                </a:cubicBezTo>
                <a:cubicBezTo>
                  <a:pt x="482712" y="63144"/>
                  <a:pt x="480390" y="60124"/>
                  <a:pt x="478720" y="56494"/>
                </a:cubicBezTo>
                <a:cubicBezTo>
                  <a:pt x="477050" y="52862"/>
                  <a:pt x="476215" y="48659"/>
                  <a:pt x="476215" y="43885"/>
                </a:cubicBezTo>
                <a:cubicBezTo>
                  <a:pt x="476215" y="37723"/>
                  <a:pt x="477386" y="32000"/>
                  <a:pt x="479728" y="26715"/>
                </a:cubicBezTo>
                <a:cubicBezTo>
                  <a:pt x="482071" y="21431"/>
                  <a:pt x="485360" y="16810"/>
                  <a:pt x="489597" y="12853"/>
                </a:cubicBezTo>
                <a:cubicBezTo>
                  <a:pt x="493752" y="8976"/>
                  <a:pt x="498823" y="5906"/>
                  <a:pt x="504811" y="3641"/>
                </a:cubicBezTo>
                <a:cubicBezTo>
                  <a:pt x="510799" y="1377"/>
                  <a:pt x="517276" y="244"/>
                  <a:pt x="524242" y="244"/>
                </a:cubicBezTo>
                <a:cubicBezTo>
                  <a:pt x="528438" y="244"/>
                  <a:pt x="532603" y="712"/>
                  <a:pt x="536738" y="1646"/>
                </a:cubicBezTo>
                <a:cubicBezTo>
                  <a:pt x="540872" y="2580"/>
                  <a:pt x="544712" y="3942"/>
                  <a:pt x="548256" y="5730"/>
                </a:cubicBezTo>
                <a:lnTo>
                  <a:pt x="543612" y="24441"/>
                </a:lnTo>
                <a:lnTo>
                  <a:pt x="540495" y="24441"/>
                </a:lnTo>
                <a:cubicBezTo>
                  <a:pt x="538092" y="21590"/>
                  <a:pt x="535373" y="19472"/>
                  <a:pt x="532338" y="18087"/>
                </a:cubicBezTo>
                <a:cubicBezTo>
                  <a:pt x="529303" y="16702"/>
                  <a:pt x="525892" y="16009"/>
                  <a:pt x="522103" y="16009"/>
                </a:cubicBezTo>
                <a:cubicBezTo>
                  <a:pt x="515178" y="16009"/>
                  <a:pt x="509618" y="18463"/>
                  <a:pt x="505422" y="23372"/>
                </a:cubicBezTo>
                <a:cubicBezTo>
                  <a:pt x="501227" y="28281"/>
                  <a:pt x="499129" y="34401"/>
                  <a:pt x="499129" y="41733"/>
                </a:cubicBezTo>
                <a:cubicBezTo>
                  <a:pt x="499129" y="46825"/>
                  <a:pt x="500422" y="50634"/>
                  <a:pt x="503009" y="53160"/>
                </a:cubicBezTo>
                <a:cubicBezTo>
                  <a:pt x="505595" y="55685"/>
                  <a:pt x="509618" y="56948"/>
                  <a:pt x="515077" y="56948"/>
                </a:cubicBezTo>
                <a:cubicBezTo>
                  <a:pt x="519313" y="56948"/>
                  <a:pt x="523173" y="56089"/>
                  <a:pt x="526656" y="54370"/>
                </a:cubicBezTo>
                <a:cubicBezTo>
                  <a:pt x="530139" y="52652"/>
                  <a:pt x="533122" y="50741"/>
                  <a:pt x="535607" y="48638"/>
                </a:cubicBezTo>
                <a:lnTo>
                  <a:pt x="538724" y="48638"/>
                </a:lnTo>
                <a:lnTo>
                  <a:pt x="534080" y="67397"/>
                </a:lnTo>
                <a:cubicBezTo>
                  <a:pt x="529680" y="69311"/>
                  <a:pt x="525821" y="70676"/>
                  <a:pt x="522501" y="71491"/>
                </a:cubicBezTo>
                <a:cubicBezTo>
                  <a:pt x="519181" y="72305"/>
                  <a:pt x="514873" y="72713"/>
                  <a:pt x="509577" y="72713"/>
                </a:cubicBezTo>
                <a:close/>
                <a:moveTo>
                  <a:pt x="603262" y="27619"/>
                </a:moveTo>
                <a:cubicBezTo>
                  <a:pt x="603384" y="26889"/>
                  <a:pt x="603476" y="26220"/>
                  <a:pt x="603537" y="25612"/>
                </a:cubicBezTo>
                <a:cubicBezTo>
                  <a:pt x="603598" y="25003"/>
                  <a:pt x="603629" y="24374"/>
                  <a:pt x="603629" y="23725"/>
                </a:cubicBezTo>
                <a:cubicBezTo>
                  <a:pt x="603629" y="20521"/>
                  <a:pt x="602631" y="18067"/>
                  <a:pt x="600635" y="16364"/>
                </a:cubicBezTo>
                <a:cubicBezTo>
                  <a:pt x="598639" y="14661"/>
                  <a:pt x="595767" y="13809"/>
                  <a:pt x="592019" y="13809"/>
                </a:cubicBezTo>
                <a:cubicBezTo>
                  <a:pt x="587497" y="13809"/>
                  <a:pt x="583699" y="15026"/>
                  <a:pt x="580623" y="17460"/>
                </a:cubicBezTo>
                <a:cubicBezTo>
                  <a:pt x="577548" y="19893"/>
                  <a:pt x="575216" y="23279"/>
                  <a:pt x="573627" y="27619"/>
                </a:cubicBezTo>
                <a:lnTo>
                  <a:pt x="603262" y="27619"/>
                </a:lnTo>
                <a:moveTo>
                  <a:pt x="586459" y="72713"/>
                </a:moveTo>
                <a:cubicBezTo>
                  <a:pt x="574768" y="72713"/>
                  <a:pt x="565745" y="70121"/>
                  <a:pt x="559390" y="64939"/>
                </a:cubicBezTo>
                <a:cubicBezTo>
                  <a:pt x="553035" y="59757"/>
                  <a:pt x="549858" y="52596"/>
                  <a:pt x="549858" y="43456"/>
                </a:cubicBezTo>
                <a:cubicBezTo>
                  <a:pt x="549858" y="37213"/>
                  <a:pt x="550897" y="31480"/>
                  <a:pt x="552974" y="26257"/>
                </a:cubicBezTo>
                <a:cubicBezTo>
                  <a:pt x="555052" y="21034"/>
                  <a:pt x="558046" y="16444"/>
                  <a:pt x="561956" y="12486"/>
                </a:cubicBezTo>
                <a:cubicBezTo>
                  <a:pt x="565704" y="8651"/>
                  <a:pt x="570389" y="5611"/>
                  <a:pt x="576010" y="3366"/>
                </a:cubicBezTo>
                <a:cubicBezTo>
                  <a:pt x="581632" y="1122"/>
                  <a:pt x="587803" y="0"/>
                  <a:pt x="594524" y="0"/>
                </a:cubicBezTo>
                <a:cubicBezTo>
                  <a:pt x="604749" y="0"/>
                  <a:pt x="612458" y="2071"/>
                  <a:pt x="617652" y="6212"/>
                </a:cubicBezTo>
                <a:cubicBezTo>
                  <a:pt x="622846" y="10353"/>
                  <a:pt x="625442" y="16462"/>
                  <a:pt x="625442" y="24539"/>
                </a:cubicBezTo>
                <a:cubicBezTo>
                  <a:pt x="625442" y="27314"/>
                  <a:pt x="625167" y="30027"/>
                  <a:pt x="624618" y="32679"/>
                </a:cubicBezTo>
                <a:cubicBezTo>
                  <a:pt x="624068" y="35330"/>
                  <a:pt x="623345" y="37962"/>
                  <a:pt x="622448" y="40572"/>
                </a:cubicBezTo>
                <a:lnTo>
                  <a:pt x="571488" y="40572"/>
                </a:lnTo>
                <a:cubicBezTo>
                  <a:pt x="571488" y="40817"/>
                  <a:pt x="571488" y="41051"/>
                  <a:pt x="571488" y="41275"/>
                </a:cubicBezTo>
                <a:cubicBezTo>
                  <a:pt x="571488" y="41499"/>
                  <a:pt x="571488" y="41733"/>
                  <a:pt x="571488" y="41978"/>
                </a:cubicBezTo>
                <a:cubicBezTo>
                  <a:pt x="571488" y="46744"/>
                  <a:pt x="573159" y="50471"/>
                  <a:pt x="576499" y="53160"/>
                </a:cubicBezTo>
                <a:cubicBezTo>
                  <a:pt x="579839" y="55848"/>
                  <a:pt x="584951" y="57192"/>
                  <a:pt x="591836" y="57192"/>
                </a:cubicBezTo>
                <a:cubicBezTo>
                  <a:pt x="596643" y="57192"/>
                  <a:pt x="601195" y="56384"/>
                  <a:pt x="605492" y="54767"/>
                </a:cubicBezTo>
                <a:cubicBezTo>
                  <a:pt x="609790" y="53151"/>
                  <a:pt x="613527" y="51352"/>
                  <a:pt x="616705" y="49371"/>
                </a:cubicBezTo>
                <a:lnTo>
                  <a:pt x="619149" y="49371"/>
                </a:lnTo>
                <a:lnTo>
                  <a:pt x="615055" y="67030"/>
                </a:lnTo>
                <a:cubicBezTo>
                  <a:pt x="610778" y="68904"/>
                  <a:pt x="606276" y="70319"/>
                  <a:pt x="601551" y="71277"/>
                </a:cubicBezTo>
                <a:cubicBezTo>
                  <a:pt x="596826" y="72234"/>
                  <a:pt x="591795" y="72713"/>
                  <a:pt x="586459" y="72713"/>
                </a:cubicBezTo>
                <a:close/>
                <a:moveTo>
                  <a:pt x="657269" y="72713"/>
                </a:moveTo>
                <a:cubicBezTo>
                  <a:pt x="651403" y="72713"/>
                  <a:pt x="645721" y="72163"/>
                  <a:pt x="640221" y="71063"/>
                </a:cubicBezTo>
                <a:cubicBezTo>
                  <a:pt x="634722" y="69963"/>
                  <a:pt x="630506" y="68680"/>
                  <a:pt x="627573" y="67213"/>
                </a:cubicBezTo>
                <a:lnTo>
                  <a:pt x="631789" y="49127"/>
                </a:lnTo>
                <a:lnTo>
                  <a:pt x="633805" y="49127"/>
                </a:lnTo>
                <a:cubicBezTo>
                  <a:pt x="634702" y="49901"/>
                  <a:pt x="635832" y="50756"/>
                  <a:pt x="637197" y="51693"/>
                </a:cubicBezTo>
                <a:cubicBezTo>
                  <a:pt x="638561" y="52630"/>
                  <a:pt x="640506" y="53608"/>
                  <a:pt x="643032" y="54626"/>
                </a:cubicBezTo>
                <a:cubicBezTo>
                  <a:pt x="645191" y="55563"/>
                  <a:pt x="647696" y="56368"/>
                  <a:pt x="650548" y="57040"/>
                </a:cubicBezTo>
                <a:cubicBezTo>
                  <a:pt x="653399" y="57712"/>
                  <a:pt x="656475" y="58048"/>
                  <a:pt x="659774" y="58048"/>
                </a:cubicBezTo>
                <a:cubicBezTo>
                  <a:pt x="664703" y="58048"/>
                  <a:pt x="668400" y="57476"/>
                  <a:pt x="670864" y="56333"/>
                </a:cubicBezTo>
                <a:cubicBezTo>
                  <a:pt x="673329" y="55189"/>
                  <a:pt x="674561" y="53555"/>
                  <a:pt x="674561" y="51432"/>
                </a:cubicBezTo>
                <a:cubicBezTo>
                  <a:pt x="674561" y="49801"/>
                  <a:pt x="673685" y="48558"/>
                  <a:pt x="671934" y="47702"/>
                </a:cubicBezTo>
                <a:cubicBezTo>
                  <a:pt x="670182" y="46846"/>
                  <a:pt x="666557" y="45785"/>
                  <a:pt x="661057" y="44521"/>
                </a:cubicBezTo>
                <a:cubicBezTo>
                  <a:pt x="651729" y="42360"/>
                  <a:pt x="645344" y="39750"/>
                  <a:pt x="641902" y="36692"/>
                </a:cubicBezTo>
                <a:cubicBezTo>
                  <a:pt x="638459" y="33635"/>
                  <a:pt x="636738" y="29823"/>
                  <a:pt x="636738" y="25257"/>
                </a:cubicBezTo>
                <a:cubicBezTo>
                  <a:pt x="636738" y="17510"/>
                  <a:pt x="640201" y="11405"/>
                  <a:pt x="647126" y="6941"/>
                </a:cubicBezTo>
                <a:cubicBezTo>
                  <a:pt x="654051" y="2477"/>
                  <a:pt x="663420" y="244"/>
                  <a:pt x="675233" y="244"/>
                </a:cubicBezTo>
                <a:cubicBezTo>
                  <a:pt x="680366" y="244"/>
                  <a:pt x="685499" y="764"/>
                  <a:pt x="690631" y="1803"/>
                </a:cubicBezTo>
                <a:cubicBezTo>
                  <a:pt x="695764" y="2841"/>
                  <a:pt x="699532" y="3951"/>
                  <a:pt x="701935" y="5133"/>
                </a:cubicBezTo>
                <a:lnTo>
                  <a:pt x="697903" y="22486"/>
                </a:lnTo>
                <a:lnTo>
                  <a:pt x="696008" y="22486"/>
                </a:lnTo>
                <a:cubicBezTo>
                  <a:pt x="693116" y="20245"/>
                  <a:pt x="689623" y="18423"/>
                  <a:pt x="685529" y="17017"/>
                </a:cubicBezTo>
                <a:cubicBezTo>
                  <a:pt x="681435" y="15612"/>
                  <a:pt x="677229" y="14909"/>
                  <a:pt x="672911" y="14909"/>
                </a:cubicBezTo>
                <a:cubicBezTo>
                  <a:pt x="668227" y="14909"/>
                  <a:pt x="664632" y="15471"/>
                  <a:pt x="662127" y="16595"/>
                </a:cubicBezTo>
                <a:cubicBezTo>
                  <a:pt x="659622" y="17718"/>
                  <a:pt x="658369" y="19444"/>
                  <a:pt x="658369" y="21772"/>
                </a:cubicBezTo>
                <a:cubicBezTo>
                  <a:pt x="658369" y="23565"/>
                  <a:pt x="659448" y="24942"/>
                  <a:pt x="661607" y="25900"/>
                </a:cubicBezTo>
                <a:cubicBezTo>
                  <a:pt x="663766" y="26857"/>
                  <a:pt x="667168" y="27846"/>
                  <a:pt x="671812" y="28865"/>
                </a:cubicBezTo>
                <a:cubicBezTo>
                  <a:pt x="680447" y="30741"/>
                  <a:pt x="686670" y="33105"/>
                  <a:pt x="690479" y="35959"/>
                </a:cubicBezTo>
                <a:cubicBezTo>
                  <a:pt x="694287" y="38813"/>
                  <a:pt x="696192" y="42808"/>
                  <a:pt x="696192" y="47945"/>
                </a:cubicBezTo>
                <a:cubicBezTo>
                  <a:pt x="696192" y="55610"/>
                  <a:pt x="692688" y="61654"/>
                  <a:pt x="685682" y="66077"/>
                </a:cubicBezTo>
                <a:cubicBezTo>
                  <a:pt x="678675" y="70501"/>
                  <a:pt x="669205" y="72713"/>
                  <a:pt x="657269" y="72713"/>
                </a:cubicBezTo>
                <a:close/>
                <a:moveTo>
                  <a:pt x="731477" y="72713"/>
                </a:moveTo>
                <a:cubicBezTo>
                  <a:pt x="725611" y="72713"/>
                  <a:pt x="719929" y="72163"/>
                  <a:pt x="714429" y="71063"/>
                </a:cubicBezTo>
                <a:cubicBezTo>
                  <a:pt x="708930" y="69963"/>
                  <a:pt x="704714" y="68680"/>
                  <a:pt x="701781" y="67213"/>
                </a:cubicBezTo>
                <a:lnTo>
                  <a:pt x="705997" y="49127"/>
                </a:lnTo>
                <a:lnTo>
                  <a:pt x="708014" y="49127"/>
                </a:lnTo>
                <a:cubicBezTo>
                  <a:pt x="708910" y="49901"/>
                  <a:pt x="710040" y="50756"/>
                  <a:pt x="711405" y="51693"/>
                </a:cubicBezTo>
                <a:cubicBezTo>
                  <a:pt x="712769" y="52630"/>
                  <a:pt x="714715" y="53608"/>
                  <a:pt x="717240" y="54626"/>
                </a:cubicBezTo>
                <a:cubicBezTo>
                  <a:pt x="719399" y="55563"/>
                  <a:pt x="721904" y="56368"/>
                  <a:pt x="724756" y="57040"/>
                </a:cubicBezTo>
                <a:cubicBezTo>
                  <a:pt x="727607" y="57712"/>
                  <a:pt x="730683" y="58048"/>
                  <a:pt x="733982" y="58048"/>
                </a:cubicBezTo>
                <a:cubicBezTo>
                  <a:pt x="738911" y="58048"/>
                  <a:pt x="742608" y="57476"/>
                  <a:pt x="745073" y="56333"/>
                </a:cubicBezTo>
                <a:cubicBezTo>
                  <a:pt x="747537" y="55189"/>
                  <a:pt x="748769" y="53555"/>
                  <a:pt x="748769" y="51432"/>
                </a:cubicBezTo>
                <a:cubicBezTo>
                  <a:pt x="748769" y="49801"/>
                  <a:pt x="747894" y="48558"/>
                  <a:pt x="746142" y="47702"/>
                </a:cubicBezTo>
                <a:cubicBezTo>
                  <a:pt x="744390" y="46846"/>
                  <a:pt x="740765" y="45785"/>
                  <a:pt x="735266" y="44521"/>
                </a:cubicBezTo>
                <a:cubicBezTo>
                  <a:pt x="725937" y="42360"/>
                  <a:pt x="719552" y="39750"/>
                  <a:pt x="716110" y="36692"/>
                </a:cubicBezTo>
                <a:cubicBezTo>
                  <a:pt x="712668" y="33635"/>
                  <a:pt x="710947" y="29823"/>
                  <a:pt x="710947" y="25257"/>
                </a:cubicBezTo>
                <a:cubicBezTo>
                  <a:pt x="710947" y="17510"/>
                  <a:pt x="714409" y="11405"/>
                  <a:pt x="721334" y="6941"/>
                </a:cubicBezTo>
                <a:cubicBezTo>
                  <a:pt x="728259" y="2477"/>
                  <a:pt x="737628" y="244"/>
                  <a:pt x="749441" y="244"/>
                </a:cubicBezTo>
                <a:cubicBezTo>
                  <a:pt x="754574" y="244"/>
                  <a:pt x="759707" y="764"/>
                  <a:pt x="764839" y="1803"/>
                </a:cubicBezTo>
                <a:cubicBezTo>
                  <a:pt x="769972" y="2841"/>
                  <a:pt x="773740" y="3951"/>
                  <a:pt x="776144" y="5133"/>
                </a:cubicBezTo>
                <a:lnTo>
                  <a:pt x="772111" y="22486"/>
                </a:lnTo>
                <a:lnTo>
                  <a:pt x="770217" y="22486"/>
                </a:lnTo>
                <a:cubicBezTo>
                  <a:pt x="767324" y="20245"/>
                  <a:pt x="763831" y="18423"/>
                  <a:pt x="759737" y="17017"/>
                </a:cubicBezTo>
                <a:cubicBezTo>
                  <a:pt x="755643" y="15612"/>
                  <a:pt x="751438" y="14909"/>
                  <a:pt x="747120" y="14909"/>
                </a:cubicBezTo>
                <a:cubicBezTo>
                  <a:pt x="742435" y="14909"/>
                  <a:pt x="738840" y="15471"/>
                  <a:pt x="736335" y="16595"/>
                </a:cubicBezTo>
                <a:cubicBezTo>
                  <a:pt x="733830" y="17718"/>
                  <a:pt x="732577" y="19444"/>
                  <a:pt x="732577" y="21772"/>
                </a:cubicBezTo>
                <a:cubicBezTo>
                  <a:pt x="732577" y="23565"/>
                  <a:pt x="733657" y="24942"/>
                  <a:pt x="735816" y="25900"/>
                </a:cubicBezTo>
                <a:cubicBezTo>
                  <a:pt x="737974" y="26857"/>
                  <a:pt x="741376" y="27846"/>
                  <a:pt x="746020" y="28865"/>
                </a:cubicBezTo>
                <a:cubicBezTo>
                  <a:pt x="754656" y="30741"/>
                  <a:pt x="760878" y="33105"/>
                  <a:pt x="764687" y="35959"/>
                </a:cubicBezTo>
                <a:cubicBezTo>
                  <a:pt x="768495" y="38813"/>
                  <a:pt x="770400" y="42808"/>
                  <a:pt x="770400" y="47945"/>
                </a:cubicBezTo>
                <a:cubicBezTo>
                  <a:pt x="770400" y="55610"/>
                  <a:pt x="766897" y="61654"/>
                  <a:pt x="759890" y="66077"/>
                </a:cubicBezTo>
                <a:cubicBezTo>
                  <a:pt x="752884" y="70501"/>
                  <a:pt x="743413" y="72713"/>
                  <a:pt x="731477" y="72713"/>
                </a:cubicBez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03DA5-494A-4736-82F7-47637126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720" y="1203338"/>
            <a:ext cx="325703" cy="1023865"/>
          </a:xfrm>
          <a:custGeom xmlns:a="http://schemas.openxmlformats.org/drawingml/2006/main">
            <a:pathLst>
              <a:path w="325703" h="1023865" fill="none">
                <a:moveTo>
                  <a:pt x="325703" y="0"/>
                </a:moveTo>
                <a:lnTo>
                  <a:pt x="325703" y="1023865"/>
                </a:lnTo>
                <a:lnTo>
                  <a:pt x="0" y="1023865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91225F-CCD2-4C30-96C7-0DB9A291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995" y="2187386"/>
            <a:ext cx="79634" cy="79634"/>
          </a:xfrm>
          <a:custGeom xmlns:a="http://schemas.openxmlformats.org/drawingml/2006/main">
            <a:pathLst>
              <a:path w="79634" h="79634">
                <a:moveTo>
                  <a:pt x="0" y="39817"/>
                </a:moveTo>
                <a:lnTo>
                  <a:pt x="79634" y="0"/>
                </a:lnTo>
                <a:lnTo>
                  <a:pt x="59725" y="39817"/>
                </a:lnTo>
                <a:lnTo>
                  <a:pt x="79634" y="79634"/>
                </a:lnTo>
                <a:lnTo>
                  <a:pt x="0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1A5239-6180-4549-8AE0-6796ABC9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995" y="2187386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0" y="39817"/>
                </a:moveTo>
                <a:lnTo>
                  <a:pt x="79634" y="0"/>
                </a:lnTo>
                <a:lnTo>
                  <a:pt x="59725" y="39817"/>
                </a:lnTo>
                <a:lnTo>
                  <a:pt x="79634" y="79634"/>
                </a:lnTo>
                <a:lnTo>
                  <a:pt x="0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7" name="Text Data">
            <a:extLst xmlns:a="http://schemas.openxmlformats.org/drawingml/2006/main">
              <a:ext uri="{FF2B5EF4-FFF2-40B4-BE49-F238E27FC236}">
                <a16:creationId xmlns:a16="http://schemas.microsoft.com/office/drawing/2014/main" id="{5400BC32-E94D-49F2-AEBF-4FB183B2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282" y="689055"/>
            <a:ext cx="337787" cy="111564"/>
          </a:xfrm>
          <a:custGeom xmlns:a="http://schemas.openxmlformats.org/drawingml/2006/main">
            <a:pathLst>
              <a:path w="337787" h="111564">
                <a:moveTo>
                  <a:pt x="0" y="110424"/>
                </a:moveTo>
                <a:lnTo>
                  <a:pt x="0" y="107493"/>
                </a:lnTo>
                <a:lnTo>
                  <a:pt x="3665" y="107493"/>
                </a:lnTo>
                <a:cubicBezTo>
                  <a:pt x="6868" y="107493"/>
                  <a:pt x="9324" y="106988"/>
                  <a:pt x="11034" y="105978"/>
                </a:cubicBezTo>
                <a:cubicBezTo>
                  <a:pt x="12744" y="104969"/>
                  <a:pt x="14007" y="103591"/>
                  <a:pt x="14821" y="101846"/>
                </a:cubicBezTo>
                <a:cubicBezTo>
                  <a:pt x="15310" y="100699"/>
                  <a:pt x="15554" y="97261"/>
                  <a:pt x="15554" y="91531"/>
                </a:cubicBezTo>
                <a:lnTo>
                  <a:pt x="15554" y="18893"/>
                </a:lnTo>
                <a:cubicBezTo>
                  <a:pt x="15554" y="13218"/>
                  <a:pt x="15255" y="9671"/>
                  <a:pt x="14658" y="8253"/>
                </a:cubicBezTo>
                <a:cubicBezTo>
                  <a:pt x="14061" y="6833"/>
                  <a:pt x="12853" y="5591"/>
                  <a:pt x="11034" y="4527"/>
                </a:cubicBezTo>
                <a:cubicBezTo>
                  <a:pt x="9216" y="3463"/>
                  <a:pt x="6759" y="2932"/>
                  <a:pt x="3665" y="2932"/>
                </a:cubicBezTo>
                <a:lnTo>
                  <a:pt x="0" y="2932"/>
                </a:lnTo>
                <a:lnTo>
                  <a:pt x="0" y="0"/>
                </a:lnTo>
                <a:lnTo>
                  <a:pt x="49430" y="0"/>
                </a:lnTo>
                <a:cubicBezTo>
                  <a:pt x="62623" y="0"/>
                  <a:pt x="73236" y="1792"/>
                  <a:pt x="81271" y="5375"/>
                </a:cubicBezTo>
                <a:cubicBezTo>
                  <a:pt x="91097" y="9772"/>
                  <a:pt x="98548" y="16422"/>
                  <a:pt x="103624" y="25326"/>
                </a:cubicBezTo>
                <a:cubicBezTo>
                  <a:pt x="108700" y="34229"/>
                  <a:pt x="111238" y="44300"/>
                  <a:pt x="111238" y="55538"/>
                </a:cubicBezTo>
                <a:cubicBezTo>
                  <a:pt x="111238" y="63301"/>
                  <a:pt x="109990" y="70454"/>
                  <a:pt x="107493" y="76996"/>
                </a:cubicBezTo>
                <a:cubicBezTo>
                  <a:pt x="104995" y="83537"/>
                  <a:pt x="101765" y="88939"/>
                  <a:pt x="97802" y="93201"/>
                </a:cubicBezTo>
                <a:cubicBezTo>
                  <a:pt x="93839" y="97463"/>
                  <a:pt x="89265" y="100883"/>
                  <a:pt x="84080" y="103462"/>
                </a:cubicBezTo>
                <a:cubicBezTo>
                  <a:pt x="78896" y="106040"/>
                  <a:pt x="72557" y="108035"/>
                  <a:pt x="65066" y="109447"/>
                </a:cubicBezTo>
                <a:cubicBezTo>
                  <a:pt x="61754" y="110098"/>
                  <a:pt x="56542" y="110424"/>
                  <a:pt x="49430" y="110424"/>
                </a:cubicBezTo>
                <a:lnTo>
                  <a:pt x="0" y="110424"/>
                </a:lnTo>
                <a:moveTo>
                  <a:pt x="42101" y="6189"/>
                </a:moveTo>
                <a:lnTo>
                  <a:pt x="42101" y="92275"/>
                </a:lnTo>
                <a:cubicBezTo>
                  <a:pt x="42101" y="96831"/>
                  <a:pt x="42318" y="99626"/>
                  <a:pt x="42753" y="100657"/>
                </a:cubicBezTo>
                <a:cubicBezTo>
                  <a:pt x="43187" y="101687"/>
                  <a:pt x="43920" y="102472"/>
                  <a:pt x="44951" y="103014"/>
                </a:cubicBezTo>
                <a:cubicBezTo>
                  <a:pt x="46417" y="103828"/>
                  <a:pt x="48534" y="104235"/>
                  <a:pt x="51303" y="104235"/>
                </a:cubicBezTo>
                <a:cubicBezTo>
                  <a:pt x="60370" y="104235"/>
                  <a:pt x="67291" y="101143"/>
                  <a:pt x="72069" y="94959"/>
                </a:cubicBezTo>
                <a:cubicBezTo>
                  <a:pt x="78584" y="86606"/>
                  <a:pt x="81841" y="73642"/>
                  <a:pt x="81841" y="56067"/>
                </a:cubicBezTo>
                <a:cubicBezTo>
                  <a:pt x="81841" y="41910"/>
                  <a:pt x="79615" y="30600"/>
                  <a:pt x="75163" y="22137"/>
                </a:cubicBezTo>
                <a:cubicBezTo>
                  <a:pt x="71635" y="15519"/>
                  <a:pt x="67101" y="11016"/>
                  <a:pt x="61564" y="8629"/>
                </a:cubicBezTo>
                <a:cubicBezTo>
                  <a:pt x="57655" y="6948"/>
                  <a:pt x="51168" y="6135"/>
                  <a:pt x="42101" y="6189"/>
                </a:cubicBezTo>
                <a:close/>
                <a:moveTo>
                  <a:pt x="165881" y="99186"/>
                </a:moveTo>
                <a:cubicBezTo>
                  <a:pt x="156597" y="107438"/>
                  <a:pt x="148264" y="111564"/>
                  <a:pt x="140881" y="111564"/>
                </a:cubicBezTo>
                <a:cubicBezTo>
                  <a:pt x="136537" y="111564"/>
                  <a:pt x="132927" y="110135"/>
                  <a:pt x="130050" y="107276"/>
                </a:cubicBezTo>
                <a:cubicBezTo>
                  <a:pt x="127173" y="104416"/>
                  <a:pt x="125734" y="100834"/>
                  <a:pt x="125734" y="96532"/>
                </a:cubicBezTo>
                <a:cubicBezTo>
                  <a:pt x="125734" y="90703"/>
                  <a:pt x="128231" y="85460"/>
                  <a:pt x="133226" y="80803"/>
                </a:cubicBezTo>
                <a:cubicBezTo>
                  <a:pt x="138220" y="76146"/>
                  <a:pt x="149105" y="69950"/>
                  <a:pt x="165881" y="62215"/>
                </a:cubicBezTo>
                <a:lnTo>
                  <a:pt x="165881" y="54561"/>
                </a:lnTo>
                <a:cubicBezTo>
                  <a:pt x="165881" y="48806"/>
                  <a:pt x="165569" y="45182"/>
                  <a:pt x="164944" y="43689"/>
                </a:cubicBezTo>
                <a:cubicBezTo>
                  <a:pt x="164320" y="42196"/>
                  <a:pt x="163139" y="40893"/>
                  <a:pt x="161402" y="39780"/>
                </a:cubicBezTo>
                <a:cubicBezTo>
                  <a:pt x="159665" y="38667"/>
                  <a:pt x="157710" y="38111"/>
                  <a:pt x="155539" y="38111"/>
                </a:cubicBezTo>
                <a:cubicBezTo>
                  <a:pt x="152010" y="38111"/>
                  <a:pt x="149105" y="38898"/>
                  <a:pt x="146825" y="40473"/>
                </a:cubicBezTo>
                <a:cubicBezTo>
                  <a:pt x="145414" y="41450"/>
                  <a:pt x="144708" y="42590"/>
                  <a:pt x="144708" y="43893"/>
                </a:cubicBezTo>
                <a:cubicBezTo>
                  <a:pt x="144708" y="45033"/>
                  <a:pt x="145468" y="46444"/>
                  <a:pt x="146988" y="48127"/>
                </a:cubicBezTo>
                <a:cubicBezTo>
                  <a:pt x="149051" y="50462"/>
                  <a:pt x="150083" y="52715"/>
                  <a:pt x="150083" y="54886"/>
                </a:cubicBezTo>
                <a:cubicBezTo>
                  <a:pt x="150083" y="57546"/>
                  <a:pt x="149092" y="59813"/>
                  <a:pt x="147110" y="61686"/>
                </a:cubicBezTo>
                <a:cubicBezTo>
                  <a:pt x="145129" y="63559"/>
                  <a:pt x="142536" y="64496"/>
                  <a:pt x="139333" y="64496"/>
                </a:cubicBezTo>
                <a:cubicBezTo>
                  <a:pt x="135913" y="64496"/>
                  <a:pt x="133049" y="63464"/>
                  <a:pt x="130742" y="61401"/>
                </a:cubicBezTo>
                <a:cubicBezTo>
                  <a:pt x="128435" y="59338"/>
                  <a:pt x="127281" y="56922"/>
                  <a:pt x="127281" y="54153"/>
                </a:cubicBezTo>
                <a:cubicBezTo>
                  <a:pt x="127281" y="50245"/>
                  <a:pt x="128828" y="46512"/>
                  <a:pt x="131923" y="42956"/>
                </a:cubicBezTo>
                <a:cubicBezTo>
                  <a:pt x="135017" y="39400"/>
                  <a:pt x="139333" y="36672"/>
                  <a:pt x="144871" y="34772"/>
                </a:cubicBezTo>
                <a:cubicBezTo>
                  <a:pt x="150408" y="32872"/>
                  <a:pt x="156163" y="31922"/>
                  <a:pt x="162135" y="31922"/>
                </a:cubicBezTo>
                <a:cubicBezTo>
                  <a:pt x="169355" y="31922"/>
                  <a:pt x="175069" y="33460"/>
                  <a:pt x="179277" y="36536"/>
                </a:cubicBezTo>
                <a:cubicBezTo>
                  <a:pt x="183484" y="39610"/>
                  <a:pt x="186212" y="42943"/>
                  <a:pt x="187461" y="46534"/>
                </a:cubicBezTo>
                <a:cubicBezTo>
                  <a:pt x="188221" y="48820"/>
                  <a:pt x="188601" y="54070"/>
                  <a:pt x="188601" y="62287"/>
                </a:cubicBezTo>
                <a:lnTo>
                  <a:pt x="188601" y="91916"/>
                </a:lnTo>
                <a:cubicBezTo>
                  <a:pt x="188601" y="95399"/>
                  <a:pt x="188737" y="97590"/>
                  <a:pt x="189008" y="98489"/>
                </a:cubicBezTo>
                <a:cubicBezTo>
                  <a:pt x="189279" y="99386"/>
                  <a:pt x="189687" y="100053"/>
                  <a:pt x="190229" y="100489"/>
                </a:cubicBezTo>
                <a:cubicBezTo>
                  <a:pt x="190772" y="100924"/>
                  <a:pt x="191397" y="101141"/>
                  <a:pt x="192102" y="101141"/>
                </a:cubicBezTo>
                <a:cubicBezTo>
                  <a:pt x="193514" y="101141"/>
                  <a:pt x="194953" y="100136"/>
                  <a:pt x="196418" y="98128"/>
                </a:cubicBezTo>
                <a:lnTo>
                  <a:pt x="198861" y="100082"/>
                </a:lnTo>
                <a:cubicBezTo>
                  <a:pt x="196147" y="104099"/>
                  <a:pt x="193338" y="107017"/>
                  <a:pt x="190433" y="108836"/>
                </a:cubicBezTo>
                <a:cubicBezTo>
                  <a:pt x="187529" y="110655"/>
                  <a:pt x="184231" y="111564"/>
                  <a:pt x="180539" y="111564"/>
                </a:cubicBezTo>
                <a:cubicBezTo>
                  <a:pt x="176196" y="111564"/>
                  <a:pt x="172803" y="110539"/>
                  <a:pt x="170360" y="108490"/>
                </a:cubicBezTo>
                <a:cubicBezTo>
                  <a:pt x="167917" y="106441"/>
                  <a:pt x="166424" y="103339"/>
                  <a:pt x="165881" y="99186"/>
                </a:cubicBezTo>
                <a:moveTo>
                  <a:pt x="165881" y="93160"/>
                </a:moveTo>
                <a:lnTo>
                  <a:pt x="165881" y="67687"/>
                </a:lnTo>
                <a:cubicBezTo>
                  <a:pt x="159312" y="71560"/>
                  <a:pt x="154426" y="75706"/>
                  <a:pt x="151223" y="80126"/>
                </a:cubicBezTo>
                <a:cubicBezTo>
                  <a:pt x="149105" y="83071"/>
                  <a:pt x="148047" y="86044"/>
                  <a:pt x="148047" y="89045"/>
                </a:cubicBezTo>
                <a:cubicBezTo>
                  <a:pt x="148047" y="91554"/>
                  <a:pt x="148943" y="93764"/>
                  <a:pt x="150734" y="95674"/>
                </a:cubicBezTo>
                <a:cubicBezTo>
                  <a:pt x="152091" y="97147"/>
                  <a:pt x="153991" y="97883"/>
                  <a:pt x="156434" y="97883"/>
                </a:cubicBezTo>
                <a:cubicBezTo>
                  <a:pt x="159149" y="97883"/>
                  <a:pt x="162298" y="96309"/>
                  <a:pt x="165881" y="93160"/>
                </a:cubicBezTo>
                <a:close/>
                <a:moveTo>
                  <a:pt x="237461" y="6189"/>
                </a:moveTo>
                <a:lnTo>
                  <a:pt x="237461" y="34202"/>
                </a:lnTo>
                <a:lnTo>
                  <a:pt x="255539" y="34202"/>
                </a:lnTo>
                <a:lnTo>
                  <a:pt x="255539" y="42183"/>
                </a:lnTo>
                <a:lnTo>
                  <a:pt x="237461" y="42183"/>
                </a:lnTo>
                <a:lnTo>
                  <a:pt x="237461" y="89297"/>
                </a:lnTo>
                <a:cubicBezTo>
                  <a:pt x="237461" y="93706"/>
                  <a:pt x="237664" y="96551"/>
                  <a:pt x="238071" y="97830"/>
                </a:cubicBezTo>
                <a:cubicBezTo>
                  <a:pt x="238479" y="99109"/>
                  <a:pt x="239198" y="100144"/>
                  <a:pt x="240229" y="100935"/>
                </a:cubicBezTo>
                <a:cubicBezTo>
                  <a:pt x="241261" y="101723"/>
                  <a:pt x="242211" y="102118"/>
                  <a:pt x="243080" y="102118"/>
                </a:cubicBezTo>
                <a:cubicBezTo>
                  <a:pt x="246608" y="102118"/>
                  <a:pt x="249947" y="99403"/>
                  <a:pt x="253096" y="93975"/>
                </a:cubicBezTo>
                <a:lnTo>
                  <a:pt x="255539" y="95784"/>
                </a:lnTo>
                <a:cubicBezTo>
                  <a:pt x="251142" y="106304"/>
                  <a:pt x="244003" y="111564"/>
                  <a:pt x="234122" y="111564"/>
                </a:cubicBezTo>
                <a:cubicBezTo>
                  <a:pt x="229290" y="111564"/>
                  <a:pt x="225205" y="110216"/>
                  <a:pt x="221866" y="107520"/>
                </a:cubicBezTo>
                <a:cubicBezTo>
                  <a:pt x="218527" y="104823"/>
                  <a:pt x="216397" y="101813"/>
                  <a:pt x="215474" y="98489"/>
                </a:cubicBezTo>
                <a:cubicBezTo>
                  <a:pt x="214931" y="96636"/>
                  <a:pt x="214659" y="91624"/>
                  <a:pt x="214659" y="83452"/>
                </a:cubicBezTo>
                <a:lnTo>
                  <a:pt x="214659" y="42183"/>
                </a:lnTo>
                <a:lnTo>
                  <a:pt x="204724" y="42183"/>
                </a:lnTo>
                <a:lnTo>
                  <a:pt x="204724" y="39325"/>
                </a:lnTo>
                <a:cubicBezTo>
                  <a:pt x="211565" y="34483"/>
                  <a:pt x="217387" y="29396"/>
                  <a:pt x="222192" y="24064"/>
                </a:cubicBezTo>
                <a:cubicBezTo>
                  <a:pt x="226997" y="18731"/>
                  <a:pt x="231190" y="12773"/>
                  <a:pt x="234773" y="6189"/>
                </a:cubicBezTo>
                <a:lnTo>
                  <a:pt x="237461" y="6189"/>
                </a:lnTo>
                <a:close/>
                <a:moveTo>
                  <a:pt x="304806" y="99186"/>
                </a:moveTo>
                <a:cubicBezTo>
                  <a:pt x="295523" y="107438"/>
                  <a:pt x="287190" y="111564"/>
                  <a:pt x="279806" y="111564"/>
                </a:cubicBezTo>
                <a:cubicBezTo>
                  <a:pt x="275463" y="111564"/>
                  <a:pt x="271853" y="110135"/>
                  <a:pt x="268976" y="107276"/>
                </a:cubicBezTo>
                <a:cubicBezTo>
                  <a:pt x="266098" y="104416"/>
                  <a:pt x="264660" y="100834"/>
                  <a:pt x="264660" y="96532"/>
                </a:cubicBezTo>
                <a:cubicBezTo>
                  <a:pt x="264660" y="90703"/>
                  <a:pt x="267157" y="85460"/>
                  <a:pt x="272152" y="80803"/>
                </a:cubicBezTo>
                <a:cubicBezTo>
                  <a:pt x="277146" y="76146"/>
                  <a:pt x="288031" y="69950"/>
                  <a:pt x="304806" y="62215"/>
                </a:cubicBezTo>
                <a:lnTo>
                  <a:pt x="304806" y="54561"/>
                </a:lnTo>
                <a:cubicBezTo>
                  <a:pt x="304806" y="48806"/>
                  <a:pt x="304494" y="45182"/>
                  <a:pt x="303870" y="43689"/>
                </a:cubicBezTo>
                <a:cubicBezTo>
                  <a:pt x="303246" y="42196"/>
                  <a:pt x="302065" y="40893"/>
                  <a:pt x="300328" y="39780"/>
                </a:cubicBezTo>
                <a:cubicBezTo>
                  <a:pt x="298590" y="38667"/>
                  <a:pt x="296636" y="38111"/>
                  <a:pt x="294464" y="38111"/>
                </a:cubicBezTo>
                <a:cubicBezTo>
                  <a:pt x="290936" y="38111"/>
                  <a:pt x="288031" y="38898"/>
                  <a:pt x="285751" y="40473"/>
                </a:cubicBezTo>
                <a:cubicBezTo>
                  <a:pt x="284339" y="41450"/>
                  <a:pt x="283634" y="42590"/>
                  <a:pt x="283634" y="43893"/>
                </a:cubicBezTo>
                <a:cubicBezTo>
                  <a:pt x="283634" y="45033"/>
                  <a:pt x="284394" y="46444"/>
                  <a:pt x="285914" y="48127"/>
                </a:cubicBezTo>
                <a:cubicBezTo>
                  <a:pt x="287977" y="50462"/>
                  <a:pt x="289008" y="52715"/>
                  <a:pt x="289008" y="54886"/>
                </a:cubicBezTo>
                <a:cubicBezTo>
                  <a:pt x="289008" y="57546"/>
                  <a:pt x="288018" y="59813"/>
                  <a:pt x="286036" y="61686"/>
                </a:cubicBezTo>
                <a:cubicBezTo>
                  <a:pt x="284054" y="63559"/>
                  <a:pt x="281462" y="64496"/>
                  <a:pt x="278259" y="64496"/>
                </a:cubicBezTo>
                <a:cubicBezTo>
                  <a:pt x="274839" y="64496"/>
                  <a:pt x="271975" y="63464"/>
                  <a:pt x="269668" y="61401"/>
                </a:cubicBezTo>
                <a:cubicBezTo>
                  <a:pt x="267360" y="59338"/>
                  <a:pt x="266207" y="56922"/>
                  <a:pt x="266207" y="54153"/>
                </a:cubicBezTo>
                <a:cubicBezTo>
                  <a:pt x="266207" y="50245"/>
                  <a:pt x="267754" y="46512"/>
                  <a:pt x="270849" y="42956"/>
                </a:cubicBezTo>
                <a:cubicBezTo>
                  <a:pt x="273943" y="39400"/>
                  <a:pt x="278259" y="36672"/>
                  <a:pt x="283797" y="34772"/>
                </a:cubicBezTo>
                <a:cubicBezTo>
                  <a:pt x="289334" y="32872"/>
                  <a:pt x="295089" y="31922"/>
                  <a:pt x="301060" y="31922"/>
                </a:cubicBezTo>
                <a:cubicBezTo>
                  <a:pt x="308281" y="31922"/>
                  <a:pt x="313995" y="33460"/>
                  <a:pt x="318202" y="36536"/>
                </a:cubicBezTo>
                <a:cubicBezTo>
                  <a:pt x="322410" y="39610"/>
                  <a:pt x="325138" y="42943"/>
                  <a:pt x="326386" y="46534"/>
                </a:cubicBezTo>
                <a:cubicBezTo>
                  <a:pt x="327146" y="48820"/>
                  <a:pt x="327526" y="54070"/>
                  <a:pt x="327526" y="62287"/>
                </a:cubicBezTo>
                <a:lnTo>
                  <a:pt x="327526" y="91916"/>
                </a:lnTo>
                <a:cubicBezTo>
                  <a:pt x="327526" y="95399"/>
                  <a:pt x="327662" y="97590"/>
                  <a:pt x="327934" y="98489"/>
                </a:cubicBezTo>
                <a:cubicBezTo>
                  <a:pt x="328205" y="99386"/>
                  <a:pt x="328612" y="100053"/>
                  <a:pt x="329155" y="100489"/>
                </a:cubicBezTo>
                <a:cubicBezTo>
                  <a:pt x="329698" y="100924"/>
                  <a:pt x="330322" y="101141"/>
                  <a:pt x="331028" y="101141"/>
                </a:cubicBezTo>
                <a:cubicBezTo>
                  <a:pt x="332440" y="101141"/>
                  <a:pt x="333878" y="100136"/>
                  <a:pt x="335344" y="98128"/>
                </a:cubicBezTo>
                <a:lnTo>
                  <a:pt x="337787" y="100082"/>
                </a:lnTo>
                <a:cubicBezTo>
                  <a:pt x="335073" y="104099"/>
                  <a:pt x="332263" y="107017"/>
                  <a:pt x="329359" y="108836"/>
                </a:cubicBezTo>
                <a:cubicBezTo>
                  <a:pt x="326454" y="110655"/>
                  <a:pt x="323156" y="111564"/>
                  <a:pt x="319464" y="111564"/>
                </a:cubicBezTo>
                <a:cubicBezTo>
                  <a:pt x="315121" y="111564"/>
                  <a:pt x="311728" y="110539"/>
                  <a:pt x="309285" y="108490"/>
                </a:cubicBezTo>
                <a:cubicBezTo>
                  <a:pt x="306842" y="106441"/>
                  <a:pt x="305349" y="103339"/>
                  <a:pt x="304806" y="99186"/>
                </a:cubicBezTo>
                <a:moveTo>
                  <a:pt x="304806" y="93160"/>
                </a:moveTo>
                <a:lnTo>
                  <a:pt x="304806" y="67687"/>
                </a:lnTo>
                <a:cubicBezTo>
                  <a:pt x="298237" y="71560"/>
                  <a:pt x="293351" y="75706"/>
                  <a:pt x="290148" y="80126"/>
                </a:cubicBezTo>
                <a:cubicBezTo>
                  <a:pt x="288031" y="83071"/>
                  <a:pt x="286972" y="86044"/>
                  <a:pt x="286972" y="89045"/>
                </a:cubicBezTo>
                <a:cubicBezTo>
                  <a:pt x="286972" y="91554"/>
                  <a:pt x="287868" y="93764"/>
                  <a:pt x="289660" y="95674"/>
                </a:cubicBezTo>
                <a:cubicBezTo>
                  <a:pt x="291017" y="97147"/>
                  <a:pt x="292917" y="97883"/>
                  <a:pt x="295360" y="97883"/>
                </a:cubicBezTo>
                <a:cubicBezTo>
                  <a:pt x="298075" y="97883"/>
                  <a:pt x="301223" y="96309"/>
                  <a:pt x="304806" y="931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Labels">
            <a:extLst xmlns:a="http://schemas.openxmlformats.org/drawingml/2006/main">
              <a:ext uri="{FF2B5EF4-FFF2-40B4-BE49-F238E27FC236}">
                <a16:creationId xmlns:a16="http://schemas.microsoft.com/office/drawing/2014/main" id="{725312E0-0C0B-4FE8-B009-CDDD281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298" y="893829"/>
            <a:ext cx="463601" cy="112704"/>
          </a:xfrm>
          <a:custGeom xmlns:a="http://schemas.openxmlformats.org/drawingml/2006/main">
            <a:pathLst>
              <a:path w="463601" h="112704">
                <a:moveTo>
                  <a:pt x="102199" y="71662"/>
                </a:moveTo>
                <a:lnTo>
                  <a:pt x="98046" y="110424"/>
                </a:lnTo>
                <a:lnTo>
                  <a:pt x="0" y="110424"/>
                </a:lnTo>
                <a:lnTo>
                  <a:pt x="0" y="107493"/>
                </a:lnTo>
                <a:lnTo>
                  <a:pt x="3665" y="107493"/>
                </a:lnTo>
                <a:cubicBezTo>
                  <a:pt x="6868" y="107493"/>
                  <a:pt x="9446" y="106920"/>
                  <a:pt x="11401" y="105775"/>
                </a:cubicBezTo>
                <a:cubicBezTo>
                  <a:pt x="12812" y="105010"/>
                  <a:pt x="13898" y="103700"/>
                  <a:pt x="14658" y="101846"/>
                </a:cubicBezTo>
                <a:cubicBezTo>
                  <a:pt x="15255" y="100536"/>
                  <a:pt x="15554" y="97098"/>
                  <a:pt x="15554" y="91531"/>
                </a:cubicBezTo>
                <a:lnTo>
                  <a:pt x="15554" y="18893"/>
                </a:lnTo>
                <a:cubicBezTo>
                  <a:pt x="15554" y="13218"/>
                  <a:pt x="15255" y="9671"/>
                  <a:pt x="14658" y="8253"/>
                </a:cubicBezTo>
                <a:cubicBezTo>
                  <a:pt x="14061" y="6833"/>
                  <a:pt x="12853" y="5591"/>
                  <a:pt x="11034" y="4527"/>
                </a:cubicBezTo>
                <a:cubicBezTo>
                  <a:pt x="9216" y="3463"/>
                  <a:pt x="6759" y="2932"/>
                  <a:pt x="3665" y="2932"/>
                </a:cubicBezTo>
                <a:lnTo>
                  <a:pt x="0" y="2932"/>
                </a:lnTo>
                <a:lnTo>
                  <a:pt x="0" y="0"/>
                </a:lnTo>
                <a:lnTo>
                  <a:pt x="58877" y="0"/>
                </a:lnTo>
                <a:lnTo>
                  <a:pt x="58877" y="2932"/>
                </a:lnTo>
                <a:lnTo>
                  <a:pt x="54072" y="2932"/>
                </a:lnTo>
                <a:cubicBezTo>
                  <a:pt x="50869" y="2932"/>
                  <a:pt x="48290" y="3504"/>
                  <a:pt x="46336" y="4649"/>
                </a:cubicBezTo>
                <a:cubicBezTo>
                  <a:pt x="44924" y="5414"/>
                  <a:pt x="43811" y="6724"/>
                  <a:pt x="42997" y="8579"/>
                </a:cubicBezTo>
                <a:cubicBezTo>
                  <a:pt x="42400" y="9888"/>
                  <a:pt x="42101" y="13326"/>
                  <a:pt x="42101" y="18893"/>
                </a:cubicBezTo>
                <a:lnTo>
                  <a:pt x="42101" y="89251"/>
                </a:lnTo>
                <a:cubicBezTo>
                  <a:pt x="42101" y="94897"/>
                  <a:pt x="42427" y="98494"/>
                  <a:pt x="43078" y="100041"/>
                </a:cubicBezTo>
                <a:cubicBezTo>
                  <a:pt x="43730" y="101589"/>
                  <a:pt x="45006" y="102742"/>
                  <a:pt x="46906" y="103502"/>
                </a:cubicBezTo>
                <a:cubicBezTo>
                  <a:pt x="48263" y="103991"/>
                  <a:pt x="51548" y="104235"/>
                  <a:pt x="56759" y="104235"/>
                </a:cubicBezTo>
                <a:lnTo>
                  <a:pt x="65961" y="104235"/>
                </a:lnTo>
                <a:cubicBezTo>
                  <a:pt x="71825" y="104235"/>
                  <a:pt x="76711" y="103204"/>
                  <a:pt x="80619" y="101141"/>
                </a:cubicBezTo>
                <a:cubicBezTo>
                  <a:pt x="84528" y="99078"/>
                  <a:pt x="87908" y="95820"/>
                  <a:pt x="90758" y="91369"/>
                </a:cubicBezTo>
                <a:cubicBezTo>
                  <a:pt x="93608" y="86917"/>
                  <a:pt x="96309" y="80348"/>
                  <a:pt x="98861" y="71662"/>
                </a:cubicBezTo>
                <a:lnTo>
                  <a:pt x="102199" y="71662"/>
                </a:lnTo>
                <a:close/>
                <a:moveTo>
                  <a:pt x="155782" y="99186"/>
                </a:moveTo>
                <a:cubicBezTo>
                  <a:pt x="146498" y="107438"/>
                  <a:pt x="138165" y="111564"/>
                  <a:pt x="130781" y="111564"/>
                </a:cubicBezTo>
                <a:cubicBezTo>
                  <a:pt x="126438" y="111564"/>
                  <a:pt x="122828" y="110135"/>
                  <a:pt x="119951" y="107276"/>
                </a:cubicBezTo>
                <a:cubicBezTo>
                  <a:pt x="117073" y="104416"/>
                  <a:pt x="115635" y="100834"/>
                  <a:pt x="115635" y="96532"/>
                </a:cubicBezTo>
                <a:cubicBezTo>
                  <a:pt x="115635" y="90703"/>
                  <a:pt x="118132" y="85460"/>
                  <a:pt x="123127" y="80803"/>
                </a:cubicBezTo>
                <a:cubicBezTo>
                  <a:pt x="128121" y="76146"/>
                  <a:pt x="139006" y="69950"/>
                  <a:pt x="155782" y="62215"/>
                </a:cubicBezTo>
                <a:lnTo>
                  <a:pt x="155782" y="54561"/>
                </a:lnTo>
                <a:cubicBezTo>
                  <a:pt x="155782" y="48806"/>
                  <a:pt x="155469" y="45182"/>
                  <a:pt x="154845" y="43689"/>
                </a:cubicBezTo>
                <a:cubicBezTo>
                  <a:pt x="154221" y="42196"/>
                  <a:pt x="153040" y="40893"/>
                  <a:pt x="151303" y="39780"/>
                </a:cubicBezTo>
                <a:cubicBezTo>
                  <a:pt x="149565" y="38667"/>
                  <a:pt x="147611" y="38111"/>
                  <a:pt x="145439" y="38111"/>
                </a:cubicBezTo>
                <a:cubicBezTo>
                  <a:pt x="141911" y="38111"/>
                  <a:pt x="139006" y="38898"/>
                  <a:pt x="136726" y="40473"/>
                </a:cubicBezTo>
                <a:cubicBezTo>
                  <a:pt x="135315" y="41450"/>
                  <a:pt x="134609" y="42590"/>
                  <a:pt x="134609" y="43893"/>
                </a:cubicBezTo>
                <a:cubicBezTo>
                  <a:pt x="134609" y="45033"/>
                  <a:pt x="135369" y="46444"/>
                  <a:pt x="136889" y="48127"/>
                </a:cubicBezTo>
                <a:cubicBezTo>
                  <a:pt x="138952" y="50462"/>
                  <a:pt x="139983" y="52715"/>
                  <a:pt x="139983" y="54886"/>
                </a:cubicBezTo>
                <a:cubicBezTo>
                  <a:pt x="139983" y="57546"/>
                  <a:pt x="138993" y="59813"/>
                  <a:pt x="137011" y="61686"/>
                </a:cubicBezTo>
                <a:cubicBezTo>
                  <a:pt x="135030" y="63559"/>
                  <a:pt x="132437" y="64496"/>
                  <a:pt x="129234" y="64496"/>
                </a:cubicBezTo>
                <a:cubicBezTo>
                  <a:pt x="125814" y="64496"/>
                  <a:pt x="122950" y="63464"/>
                  <a:pt x="120643" y="61401"/>
                </a:cubicBezTo>
                <a:cubicBezTo>
                  <a:pt x="118336" y="59338"/>
                  <a:pt x="117182" y="56922"/>
                  <a:pt x="117182" y="54153"/>
                </a:cubicBezTo>
                <a:cubicBezTo>
                  <a:pt x="117182" y="50245"/>
                  <a:pt x="118729" y="46512"/>
                  <a:pt x="121824" y="42956"/>
                </a:cubicBezTo>
                <a:cubicBezTo>
                  <a:pt x="124918" y="39400"/>
                  <a:pt x="129234" y="36672"/>
                  <a:pt x="134772" y="34772"/>
                </a:cubicBezTo>
                <a:cubicBezTo>
                  <a:pt x="140309" y="32872"/>
                  <a:pt x="146064" y="31922"/>
                  <a:pt x="152036" y="31922"/>
                </a:cubicBezTo>
                <a:cubicBezTo>
                  <a:pt x="159256" y="31922"/>
                  <a:pt x="164970" y="33460"/>
                  <a:pt x="169177" y="36536"/>
                </a:cubicBezTo>
                <a:cubicBezTo>
                  <a:pt x="173385" y="39610"/>
                  <a:pt x="176113" y="42943"/>
                  <a:pt x="177362" y="46534"/>
                </a:cubicBezTo>
                <a:cubicBezTo>
                  <a:pt x="178122" y="48820"/>
                  <a:pt x="178502" y="54070"/>
                  <a:pt x="178502" y="62287"/>
                </a:cubicBezTo>
                <a:lnTo>
                  <a:pt x="178502" y="91916"/>
                </a:lnTo>
                <a:cubicBezTo>
                  <a:pt x="178502" y="95399"/>
                  <a:pt x="178637" y="97590"/>
                  <a:pt x="178909" y="98489"/>
                </a:cubicBezTo>
                <a:cubicBezTo>
                  <a:pt x="179180" y="99386"/>
                  <a:pt x="179587" y="100053"/>
                  <a:pt x="180130" y="100489"/>
                </a:cubicBezTo>
                <a:cubicBezTo>
                  <a:pt x="180673" y="100924"/>
                  <a:pt x="181297" y="101141"/>
                  <a:pt x="182003" y="101141"/>
                </a:cubicBezTo>
                <a:cubicBezTo>
                  <a:pt x="183415" y="101141"/>
                  <a:pt x="184853" y="100136"/>
                  <a:pt x="186319" y="98128"/>
                </a:cubicBezTo>
                <a:lnTo>
                  <a:pt x="188762" y="100082"/>
                </a:lnTo>
                <a:cubicBezTo>
                  <a:pt x="186048" y="104099"/>
                  <a:pt x="183238" y="107017"/>
                  <a:pt x="180334" y="108836"/>
                </a:cubicBezTo>
                <a:cubicBezTo>
                  <a:pt x="177429" y="110655"/>
                  <a:pt x="174131" y="111564"/>
                  <a:pt x="170440" y="111564"/>
                </a:cubicBezTo>
                <a:cubicBezTo>
                  <a:pt x="166097" y="111564"/>
                  <a:pt x="162703" y="110539"/>
                  <a:pt x="160260" y="108490"/>
                </a:cubicBezTo>
                <a:cubicBezTo>
                  <a:pt x="157817" y="106441"/>
                  <a:pt x="156324" y="103339"/>
                  <a:pt x="155782" y="99186"/>
                </a:cubicBezTo>
                <a:moveTo>
                  <a:pt x="155782" y="93160"/>
                </a:moveTo>
                <a:lnTo>
                  <a:pt x="155782" y="67687"/>
                </a:lnTo>
                <a:cubicBezTo>
                  <a:pt x="149213" y="71560"/>
                  <a:pt x="144327" y="75706"/>
                  <a:pt x="141124" y="80126"/>
                </a:cubicBezTo>
                <a:cubicBezTo>
                  <a:pt x="139006" y="83071"/>
                  <a:pt x="137948" y="86044"/>
                  <a:pt x="137948" y="89045"/>
                </a:cubicBezTo>
                <a:cubicBezTo>
                  <a:pt x="137948" y="91554"/>
                  <a:pt x="138843" y="93764"/>
                  <a:pt x="140635" y="95674"/>
                </a:cubicBezTo>
                <a:cubicBezTo>
                  <a:pt x="141992" y="97147"/>
                  <a:pt x="143892" y="97883"/>
                  <a:pt x="146335" y="97883"/>
                </a:cubicBezTo>
                <a:cubicBezTo>
                  <a:pt x="149050" y="97883"/>
                  <a:pt x="152198" y="96309"/>
                  <a:pt x="155782" y="93160"/>
                </a:cubicBezTo>
                <a:close/>
                <a:moveTo>
                  <a:pt x="226629" y="0"/>
                </a:moveTo>
                <a:lnTo>
                  <a:pt x="226629" y="41857"/>
                </a:lnTo>
                <a:cubicBezTo>
                  <a:pt x="233035" y="35234"/>
                  <a:pt x="240038" y="31922"/>
                  <a:pt x="247639" y="31922"/>
                </a:cubicBezTo>
                <a:cubicBezTo>
                  <a:pt x="252850" y="31922"/>
                  <a:pt x="257763" y="33457"/>
                  <a:pt x="262378" y="36528"/>
                </a:cubicBezTo>
                <a:cubicBezTo>
                  <a:pt x="266993" y="39599"/>
                  <a:pt x="270603" y="43960"/>
                  <a:pt x="273209" y="49611"/>
                </a:cubicBezTo>
                <a:cubicBezTo>
                  <a:pt x="275815" y="55262"/>
                  <a:pt x="277118" y="61784"/>
                  <a:pt x="277118" y="69175"/>
                </a:cubicBezTo>
                <a:cubicBezTo>
                  <a:pt x="277118" y="77490"/>
                  <a:pt x="275462" y="85044"/>
                  <a:pt x="272150" y="91837"/>
                </a:cubicBezTo>
                <a:cubicBezTo>
                  <a:pt x="268838" y="98630"/>
                  <a:pt x="264414" y="103806"/>
                  <a:pt x="258876" y="107365"/>
                </a:cubicBezTo>
                <a:cubicBezTo>
                  <a:pt x="253339" y="110925"/>
                  <a:pt x="247014" y="112704"/>
                  <a:pt x="239902" y="112704"/>
                </a:cubicBezTo>
                <a:cubicBezTo>
                  <a:pt x="235776" y="112704"/>
                  <a:pt x="232112" y="112053"/>
                  <a:pt x="228909" y="110750"/>
                </a:cubicBezTo>
                <a:cubicBezTo>
                  <a:pt x="225706" y="109447"/>
                  <a:pt x="222557" y="107330"/>
                  <a:pt x="219462" y="104398"/>
                </a:cubicBezTo>
                <a:lnTo>
                  <a:pt x="206840" y="112704"/>
                </a:lnTo>
                <a:lnTo>
                  <a:pt x="204071" y="112704"/>
                </a:lnTo>
                <a:lnTo>
                  <a:pt x="204071" y="15798"/>
                </a:lnTo>
                <a:cubicBezTo>
                  <a:pt x="204071" y="11372"/>
                  <a:pt x="203881" y="8640"/>
                  <a:pt x="203501" y="7604"/>
                </a:cubicBezTo>
                <a:cubicBezTo>
                  <a:pt x="202959" y="6074"/>
                  <a:pt x="202104" y="4939"/>
                  <a:pt x="200936" y="4201"/>
                </a:cubicBezTo>
                <a:cubicBezTo>
                  <a:pt x="199769" y="3463"/>
                  <a:pt x="197801" y="3040"/>
                  <a:pt x="195032" y="2932"/>
                </a:cubicBezTo>
                <a:lnTo>
                  <a:pt x="195032" y="0"/>
                </a:lnTo>
                <a:lnTo>
                  <a:pt x="226629" y="0"/>
                </a:lnTo>
                <a:moveTo>
                  <a:pt x="226629" y="49115"/>
                </a:moveTo>
                <a:lnTo>
                  <a:pt x="226629" y="83032"/>
                </a:lnTo>
                <a:cubicBezTo>
                  <a:pt x="226629" y="89935"/>
                  <a:pt x="226791" y="94338"/>
                  <a:pt x="227117" y="96242"/>
                </a:cubicBezTo>
                <a:cubicBezTo>
                  <a:pt x="227660" y="99448"/>
                  <a:pt x="228963" y="102044"/>
                  <a:pt x="231026" y="104029"/>
                </a:cubicBezTo>
                <a:cubicBezTo>
                  <a:pt x="233089" y="106012"/>
                  <a:pt x="235722" y="107004"/>
                  <a:pt x="238925" y="107004"/>
                </a:cubicBezTo>
                <a:cubicBezTo>
                  <a:pt x="241694" y="107004"/>
                  <a:pt x="244069" y="106216"/>
                  <a:pt x="246051" y="104640"/>
                </a:cubicBezTo>
                <a:cubicBezTo>
                  <a:pt x="248032" y="103064"/>
                  <a:pt x="249688" y="99939"/>
                  <a:pt x="251018" y="95265"/>
                </a:cubicBezTo>
                <a:cubicBezTo>
                  <a:pt x="252348" y="90589"/>
                  <a:pt x="253013" y="82163"/>
                  <a:pt x="253013" y="69987"/>
                </a:cubicBezTo>
                <a:cubicBezTo>
                  <a:pt x="253013" y="58300"/>
                  <a:pt x="251547" y="50282"/>
                  <a:pt x="248616" y="45934"/>
                </a:cubicBezTo>
                <a:cubicBezTo>
                  <a:pt x="246498" y="42782"/>
                  <a:pt x="243648" y="41205"/>
                  <a:pt x="240065" y="41205"/>
                </a:cubicBezTo>
                <a:cubicBezTo>
                  <a:pt x="235396" y="41205"/>
                  <a:pt x="230917" y="43842"/>
                  <a:pt x="226629" y="49115"/>
                </a:cubicBezTo>
                <a:close/>
                <a:moveTo>
                  <a:pt x="354398" y="69544"/>
                </a:moveTo>
                <a:lnTo>
                  <a:pt x="312622" y="69544"/>
                </a:lnTo>
                <a:cubicBezTo>
                  <a:pt x="313111" y="79669"/>
                  <a:pt x="315798" y="87671"/>
                  <a:pt x="320684" y="93550"/>
                </a:cubicBezTo>
                <a:cubicBezTo>
                  <a:pt x="324430" y="98067"/>
                  <a:pt x="328936" y="100326"/>
                  <a:pt x="334202" y="100326"/>
                </a:cubicBezTo>
                <a:cubicBezTo>
                  <a:pt x="337460" y="100326"/>
                  <a:pt x="340418" y="99417"/>
                  <a:pt x="343079" y="97598"/>
                </a:cubicBezTo>
                <a:cubicBezTo>
                  <a:pt x="345739" y="95780"/>
                  <a:pt x="348589" y="92509"/>
                  <a:pt x="351629" y="87786"/>
                </a:cubicBezTo>
                <a:lnTo>
                  <a:pt x="354398" y="89577"/>
                </a:lnTo>
                <a:cubicBezTo>
                  <a:pt x="350272" y="97992"/>
                  <a:pt x="345712" y="103950"/>
                  <a:pt x="340717" y="107452"/>
                </a:cubicBezTo>
                <a:cubicBezTo>
                  <a:pt x="335722" y="110953"/>
                  <a:pt x="329941" y="112704"/>
                  <a:pt x="323372" y="112704"/>
                </a:cubicBezTo>
                <a:cubicBezTo>
                  <a:pt x="312079" y="112704"/>
                  <a:pt x="303529" y="108357"/>
                  <a:pt x="297720" y="99662"/>
                </a:cubicBezTo>
                <a:cubicBezTo>
                  <a:pt x="293051" y="92652"/>
                  <a:pt x="290717" y="83957"/>
                  <a:pt x="290717" y="73578"/>
                </a:cubicBezTo>
                <a:cubicBezTo>
                  <a:pt x="290717" y="60861"/>
                  <a:pt x="294150" y="50739"/>
                  <a:pt x="301018" y="43213"/>
                </a:cubicBezTo>
                <a:cubicBezTo>
                  <a:pt x="307886" y="35686"/>
                  <a:pt x="315934" y="31922"/>
                  <a:pt x="325163" y="31922"/>
                </a:cubicBezTo>
                <a:cubicBezTo>
                  <a:pt x="332872" y="31922"/>
                  <a:pt x="339563" y="35084"/>
                  <a:pt x="345237" y="41409"/>
                </a:cubicBezTo>
                <a:cubicBezTo>
                  <a:pt x="350910" y="47734"/>
                  <a:pt x="353964" y="57112"/>
                  <a:pt x="354398" y="69544"/>
                </a:cubicBezTo>
                <a:moveTo>
                  <a:pt x="334365" y="64170"/>
                </a:moveTo>
                <a:cubicBezTo>
                  <a:pt x="334365" y="55429"/>
                  <a:pt x="333890" y="49430"/>
                  <a:pt x="332940" y="46173"/>
                </a:cubicBezTo>
                <a:cubicBezTo>
                  <a:pt x="331990" y="42916"/>
                  <a:pt x="330511" y="40445"/>
                  <a:pt x="328502" y="38762"/>
                </a:cubicBezTo>
                <a:cubicBezTo>
                  <a:pt x="327362" y="37785"/>
                  <a:pt x="325842" y="37297"/>
                  <a:pt x="323942" y="37297"/>
                </a:cubicBezTo>
                <a:cubicBezTo>
                  <a:pt x="321119" y="37297"/>
                  <a:pt x="318811" y="38681"/>
                  <a:pt x="317020" y="41450"/>
                </a:cubicBezTo>
                <a:cubicBezTo>
                  <a:pt x="313817" y="46281"/>
                  <a:pt x="312215" y="52905"/>
                  <a:pt x="312215" y="61320"/>
                </a:cubicBezTo>
                <a:lnTo>
                  <a:pt x="312215" y="64170"/>
                </a:lnTo>
                <a:lnTo>
                  <a:pt x="334365" y="64170"/>
                </a:lnTo>
                <a:close/>
                <a:moveTo>
                  <a:pt x="393731" y="0"/>
                </a:moveTo>
                <a:lnTo>
                  <a:pt x="393731" y="94626"/>
                </a:lnTo>
                <a:cubicBezTo>
                  <a:pt x="393731" y="100001"/>
                  <a:pt x="394355" y="103434"/>
                  <a:pt x="395604" y="104927"/>
                </a:cubicBezTo>
                <a:cubicBezTo>
                  <a:pt x="396853" y="106420"/>
                  <a:pt x="399296" y="107275"/>
                  <a:pt x="402933" y="107493"/>
                </a:cubicBezTo>
                <a:lnTo>
                  <a:pt x="402933" y="110424"/>
                </a:lnTo>
                <a:lnTo>
                  <a:pt x="361809" y="110424"/>
                </a:lnTo>
                <a:lnTo>
                  <a:pt x="361809" y="107493"/>
                </a:lnTo>
                <a:cubicBezTo>
                  <a:pt x="365175" y="107384"/>
                  <a:pt x="367672" y="106407"/>
                  <a:pt x="369301" y="104561"/>
                </a:cubicBezTo>
                <a:cubicBezTo>
                  <a:pt x="370387" y="103312"/>
                  <a:pt x="370929" y="100001"/>
                  <a:pt x="370929" y="94626"/>
                </a:cubicBezTo>
                <a:lnTo>
                  <a:pt x="370929" y="15798"/>
                </a:lnTo>
                <a:cubicBezTo>
                  <a:pt x="370929" y="10444"/>
                  <a:pt x="370305" y="7016"/>
                  <a:pt x="369057" y="5515"/>
                </a:cubicBezTo>
                <a:cubicBezTo>
                  <a:pt x="367808" y="4011"/>
                  <a:pt x="365392" y="3150"/>
                  <a:pt x="361809" y="2932"/>
                </a:cubicBezTo>
                <a:lnTo>
                  <a:pt x="361809" y="0"/>
                </a:lnTo>
                <a:lnTo>
                  <a:pt x="393731" y="0"/>
                </a:lnTo>
                <a:close/>
                <a:moveTo>
                  <a:pt x="458390" y="32248"/>
                </a:moveTo>
                <a:lnTo>
                  <a:pt x="459611" y="58307"/>
                </a:lnTo>
                <a:lnTo>
                  <a:pt x="456842" y="58307"/>
                </a:lnTo>
                <a:cubicBezTo>
                  <a:pt x="453531" y="50535"/>
                  <a:pt x="450097" y="45226"/>
                  <a:pt x="446541" y="42381"/>
                </a:cubicBezTo>
                <a:cubicBezTo>
                  <a:pt x="442985" y="39534"/>
                  <a:pt x="439443" y="38111"/>
                  <a:pt x="435914" y="38111"/>
                </a:cubicBezTo>
                <a:cubicBezTo>
                  <a:pt x="433688" y="38111"/>
                  <a:pt x="431788" y="38857"/>
                  <a:pt x="430214" y="40350"/>
                </a:cubicBezTo>
                <a:cubicBezTo>
                  <a:pt x="428639" y="41843"/>
                  <a:pt x="427852" y="43567"/>
                  <a:pt x="427852" y="45521"/>
                </a:cubicBezTo>
                <a:cubicBezTo>
                  <a:pt x="427852" y="46987"/>
                  <a:pt x="428395" y="48399"/>
                  <a:pt x="429481" y="49756"/>
                </a:cubicBezTo>
                <a:cubicBezTo>
                  <a:pt x="431218" y="51982"/>
                  <a:pt x="436077" y="55796"/>
                  <a:pt x="444057" y="61197"/>
                </a:cubicBezTo>
                <a:cubicBezTo>
                  <a:pt x="452038" y="66599"/>
                  <a:pt x="457290" y="71187"/>
                  <a:pt x="459815" y="74960"/>
                </a:cubicBezTo>
                <a:cubicBezTo>
                  <a:pt x="462339" y="78733"/>
                  <a:pt x="463601" y="82954"/>
                  <a:pt x="463601" y="87623"/>
                </a:cubicBezTo>
                <a:cubicBezTo>
                  <a:pt x="463601" y="91857"/>
                  <a:pt x="462543" y="96010"/>
                  <a:pt x="460425" y="100082"/>
                </a:cubicBezTo>
                <a:cubicBezTo>
                  <a:pt x="458308" y="104154"/>
                  <a:pt x="455322" y="107275"/>
                  <a:pt x="451468" y="109447"/>
                </a:cubicBezTo>
                <a:cubicBezTo>
                  <a:pt x="447613" y="111618"/>
                  <a:pt x="443351" y="112704"/>
                  <a:pt x="438683" y="112704"/>
                </a:cubicBezTo>
                <a:cubicBezTo>
                  <a:pt x="435045" y="112704"/>
                  <a:pt x="430186" y="111543"/>
                  <a:pt x="424106" y="109220"/>
                </a:cubicBezTo>
                <a:cubicBezTo>
                  <a:pt x="422477" y="108611"/>
                  <a:pt x="421364" y="108307"/>
                  <a:pt x="420767" y="108307"/>
                </a:cubicBezTo>
                <a:cubicBezTo>
                  <a:pt x="418976" y="108307"/>
                  <a:pt x="417483" y="109664"/>
                  <a:pt x="416288" y="112379"/>
                </a:cubicBezTo>
                <a:lnTo>
                  <a:pt x="413601" y="112379"/>
                </a:lnTo>
                <a:lnTo>
                  <a:pt x="412298" y="85017"/>
                </a:lnTo>
                <a:lnTo>
                  <a:pt x="415067" y="85017"/>
                </a:lnTo>
                <a:cubicBezTo>
                  <a:pt x="417510" y="92183"/>
                  <a:pt x="420862" y="97558"/>
                  <a:pt x="425124" y="101141"/>
                </a:cubicBezTo>
                <a:cubicBezTo>
                  <a:pt x="429386" y="104724"/>
                  <a:pt x="433417" y="106515"/>
                  <a:pt x="437217" y="106515"/>
                </a:cubicBezTo>
                <a:cubicBezTo>
                  <a:pt x="439823" y="106515"/>
                  <a:pt x="441954" y="105715"/>
                  <a:pt x="443609" y="104113"/>
                </a:cubicBezTo>
                <a:cubicBezTo>
                  <a:pt x="445265" y="102511"/>
                  <a:pt x="446093" y="100571"/>
                  <a:pt x="446093" y="98290"/>
                </a:cubicBezTo>
                <a:cubicBezTo>
                  <a:pt x="446093" y="95685"/>
                  <a:pt x="445279" y="93432"/>
                  <a:pt x="443650" y="91531"/>
                </a:cubicBezTo>
                <a:cubicBezTo>
                  <a:pt x="442021" y="89631"/>
                  <a:pt x="438384" y="86754"/>
                  <a:pt x="432738" y="82900"/>
                </a:cubicBezTo>
                <a:cubicBezTo>
                  <a:pt x="424432" y="77145"/>
                  <a:pt x="419057" y="72747"/>
                  <a:pt x="416614" y="69707"/>
                </a:cubicBezTo>
                <a:cubicBezTo>
                  <a:pt x="413031" y="65256"/>
                  <a:pt x="411239" y="60342"/>
                  <a:pt x="411239" y="54968"/>
                </a:cubicBezTo>
                <a:cubicBezTo>
                  <a:pt x="411239" y="49105"/>
                  <a:pt x="413262" y="43798"/>
                  <a:pt x="417306" y="39047"/>
                </a:cubicBezTo>
                <a:cubicBezTo>
                  <a:pt x="421351" y="34297"/>
                  <a:pt x="427200" y="31922"/>
                  <a:pt x="434855" y="31922"/>
                </a:cubicBezTo>
                <a:cubicBezTo>
                  <a:pt x="438981" y="31922"/>
                  <a:pt x="442971" y="32965"/>
                  <a:pt x="446826" y="35052"/>
                </a:cubicBezTo>
                <a:cubicBezTo>
                  <a:pt x="448292" y="35897"/>
                  <a:pt x="449486" y="36319"/>
                  <a:pt x="450409" y="36319"/>
                </a:cubicBezTo>
                <a:cubicBezTo>
                  <a:pt x="451386" y="36319"/>
                  <a:pt x="452173" y="36116"/>
                  <a:pt x="452771" y="35709"/>
                </a:cubicBezTo>
                <a:cubicBezTo>
                  <a:pt x="453368" y="35302"/>
                  <a:pt x="454318" y="34148"/>
                  <a:pt x="455621" y="32248"/>
                </a:cubicBezTo>
                <a:lnTo>
                  <a:pt x="458390" y="322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BE7FE-E1A3-48E0-91E6-921E7AAA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28" y="628836"/>
            <a:ext cx="723873" cy="10"/>
          </a:xfrm>
          <a:custGeom xmlns:a="http://schemas.openxmlformats.org/drawingml/2006/main">
            <a:pathLst>
              <a:path w="723873" h="1" fill="none">
                <a:moveTo>
                  <a:pt x="0" y="0"/>
                </a:moveTo>
                <a:lnTo>
                  <a:pt x="7238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3C323-D205-4DA2-B0E6-C0BEA284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92" y="589019"/>
            <a:ext cx="79634" cy="79634"/>
          </a:xfrm>
          <a:custGeom xmlns:a="http://schemas.openxmlformats.org/drawingml/2006/main">
            <a:pathLst>
              <a:path w="79634" h="79634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B0544-0F17-46A5-9FAA-7692A2DC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92" y="589019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76755-2D69-492A-A2E6-DF76F154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756" y="611771"/>
            <a:ext cx="1577093" cy="10"/>
          </a:xfrm>
          <a:custGeom xmlns:a="http://schemas.openxmlformats.org/drawingml/2006/main">
            <a:pathLst>
              <a:path w="1577093" h="1" fill="none">
                <a:moveTo>
                  <a:pt x="0" y="0"/>
                </a:moveTo>
                <a:lnTo>
                  <a:pt x="1577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6FE98-C7A4-4922-938C-14B57CB2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941" y="571954"/>
            <a:ext cx="79634" cy="79634"/>
          </a:xfrm>
          <a:custGeom xmlns:a="http://schemas.openxmlformats.org/drawingml/2006/main">
            <a:pathLst>
              <a:path w="79634" h="79634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CA4757-4708-4BBF-B384-6742299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941" y="571954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25" name="Text F">
            <a:extLst xmlns:a="http://schemas.openxmlformats.org/drawingml/2006/main">
              <a:ext uri="{FF2B5EF4-FFF2-40B4-BE49-F238E27FC236}">
                <a16:creationId xmlns:a16="http://schemas.microsoft.com/office/drawing/2014/main" id="{659CD4CA-9ACE-470B-9FB8-B718B0B2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18" y="1857441"/>
            <a:ext cx="86278" cy="91044"/>
          </a:xfrm>
          <a:custGeom xmlns:a="http://schemas.openxmlformats.org/drawingml/2006/main">
            <a:pathLst>
              <a:path w="86278" h="91044">
                <a:moveTo>
                  <a:pt x="86278" y="0"/>
                </a:moveTo>
                <a:lnTo>
                  <a:pt x="82184" y="17598"/>
                </a:lnTo>
                <a:lnTo>
                  <a:pt x="40389" y="17598"/>
                </a:lnTo>
                <a:lnTo>
                  <a:pt x="36479" y="34584"/>
                </a:lnTo>
                <a:lnTo>
                  <a:pt x="75218" y="34584"/>
                </a:lnTo>
                <a:lnTo>
                  <a:pt x="71185" y="52182"/>
                </a:lnTo>
                <a:lnTo>
                  <a:pt x="32446" y="52182"/>
                </a:lnTo>
                <a:lnTo>
                  <a:pt x="23464" y="91044"/>
                </a:lnTo>
                <a:lnTo>
                  <a:pt x="0" y="91044"/>
                </a:lnTo>
                <a:lnTo>
                  <a:pt x="21019" y="0"/>
                </a:lnTo>
                <a:lnTo>
                  <a:pt x="86278" y="0"/>
                </a:ln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ine-">
            <a:extLst xmlns:a="http://schemas.openxmlformats.org/drawingml/2006/main">
              <a:ext uri="{FF2B5EF4-FFF2-40B4-BE49-F238E27FC236}">
                <a16:creationId xmlns:a16="http://schemas.microsoft.com/office/drawing/2014/main" id="{F1DCA80B-CEE4-4092-9231-C88F84CF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199" y="1853286"/>
            <a:ext cx="269309" cy="97154"/>
          </a:xfrm>
          <a:custGeom xmlns:a="http://schemas.openxmlformats.org/drawingml/2006/main">
            <a:pathLst>
              <a:path w="269309" h="97154">
                <a:moveTo>
                  <a:pt x="38006" y="26519"/>
                </a:moveTo>
                <a:lnTo>
                  <a:pt x="22119" y="95199"/>
                </a:lnTo>
                <a:lnTo>
                  <a:pt x="0" y="95199"/>
                </a:lnTo>
                <a:lnTo>
                  <a:pt x="15887" y="26519"/>
                </a:lnTo>
                <a:lnTo>
                  <a:pt x="38006" y="26519"/>
                </a:lnTo>
                <a:moveTo>
                  <a:pt x="44727" y="0"/>
                </a:moveTo>
                <a:lnTo>
                  <a:pt x="40878" y="16742"/>
                </a:lnTo>
                <a:lnTo>
                  <a:pt x="17537" y="16742"/>
                </a:lnTo>
                <a:lnTo>
                  <a:pt x="21386" y="0"/>
                </a:lnTo>
                <a:lnTo>
                  <a:pt x="44727" y="0"/>
                </a:lnTo>
                <a:close/>
                <a:moveTo>
                  <a:pt x="123148" y="42100"/>
                </a:moveTo>
                <a:cubicBezTo>
                  <a:pt x="123148" y="43322"/>
                  <a:pt x="123066" y="44646"/>
                  <a:pt x="122903" y="46072"/>
                </a:cubicBezTo>
                <a:cubicBezTo>
                  <a:pt x="122740" y="47497"/>
                  <a:pt x="122475" y="48984"/>
                  <a:pt x="122109" y="50532"/>
                </a:cubicBezTo>
                <a:lnTo>
                  <a:pt x="111844" y="95199"/>
                </a:lnTo>
                <a:lnTo>
                  <a:pt x="89602" y="95199"/>
                </a:lnTo>
                <a:lnTo>
                  <a:pt x="97423" y="61164"/>
                </a:lnTo>
                <a:cubicBezTo>
                  <a:pt x="97993" y="58639"/>
                  <a:pt x="98442" y="56481"/>
                  <a:pt x="98767" y="54691"/>
                </a:cubicBezTo>
                <a:cubicBezTo>
                  <a:pt x="99093" y="52900"/>
                  <a:pt x="99256" y="51229"/>
                  <a:pt x="99256" y="49677"/>
                </a:cubicBezTo>
                <a:cubicBezTo>
                  <a:pt x="99256" y="47029"/>
                  <a:pt x="98584" y="45094"/>
                  <a:pt x="97240" y="43872"/>
                </a:cubicBezTo>
                <a:cubicBezTo>
                  <a:pt x="95896" y="42650"/>
                  <a:pt x="93431" y="42039"/>
                  <a:pt x="89846" y="42039"/>
                </a:cubicBezTo>
                <a:cubicBezTo>
                  <a:pt x="88095" y="42039"/>
                  <a:pt x="86078" y="42416"/>
                  <a:pt x="83797" y="43169"/>
                </a:cubicBezTo>
                <a:cubicBezTo>
                  <a:pt x="81516" y="43923"/>
                  <a:pt x="78950" y="45053"/>
                  <a:pt x="76098" y="46561"/>
                </a:cubicBezTo>
                <a:lnTo>
                  <a:pt x="64916" y="95199"/>
                </a:lnTo>
                <a:lnTo>
                  <a:pt x="42797" y="95199"/>
                </a:lnTo>
                <a:lnTo>
                  <a:pt x="58623" y="26519"/>
                </a:lnTo>
                <a:lnTo>
                  <a:pt x="80742" y="26519"/>
                </a:lnTo>
                <a:lnTo>
                  <a:pt x="78970" y="34096"/>
                </a:lnTo>
                <a:cubicBezTo>
                  <a:pt x="83492" y="31122"/>
                  <a:pt x="87616" y="28810"/>
                  <a:pt x="91343" y="27160"/>
                </a:cubicBezTo>
                <a:cubicBezTo>
                  <a:pt x="95071" y="25511"/>
                  <a:pt x="99175" y="24686"/>
                  <a:pt x="103656" y="24686"/>
                </a:cubicBezTo>
                <a:cubicBezTo>
                  <a:pt x="109807" y="24686"/>
                  <a:pt x="114593" y="26172"/>
                  <a:pt x="118015" y="29146"/>
                </a:cubicBezTo>
                <a:cubicBezTo>
                  <a:pt x="121437" y="32120"/>
                  <a:pt x="123148" y="36438"/>
                  <a:pt x="123148" y="42100"/>
                </a:cubicBezTo>
                <a:close/>
                <a:moveTo>
                  <a:pt x="187439" y="52060"/>
                </a:moveTo>
                <a:cubicBezTo>
                  <a:pt x="187561" y="51330"/>
                  <a:pt x="187652" y="50661"/>
                  <a:pt x="187714" y="50053"/>
                </a:cubicBezTo>
                <a:cubicBezTo>
                  <a:pt x="187775" y="49444"/>
                  <a:pt x="187805" y="48816"/>
                  <a:pt x="187805" y="48166"/>
                </a:cubicBezTo>
                <a:cubicBezTo>
                  <a:pt x="187805" y="44962"/>
                  <a:pt x="186807" y="42509"/>
                  <a:pt x="184811" y="40805"/>
                </a:cubicBezTo>
                <a:cubicBezTo>
                  <a:pt x="182815" y="39102"/>
                  <a:pt x="179943" y="38251"/>
                  <a:pt x="176196" y="38251"/>
                </a:cubicBezTo>
                <a:cubicBezTo>
                  <a:pt x="171674" y="38251"/>
                  <a:pt x="167875" y="39467"/>
                  <a:pt x="164800" y="41901"/>
                </a:cubicBezTo>
                <a:cubicBezTo>
                  <a:pt x="161724" y="44334"/>
                  <a:pt x="159392" y="47720"/>
                  <a:pt x="157804" y="52060"/>
                </a:cubicBezTo>
                <a:lnTo>
                  <a:pt x="187439" y="52060"/>
                </a:lnTo>
                <a:moveTo>
                  <a:pt x="170635" y="97154"/>
                </a:moveTo>
                <a:cubicBezTo>
                  <a:pt x="158944" y="97154"/>
                  <a:pt x="149921" y="94563"/>
                  <a:pt x="143567" y="89380"/>
                </a:cubicBezTo>
                <a:cubicBezTo>
                  <a:pt x="137212" y="84198"/>
                  <a:pt x="134035" y="77037"/>
                  <a:pt x="134035" y="67897"/>
                </a:cubicBezTo>
                <a:cubicBezTo>
                  <a:pt x="134035" y="61654"/>
                  <a:pt x="135073" y="55921"/>
                  <a:pt x="137151" y="50698"/>
                </a:cubicBezTo>
                <a:cubicBezTo>
                  <a:pt x="139228" y="45475"/>
                  <a:pt x="142222" y="40885"/>
                  <a:pt x="146133" y="36927"/>
                </a:cubicBezTo>
                <a:cubicBezTo>
                  <a:pt x="149881" y="33092"/>
                  <a:pt x="154565" y="30052"/>
                  <a:pt x="160187" y="27808"/>
                </a:cubicBezTo>
                <a:cubicBezTo>
                  <a:pt x="165808" y="25563"/>
                  <a:pt x="171980" y="24441"/>
                  <a:pt x="178701" y="24441"/>
                </a:cubicBezTo>
                <a:cubicBezTo>
                  <a:pt x="188925" y="24441"/>
                  <a:pt x="196635" y="26512"/>
                  <a:pt x="201828" y="30653"/>
                </a:cubicBezTo>
                <a:cubicBezTo>
                  <a:pt x="207022" y="34794"/>
                  <a:pt x="209619" y="40903"/>
                  <a:pt x="209619" y="48980"/>
                </a:cubicBezTo>
                <a:cubicBezTo>
                  <a:pt x="209619" y="51755"/>
                  <a:pt x="209344" y="54468"/>
                  <a:pt x="208794" y="57120"/>
                </a:cubicBezTo>
                <a:cubicBezTo>
                  <a:pt x="208244" y="59772"/>
                  <a:pt x="207521" y="62403"/>
                  <a:pt x="206625" y="65014"/>
                </a:cubicBezTo>
                <a:lnTo>
                  <a:pt x="155665" y="65014"/>
                </a:lnTo>
                <a:cubicBezTo>
                  <a:pt x="155665" y="65258"/>
                  <a:pt x="155665" y="65492"/>
                  <a:pt x="155665" y="65716"/>
                </a:cubicBezTo>
                <a:cubicBezTo>
                  <a:pt x="155665" y="65940"/>
                  <a:pt x="155665" y="66175"/>
                  <a:pt x="155665" y="66419"/>
                </a:cubicBezTo>
                <a:cubicBezTo>
                  <a:pt x="155665" y="71185"/>
                  <a:pt x="157335" y="74912"/>
                  <a:pt x="160675" y="77601"/>
                </a:cubicBezTo>
                <a:cubicBezTo>
                  <a:pt x="164016" y="80289"/>
                  <a:pt x="169128" y="81634"/>
                  <a:pt x="176012" y="81634"/>
                </a:cubicBezTo>
                <a:cubicBezTo>
                  <a:pt x="180819" y="81634"/>
                  <a:pt x="185371" y="80825"/>
                  <a:pt x="189669" y="79209"/>
                </a:cubicBezTo>
                <a:cubicBezTo>
                  <a:pt x="193966" y="77592"/>
                  <a:pt x="197704" y="75793"/>
                  <a:pt x="200881" y="73812"/>
                </a:cubicBezTo>
                <a:lnTo>
                  <a:pt x="203325" y="73812"/>
                </a:lnTo>
                <a:lnTo>
                  <a:pt x="199231" y="91471"/>
                </a:lnTo>
                <a:cubicBezTo>
                  <a:pt x="194954" y="93345"/>
                  <a:pt x="190453" y="94761"/>
                  <a:pt x="185728" y="95718"/>
                </a:cubicBezTo>
                <a:cubicBezTo>
                  <a:pt x="181002" y="96675"/>
                  <a:pt x="175972" y="97154"/>
                  <a:pt x="170635" y="97154"/>
                </a:cubicBezTo>
                <a:close/>
                <a:moveTo>
                  <a:pt x="265276" y="63547"/>
                </a:moveTo>
                <a:lnTo>
                  <a:pt x="218654" y="63547"/>
                </a:lnTo>
                <a:lnTo>
                  <a:pt x="222687" y="45950"/>
                </a:lnTo>
                <a:lnTo>
                  <a:pt x="269309" y="45950"/>
                </a:lnTo>
                <a:lnTo>
                  <a:pt x="265276" y="63547"/>
                </a:ln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tune">
            <a:extLst xmlns:a="http://schemas.openxmlformats.org/drawingml/2006/main">
              <a:ext uri="{FF2B5EF4-FFF2-40B4-BE49-F238E27FC236}">
                <a16:creationId xmlns:a16="http://schemas.microsoft.com/office/drawing/2014/main" id="{B142CDB0-DDF6-490A-A01E-5237FA34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521" y="2008020"/>
            <a:ext cx="308340" cy="90310"/>
          </a:xfrm>
          <a:custGeom xmlns:a="http://schemas.openxmlformats.org/drawingml/2006/main">
            <a:pathLst>
              <a:path w="308340" h="90310">
                <a:moveTo>
                  <a:pt x="21692" y="89699"/>
                </a:moveTo>
                <a:cubicBezTo>
                  <a:pt x="14074" y="89699"/>
                  <a:pt x="8636" y="88447"/>
                  <a:pt x="5377" y="85941"/>
                </a:cubicBezTo>
                <a:cubicBezTo>
                  <a:pt x="2118" y="83436"/>
                  <a:pt x="489" y="79719"/>
                  <a:pt x="489" y="74790"/>
                </a:cubicBezTo>
                <a:cubicBezTo>
                  <a:pt x="489" y="73487"/>
                  <a:pt x="591" y="72224"/>
                  <a:pt x="794" y="71002"/>
                </a:cubicBezTo>
                <a:cubicBezTo>
                  <a:pt x="998" y="69780"/>
                  <a:pt x="1263" y="68354"/>
                  <a:pt x="1589" y="66725"/>
                </a:cubicBezTo>
                <a:lnTo>
                  <a:pt x="9043" y="34218"/>
                </a:lnTo>
                <a:lnTo>
                  <a:pt x="0" y="34218"/>
                </a:lnTo>
                <a:lnTo>
                  <a:pt x="3361" y="19675"/>
                </a:lnTo>
                <a:lnTo>
                  <a:pt x="12404" y="19675"/>
                </a:lnTo>
                <a:lnTo>
                  <a:pt x="16926" y="0"/>
                </a:lnTo>
                <a:lnTo>
                  <a:pt x="38984" y="0"/>
                </a:lnTo>
                <a:lnTo>
                  <a:pt x="34462" y="19675"/>
                </a:lnTo>
                <a:lnTo>
                  <a:pt x="55115" y="19675"/>
                </a:lnTo>
                <a:lnTo>
                  <a:pt x="51754" y="34218"/>
                </a:lnTo>
                <a:lnTo>
                  <a:pt x="31101" y="34218"/>
                </a:lnTo>
                <a:lnTo>
                  <a:pt x="25419" y="59001"/>
                </a:lnTo>
                <a:cubicBezTo>
                  <a:pt x="25012" y="60714"/>
                  <a:pt x="24625" y="62438"/>
                  <a:pt x="24258" y="64172"/>
                </a:cubicBezTo>
                <a:cubicBezTo>
                  <a:pt x="23891" y="65905"/>
                  <a:pt x="23708" y="67385"/>
                  <a:pt x="23708" y="68609"/>
                </a:cubicBezTo>
                <a:cubicBezTo>
                  <a:pt x="23708" y="71057"/>
                  <a:pt x="24390" y="72760"/>
                  <a:pt x="25755" y="73719"/>
                </a:cubicBezTo>
                <a:cubicBezTo>
                  <a:pt x="27120" y="74677"/>
                  <a:pt x="29228" y="75157"/>
                  <a:pt x="32079" y="75157"/>
                </a:cubicBezTo>
                <a:cubicBezTo>
                  <a:pt x="33220" y="75157"/>
                  <a:pt x="34717" y="74943"/>
                  <a:pt x="36570" y="74515"/>
                </a:cubicBezTo>
                <a:cubicBezTo>
                  <a:pt x="38424" y="74087"/>
                  <a:pt x="39900" y="73609"/>
                  <a:pt x="41000" y="73079"/>
                </a:cubicBezTo>
                <a:lnTo>
                  <a:pt x="42833" y="73079"/>
                </a:lnTo>
                <a:lnTo>
                  <a:pt x="39411" y="87752"/>
                </a:lnTo>
                <a:cubicBezTo>
                  <a:pt x="36927" y="88360"/>
                  <a:pt x="34309" y="88837"/>
                  <a:pt x="31560" y="89182"/>
                </a:cubicBezTo>
                <a:cubicBezTo>
                  <a:pt x="28810" y="89527"/>
                  <a:pt x="25521" y="89699"/>
                  <a:pt x="21692" y="89699"/>
                </a:cubicBezTo>
                <a:close/>
                <a:moveTo>
                  <a:pt x="136741" y="19675"/>
                </a:moveTo>
                <a:lnTo>
                  <a:pt x="120854" y="88355"/>
                </a:lnTo>
                <a:lnTo>
                  <a:pt x="98735" y="88355"/>
                </a:lnTo>
                <a:lnTo>
                  <a:pt x="100507" y="80778"/>
                </a:lnTo>
                <a:cubicBezTo>
                  <a:pt x="98307" y="82204"/>
                  <a:pt x="96158" y="83538"/>
                  <a:pt x="94060" y="84780"/>
                </a:cubicBezTo>
                <a:cubicBezTo>
                  <a:pt x="91963" y="86023"/>
                  <a:pt x="89977" y="87011"/>
                  <a:pt x="88103" y="87744"/>
                </a:cubicBezTo>
                <a:cubicBezTo>
                  <a:pt x="85740" y="88739"/>
                  <a:pt x="83581" y="89416"/>
                  <a:pt x="81626" y="89774"/>
                </a:cubicBezTo>
                <a:cubicBezTo>
                  <a:pt x="79671" y="90131"/>
                  <a:pt x="77736" y="90310"/>
                  <a:pt x="75821" y="90310"/>
                </a:cubicBezTo>
                <a:cubicBezTo>
                  <a:pt x="69792" y="90310"/>
                  <a:pt x="65037" y="88862"/>
                  <a:pt x="61554" y="85964"/>
                </a:cubicBezTo>
                <a:cubicBezTo>
                  <a:pt x="58071" y="83067"/>
                  <a:pt x="56329" y="78782"/>
                  <a:pt x="56329" y="73110"/>
                </a:cubicBezTo>
                <a:cubicBezTo>
                  <a:pt x="56329" y="71559"/>
                  <a:pt x="56411" y="70121"/>
                  <a:pt x="56574" y="68796"/>
                </a:cubicBezTo>
                <a:cubicBezTo>
                  <a:pt x="56737" y="67470"/>
                  <a:pt x="57001" y="66011"/>
                  <a:pt x="57368" y="64420"/>
                </a:cubicBezTo>
                <a:lnTo>
                  <a:pt x="67694" y="19675"/>
                </a:lnTo>
                <a:lnTo>
                  <a:pt x="89936" y="19675"/>
                </a:lnTo>
                <a:lnTo>
                  <a:pt x="82054" y="53788"/>
                </a:lnTo>
                <a:cubicBezTo>
                  <a:pt x="81443" y="56401"/>
                  <a:pt x="80984" y="58646"/>
                  <a:pt x="80679" y="60523"/>
                </a:cubicBezTo>
                <a:cubicBezTo>
                  <a:pt x="80373" y="62398"/>
                  <a:pt x="80221" y="63991"/>
                  <a:pt x="80221" y="65302"/>
                </a:cubicBezTo>
                <a:cubicBezTo>
                  <a:pt x="80221" y="67997"/>
                  <a:pt x="80872" y="69946"/>
                  <a:pt x="82176" y="71151"/>
                </a:cubicBezTo>
                <a:cubicBezTo>
                  <a:pt x="83479" y="72355"/>
                  <a:pt x="85944" y="72957"/>
                  <a:pt x="89569" y="72957"/>
                </a:cubicBezTo>
                <a:cubicBezTo>
                  <a:pt x="91362" y="72957"/>
                  <a:pt x="93429" y="72569"/>
                  <a:pt x="95771" y="71794"/>
                </a:cubicBezTo>
                <a:cubicBezTo>
                  <a:pt x="98114" y="71018"/>
                  <a:pt x="100649" y="69895"/>
                  <a:pt x="103379" y="68426"/>
                </a:cubicBezTo>
                <a:lnTo>
                  <a:pt x="114622" y="19675"/>
                </a:lnTo>
                <a:lnTo>
                  <a:pt x="136741" y="19675"/>
                </a:lnTo>
                <a:close/>
                <a:moveTo>
                  <a:pt x="221868" y="35256"/>
                </a:moveTo>
                <a:cubicBezTo>
                  <a:pt x="221868" y="36479"/>
                  <a:pt x="221787" y="37802"/>
                  <a:pt x="221624" y="39228"/>
                </a:cubicBezTo>
                <a:cubicBezTo>
                  <a:pt x="221461" y="40654"/>
                  <a:pt x="221196" y="42141"/>
                  <a:pt x="220830" y="43689"/>
                </a:cubicBezTo>
                <a:lnTo>
                  <a:pt x="210564" y="88355"/>
                </a:lnTo>
                <a:lnTo>
                  <a:pt x="188323" y="88355"/>
                </a:lnTo>
                <a:lnTo>
                  <a:pt x="196144" y="54321"/>
                </a:lnTo>
                <a:cubicBezTo>
                  <a:pt x="196714" y="51795"/>
                  <a:pt x="197162" y="49637"/>
                  <a:pt x="197488" y="47848"/>
                </a:cubicBezTo>
                <a:cubicBezTo>
                  <a:pt x="197814" y="46056"/>
                  <a:pt x="197977" y="44385"/>
                  <a:pt x="197977" y="42833"/>
                </a:cubicBezTo>
                <a:cubicBezTo>
                  <a:pt x="197977" y="40185"/>
                  <a:pt x="197305" y="38251"/>
                  <a:pt x="195961" y="37028"/>
                </a:cubicBezTo>
                <a:cubicBezTo>
                  <a:pt x="194616" y="35806"/>
                  <a:pt x="192152" y="35195"/>
                  <a:pt x="188567" y="35195"/>
                </a:cubicBezTo>
                <a:cubicBezTo>
                  <a:pt x="186816" y="35195"/>
                  <a:pt x="184799" y="35572"/>
                  <a:pt x="182518" y="36326"/>
                </a:cubicBezTo>
                <a:cubicBezTo>
                  <a:pt x="180237" y="37079"/>
                  <a:pt x="177671" y="38210"/>
                  <a:pt x="174819" y="39717"/>
                </a:cubicBezTo>
                <a:lnTo>
                  <a:pt x="163637" y="88355"/>
                </a:lnTo>
                <a:lnTo>
                  <a:pt x="141518" y="88355"/>
                </a:lnTo>
                <a:lnTo>
                  <a:pt x="157344" y="19675"/>
                </a:lnTo>
                <a:lnTo>
                  <a:pt x="179463" y="19675"/>
                </a:lnTo>
                <a:lnTo>
                  <a:pt x="177691" y="27252"/>
                </a:lnTo>
                <a:cubicBezTo>
                  <a:pt x="182213" y="24278"/>
                  <a:pt x="186337" y="21967"/>
                  <a:pt x="190064" y="20317"/>
                </a:cubicBezTo>
                <a:cubicBezTo>
                  <a:pt x="193792" y="18667"/>
                  <a:pt x="197896" y="17842"/>
                  <a:pt x="202377" y="17842"/>
                </a:cubicBezTo>
                <a:cubicBezTo>
                  <a:pt x="208528" y="17842"/>
                  <a:pt x="213314" y="19329"/>
                  <a:pt x="216736" y="22303"/>
                </a:cubicBezTo>
                <a:cubicBezTo>
                  <a:pt x="220157" y="25276"/>
                  <a:pt x="221868" y="29594"/>
                  <a:pt x="221868" y="35256"/>
                </a:cubicBezTo>
                <a:close/>
                <a:moveTo>
                  <a:pt x="286159" y="45216"/>
                </a:moveTo>
                <a:cubicBezTo>
                  <a:pt x="286282" y="44487"/>
                  <a:pt x="286373" y="43818"/>
                  <a:pt x="286434" y="43209"/>
                </a:cubicBezTo>
                <a:cubicBezTo>
                  <a:pt x="286495" y="42601"/>
                  <a:pt x="286526" y="41972"/>
                  <a:pt x="286526" y="41323"/>
                </a:cubicBezTo>
                <a:cubicBezTo>
                  <a:pt x="286526" y="38119"/>
                  <a:pt x="285528" y="35665"/>
                  <a:pt x="283532" y="33962"/>
                </a:cubicBezTo>
                <a:cubicBezTo>
                  <a:pt x="281536" y="32259"/>
                  <a:pt x="278664" y="31407"/>
                  <a:pt x="274916" y="31407"/>
                </a:cubicBezTo>
                <a:cubicBezTo>
                  <a:pt x="270395" y="31407"/>
                  <a:pt x="266596" y="32624"/>
                  <a:pt x="263521" y="35058"/>
                </a:cubicBezTo>
                <a:cubicBezTo>
                  <a:pt x="260445" y="37491"/>
                  <a:pt x="258113" y="40877"/>
                  <a:pt x="256524" y="45216"/>
                </a:cubicBezTo>
                <a:lnTo>
                  <a:pt x="286159" y="45216"/>
                </a:lnTo>
                <a:moveTo>
                  <a:pt x="269356" y="90310"/>
                </a:moveTo>
                <a:cubicBezTo>
                  <a:pt x="257665" y="90310"/>
                  <a:pt x="248642" y="87719"/>
                  <a:pt x="242287" y="82537"/>
                </a:cubicBezTo>
                <a:cubicBezTo>
                  <a:pt x="235933" y="77355"/>
                  <a:pt x="232755" y="70193"/>
                  <a:pt x="232755" y="61053"/>
                </a:cubicBezTo>
                <a:cubicBezTo>
                  <a:pt x="232755" y="54811"/>
                  <a:pt x="233794" y="49078"/>
                  <a:pt x="235872" y="43855"/>
                </a:cubicBezTo>
                <a:cubicBezTo>
                  <a:pt x="237949" y="38632"/>
                  <a:pt x="240943" y="34041"/>
                  <a:pt x="244854" y="30084"/>
                </a:cubicBezTo>
                <a:cubicBezTo>
                  <a:pt x="248601" y="26248"/>
                  <a:pt x="253286" y="23208"/>
                  <a:pt x="258907" y="20964"/>
                </a:cubicBezTo>
                <a:cubicBezTo>
                  <a:pt x="264529" y="18720"/>
                  <a:pt x="270700" y="17598"/>
                  <a:pt x="277422" y="17598"/>
                </a:cubicBezTo>
                <a:cubicBezTo>
                  <a:pt x="287646" y="17598"/>
                  <a:pt x="295355" y="19668"/>
                  <a:pt x="300549" y="23809"/>
                </a:cubicBezTo>
                <a:cubicBezTo>
                  <a:pt x="305743" y="27950"/>
                  <a:pt x="308340" y="34059"/>
                  <a:pt x="308340" y="42136"/>
                </a:cubicBezTo>
                <a:cubicBezTo>
                  <a:pt x="308340" y="44911"/>
                  <a:pt x="308065" y="47625"/>
                  <a:pt x="307515" y="50276"/>
                </a:cubicBezTo>
                <a:cubicBezTo>
                  <a:pt x="306965" y="52928"/>
                  <a:pt x="306242" y="55559"/>
                  <a:pt x="305346" y="58170"/>
                </a:cubicBezTo>
                <a:lnTo>
                  <a:pt x="254386" y="58170"/>
                </a:lnTo>
                <a:cubicBezTo>
                  <a:pt x="254386" y="58415"/>
                  <a:pt x="254386" y="58649"/>
                  <a:pt x="254386" y="58873"/>
                </a:cubicBezTo>
                <a:cubicBezTo>
                  <a:pt x="254386" y="59097"/>
                  <a:pt x="254386" y="59331"/>
                  <a:pt x="254386" y="59575"/>
                </a:cubicBezTo>
                <a:cubicBezTo>
                  <a:pt x="254386" y="64342"/>
                  <a:pt x="256056" y="68069"/>
                  <a:pt x="259396" y="70757"/>
                </a:cubicBezTo>
                <a:cubicBezTo>
                  <a:pt x="262737" y="73446"/>
                  <a:pt x="267849" y="74790"/>
                  <a:pt x="274733" y="74790"/>
                </a:cubicBezTo>
                <a:cubicBezTo>
                  <a:pt x="279540" y="74790"/>
                  <a:pt x="284092" y="73982"/>
                  <a:pt x="288390" y="72365"/>
                </a:cubicBezTo>
                <a:cubicBezTo>
                  <a:pt x="292687" y="70748"/>
                  <a:pt x="296425" y="68950"/>
                  <a:pt x="299602" y="66969"/>
                </a:cubicBezTo>
                <a:lnTo>
                  <a:pt x="302046" y="66969"/>
                </a:lnTo>
                <a:lnTo>
                  <a:pt x="297952" y="84628"/>
                </a:lnTo>
                <a:cubicBezTo>
                  <a:pt x="293675" y="86502"/>
                  <a:pt x="289174" y="87917"/>
                  <a:pt x="284449" y="88874"/>
                </a:cubicBezTo>
                <a:cubicBezTo>
                  <a:pt x="279723" y="89832"/>
                  <a:pt x="274692" y="90310"/>
                  <a:pt x="269356" y="90310"/>
                </a:cubicBez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V">
            <a:extLst xmlns:a="http://schemas.openxmlformats.org/drawingml/2006/main">
              <a:ext uri="{FF2B5EF4-FFF2-40B4-BE49-F238E27FC236}">
                <a16:creationId xmlns:a16="http://schemas.microsoft.com/office/drawing/2014/main" id="{582DCF03-027E-4EA8-9FFC-7E3BDA9A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782" y="2952935"/>
            <a:ext cx="117427" cy="112867"/>
          </a:xfrm>
          <a:custGeom xmlns:a="http://schemas.openxmlformats.org/drawingml/2006/main">
            <a:pathLst>
              <a:path w="117427" h="112867">
                <a:moveTo>
                  <a:pt x="117427" y="0"/>
                </a:moveTo>
                <a:lnTo>
                  <a:pt x="117427" y="2932"/>
                </a:lnTo>
                <a:cubicBezTo>
                  <a:pt x="113410" y="3583"/>
                  <a:pt x="109827" y="5729"/>
                  <a:pt x="106678" y="9370"/>
                </a:cubicBezTo>
                <a:cubicBezTo>
                  <a:pt x="104398" y="12084"/>
                  <a:pt x="101005" y="18467"/>
                  <a:pt x="96499" y="28517"/>
                </a:cubicBezTo>
                <a:lnTo>
                  <a:pt x="58469" y="112867"/>
                </a:lnTo>
                <a:lnTo>
                  <a:pt x="55782" y="112867"/>
                </a:lnTo>
                <a:lnTo>
                  <a:pt x="17915" y="25115"/>
                </a:lnTo>
                <a:cubicBezTo>
                  <a:pt x="13355" y="14513"/>
                  <a:pt x="10301" y="8288"/>
                  <a:pt x="8754" y="6438"/>
                </a:cubicBezTo>
                <a:cubicBezTo>
                  <a:pt x="7207" y="4589"/>
                  <a:pt x="4289" y="3420"/>
                  <a:pt x="0" y="2932"/>
                </a:cubicBezTo>
                <a:lnTo>
                  <a:pt x="0" y="0"/>
                </a:lnTo>
                <a:lnTo>
                  <a:pt x="52932" y="0"/>
                </a:lnTo>
                <a:lnTo>
                  <a:pt x="52932" y="2932"/>
                </a:lnTo>
                <a:lnTo>
                  <a:pt x="51140" y="2932"/>
                </a:lnTo>
                <a:cubicBezTo>
                  <a:pt x="46363" y="2932"/>
                  <a:pt x="43106" y="3533"/>
                  <a:pt x="41368" y="4736"/>
                </a:cubicBezTo>
                <a:cubicBezTo>
                  <a:pt x="40120" y="5555"/>
                  <a:pt x="39495" y="6757"/>
                  <a:pt x="39495" y="8342"/>
                </a:cubicBezTo>
                <a:cubicBezTo>
                  <a:pt x="39495" y="9326"/>
                  <a:pt x="39713" y="10487"/>
                  <a:pt x="40147" y="11826"/>
                </a:cubicBezTo>
                <a:cubicBezTo>
                  <a:pt x="40581" y="13164"/>
                  <a:pt x="42047" y="16742"/>
                  <a:pt x="44544" y="22560"/>
                </a:cubicBezTo>
                <a:lnTo>
                  <a:pt x="68079" y="77469"/>
                </a:lnTo>
                <a:lnTo>
                  <a:pt x="89903" y="28563"/>
                </a:lnTo>
                <a:cubicBezTo>
                  <a:pt x="92509" y="22649"/>
                  <a:pt x="94110" y="18684"/>
                  <a:pt x="94707" y="16668"/>
                </a:cubicBezTo>
                <a:cubicBezTo>
                  <a:pt x="95305" y="14651"/>
                  <a:pt x="95603" y="12934"/>
                  <a:pt x="95603" y="11515"/>
                </a:cubicBezTo>
                <a:cubicBezTo>
                  <a:pt x="95603" y="9881"/>
                  <a:pt x="95169" y="8438"/>
                  <a:pt x="94300" y="7184"/>
                </a:cubicBezTo>
                <a:cubicBezTo>
                  <a:pt x="93432" y="5930"/>
                  <a:pt x="92156" y="4976"/>
                  <a:pt x="90473" y="4321"/>
                </a:cubicBezTo>
                <a:cubicBezTo>
                  <a:pt x="88138" y="3395"/>
                  <a:pt x="85044" y="2932"/>
                  <a:pt x="81189" y="2932"/>
                </a:cubicBezTo>
                <a:lnTo>
                  <a:pt x="81189" y="0"/>
                </a:lnTo>
                <a:lnTo>
                  <a:pt x="1174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ar.Inf">
            <a:extLst xmlns:a="http://schemas.openxmlformats.org/drawingml/2006/main">
              <a:ext uri="{FF2B5EF4-FFF2-40B4-BE49-F238E27FC236}">
                <a16:creationId xmlns:a16="http://schemas.microsoft.com/office/drawing/2014/main" id="{DFE6343E-9E9A-4A18-9C06-968AABA8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102" y="2950492"/>
            <a:ext cx="443728" cy="114984"/>
          </a:xfrm>
          <a:custGeom xmlns:a="http://schemas.openxmlformats.org/drawingml/2006/main">
            <a:pathLst>
              <a:path w="443728" h="114984">
                <a:moveTo>
                  <a:pt x="40147" y="101629"/>
                </a:moveTo>
                <a:cubicBezTo>
                  <a:pt x="30863" y="109881"/>
                  <a:pt x="22530" y="114007"/>
                  <a:pt x="15147" y="114007"/>
                </a:cubicBezTo>
                <a:cubicBezTo>
                  <a:pt x="10804" y="114007"/>
                  <a:pt x="7193" y="112578"/>
                  <a:pt x="4316" y="109719"/>
                </a:cubicBezTo>
                <a:cubicBezTo>
                  <a:pt x="1439" y="106859"/>
                  <a:pt x="0" y="103277"/>
                  <a:pt x="0" y="98975"/>
                </a:cubicBezTo>
                <a:cubicBezTo>
                  <a:pt x="0" y="93146"/>
                  <a:pt x="2497" y="87903"/>
                  <a:pt x="7492" y="83246"/>
                </a:cubicBezTo>
                <a:cubicBezTo>
                  <a:pt x="12487" y="78589"/>
                  <a:pt x="23371" y="72393"/>
                  <a:pt x="40147" y="64658"/>
                </a:cubicBezTo>
                <a:lnTo>
                  <a:pt x="40147" y="57004"/>
                </a:lnTo>
                <a:cubicBezTo>
                  <a:pt x="40147" y="51249"/>
                  <a:pt x="39835" y="47625"/>
                  <a:pt x="39210" y="46132"/>
                </a:cubicBezTo>
                <a:cubicBezTo>
                  <a:pt x="38586" y="44639"/>
                  <a:pt x="37405" y="43336"/>
                  <a:pt x="35668" y="42223"/>
                </a:cubicBezTo>
                <a:cubicBezTo>
                  <a:pt x="33931" y="41110"/>
                  <a:pt x="31976" y="40554"/>
                  <a:pt x="29805" y="40554"/>
                </a:cubicBezTo>
                <a:cubicBezTo>
                  <a:pt x="26276" y="40554"/>
                  <a:pt x="23371" y="41341"/>
                  <a:pt x="21091" y="42916"/>
                </a:cubicBezTo>
                <a:cubicBezTo>
                  <a:pt x="19680" y="43893"/>
                  <a:pt x="18974" y="45033"/>
                  <a:pt x="18974" y="46336"/>
                </a:cubicBezTo>
                <a:cubicBezTo>
                  <a:pt x="18974" y="47476"/>
                  <a:pt x="19734" y="48887"/>
                  <a:pt x="21254" y="50570"/>
                </a:cubicBezTo>
                <a:cubicBezTo>
                  <a:pt x="23317" y="52905"/>
                  <a:pt x="24349" y="55158"/>
                  <a:pt x="24349" y="57329"/>
                </a:cubicBezTo>
                <a:cubicBezTo>
                  <a:pt x="24349" y="59989"/>
                  <a:pt x="23358" y="62256"/>
                  <a:pt x="21376" y="64129"/>
                </a:cubicBezTo>
                <a:cubicBezTo>
                  <a:pt x="19395" y="66002"/>
                  <a:pt x="16802" y="66939"/>
                  <a:pt x="13599" y="66939"/>
                </a:cubicBezTo>
                <a:cubicBezTo>
                  <a:pt x="10179" y="66939"/>
                  <a:pt x="7315" y="65907"/>
                  <a:pt x="5008" y="63844"/>
                </a:cubicBezTo>
                <a:cubicBezTo>
                  <a:pt x="2701" y="61781"/>
                  <a:pt x="1547" y="59365"/>
                  <a:pt x="1547" y="56596"/>
                </a:cubicBezTo>
                <a:cubicBezTo>
                  <a:pt x="1547" y="52688"/>
                  <a:pt x="3094" y="48955"/>
                  <a:pt x="6189" y="45399"/>
                </a:cubicBezTo>
                <a:cubicBezTo>
                  <a:pt x="9283" y="41843"/>
                  <a:pt x="13599" y="39115"/>
                  <a:pt x="19137" y="37215"/>
                </a:cubicBezTo>
                <a:cubicBezTo>
                  <a:pt x="24674" y="35315"/>
                  <a:pt x="30429" y="34365"/>
                  <a:pt x="36401" y="34365"/>
                </a:cubicBezTo>
                <a:cubicBezTo>
                  <a:pt x="43621" y="34365"/>
                  <a:pt x="49335" y="35903"/>
                  <a:pt x="53543" y="38979"/>
                </a:cubicBezTo>
                <a:cubicBezTo>
                  <a:pt x="57750" y="42053"/>
                  <a:pt x="60478" y="45386"/>
                  <a:pt x="61727" y="48977"/>
                </a:cubicBezTo>
                <a:cubicBezTo>
                  <a:pt x="62487" y="51263"/>
                  <a:pt x="62867" y="56513"/>
                  <a:pt x="62867" y="64730"/>
                </a:cubicBezTo>
                <a:lnTo>
                  <a:pt x="62867" y="94359"/>
                </a:lnTo>
                <a:cubicBezTo>
                  <a:pt x="62867" y="97842"/>
                  <a:pt x="63003" y="100033"/>
                  <a:pt x="63274" y="100932"/>
                </a:cubicBezTo>
                <a:cubicBezTo>
                  <a:pt x="63545" y="101829"/>
                  <a:pt x="63953" y="102496"/>
                  <a:pt x="64495" y="102932"/>
                </a:cubicBezTo>
                <a:cubicBezTo>
                  <a:pt x="65038" y="103367"/>
                  <a:pt x="65663" y="103584"/>
                  <a:pt x="66368" y="103584"/>
                </a:cubicBezTo>
                <a:cubicBezTo>
                  <a:pt x="67780" y="103584"/>
                  <a:pt x="69219" y="102579"/>
                  <a:pt x="70684" y="100571"/>
                </a:cubicBezTo>
                <a:lnTo>
                  <a:pt x="73127" y="102525"/>
                </a:lnTo>
                <a:cubicBezTo>
                  <a:pt x="70413" y="106542"/>
                  <a:pt x="67604" y="109460"/>
                  <a:pt x="64699" y="111279"/>
                </a:cubicBezTo>
                <a:cubicBezTo>
                  <a:pt x="61795" y="113098"/>
                  <a:pt x="58497" y="114007"/>
                  <a:pt x="54805" y="114007"/>
                </a:cubicBezTo>
                <a:cubicBezTo>
                  <a:pt x="50462" y="114007"/>
                  <a:pt x="47069" y="112982"/>
                  <a:pt x="44626" y="110933"/>
                </a:cubicBezTo>
                <a:cubicBezTo>
                  <a:pt x="42183" y="108884"/>
                  <a:pt x="40690" y="105782"/>
                  <a:pt x="40147" y="101629"/>
                </a:cubicBezTo>
                <a:moveTo>
                  <a:pt x="40147" y="95603"/>
                </a:moveTo>
                <a:lnTo>
                  <a:pt x="40147" y="70130"/>
                </a:lnTo>
                <a:cubicBezTo>
                  <a:pt x="33578" y="74003"/>
                  <a:pt x="28692" y="78149"/>
                  <a:pt x="25489" y="82569"/>
                </a:cubicBezTo>
                <a:cubicBezTo>
                  <a:pt x="23371" y="85514"/>
                  <a:pt x="22313" y="88487"/>
                  <a:pt x="22313" y="91488"/>
                </a:cubicBezTo>
                <a:cubicBezTo>
                  <a:pt x="22313" y="93997"/>
                  <a:pt x="23209" y="96207"/>
                  <a:pt x="25000" y="98117"/>
                </a:cubicBezTo>
                <a:cubicBezTo>
                  <a:pt x="26357" y="99590"/>
                  <a:pt x="28257" y="100326"/>
                  <a:pt x="30701" y="100326"/>
                </a:cubicBezTo>
                <a:cubicBezTo>
                  <a:pt x="33415" y="100326"/>
                  <a:pt x="36564" y="98752"/>
                  <a:pt x="40147" y="95603"/>
                </a:cubicBezTo>
                <a:close/>
                <a:moveTo>
                  <a:pt x="113111" y="36645"/>
                </a:moveTo>
                <a:lnTo>
                  <a:pt x="113111" y="53909"/>
                </a:lnTo>
                <a:cubicBezTo>
                  <a:pt x="118160" y="46037"/>
                  <a:pt x="122584" y="40812"/>
                  <a:pt x="126385" y="38233"/>
                </a:cubicBezTo>
                <a:cubicBezTo>
                  <a:pt x="130185" y="35654"/>
                  <a:pt x="133849" y="34365"/>
                  <a:pt x="137378" y="34365"/>
                </a:cubicBezTo>
                <a:cubicBezTo>
                  <a:pt x="140418" y="34365"/>
                  <a:pt x="142848" y="35305"/>
                  <a:pt x="144666" y="37185"/>
                </a:cubicBezTo>
                <a:cubicBezTo>
                  <a:pt x="146485" y="39064"/>
                  <a:pt x="147394" y="41720"/>
                  <a:pt x="147394" y="45152"/>
                </a:cubicBezTo>
                <a:cubicBezTo>
                  <a:pt x="147394" y="48803"/>
                  <a:pt x="146512" y="51637"/>
                  <a:pt x="144748" y="53655"/>
                </a:cubicBezTo>
                <a:cubicBezTo>
                  <a:pt x="142983" y="55670"/>
                  <a:pt x="140853" y="56678"/>
                  <a:pt x="138355" y="56678"/>
                </a:cubicBezTo>
                <a:cubicBezTo>
                  <a:pt x="135478" y="56678"/>
                  <a:pt x="132981" y="55755"/>
                  <a:pt x="130863" y="53909"/>
                </a:cubicBezTo>
                <a:cubicBezTo>
                  <a:pt x="128746" y="52063"/>
                  <a:pt x="127497" y="51032"/>
                  <a:pt x="127117" y="50815"/>
                </a:cubicBezTo>
                <a:cubicBezTo>
                  <a:pt x="126575" y="50489"/>
                  <a:pt x="125950" y="50326"/>
                  <a:pt x="125244" y="50326"/>
                </a:cubicBezTo>
                <a:cubicBezTo>
                  <a:pt x="123670" y="50326"/>
                  <a:pt x="122177" y="50923"/>
                  <a:pt x="120766" y="52118"/>
                </a:cubicBezTo>
                <a:cubicBezTo>
                  <a:pt x="118540" y="53963"/>
                  <a:pt x="116857" y="56596"/>
                  <a:pt x="115717" y="60017"/>
                </a:cubicBezTo>
                <a:cubicBezTo>
                  <a:pt x="113979" y="65283"/>
                  <a:pt x="113111" y="71092"/>
                  <a:pt x="113111" y="77443"/>
                </a:cubicBezTo>
                <a:lnTo>
                  <a:pt x="113111" y="94952"/>
                </a:lnTo>
                <a:lnTo>
                  <a:pt x="113192" y="99512"/>
                </a:lnTo>
                <a:cubicBezTo>
                  <a:pt x="113192" y="102606"/>
                  <a:pt x="113382" y="104588"/>
                  <a:pt x="113762" y="105457"/>
                </a:cubicBezTo>
                <a:cubicBezTo>
                  <a:pt x="114414" y="106922"/>
                  <a:pt x="115377" y="107995"/>
                  <a:pt x="116653" y="108673"/>
                </a:cubicBezTo>
                <a:cubicBezTo>
                  <a:pt x="117929" y="109352"/>
                  <a:pt x="120087" y="109773"/>
                  <a:pt x="123127" y="109936"/>
                </a:cubicBezTo>
                <a:lnTo>
                  <a:pt x="123127" y="112867"/>
                </a:lnTo>
                <a:lnTo>
                  <a:pt x="82003" y="112867"/>
                </a:lnTo>
                <a:lnTo>
                  <a:pt x="82003" y="109936"/>
                </a:lnTo>
                <a:cubicBezTo>
                  <a:pt x="85315" y="109664"/>
                  <a:pt x="87554" y="108755"/>
                  <a:pt x="88721" y="107207"/>
                </a:cubicBezTo>
                <a:cubicBezTo>
                  <a:pt x="89889" y="105660"/>
                  <a:pt x="90472" y="101575"/>
                  <a:pt x="90472" y="94952"/>
                </a:cubicBezTo>
                <a:lnTo>
                  <a:pt x="90472" y="52769"/>
                </a:lnTo>
                <a:cubicBezTo>
                  <a:pt x="90472" y="48399"/>
                  <a:pt x="90255" y="45613"/>
                  <a:pt x="89821" y="44412"/>
                </a:cubicBezTo>
                <a:cubicBezTo>
                  <a:pt x="89278" y="42882"/>
                  <a:pt x="88491" y="41762"/>
                  <a:pt x="87459" y="41053"/>
                </a:cubicBezTo>
                <a:cubicBezTo>
                  <a:pt x="86428" y="40342"/>
                  <a:pt x="84609" y="39850"/>
                  <a:pt x="82003" y="39577"/>
                </a:cubicBezTo>
                <a:lnTo>
                  <a:pt x="82003" y="36645"/>
                </a:lnTo>
                <a:lnTo>
                  <a:pt x="113111" y="36645"/>
                </a:lnTo>
                <a:close/>
                <a:moveTo>
                  <a:pt x="155457" y="87786"/>
                </a:moveTo>
                <a:cubicBezTo>
                  <a:pt x="159257" y="87786"/>
                  <a:pt x="162474" y="89120"/>
                  <a:pt x="165107" y="91789"/>
                </a:cubicBezTo>
                <a:cubicBezTo>
                  <a:pt x="167740" y="94455"/>
                  <a:pt x="169056" y="97668"/>
                  <a:pt x="169056" y="101426"/>
                </a:cubicBezTo>
                <a:cubicBezTo>
                  <a:pt x="169056" y="105184"/>
                  <a:pt x="167726" y="108383"/>
                  <a:pt x="165066" y="111025"/>
                </a:cubicBezTo>
                <a:cubicBezTo>
                  <a:pt x="162406" y="113664"/>
                  <a:pt x="159203" y="114984"/>
                  <a:pt x="155457" y="114984"/>
                </a:cubicBezTo>
                <a:cubicBezTo>
                  <a:pt x="151711" y="114984"/>
                  <a:pt x="148521" y="113664"/>
                  <a:pt x="145888" y="111025"/>
                </a:cubicBezTo>
                <a:cubicBezTo>
                  <a:pt x="143255" y="108383"/>
                  <a:pt x="141939" y="105184"/>
                  <a:pt x="141939" y="101426"/>
                </a:cubicBezTo>
                <a:cubicBezTo>
                  <a:pt x="141939" y="97668"/>
                  <a:pt x="143255" y="94455"/>
                  <a:pt x="145888" y="91789"/>
                </a:cubicBezTo>
                <a:cubicBezTo>
                  <a:pt x="148521" y="89120"/>
                  <a:pt x="151711" y="87786"/>
                  <a:pt x="155457" y="87786"/>
                </a:cubicBezTo>
                <a:close/>
                <a:moveTo>
                  <a:pt x="279072" y="109936"/>
                </a:moveTo>
                <a:lnTo>
                  <a:pt x="279072" y="112867"/>
                </a:lnTo>
                <a:lnTo>
                  <a:pt x="221336" y="112867"/>
                </a:lnTo>
                <a:lnTo>
                  <a:pt x="221336" y="109936"/>
                </a:lnTo>
                <a:lnTo>
                  <a:pt x="225000" y="109936"/>
                </a:lnTo>
                <a:cubicBezTo>
                  <a:pt x="228203" y="109936"/>
                  <a:pt x="230782" y="109363"/>
                  <a:pt x="232737" y="108218"/>
                </a:cubicBezTo>
                <a:cubicBezTo>
                  <a:pt x="234148" y="107453"/>
                  <a:pt x="235234" y="106143"/>
                  <a:pt x="235994" y="104289"/>
                </a:cubicBezTo>
                <a:cubicBezTo>
                  <a:pt x="236591" y="102979"/>
                  <a:pt x="236890" y="99541"/>
                  <a:pt x="236890" y="93974"/>
                </a:cubicBezTo>
                <a:lnTo>
                  <a:pt x="236890" y="21336"/>
                </a:lnTo>
                <a:cubicBezTo>
                  <a:pt x="236890" y="15661"/>
                  <a:pt x="236591" y="12114"/>
                  <a:pt x="235994" y="10696"/>
                </a:cubicBezTo>
                <a:cubicBezTo>
                  <a:pt x="235397" y="9276"/>
                  <a:pt x="234189" y="8034"/>
                  <a:pt x="232370" y="6970"/>
                </a:cubicBezTo>
                <a:cubicBezTo>
                  <a:pt x="230552" y="5906"/>
                  <a:pt x="228095" y="5375"/>
                  <a:pt x="225000" y="5375"/>
                </a:cubicBezTo>
                <a:lnTo>
                  <a:pt x="221336" y="5375"/>
                </a:lnTo>
                <a:lnTo>
                  <a:pt x="221336" y="2443"/>
                </a:lnTo>
                <a:lnTo>
                  <a:pt x="279072" y="2443"/>
                </a:lnTo>
                <a:lnTo>
                  <a:pt x="279072" y="5375"/>
                </a:lnTo>
                <a:lnTo>
                  <a:pt x="275408" y="5375"/>
                </a:lnTo>
                <a:cubicBezTo>
                  <a:pt x="272205" y="5375"/>
                  <a:pt x="269626" y="5947"/>
                  <a:pt x="267672" y="7092"/>
                </a:cubicBezTo>
                <a:cubicBezTo>
                  <a:pt x="266260" y="7858"/>
                  <a:pt x="265147" y="9167"/>
                  <a:pt x="264333" y="11022"/>
                </a:cubicBezTo>
                <a:cubicBezTo>
                  <a:pt x="263736" y="12331"/>
                  <a:pt x="263437" y="15769"/>
                  <a:pt x="263437" y="21336"/>
                </a:cubicBezTo>
                <a:lnTo>
                  <a:pt x="263437" y="93974"/>
                </a:lnTo>
                <a:cubicBezTo>
                  <a:pt x="263437" y="99649"/>
                  <a:pt x="263749" y="103197"/>
                  <a:pt x="264374" y="104617"/>
                </a:cubicBezTo>
                <a:cubicBezTo>
                  <a:pt x="264998" y="106035"/>
                  <a:pt x="266219" y="107276"/>
                  <a:pt x="268038" y="108340"/>
                </a:cubicBezTo>
                <a:cubicBezTo>
                  <a:pt x="269857" y="109404"/>
                  <a:pt x="272313" y="109936"/>
                  <a:pt x="275408" y="109936"/>
                </a:cubicBezTo>
                <a:lnTo>
                  <a:pt x="279072" y="109936"/>
                </a:lnTo>
                <a:close/>
                <a:moveTo>
                  <a:pt x="319785" y="36645"/>
                </a:moveTo>
                <a:lnTo>
                  <a:pt x="319785" y="46580"/>
                </a:lnTo>
                <a:cubicBezTo>
                  <a:pt x="323694" y="42317"/>
                  <a:pt x="327440" y="39215"/>
                  <a:pt x="331023" y="37276"/>
                </a:cubicBezTo>
                <a:cubicBezTo>
                  <a:pt x="334606" y="35335"/>
                  <a:pt x="338461" y="34365"/>
                  <a:pt x="342587" y="34365"/>
                </a:cubicBezTo>
                <a:cubicBezTo>
                  <a:pt x="347527" y="34365"/>
                  <a:pt x="351626" y="35738"/>
                  <a:pt x="354883" y="38483"/>
                </a:cubicBezTo>
                <a:cubicBezTo>
                  <a:pt x="358141" y="41228"/>
                  <a:pt x="360312" y="44638"/>
                  <a:pt x="361398" y="48715"/>
                </a:cubicBezTo>
                <a:cubicBezTo>
                  <a:pt x="362267" y="51815"/>
                  <a:pt x="362701" y="57768"/>
                  <a:pt x="362701" y="66575"/>
                </a:cubicBezTo>
                <a:lnTo>
                  <a:pt x="362701" y="96255"/>
                </a:lnTo>
                <a:cubicBezTo>
                  <a:pt x="362701" y="102118"/>
                  <a:pt x="363230" y="105769"/>
                  <a:pt x="364289" y="107207"/>
                </a:cubicBezTo>
                <a:cubicBezTo>
                  <a:pt x="365347" y="108646"/>
                  <a:pt x="367560" y="109555"/>
                  <a:pt x="370926" y="109936"/>
                </a:cubicBezTo>
                <a:lnTo>
                  <a:pt x="370926" y="112867"/>
                </a:lnTo>
                <a:lnTo>
                  <a:pt x="332408" y="112867"/>
                </a:lnTo>
                <a:lnTo>
                  <a:pt x="332408" y="109936"/>
                </a:lnTo>
                <a:cubicBezTo>
                  <a:pt x="335285" y="109555"/>
                  <a:pt x="337348" y="108361"/>
                  <a:pt x="338596" y="106352"/>
                </a:cubicBezTo>
                <a:cubicBezTo>
                  <a:pt x="339465" y="104995"/>
                  <a:pt x="339899" y="101629"/>
                  <a:pt x="339899" y="96255"/>
                </a:cubicBezTo>
                <a:lnTo>
                  <a:pt x="339899" y="62378"/>
                </a:lnTo>
                <a:cubicBezTo>
                  <a:pt x="339899" y="56135"/>
                  <a:pt x="339655" y="52199"/>
                  <a:pt x="339167" y="50570"/>
                </a:cubicBezTo>
                <a:cubicBezTo>
                  <a:pt x="338678" y="48942"/>
                  <a:pt x="337850" y="47679"/>
                  <a:pt x="336683" y="46784"/>
                </a:cubicBezTo>
                <a:cubicBezTo>
                  <a:pt x="335516" y="45888"/>
                  <a:pt x="334226" y="45440"/>
                  <a:pt x="332815" y="45440"/>
                </a:cubicBezTo>
                <a:cubicBezTo>
                  <a:pt x="328146" y="45440"/>
                  <a:pt x="323803" y="48806"/>
                  <a:pt x="319785" y="55538"/>
                </a:cubicBezTo>
                <a:lnTo>
                  <a:pt x="319785" y="96255"/>
                </a:lnTo>
                <a:cubicBezTo>
                  <a:pt x="319785" y="101955"/>
                  <a:pt x="320315" y="105565"/>
                  <a:pt x="321373" y="107085"/>
                </a:cubicBezTo>
                <a:cubicBezTo>
                  <a:pt x="322432" y="108605"/>
                  <a:pt x="324400" y="109555"/>
                  <a:pt x="327277" y="109936"/>
                </a:cubicBezTo>
                <a:lnTo>
                  <a:pt x="327277" y="112867"/>
                </a:lnTo>
                <a:lnTo>
                  <a:pt x="288759" y="112867"/>
                </a:lnTo>
                <a:lnTo>
                  <a:pt x="288759" y="109936"/>
                </a:lnTo>
                <a:cubicBezTo>
                  <a:pt x="291962" y="109610"/>
                  <a:pt x="294242" y="108578"/>
                  <a:pt x="295599" y="106841"/>
                </a:cubicBezTo>
                <a:cubicBezTo>
                  <a:pt x="296522" y="105647"/>
                  <a:pt x="296984" y="102118"/>
                  <a:pt x="296984" y="96255"/>
                </a:cubicBezTo>
                <a:lnTo>
                  <a:pt x="296984" y="53258"/>
                </a:lnTo>
                <a:cubicBezTo>
                  <a:pt x="296984" y="47433"/>
                  <a:pt x="296455" y="43807"/>
                  <a:pt x="295396" y="42379"/>
                </a:cubicBezTo>
                <a:cubicBezTo>
                  <a:pt x="294337" y="40950"/>
                  <a:pt x="292125" y="40016"/>
                  <a:pt x="288759" y="39577"/>
                </a:cubicBezTo>
                <a:lnTo>
                  <a:pt x="288759" y="36645"/>
                </a:lnTo>
                <a:lnTo>
                  <a:pt x="319785" y="36645"/>
                </a:lnTo>
                <a:close/>
                <a:moveTo>
                  <a:pt x="414819" y="44626"/>
                </a:moveTo>
                <a:lnTo>
                  <a:pt x="414819" y="97558"/>
                </a:lnTo>
                <a:cubicBezTo>
                  <a:pt x="414819" y="102661"/>
                  <a:pt x="415362" y="105864"/>
                  <a:pt x="416447" y="107167"/>
                </a:cubicBezTo>
                <a:cubicBezTo>
                  <a:pt x="418185" y="109175"/>
                  <a:pt x="421388" y="110098"/>
                  <a:pt x="426057" y="109936"/>
                </a:cubicBezTo>
                <a:lnTo>
                  <a:pt x="426057" y="112867"/>
                </a:lnTo>
                <a:lnTo>
                  <a:pt x="381187" y="112867"/>
                </a:lnTo>
                <a:lnTo>
                  <a:pt x="381187" y="109936"/>
                </a:lnTo>
                <a:cubicBezTo>
                  <a:pt x="384607" y="109881"/>
                  <a:pt x="387036" y="109488"/>
                  <a:pt x="388475" y="108755"/>
                </a:cubicBezTo>
                <a:cubicBezTo>
                  <a:pt x="389914" y="108022"/>
                  <a:pt x="390904" y="107004"/>
                  <a:pt x="391447" y="105701"/>
                </a:cubicBezTo>
                <a:cubicBezTo>
                  <a:pt x="391990" y="104398"/>
                  <a:pt x="392262" y="101684"/>
                  <a:pt x="392262" y="97558"/>
                </a:cubicBezTo>
                <a:lnTo>
                  <a:pt x="392262" y="44626"/>
                </a:lnTo>
                <a:lnTo>
                  <a:pt x="381187" y="44626"/>
                </a:lnTo>
                <a:lnTo>
                  <a:pt x="381187" y="36645"/>
                </a:lnTo>
                <a:lnTo>
                  <a:pt x="392262" y="36645"/>
                </a:lnTo>
                <a:lnTo>
                  <a:pt x="392262" y="31052"/>
                </a:lnTo>
                <a:lnTo>
                  <a:pt x="392180" y="27240"/>
                </a:lnTo>
                <a:cubicBezTo>
                  <a:pt x="392180" y="19458"/>
                  <a:pt x="395044" y="12973"/>
                  <a:pt x="400771" y="7785"/>
                </a:cubicBezTo>
                <a:cubicBezTo>
                  <a:pt x="406499" y="2595"/>
                  <a:pt x="414249" y="0"/>
                  <a:pt x="424021" y="0"/>
                </a:cubicBezTo>
                <a:cubicBezTo>
                  <a:pt x="430698" y="0"/>
                  <a:pt x="435652" y="1254"/>
                  <a:pt x="438882" y="3761"/>
                </a:cubicBezTo>
                <a:cubicBezTo>
                  <a:pt x="442113" y="6267"/>
                  <a:pt x="443728" y="9046"/>
                  <a:pt x="443728" y="12098"/>
                </a:cubicBezTo>
                <a:cubicBezTo>
                  <a:pt x="443728" y="14551"/>
                  <a:pt x="442723" y="16677"/>
                  <a:pt x="440715" y="18475"/>
                </a:cubicBezTo>
                <a:cubicBezTo>
                  <a:pt x="438706" y="20274"/>
                  <a:pt x="436046" y="21173"/>
                  <a:pt x="432734" y="21173"/>
                </a:cubicBezTo>
                <a:cubicBezTo>
                  <a:pt x="429911" y="21173"/>
                  <a:pt x="427672" y="20440"/>
                  <a:pt x="426016" y="18974"/>
                </a:cubicBezTo>
                <a:cubicBezTo>
                  <a:pt x="424360" y="17508"/>
                  <a:pt x="423532" y="15880"/>
                  <a:pt x="423532" y="14088"/>
                </a:cubicBezTo>
                <a:cubicBezTo>
                  <a:pt x="423532" y="13599"/>
                  <a:pt x="423695" y="12595"/>
                  <a:pt x="424021" y="11075"/>
                </a:cubicBezTo>
                <a:cubicBezTo>
                  <a:pt x="424238" y="10152"/>
                  <a:pt x="424346" y="9283"/>
                  <a:pt x="424346" y="8469"/>
                </a:cubicBezTo>
                <a:cubicBezTo>
                  <a:pt x="424346" y="7329"/>
                  <a:pt x="424021" y="6488"/>
                  <a:pt x="423369" y="5945"/>
                </a:cubicBezTo>
                <a:cubicBezTo>
                  <a:pt x="422501" y="5130"/>
                  <a:pt x="421442" y="4723"/>
                  <a:pt x="420193" y="4723"/>
                </a:cubicBezTo>
                <a:cubicBezTo>
                  <a:pt x="418619" y="4723"/>
                  <a:pt x="417302" y="5370"/>
                  <a:pt x="416244" y="6662"/>
                </a:cubicBezTo>
                <a:cubicBezTo>
                  <a:pt x="415185" y="7955"/>
                  <a:pt x="414656" y="10029"/>
                  <a:pt x="414656" y="12884"/>
                </a:cubicBezTo>
                <a:lnTo>
                  <a:pt x="414819" y="27028"/>
                </a:lnTo>
                <a:lnTo>
                  <a:pt x="414819" y="36645"/>
                </a:lnTo>
                <a:lnTo>
                  <a:pt x="426057" y="36645"/>
                </a:lnTo>
                <a:lnTo>
                  <a:pt x="426057" y="44626"/>
                </a:lnTo>
                <a:lnTo>
                  <a:pt x="414819" y="446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o.">
            <a:extLst xmlns:a="http://schemas.openxmlformats.org/drawingml/2006/main">
              <a:ext uri="{FF2B5EF4-FFF2-40B4-BE49-F238E27FC236}">
                <a16:creationId xmlns:a16="http://schemas.microsoft.com/office/drawing/2014/main" id="{AD1A6497-F7CB-4BDC-A9E5-D7B0F767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477" y="2984857"/>
            <a:ext cx="111809" cy="80782"/>
          </a:xfrm>
          <a:custGeom xmlns:a="http://schemas.openxmlformats.org/drawingml/2006/main">
            <a:pathLst>
              <a:path w="111809" h="80782">
                <a:moveTo>
                  <a:pt x="35505" y="0"/>
                </a:moveTo>
                <a:cubicBezTo>
                  <a:pt x="42128" y="0"/>
                  <a:pt x="48290" y="1712"/>
                  <a:pt x="53991" y="5135"/>
                </a:cubicBezTo>
                <a:cubicBezTo>
                  <a:pt x="59691" y="8559"/>
                  <a:pt x="64020" y="13423"/>
                  <a:pt x="66979" y="19727"/>
                </a:cubicBezTo>
                <a:cubicBezTo>
                  <a:pt x="69938" y="26032"/>
                  <a:pt x="71417" y="32933"/>
                  <a:pt x="71417" y="40432"/>
                </a:cubicBezTo>
                <a:cubicBezTo>
                  <a:pt x="71417" y="51246"/>
                  <a:pt x="68676" y="60294"/>
                  <a:pt x="63193" y="67577"/>
                </a:cubicBezTo>
                <a:cubicBezTo>
                  <a:pt x="56569" y="76381"/>
                  <a:pt x="47422" y="80782"/>
                  <a:pt x="35749" y="80782"/>
                </a:cubicBezTo>
                <a:cubicBezTo>
                  <a:pt x="24294" y="80782"/>
                  <a:pt x="15472" y="76761"/>
                  <a:pt x="9283" y="68717"/>
                </a:cubicBezTo>
                <a:cubicBezTo>
                  <a:pt x="3094" y="60674"/>
                  <a:pt x="0" y="51354"/>
                  <a:pt x="0" y="40758"/>
                </a:cubicBezTo>
                <a:cubicBezTo>
                  <a:pt x="0" y="29835"/>
                  <a:pt x="3162" y="20312"/>
                  <a:pt x="9487" y="12187"/>
                </a:cubicBezTo>
                <a:cubicBezTo>
                  <a:pt x="15812" y="4062"/>
                  <a:pt x="24484" y="0"/>
                  <a:pt x="35505" y="0"/>
                </a:cubicBezTo>
                <a:moveTo>
                  <a:pt x="35831" y="5700"/>
                </a:moveTo>
                <a:cubicBezTo>
                  <a:pt x="33062" y="5700"/>
                  <a:pt x="30687" y="6747"/>
                  <a:pt x="28705" y="8841"/>
                </a:cubicBezTo>
                <a:cubicBezTo>
                  <a:pt x="26724" y="10932"/>
                  <a:pt x="25421" y="15063"/>
                  <a:pt x="24797" y="21231"/>
                </a:cubicBezTo>
                <a:cubicBezTo>
                  <a:pt x="24172" y="27400"/>
                  <a:pt x="23860" y="35974"/>
                  <a:pt x="23860" y="46954"/>
                </a:cubicBezTo>
                <a:cubicBezTo>
                  <a:pt x="23860" y="52770"/>
                  <a:pt x="24240" y="58206"/>
                  <a:pt x="25000" y="63261"/>
                </a:cubicBezTo>
                <a:cubicBezTo>
                  <a:pt x="25597" y="67119"/>
                  <a:pt x="26873" y="70054"/>
                  <a:pt x="28828" y="72066"/>
                </a:cubicBezTo>
                <a:cubicBezTo>
                  <a:pt x="30782" y="74077"/>
                  <a:pt x="33008" y="75082"/>
                  <a:pt x="35505" y="75082"/>
                </a:cubicBezTo>
                <a:cubicBezTo>
                  <a:pt x="37948" y="75082"/>
                  <a:pt x="39984" y="74402"/>
                  <a:pt x="41613" y="73043"/>
                </a:cubicBezTo>
                <a:cubicBezTo>
                  <a:pt x="43730" y="71196"/>
                  <a:pt x="45141" y="68614"/>
                  <a:pt x="45847" y="65297"/>
                </a:cubicBezTo>
                <a:cubicBezTo>
                  <a:pt x="46933" y="60135"/>
                  <a:pt x="47476" y="49699"/>
                  <a:pt x="47476" y="33991"/>
                </a:cubicBezTo>
                <a:cubicBezTo>
                  <a:pt x="47476" y="24752"/>
                  <a:pt x="46960" y="18407"/>
                  <a:pt x="45929" y="14956"/>
                </a:cubicBezTo>
                <a:cubicBezTo>
                  <a:pt x="44897" y="11503"/>
                  <a:pt x="43377" y="8989"/>
                  <a:pt x="41368" y="7413"/>
                </a:cubicBezTo>
                <a:cubicBezTo>
                  <a:pt x="39957" y="6271"/>
                  <a:pt x="38111" y="5700"/>
                  <a:pt x="35831" y="5700"/>
                </a:cubicBezTo>
                <a:close/>
                <a:moveTo>
                  <a:pt x="98209" y="53421"/>
                </a:moveTo>
                <a:cubicBezTo>
                  <a:pt x="102009" y="53421"/>
                  <a:pt x="105226" y="54755"/>
                  <a:pt x="107859" y="57423"/>
                </a:cubicBezTo>
                <a:cubicBezTo>
                  <a:pt x="110492" y="60090"/>
                  <a:pt x="111809" y="63303"/>
                  <a:pt x="111809" y="67061"/>
                </a:cubicBezTo>
                <a:cubicBezTo>
                  <a:pt x="111809" y="70818"/>
                  <a:pt x="110478" y="74018"/>
                  <a:pt x="107818" y="76660"/>
                </a:cubicBezTo>
                <a:cubicBezTo>
                  <a:pt x="105158" y="79299"/>
                  <a:pt x="101955" y="80619"/>
                  <a:pt x="98209" y="80619"/>
                </a:cubicBezTo>
                <a:cubicBezTo>
                  <a:pt x="94463" y="80619"/>
                  <a:pt x="91274" y="79299"/>
                  <a:pt x="88641" y="76660"/>
                </a:cubicBezTo>
                <a:cubicBezTo>
                  <a:pt x="86008" y="74018"/>
                  <a:pt x="84691" y="70818"/>
                  <a:pt x="84691" y="67061"/>
                </a:cubicBezTo>
                <a:cubicBezTo>
                  <a:pt x="84691" y="63303"/>
                  <a:pt x="86008" y="60090"/>
                  <a:pt x="88641" y="57423"/>
                </a:cubicBezTo>
                <a:cubicBezTo>
                  <a:pt x="91274" y="54755"/>
                  <a:pt x="94463" y="53421"/>
                  <a:pt x="98209" y="53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FieldAccess">
            <a:extLst xmlns:a="http://schemas.openxmlformats.org/drawingml/2006/main">
              <a:ext uri="{FF2B5EF4-FFF2-40B4-BE49-F238E27FC236}">
                <a16:creationId xmlns:a16="http://schemas.microsoft.com/office/drawing/2014/main" id="{107CF304-CABA-4E19-A54F-F80E582F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702" y="3530682"/>
            <a:ext cx="856437" cy="115147"/>
          </a:xfrm>
          <a:custGeom xmlns:a="http://schemas.openxmlformats.org/drawingml/2006/main">
            <a:pathLst>
              <a:path w="856437" h="115147">
                <a:moveTo>
                  <a:pt x="42101" y="8795"/>
                </a:moveTo>
                <a:lnTo>
                  <a:pt x="42101" y="54072"/>
                </a:lnTo>
                <a:lnTo>
                  <a:pt x="45277" y="54072"/>
                </a:lnTo>
                <a:cubicBezTo>
                  <a:pt x="50163" y="54072"/>
                  <a:pt x="54153" y="53337"/>
                  <a:pt x="57248" y="51866"/>
                </a:cubicBezTo>
                <a:cubicBezTo>
                  <a:pt x="60342" y="50395"/>
                  <a:pt x="62962" y="47916"/>
                  <a:pt x="65106" y="44430"/>
                </a:cubicBezTo>
                <a:cubicBezTo>
                  <a:pt x="67251" y="40943"/>
                  <a:pt x="68649" y="36231"/>
                  <a:pt x="69300" y="30293"/>
                </a:cubicBezTo>
                <a:lnTo>
                  <a:pt x="72150" y="30293"/>
                </a:lnTo>
                <a:lnTo>
                  <a:pt x="72150" y="85831"/>
                </a:lnTo>
                <a:lnTo>
                  <a:pt x="69300" y="85831"/>
                </a:lnTo>
                <a:cubicBezTo>
                  <a:pt x="68269" y="75353"/>
                  <a:pt x="65459" y="68445"/>
                  <a:pt x="60872" y="65106"/>
                </a:cubicBezTo>
                <a:cubicBezTo>
                  <a:pt x="56284" y="61767"/>
                  <a:pt x="51086" y="60098"/>
                  <a:pt x="45277" y="60098"/>
                </a:cubicBezTo>
                <a:lnTo>
                  <a:pt x="42101" y="60098"/>
                </a:lnTo>
                <a:lnTo>
                  <a:pt x="42101" y="93974"/>
                </a:lnTo>
                <a:cubicBezTo>
                  <a:pt x="42101" y="99649"/>
                  <a:pt x="42413" y="103197"/>
                  <a:pt x="43038" y="104617"/>
                </a:cubicBezTo>
                <a:cubicBezTo>
                  <a:pt x="43662" y="106035"/>
                  <a:pt x="44884" y="107276"/>
                  <a:pt x="46702" y="108340"/>
                </a:cubicBezTo>
                <a:cubicBezTo>
                  <a:pt x="48521" y="109404"/>
                  <a:pt x="50978" y="109936"/>
                  <a:pt x="54072" y="109936"/>
                </a:cubicBezTo>
                <a:lnTo>
                  <a:pt x="57737" y="109936"/>
                </a:lnTo>
                <a:lnTo>
                  <a:pt x="57737" y="112867"/>
                </a:lnTo>
                <a:lnTo>
                  <a:pt x="0" y="112867"/>
                </a:lnTo>
                <a:lnTo>
                  <a:pt x="0" y="109936"/>
                </a:lnTo>
                <a:lnTo>
                  <a:pt x="3665" y="109936"/>
                </a:lnTo>
                <a:cubicBezTo>
                  <a:pt x="6868" y="109936"/>
                  <a:pt x="9446" y="109363"/>
                  <a:pt x="11401" y="108218"/>
                </a:cubicBezTo>
                <a:cubicBezTo>
                  <a:pt x="12812" y="107453"/>
                  <a:pt x="13898" y="106143"/>
                  <a:pt x="14658" y="104289"/>
                </a:cubicBezTo>
                <a:cubicBezTo>
                  <a:pt x="15255" y="102979"/>
                  <a:pt x="15554" y="99541"/>
                  <a:pt x="15554" y="93974"/>
                </a:cubicBezTo>
                <a:lnTo>
                  <a:pt x="15554" y="21336"/>
                </a:lnTo>
                <a:cubicBezTo>
                  <a:pt x="15554" y="15661"/>
                  <a:pt x="15255" y="12114"/>
                  <a:pt x="14658" y="10696"/>
                </a:cubicBezTo>
                <a:cubicBezTo>
                  <a:pt x="14061" y="9276"/>
                  <a:pt x="12853" y="8034"/>
                  <a:pt x="11034" y="6970"/>
                </a:cubicBezTo>
                <a:cubicBezTo>
                  <a:pt x="9216" y="5906"/>
                  <a:pt x="6759" y="5375"/>
                  <a:pt x="3665" y="5375"/>
                </a:cubicBezTo>
                <a:lnTo>
                  <a:pt x="0" y="5375"/>
                </a:lnTo>
                <a:lnTo>
                  <a:pt x="0" y="2443"/>
                </a:lnTo>
                <a:lnTo>
                  <a:pt x="93160" y="2443"/>
                </a:lnTo>
                <a:lnTo>
                  <a:pt x="93160" y="34202"/>
                </a:lnTo>
                <a:lnTo>
                  <a:pt x="89821" y="34202"/>
                </a:lnTo>
                <a:cubicBezTo>
                  <a:pt x="89061" y="26741"/>
                  <a:pt x="87120" y="21213"/>
                  <a:pt x="83999" y="17618"/>
                </a:cubicBezTo>
                <a:cubicBezTo>
                  <a:pt x="80877" y="14023"/>
                  <a:pt x="76358" y="11491"/>
                  <a:pt x="70440" y="10021"/>
                </a:cubicBezTo>
                <a:cubicBezTo>
                  <a:pt x="67183" y="9204"/>
                  <a:pt x="61157" y="8795"/>
                  <a:pt x="52362" y="8795"/>
                </a:cubicBezTo>
                <a:lnTo>
                  <a:pt x="42101" y="8795"/>
                </a:lnTo>
                <a:close/>
                <a:moveTo>
                  <a:pt x="122069" y="0"/>
                </a:moveTo>
                <a:cubicBezTo>
                  <a:pt x="125598" y="0"/>
                  <a:pt x="128584" y="1239"/>
                  <a:pt x="131027" y="3718"/>
                </a:cubicBezTo>
                <a:cubicBezTo>
                  <a:pt x="133470" y="6195"/>
                  <a:pt x="134691" y="9177"/>
                  <a:pt x="134691" y="12663"/>
                </a:cubicBezTo>
                <a:cubicBezTo>
                  <a:pt x="134691" y="16149"/>
                  <a:pt x="133456" y="19118"/>
                  <a:pt x="130986" y="21570"/>
                </a:cubicBezTo>
                <a:cubicBezTo>
                  <a:pt x="128516" y="24020"/>
                  <a:pt x="125543" y="25244"/>
                  <a:pt x="122069" y="25244"/>
                </a:cubicBezTo>
                <a:cubicBezTo>
                  <a:pt x="118594" y="25244"/>
                  <a:pt x="115636" y="24020"/>
                  <a:pt x="113193" y="21570"/>
                </a:cubicBezTo>
                <a:cubicBezTo>
                  <a:pt x="110750" y="19118"/>
                  <a:pt x="109528" y="16149"/>
                  <a:pt x="109528" y="12663"/>
                </a:cubicBezTo>
                <a:cubicBezTo>
                  <a:pt x="109528" y="9177"/>
                  <a:pt x="110750" y="6195"/>
                  <a:pt x="113193" y="3718"/>
                </a:cubicBezTo>
                <a:cubicBezTo>
                  <a:pt x="115636" y="1239"/>
                  <a:pt x="118594" y="0"/>
                  <a:pt x="122069" y="0"/>
                </a:cubicBezTo>
                <a:moveTo>
                  <a:pt x="133470" y="36645"/>
                </a:moveTo>
                <a:lnTo>
                  <a:pt x="133470" y="97069"/>
                </a:lnTo>
                <a:cubicBezTo>
                  <a:pt x="133470" y="102444"/>
                  <a:pt x="134094" y="105877"/>
                  <a:pt x="135343" y="107370"/>
                </a:cubicBezTo>
                <a:cubicBezTo>
                  <a:pt x="136591" y="108863"/>
                  <a:pt x="139034" y="109718"/>
                  <a:pt x="142672" y="109936"/>
                </a:cubicBezTo>
                <a:lnTo>
                  <a:pt x="142672" y="112867"/>
                </a:lnTo>
                <a:lnTo>
                  <a:pt x="101548" y="112867"/>
                </a:lnTo>
                <a:lnTo>
                  <a:pt x="101548" y="109936"/>
                </a:lnTo>
                <a:cubicBezTo>
                  <a:pt x="104913" y="109827"/>
                  <a:pt x="107411" y="108850"/>
                  <a:pt x="109039" y="107004"/>
                </a:cubicBezTo>
                <a:cubicBezTo>
                  <a:pt x="110125" y="105755"/>
                  <a:pt x="110668" y="102444"/>
                  <a:pt x="110668" y="97069"/>
                </a:cubicBezTo>
                <a:lnTo>
                  <a:pt x="110668" y="52606"/>
                </a:lnTo>
                <a:cubicBezTo>
                  <a:pt x="110668" y="47164"/>
                  <a:pt x="110044" y="43687"/>
                  <a:pt x="108795" y="42175"/>
                </a:cubicBezTo>
                <a:cubicBezTo>
                  <a:pt x="107547" y="40663"/>
                  <a:pt x="105131" y="39797"/>
                  <a:pt x="101548" y="39577"/>
                </a:cubicBezTo>
                <a:lnTo>
                  <a:pt x="101548" y="36645"/>
                </a:lnTo>
                <a:lnTo>
                  <a:pt x="133470" y="36645"/>
                </a:lnTo>
                <a:close/>
                <a:moveTo>
                  <a:pt x="214577" y="71987"/>
                </a:moveTo>
                <a:lnTo>
                  <a:pt x="172802" y="71987"/>
                </a:lnTo>
                <a:cubicBezTo>
                  <a:pt x="173290" y="82112"/>
                  <a:pt x="175978" y="90114"/>
                  <a:pt x="180864" y="95993"/>
                </a:cubicBezTo>
                <a:cubicBezTo>
                  <a:pt x="184610" y="100510"/>
                  <a:pt x="189116" y="102769"/>
                  <a:pt x="194382" y="102769"/>
                </a:cubicBezTo>
                <a:cubicBezTo>
                  <a:pt x="197639" y="102769"/>
                  <a:pt x="200598" y="101860"/>
                  <a:pt x="203258" y="100041"/>
                </a:cubicBezTo>
                <a:cubicBezTo>
                  <a:pt x="205918" y="98223"/>
                  <a:pt x="208768" y="94952"/>
                  <a:pt x="211809" y="90229"/>
                </a:cubicBezTo>
                <a:lnTo>
                  <a:pt x="214577" y="92020"/>
                </a:lnTo>
                <a:cubicBezTo>
                  <a:pt x="210451" y="100435"/>
                  <a:pt x="205891" y="106393"/>
                  <a:pt x="200896" y="109895"/>
                </a:cubicBezTo>
                <a:cubicBezTo>
                  <a:pt x="195902" y="113396"/>
                  <a:pt x="190120" y="115147"/>
                  <a:pt x="183551" y="115147"/>
                </a:cubicBezTo>
                <a:cubicBezTo>
                  <a:pt x="172259" y="115147"/>
                  <a:pt x="163708" y="110800"/>
                  <a:pt x="157899" y="102105"/>
                </a:cubicBezTo>
                <a:cubicBezTo>
                  <a:pt x="153231" y="95095"/>
                  <a:pt x="150896" y="86400"/>
                  <a:pt x="150896" y="76021"/>
                </a:cubicBezTo>
                <a:cubicBezTo>
                  <a:pt x="150896" y="63304"/>
                  <a:pt x="154330" y="53182"/>
                  <a:pt x="161197" y="45656"/>
                </a:cubicBezTo>
                <a:cubicBezTo>
                  <a:pt x="168065" y="38129"/>
                  <a:pt x="176113" y="34365"/>
                  <a:pt x="185343" y="34365"/>
                </a:cubicBezTo>
                <a:cubicBezTo>
                  <a:pt x="193052" y="34365"/>
                  <a:pt x="199743" y="37527"/>
                  <a:pt x="205416" y="43852"/>
                </a:cubicBezTo>
                <a:cubicBezTo>
                  <a:pt x="211089" y="50177"/>
                  <a:pt x="214143" y="59555"/>
                  <a:pt x="214577" y="71987"/>
                </a:cubicBezTo>
                <a:moveTo>
                  <a:pt x="194545" y="66613"/>
                </a:moveTo>
                <a:cubicBezTo>
                  <a:pt x="194545" y="57872"/>
                  <a:pt x="194070" y="51873"/>
                  <a:pt x="193120" y="48616"/>
                </a:cubicBezTo>
                <a:cubicBezTo>
                  <a:pt x="192169" y="45359"/>
                  <a:pt x="190690" y="42888"/>
                  <a:pt x="188681" y="41205"/>
                </a:cubicBezTo>
                <a:cubicBezTo>
                  <a:pt x="187541" y="40228"/>
                  <a:pt x="186021" y="39740"/>
                  <a:pt x="184121" y="39740"/>
                </a:cubicBezTo>
                <a:cubicBezTo>
                  <a:pt x="181298" y="39740"/>
                  <a:pt x="178991" y="41124"/>
                  <a:pt x="177199" y="43893"/>
                </a:cubicBezTo>
                <a:cubicBezTo>
                  <a:pt x="173996" y="48724"/>
                  <a:pt x="172395" y="55348"/>
                  <a:pt x="172395" y="63763"/>
                </a:cubicBezTo>
                <a:lnTo>
                  <a:pt x="172395" y="66613"/>
                </a:lnTo>
                <a:lnTo>
                  <a:pt x="194545" y="66613"/>
                </a:lnTo>
                <a:close/>
                <a:moveTo>
                  <a:pt x="253909" y="2443"/>
                </a:moveTo>
                <a:lnTo>
                  <a:pt x="253909" y="97069"/>
                </a:lnTo>
                <a:cubicBezTo>
                  <a:pt x="253909" y="102444"/>
                  <a:pt x="254534" y="105877"/>
                  <a:pt x="255782" y="107370"/>
                </a:cubicBezTo>
                <a:cubicBezTo>
                  <a:pt x="257031" y="108863"/>
                  <a:pt x="259474" y="109718"/>
                  <a:pt x="263111" y="109936"/>
                </a:cubicBezTo>
                <a:lnTo>
                  <a:pt x="263111" y="112867"/>
                </a:lnTo>
                <a:lnTo>
                  <a:pt x="221987" y="112867"/>
                </a:lnTo>
                <a:lnTo>
                  <a:pt x="221987" y="109936"/>
                </a:lnTo>
                <a:cubicBezTo>
                  <a:pt x="225353" y="109827"/>
                  <a:pt x="227851" y="108850"/>
                  <a:pt x="229479" y="107004"/>
                </a:cubicBezTo>
                <a:cubicBezTo>
                  <a:pt x="230565" y="105755"/>
                  <a:pt x="231108" y="102444"/>
                  <a:pt x="231108" y="97069"/>
                </a:cubicBezTo>
                <a:lnTo>
                  <a:pt x="231108" y="18241"/>
                </a:lnTo>
                <a:cubicBezTo>
                  <a:pt x="231108" y="12887"/>
                  <a:pt x="230484" y="9459"/>
                  <a:pt x="229235" y="7958"/>
                </a:cubicBezTo>
                <a:cubicBezTo>
                  <a:pt x="227986" y="6454"/>
                  <a:pt x="225571" y="5593"/>
                  <a:pt x="221987" y="5375"/>
                </a:cubicBezTo>
                <a:lnTo>
                  <a:pt x="221987" y="2443"/>
                </a:lnTo>
                <a:lnTo>
                  <a:pt x="253909" y="2443"/>
                </a:lnTo>
                <a:close/>
                <a:moveTo>
                  <a:pt x="344464" y="2443"/>
                </a:moveTo>
                <a:lnTo>
                  <a:pt x="344464" y="90066"/>
                </a:lnTo>
                <a:cubicBezTo>
                  <a:pt x="344464" y="95924"/>
                  <a:pt x="344626" y="99390"/>
                  <a:pt x="344952" y="100464"/>
                </a:cubicBezTo>
                <a:cubicBezTo>
                  <a:pt x="345386" y="102238"/>
                  <a:pt x="346214" y="103556"/>
                  <a:pt x="347436" y="104416"/>
                </a:cubicBezTo>
                <a:cubicBezTo>
                  <a:pt x="348657" y="105274"/>
                  <a:pt x="350788" y="105811"/>
                  <a:pt x="353828" y="106027"/>
                </a:cubicBezTo>
                <a:lnTo>
                  <a:pt x="353828" y="108958"/>
                </a:lnTo>
                <a:lnTo>
                  <a:pt x="321662" y="115147"/>
                </a:lnTo>
                <a:lnTo>
                  <a:pt x="321662" y="103095"/>
                </a:lnTo>
                <a:cubicBezTo>
                  <a:pt x="317808" y="107764"/>
                  <a:pt x="314374" y="110940"/>
                  <a:pt x="311361" y="112623"/>
                </a:cubicBezTo>
                <a:cubicBezTo>
                  <a:pt x="308348" y="114306"/>
                  <a:pt x="304941" y="115147"/>
                  <a:pt x="301141" y="115147"/>
                </a:cubicBezTo>
                <a:cubicBezTo>
                  <a:pt x="291423" y="115147"/>
                  <a:pt x="283741" y="110800"/>
                  <a:pt x="278095" y="102105"/>
                </a:cubicBezTo>
                <a:cubicBezTo>
                  <a:pt x="273535" y="95041"/>
                  <a:pt x="271255" y="86373"/>
                  <a:pt x="271255" y="76102"/>
                </a:cubicBezTo>
                <a:cubicBezTo>
                  <a:pt x="271255" y="67896"/>
                  <a:pt x="272666" y="60546"/>
                  <a:pt x="275489" y="54052"/>
                </a:cubicBezTo>
                <a:cubicBezTo>
                  <a:pt x="278312" y="47557"/>
                  <a:pt x="282180" y="42653"/>
                  <a:pt x="287093" y="39338"/>
                </a:cubicBezTo>
                <a:cubicBezTo>
                  <a:pt x="292007" y="36023"/>
                  <a:pt x="297286" y="34365"/>
                  <a:pt x="302932" y="34365"/>
                </a:cubicBezTo>
                <a:cubicBezTo>
                  <a:pt x="306570" y="34365"/>
                  <a:pt x="309800" y="35077"/>
                  <a:pt x="312623" y="36500"/>
                </a:cubicBezTo>
                <a:cubicBezTo>
                  <a:pt x="315446" y="37924"/>
                  <a:pt x="318459" y="40415"/>
                  <a:pt x="321662" y="43974"/>
                </a:cubicBezTo>
                <a:lnTo>
                  <a:pt x="321662" y="21010"/>
                </a:lnTo>
                <a:cubicBezTo>
                  <a:pt x="321662" y="15201"/>
                  <a:pt x="321418" y="11699"/>
                  <a:pt x="320929" y="10505"/>
                </a:cubicBezTo>
                <a:cubicBezTo>
                  <a:pt x="320278" y="8931"/>
                  <a:pt x="319300" y="7763"/>
                  <a:pt x="317998" y="7003"/>
                </a:cubicBezTo>
                <a:cubicBezTo>
                  <a:pt x="316695" y="6243"/>
                  <a:pt x="314252" y="5863"/>
                  <a:pt x="310669" y="5863"/>
                </a:cubicBezTo>
                <a:lnTo>
                  <a:pt x="310669" y="2443"/>
                </a:lnTo>
                <a:lnTo>
                  <a:pt x="344464" y="2443"/>
                </a:lnTo>
                <a:moveTo>
                  <a:pt x="321662" y="53909"/>
                </a:moveTo>
                <a:cubicBezTo>
                  <a:pt x="317645" y="46309"/>
                  <a:pt x="312731" y="42508"/>
                  <a:pt x="306923" y="42508"/>
                </a:cubicBezTo>
                <a:cubicBezTo>
                  <a:pt x="304914" y="42508"/>
                  <a:pt x="303258" y="43051"/>
                  <a:pt x="301955" y="44137"/>
                </a:cubicBezTo>
                <a:cubicBezTo>
                  <a:pt x="299946" y="45820"/>
                  <a:pt x="298304" y="48779"/>
                  <a:pt x="297028" y="53013"/>
                </a:cubicBezTo>
                <a:cubicBezTo>
                  <a:pt x="295753" y="57248"/>
                  <a:pt x="295115" y="63735"/>
                  <a:pt x="295115" y="72476"/>
                </a:cubicBezTo>
                <a:cubicBezTo>
                  <a:pt x="295115" y="82085"/>
                  <a:pt x="295820" y="89197"/>
                  <a:pt x="297232" y="93812"/>
                </a:cubicBezTo>
                <a:cubicBezTo>
                  <a:pt x="298643" y="98426"/>
                  <a:pt x="300571" y="101765"/>
                  <a:pt x="303014" y="103828"/>
                </a:cubicBezTo>
                <a:cubicBezTo>
                  <a:pt x="304262" y="104859"/>
                  <a:pt x="305972" y="105375"/>
                  <a:pt x="308144" y="105375"/>
                </a:cubicBezTo>
                <a:cubicBezTo>
                  <a:pt x="312922" y="105375"/>
                  <a:pt x="317428" y="101617"/>
                  <a:pt x="321662" y="94102"/>
                </a:cubicBezTo>
                <a:lnTo>
                  <a:pt x="321662" y="53909"/>
                </a:lnTo>
                <a:close/>
                <a:moveTo>
                  <a:pt x="459447" y="81271"/>
                </a:moveTo>
                <a:lnTo>
                  <a:pt x="420441" y="81271"/>
                </a:lnTo>
                <a:lnTo>
                  <a:pt x="415799" y="92074"/>
                </a:lnTo>
                <a:cubicBezTo>
                  <a:pt x="414279" y="95696"/>
                  <a:pt x="413519" y="98687"/>
                  <a:pt x="413519" y="101047"/>
                </a:cubicBezTo>
                <a:cubicBezTo>
                  <a:pt x="413519" y="104173"/>
                  <a:pt x="414767" y="106478"/>
                  <a:pt x="417265" y="107961"/>
                </a:cubicBezTo>
                <a:cubicBezTo>
                  <a:pt x="418731" y="108838"/>
                  <a:pt x="422341" y="109496"/>
                  <a:pt x="428095" y="109936"/>
                </a:cubicBezTo>
                <a:lnTo>
                  <a:pt x="428095" y="112867"/>
                </a:lnTo>
                <a:lnTo>
                  <a:pt x="391369" y="112867"/>
                </a:lnTo>
                <a:lnTo>
                  <a:pt x="391369" y="109936"/>
                </a:lnTo>
                <a:cubicBezTo>
                  <a:pt x="395332" y="109333"/>
                  <a:pt x="398589" y="107676"/>
                  <a:pt x="401141" y="104963"/>
                </a:cubicBezTo>
                <a:cubicBezTo>
                  <a:pt x="403692" y="102249"/>
                  <a:pt x="406841" y="96643"/>
                  <a:pt x="410587" y="88147"/>
                </a:cubicBezTo>
                <a:lnTo>
                  <a:pt x="450082" y="0"/>
                </a:lnTo>
                <a:lnTo>
                  <a:pt x="451630" y="0"/>
                </a:lnTo>
                <a:lnTo>
                  <a:pt x="491451" y="90603"/>
                </a:lnTo>
                <a:cubicBezTo>
                  <a:pt x="495251" y="99269"/>
                  <a:pt x="498373" y="104725"/>
                  <a:pt x="500816" y="106973"/>
                </a:cubicBezTo>
                <a:cubicBezTo>
                  <a:pt x="502662" y="108673"/>
                  <a:pt x="505267" y="109661"/>
                  <a:pt x="508633" y="109936"/>
                </a:cubicBezTo>
                <a:lnTo>
                  <a:pt x="508633" y="112867"/>
                </a:lnTo>
                <a:lnTo>
                  <a:pt x="455213" y="112867"/>
                </a:lnTo>
                <a:lnTo>
                  <a:pt x="455213" y="109936"/>
                </a:lnTo>
                <a:lnTo>
                  <a:pt x="457412" y="109936"/>
                </a:lnTo>
                <a:cubicBezTo>
                  <a:pt x="461700" y="109936"/>
                  <a:pt x="464713" y="109328"/>
                  <a:pt x="466451" y="108113"/>
                </a:cubicBezTo>
                <a:cubicBezTo>
                  <a:pt x="467645" y="107231"/>
                  <a:pt x="468242" y="105961"/>
                  <a:pt x="468242" y="104304"/>
                </a:cubicBezTo>
                <a:cubicBezTo>
                  <a:pt x="468242" y="103311"/>
                  <a:pt x="468079" y="102290"/>
                  <a:pt x="467754" y="101240"/>
                </a:cubicBezTo>
                <a:cubicBezTo>
                  <a:pt x="467645" y="100745"/>
                  <a:pt x="466831" y="98675"/>
                  <a:pt x="465311" y="95031"/>
                </a:cubicBezTo>
                <a:lnTo>
                  <a:pt x="459447" y="81271"/>
                </a:lnTo>
                <a:moveTo>
                  <a:pt x="456679" y="75245"/>
                </a:moveTo>
                <a:lnTo>
                  <a:pt x="440229" y="37169"/>
                </a:lnTo>
                <a:lnTo>
                  <a:pt x="423291" y="75245"/>
                </a:lnTo>
                <a:lnTo>
                  <a:pt x="456679" y="75245"/>
                </a:lnTo>
                <a:close/>
                <a:moveTo>
                  <a:pt x="578259" y="93178"/>
                </a:moveTo>
                <a:lnTo>
                  <a:pt x="580784" y="95130"/>
                </a:lnTo>
                <a:cubicBezTo>
                  <a:pt x="577201" y="101884"/>
                  <a:pt x="572735" y="106909"/>
                  <a:pt x="567388" y="110205"/>
                </a:cubicBezTo>
                <a:cubicBezTo>
                  <a:pt x="562040" y="113500"/>
                  <a:pt x="556354" y="115147"/>
                  <a:pt x="550327" y="115147"/>
                </a:cubicBezTo>
                <a:cubicBezTo>
                  <a:pt x="540175" y="115147"/>
                  <a:pt x="532059" y="111316"/>
                  <a:pt x="525979" y="103655"/>
                </a:cubicBezTo>
                <a:cubicBezTo>
                  <a:pt x="519898" y="95992"/>
                  <a:pt x="516858" y="86780"/>
                  <a:pt x="516858" y="76021"/>
                </a:cubicBezTo>
                <a:cubicBezTo>
                  <a:pt x="516858" y="65640"/>
                  <a:pt x="519627" y="56510"/>
                  <a:pt x="525164" y="48631"/>
                </a:cubicBezTo>
                <a:cubicBezTo>
                  <a:pt x="531842" y="39120"/>
                  <a:pt x="541044" y="34365"/>
                  <a:pt x="552770" y="34365"/>
                </a:cubicBezTo>
                <a:cubicBezTo>
                  <a:pt x="560642" y="34365"/>
                  <a:pt x="566899" y="36353"/>
                  <a:pt x="571541" y="40327"/>
                </a:cubicBezTo>
                <a:cubicBezTo>
                  <a:pt x="576183" y="44301"/>
                  <a:pt x="578503" y="48737"/>
                  <a:pt x="578503" y="53637"/>
                </a:cubicBezTo>
                <a:cubicBezTo>
                  <a:pt x="578503" y="56740"/>
                  <a:pt x="577567" y="59217"/>
                  <a:pt x="575694" y="61068"/>
                </a:cubicBezTo>
                <a:cubicBezTo>
                  <a:pt x="573821" y="62919"/>
                  <a:pt x="571364" y="63844"/>
                  <a:pt x="568324" y="63844"/>
                </a:cubicBezTo>
                <a:cubicBezTo>
                  <a:pt x="565121" y="63844"/>
                  <a:pt x="562475" y="62782"/>
                  <a:pt x="560384" y="60658"/>
                </a:cubicBezTo>
                <a:cubicBezTo>
                  <a:pt x="558294" y="58532"/>
                  <a:pt x="557005" y="54746"/>
                  <a:pt x="556516" y="49298"/>
                </a:cubicBezTo>
                <a:cubicBezTo>
                  <a:pt x="556191" y="45866"/>
                  <a:pt x="555403" y="43469"/>
                  <a:pt x="554155" y="42106"/>
                </a:cubicBezTo>
                <a:cubicBezTo>
                  <a:pt x="552906" y="40746"/>
                  <a:pt x="551440" y="40065"/>
                  <a:pt x="549757" y="40065"/>
                </a:cubicBezTo>
                <a:cubicBezTo>
                  <a:pt x="547151" y="40065"/>
                  <a:pt x="544926" y="41450"/>
                  <a:pt x="543080" y="44219"/>
                </a:cubicBezTo>
                <a:cubicBezTo>
                  <a:pt x="540257" y="48399"/>
                  <a:pt x="538845" y="54805"/>
                  <a:pt x="538845" y="63437"/>
                </a:cubicBezTo>
                <a:cubicBezTo>
                  <a:pt x="538845" y="70603"/>
                  <a:pt x="539985" y="77457"/>
                  <a:pt x="542265" y="83999"/>
                </a:cubicBezTo>
                <a:cubicBezTo>
                  <a:pt x="544546" y="90541"/>
                  <a:pt x="547667" y="95413"/>
                  <a:pt x="551630" y="98616"/>
                </a:cubicBezTo>
                <a:cubicBezTo>
                  <a:pt x="554616" y="100951"/>
                  <a:pt x="558145" y="102118"/>
                  <a:pt x="562217" y="102118"/>
                </a:cubicBezTo>
                <a:cubicBezTo>
                  <a:pt x="564877" y="102118"/>
                  <a:pt x="567401" y="101495"/>
                  <a:pt x="569790" y="100250"/>
                </a:cubicBezTo>
                <a:cubicBezTo>
                  <a:pt x="572179" y="99003"/>
                  <a:pt x="575002" y="96646"/>
                  <a:pt x="578259" y="93178"/>
                </a:cubicBezTo>
                <a:close/>
                <a:moveTo>
                  <a:pt x="652282" y="93178"/>
                </a:moveTo>
                <a:lnTo>
                  <a:pt x="654807" y="95130"/>
                </a:lnTo>
                <a:cubicBezTo>
                  <a:pt x="651224" y="101884"/>
                  <a:pt x="646759" y="106909"/>
                  <a:pt x="641411" y="110205"/>
                </a:cubicBezTo>
                <a:cubicBezTo>
                  <a:pt x="636064" y="113500"/>
                  <a:pt x="630377" y="115147"/>
                  <a:pt x="624351" y="115147"/>
                </a:cubicBezTo>
                <a:cubicBezTo>
                  <a:pt x="614199" y="115147"/>
                  <a:pt x="606082" y="111316"/>
                  <a:pt x="600002" y="103655"/>
                </a:cubicBezTo>
                <a:cubicBezTo>
                  <a:pt x="593922" y="95992"/>
                  <a:pt x="590881" y="86780"/>
                  <a:pt x="590881" y="76021"/>
                </a:cubicBezTo>
                <a:cubicBezTo>
                  <a:pt x="590881" y="65640"/>
                  <a:pt x="593650" y="56510"/>
                  <a:pt x="599188" y="48631"/>
                </a:cubicBezTo>
                <a:cubicBezTo>
                  <a:pt x="605865" y="39120"/>
                  <a:pt x="615067" y="34365"/>
                  <a:pt x="626794" y="34365"/>
                </a:cubicBezTo>
                <a:cubicBezTo>
                  <a:pt x="634666" y="34365"/>
                  <a:pt x="640922" y="36353"/>
                  <a:pt x="645564" y="40327"/>
                </a:cubicBezTo>
                <a:cubicBezTo>
                  <a:pt x="650206" y="44301"/>
                  <a:pt x="652527" y="48737"/>
                  <a:pt x="652527" y="53637"/>
                </a:cubicBezTo>
                <a:cubicBezTo>
                  <a:pt x="652527" y="56740"/>
                  <a:pt x="651590" y="59217"/>
                  <a:pt x="649717" y="61068"/>
                </a:cubicBezTo>
                <a:cubicBezTo>
                  <a:pt x="647844" y="62919"/>
                  <a:pt x="645388" y="63844"/>
                  <a:pt x="642348" y="63844"/>
                </a:cubicBezTo>
                <a:cubicBezTo>
                  <a:pt x="639144" y="63844"/>
                  <a:pt x="636498" y="62782"/>
                  <a:pt x="634408" y="60658"/>
                </a:cubicBezTo>
                <a:cubicBezTo>
                  <a:pt x="632318" y="58532"/>
                  <a:pt x="631028" y="54746"/>
                  <a:pt x="630540" y="49298"/>
                </a:cubicBezTo>
                <a:cubicBezTo>
                  <a:pt x="630214" y="45866"/>
                  <a:pt x="629427" y="43469"/>
                  <a:pt x="628178" y="42106"/>
                </a:cubicBezTo>
                <a:cubicBezTo>
                  <a:pt x="626929" y="40746"/>
                  <a:pt x="625464" y="40065"/>
                  <a:pt x="623781" y="40065"/>
                </a:cubicBezTo>
                <a:cubicBezTo>
                  <a:pt x="621175" y="40065"/>
                  <a:pt x="618949" y="41450"/>
                  <a:pt x="617103" y="44219"/>
                </a:cubicBezTo>
                <a:cubicBezTo>
                  <a:pt x="614280" y="48399"/>
                  <a:pt x="612869" y="54805"/>
                  <a:pt x="612869" y="63437"/>
                </a:cubicBezTo>
                <a:cubicBezTo>
                  <a:pt x="612869" y="70603"/>
                  <a:pt x="614009" y="77457"/>
                  <a:pt x="616289" y="83999"/>
                </a:cubicBezTo>
                <a:cubicBezTo>
                  <a:pt x="618569" y="90541"/>
                  <a:pt x="621690" y="95413"/>
                  <a:pt x="625654" y="98616"/>
                </a:cubicBezTo>
                <a:cubicBezTo>
                  <a:pt x="628640" y="100951"/>
                  <a:pt x="632168" y="102118"/>
                  <a:pt x="636240" y="102118"/>
                </a:cubicBezTo>
                <a:cubicBezTo>
                  <a:pt x="638900" y="102118"/>
                  <a:pt x="641425" y="101495"/>
                  <a:pt x="643813" y="100250"/>
                </a:cubicBezTo>
                <a:cubicBezTo>
                  <a:pt x="646202" y="99003"/>
                  <a:pt x="649025" y="96646"/>
                  <a:pt x="652282" y="93178"/>
                </a:cubicBezTo>
                <a:close/>
                <a:moveTo>
                  <a:pt x="728667" y="71987"/>
                </a:moveTo>
                <a:lnTo>
                  <a:pt x="686891" y="71987"/>
                </a:lnTo>
                <a:cubicBezTo>
                  <a:pt x="687380" y="82112"/>
                  <a:pt x="690067" y="90114"/>
                  <a:pt x="694953" y="95993"/>
                </a:cubicBezTo>
                <a:cubicBezTo>
                  <a:pt x="698699" y="100510"/>
                  <a:pt x="703205" y="102769"/>
                  <a:pt x="708471" y="102769"/>
                </a:cubicBezTo>
                <a:cubicBezTo>
                  <a:pt x="711729" y="102769"/>
                  <a:pt x="714688" y="101860"/>
                  <a:pt x="717348" y="100041"/>
                </a:cubicBezTo>
                <a:cubicBezTo>
                  <a:pt x="720008" y="98223"/>
                  <a:pt x="722858" y="94952"/>
                  <a:pt x="725898" y="90229"/>
                </a:cubicBezTo>
                <a:lnTo>
                  <a:pt x="728667" y="92020"/>
                </a:lnTo>
                <a:cubicBezTo>
                  <a:pt x="724541" y="100435"/>
                  <a:pt x="719981" y="106393"/>
                  <a:pt x="714986" y="109895"/>
                </a:cubicBezTo>
                <a:cubicBezTo>
                  <a:pt x="709992" y="113396"/>
                  <a:pt x="704210" y="115147"/>
                  <a:pt x="697641" y="115147"/>
                </a:cubicBezTo>
                <a:cubicBezTo>
                  <a:pt x="686349" y="115147"/>
                  <a:pt x="677798" y="110800"/>
                  <a:pt x="671989" y="102105"/>
                </a:cubicBezTo>
                <a:cubicBezTo>
                  <a:pt x="667320" y="95095"/>
                  <a:pt x="664986" y="86400"/>
                  <a:pt x="664986" y="76021"/>
                </a:cubicBezTo>
                <a:cubicBezTo>
                  <a:pt x="664986" y="63304"/>
                  <a:pt x="668420" y="53182"/>
                  <a:pt x="675287" y="45656"/>
                </a:cubicBezTo>
                <a:cubicBezTo>
                  <a:pt x="682155" y="38129"/>
                  <a:pt x="690203" y="34365"/>
                  <a:pt x="699432" y="34365"/>
                </a:cubicBezTo>
                <a:cubicBezTo>
                  <a:pt x="707141" y="34365"/>
                  <a:pt x="713832" y="37527"/>
                  <a:pt x="719506" y="43852"/>
                </a:cubicBezTo>
                <a:cubicBezTo>
                  <a:pt x="725179" y="50177"/>
                  <a:pt x="728233" y="59555"/>
                  <a:pt x="728667" y="71987"/>
                </a:cubicBezTo>
                <a:moveTo>
                  <a:pt x="708634" y="66613"/>
                </a:moveTo>
                <a:cubicBezTo>
                  <a:pt x="708634" y="57872"/>
                  <a:pt x="708159" y="51873"/>
                  <a:pt x="707209" y="48616"/>
                </a:cubicBezTo>
                <a:cubicBezTo>
                  <a:pt x="706259" y="45359"/>
                  <a:pt x="704780" y="42888"/>
                  <a:pt x="702771" y="41205"/>
                </a:cubicBezTo>
                <a:cubicBezTo>
                  <a:pt x="701631" y="40228"/>
                  <a:pt x="700111" y="39740"/>
                  <a:pt x="698211" y="39740"/>
                </a:cubicBezTo>
                <a:cubicBezTo>
                  <a:pt x="695388" y="39740"/>
                  <a:pt x="693080" y="41124"/>
                  <a:pt x="691289" y="43893"/>
                </a:cubicBezTo>
                <a:cubicBezTo>
                  <a:pt x="688086" y="48724"/>
                  <a:pt x="686484" y="55348"/>
                  <a:pt x="686484" y="63763"/>
                </a:cubicBezTo>
                <a:lnTo>
                  <a:pt x="686484" y="66613"/>
                </a:lnTo>
                <a:lnTo>
                  <a:pt x="708634" y="66613"/>
                </a:lnTo>
                <a:close/>
                <a:moveTo>
                  <a:pt x="786323" y="34691"/>
                </a:moveTo>
                <a:lnTo>
                  <a:pt x="787544" y="60750"/>
                </a:lnTo>
                <a:lnTo>
                  <a:pt x="784776" y="60750"/>
                </a:lnTo>
                <a:cubicBezTo>
                  <a:pt x="781464" y="52978"/>
                  <a:pt x="778030" y="47669"/>
                  <a:pt x="774474" y="44824"/>
                </a:cubicBezTo>
                <a:cubicBezTo>
                  <a:pt x="770918" y="41977"/>
                  <a:pt x="767376" y="40554"/>
                  <a:pt x="763847" y="40554"/>
                </a:cubicBezTo>
                <a:cubicBezTo>
                  <a:pt x="761621" y="40554"/>
                  <a:pt x="759721" y="41300"/>
                  <a:pt x="758147" y="42793"/>
                </a:cubicBezTo>
                <a:cubicBezTo>
                  <a:pt x="756572" y="44286"/>
                  <a:pt x="755785" y="46010"/>
                  <a:pt x="755785" y="47964"/>
                </a:cubicBezTo>
                <a:cubicBezTo>
                  <a:pt x="755785" y="49430"/>
                  <a:pt x="756328" y="50842"/>
                  <a:pt x="757414" y="52199"/>
                </a:cubicBezTo>
                <a:cubicBezTo>
                  <a:pt x="759151" y="54425"/>
                  <a:pt x="764010" y="58239"/>
                  <a:pt x="771991" y="63640"/>
                </a:cubicBezTo>
                <a:cubicBezTo>
                  <a:pt x="779971" y="69042"/>
                  <a:pt x="785224" y="73630"/>
                  <a:pt x="787748" y="77403"/>
                </a:cubicBezTo>
                <a:cubicBezTo>
                  <a:pt x="790272" y="81176"/>
                  <a:pt x="791535" y="85397"/>
                  <a:pt x="791535" y="90066"/>
                </a:cubicBezTo>
                <a:cubicBezTo>
                  <a:pt x="791535" y="94300"/>
                  <a:pt x="790476" y="98453"/>
                  <a:pt x="788359" y="102525"/>
                </a:cubicBezTo>
                <a:cubicBezTo>
                  <a:pt x="786241" y="106597"/>
                  <a:pt x="783256" y="109718"/>
                  <a:pt x="779401" y="111890"/>
                </a:cubicBezTo>
                <a:cubicBezTo>
                  <a:pt x="775547" y="114061"/>
                  <a:pt x="771285" y="115147"/>
                  <a:pt x="766616" y="115147"/>
                </a:cubicBezTo>
                <a:cubicBezTo>
                  <a:pt x="762979" y="115147"/>
                  <a:pt x="758120" y="113986"/>
                  <a:pt x="752039" y="111663"/>
                </a:cubicBezTo>
                <a:cubicBezTo>
                  <a:pt x="750411" y="111054"/>
                  <a:pt x="749298" y="110750"/>
                  <a:pt x="748701" y="110750"/>
                </a:cubicBezTo>
                <a:cubicBezTo>
                  <a:pt x="746909" y="110750"/>
                  <a:pt x="745416" y="112107"/>
                  <a:pt x="744222" y="114822"/>
                </a:cubicBezTo>
                <a:lnTo>
                  <a:pt x="741534" y="114822"/>
                </a:lnTo>
                <a:lnTo>
                  <a:pt x="740231" y="87460"/>
                </a:lnTo>
                <a:lnTo>
                  <a:pt x="743000" y="87460"/>
                </a:lnTo>
                <a:cubicBezTo>
                  <a:pt x="745443" y="94626"/>
                  <a:pt x="748796" y="100001"/>
                  <a:pt x="753057" y="103584"/>
                </a:cubicBezTo>
                <a:cubicBezTo>
                  <a:pt x="757319" y="107167"/>
                  <a:pt x="761350" y="108958"/>
                  <a:pt x="765150" y="108958"/>
                </a:cubicBezTo>
                <a:cubicBezTo>
                  <a:pt x="767756" y="108958"/>
                  <a:pt x="769887" y="108158"/>
                  <a:pt x="771543" y="106556"/>
                </a:cubicBezTo>
                <a:cubicBezTo>
                  <a:pt x="773198" y="104954"/>
                  <a:pt x="774026" y="103014"/>
                  <a:pt x="774026" y="100733"/>
                </a:cubicBezTo>
                <a:cubicBezTo>
                  <a:pt x="774026" y="98128"/>
                  <a:pt x="773212" y="95875"/>
                  <a:pt x="771583" y="93974"/>
                </a:cubicBezTo>
                <a:cubicBezTo>
                  <a:pt x="769955" y="92074"/>
                  <a:pt x="766317" y="89197"/>
                  <a:pt x="760671" y="85343"/>
                </a:cubicBezTo>
                <a:cubicBezTo>
                  <a:pt x="752365" y="79588"/>
                  <a:pt x="746990" y="75190"/>
                  <a:pt x="744547" y="72150"/>
                </a:cubicBezTo>
                <a:cubicBezTo>
                  <a:pt x="740964" y="67699"/>
                  <a:pt x="739173" y="62785"/>
                  <a:pt x="739173" y="57411"/>
                </a:cubicBezTo>
                <a:cubicBezTo>
                  <a:pt x="739173" y="51548"/>
                  <a:pt x="741195" y="46241"/>
                  <a:pt x="745240" y="41490"/>
                </a:cubicBezTo>
                <a:cubicBezTo>
                  <a:pt x="749284" y="36740"/>
                  <a:pt x="755134" y="34365"/>
                  <a:pt x="762789" y="34365"/>
                </a:cubicBezTo>
                <a:cubicBezTo>
                  <a:pt x="766915" y="34365"/>
                  <a:pt x="770905" y="35408"/>
                  <a:pt x="774759" y="37495"/>
                </a:cubicBezTo>
                <a:cubicBezTo>
                  <a:pt x="776225" y="38340"/>
                  <a:pt x="777419" y="38762"/>
                  <a:pt x="778342" y="38762"/>
                </a:cubicBezTo>
                <a:cubicBezTo>
                  <a:pt x="779320" y="38762"/>
                  <a:pt x="780107" y="38559"/>
                  <a:pt x="780704" y="38152"/>
                </a:cubicBezTo>
                <a:cubicBezTo>
                  <a:pt x="781301" y="37745"/>
                  <a:pt x="782251" y="36591"/>
                  <a:pt x="783554" y="34691"/>
                </a:cubicBezTo>
                <a:lnTo>
                  <a:pt x="786323" y="34691"/>
                </a:lnTo>
                <a:close/>
                <a:moveTo>
                  <a:pt x="851225" y="34691"/>
                </a:moveTo>
                <a:lnTo>
                  <a:pt x="852447" y="60750"/>
                </a:lnTo>
                <a:lnTo>
                  <a:pt x="849678" y="60750"/>
                </a:lnTo>
                <a:cubicBezTo>
                  <a:pt x="846366" y="52978"/>
                  <a:pt x="842933" y="47669"/>
                  <a:pt x="839377" y="44824"/>
                </a:cubicBezTo>
                <a:cubicBezTo>
                  <a:pt x="835821" y="41977"/>
                  <a:pt x="832278" y="40554"/>
                  <a:pt x="828750" y="40554"/>
                </a:cubicBezTo>
                <a:cubicBezTo>
                  <a:pt x="826524" y="40554"/>
                  <a:pt x="824624" y="41300"/>
                  <a:pt x="823049" y="42793"/>
                </a:cubicBezTo>
                <a:cubicBezTo>
                  <a:pt x="821475" y="44286"/>
                  <a:pt x="820688" y="46010"/>
                  <a:pt x="820688" y="47964"/>
                </a:cubicBezTo>
                <a:cubicBezTo>
                  <a:pt x="820688" y="49430"/>
                  <a:pt x="821231" y="50842"/>
                  <a:pt x="822316" y="52199"/>
                </a:cubicBezTo>
                <a:cubicBezTo>
                  <a:pt x="824054" y="54425"/>
                  <a:pt x="828912" y="58239"/>
                  <a:pt x="836893" y="63640"/>
                </a:cubicBezTo>
                <a:cubicBezTo>
                  <a:pt x="844873" y="69042"/>
                  <a:pt x="850126" y="73630"/>
                  <a:pt x="852650" y="77403"/>
                </a:cubicBezTo>
                <a:cubicBezTo>
                  <a:pt x="855175" y="81176"/>
                  <a:pt x="856437" y="85397"/>
                  <a:pt x="856437" y="90066"/>
                </a:cubicBezTo>
                <a:cubicBezTo>
                  <a:pt x="856437" y="94300"/>
                  <a:pt x="855378" y="98453"/>
                  <a:pt x="853261" y="102525"/>
                </a:cubicBezTo>
                <a:cubicBezTo>
                  <a:pt x="851144" y="106597"/>
                  <a:pt x="848158" y="109718"/>
                  <a:pt x="844303" y="111890"/>
                </a:cubicBezTo>
                <a:cubicBezTo>
                  <a:pt x="840449" y="114061"/>
                  <a:pt x="836187" y="115147"/>
                  <a:pt x="831518" y="115147"/>
                </a:cubicBezTo>
                <a:cubicBezTo>
                  <a:pt x="827881" y="115147"/>
                  <a:pt x="823022" y="113986"/>
                  <a:pt x="816942" y="111663"/>
                </a:cubicBezTo>
                <a:cubicBezTo>
                  <a:pt x="815313" y="111054"/>
                  <a:pt x="814200" y="110750"/>
                  <a:pt x="813603" y="110750"/>
                </a:cubicBezTo>
                <a:cubicBezTo>
                  <a:pt x="811811" y="110750"/>
                  <a:pt x="810318" y="112107"/>
                  <a:pt x="809124" y="114822"/>
                </a:cubicBezTo>
                <a:lnTo>
                  <a:pt x="806437" y="114822"/>
                </a:lnTo>
                <a:lnTo>
                  <a:pt x="805134" y="87460"/>
                </a:lnTo>
                <a:lnTo>
                  <a:pt x="807903" y="87460"/>
                </a:lnTo>
                <a:cubicBezTo>
                  <a:pt x="810346" y="94626"/>
                  <a:pt x="813698" y="100001"/>
                  <a:pt x="817960" y="103584"/>
                </a:cubicBezTo>
                <a:cubicBezTo>
                  <a:pt x="822221" y="107167"/>
                  <a:pt x="826252" y="108958"/>
                  <a:pt x="830053" y="108958"/>
                </a:cubicBezTo>
                <a:cubicBezTo>
                  <a:pt x="832658" y="108958"/>
                  <a:pt x="834789" y="108158"/>
                  <a:pt x="836445" y="106556"/>
                </a:cubicBezTo>
                <a:cubicBezTo>
                  <a:pt x="838101" y="104954"/>
                  <a:pt x="838929" y="103014"/>
                  <a:pt x="838929" y="100733"/>
                </a:cubicBezTo>
                <a:cubicBezTo>
                  <a:pt x="838929" y="98128"/>
                  <a:pt x="838114" y="95875"/>
                  <a:pt x="836486" y="93974"/>
                </a:cubicBezTo>
                <a:cubicBezTo>
                  <a:pt x="834857" y="92074"/>
                  <a:pt x="831220" y="89197"/>
                  <a:pt x="825574" y="85343"/>
                </a:cubicBezTo>
                <a:cubicBezTo>
                  <a:pt x="817267" y="79588"/>
                  <a:pt x="811893" y="75190"/>
                  <a:pt x="809450" y="72150"/>
                </a:cubicBezTo>
                <a:cubicBezTo>
                  <a:pt x="805867" y="67699"/>
                  <a:pt x="804075" y="62785"/>
                  <a:pt x="804075" y="57411"/>
                </a:cubicBezTo>
                <a:cubicBezTo>
                  <a:pt x="804075" y="51548"/>
                  <a:pt x="806097" y="46241"/>
                  <a:pt x="810142" y="41490"/>
                </a:cubicBezTo>
                <a:cubicBezTo>
                  <a:pt x="814187" y="36740"/>
                  <a:pt x="820036" y="34365"/>
                  <a:pt x="827691" y="34365"/>
                </a:cubicBezTo>
                <a:cubicBezTo>
                  <a:pt x="831817" y="34365"/>
                  <a:pt x="835807" y="35408"/>
                  <a:pt x="839662" y="37495"/>
                </a:cubicBezTo>
                <a:cubicBezTo>
                  <a:pt x="841128" y="38340"/>
                  <a:pt x="842322" y="38762"/>
                  <a:pt x="843245" y="38762"/>
                </a:cubicBezTo>
                <a:cubicBezTo>
                  <a:pt x="844222" y="38762"/>
                  <a:pt x="845009" y="38559"/>
                  <a:pt x="845606" y="38152"/>
                </a:cubicBezTo>
                <a:cubicBezTo>
                  <a:pt x="846204" y="37745"/>
                  <a:pt x="847154" y="36591"/>
                  <a:pt x="848457" y="34691"/>
                </a:cubicBezTo>
                <a:lnTo>
                  <a:pt x="851225" y="34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Inf">
            <a:extLst xmlns:a="http://schemas.openxmlformats.org/drawingml/2006/main">
              <a:ext uri="{FF2B5EF4-FFF2-40B4-BE49-F238E27FC236}">
                <a16:creationId xmlns:a16="http://schemas.microsoft.com/office/drawing/2014/main" id="{77326D37-13C4-4A29-99C5-B1D439B9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260" y="3735456"/>
            <a:ext cx="222233" cy="112867"/>
          </a:xfrm>
          <a:custGeom xmlns:a="http://schemas.openxmlformats.org/drawingml/2006/main">
            <a:pathLst>
              <a:path w="222233" h="112867">
                <a:moveTo>
                  <a:pt x="57737" y="109936"/>
                </a:moveTo>
                <a:lnTo>
                  <a:pt x="57737" y="112867"/>
                </a:lnTo>
                <a:lnTo>
                  <a:pt x="0" y="112867"/>
                </a:lnTo>
                <a:lnTo>
                  <a:pt x="0" y="109936"/>
                </a:lnTo>
                <a:lnTo>
                  <a:pt x="3665" y="109936"/>
                </a:lnTo>
                <a:cubicBezTo>
                  <a:pt x="6868" y="109936"/>
                  <a:pt x="9446" y="109363"/>
                  <a:pt x="11401" y="108218"/>
                </a:cubicBezTo>
                <a:cubicBezTo>
                  <a:pt x="12812" y="107453"/>
                  <a:pt x="13898" y="106143"/>
                  <a:pt x="14658" y="104289"/>
                </a:cubicBezTo>
                <a:cubicBezTo>
                  <a:pt x="15255" y="102979"/>
                  <a:pt x="15554" y="99541"/>
                  <a:pt x="15554" y="93974"/>
                </a:cubicBezTo>
                <a:lnTo>
                  <a:pt x="15554" y="21336"/>
                </a:lnTo>
                <a:cubicBezTo>
                  <a:pt x="15554" y="15661"/>
                  <a:pt x="15255" y="12114"/>
                  <a:pt x="14658" y="10696"/>
                </a:cubicBezTo>
                <a:cubicBezTo>
                  <a:pt x="14061" y="9276"/>
                  <a:pt x="12853" y="8034"/>
                  <a:pt x="11034" y="6970"/>
                </a:cubicBezTo>
                <a:cubicBezTo>
                  <a:pt x="9216" y="5906"/>
                  <a:pt x="6759" y="5375"/>
                  <a:pt x="3665" y="5375"/>
                </a:cubicBezTo>
                <a:lnTo>
                  <a:pt x="0" y="5375"/>
                </a:lnTo>
                <a:lnTo>
                  <a:pt x="0" y="2443"/>
                </a:lnTo>
                <a:lnTo>
                  <a:pt x="57737" y="2443"/>
                </a:lnTo>
                <a:lnTo>
                  <a:pt x="57737" y="5375"/>
                </a:lnTo>
                <a:lnTo>
                  <a:pt x="54072" y="5375"/>
                </a:lnTo>
                <a:cubicBezTo>
                  <a:pt x="50869" y="5375"/>
                  <a:pt x="48290" y="5947"/>
                  <a:pt x="46336" y="7092"/>
                </a:cubicBezTo>
                <a:cubicBezTo>
                  <a:pt x="44924" y="7858"/>
                  <a:pt x="43811" y="9167"/>
                  <a:pt x="42997" y="11022"/>
                </a:cubicBezTo>
                <a:cubicBezTo>
                  <a:pt x="42400" y="12331"/>
                  <a:pt x="42101" y="15769"/>
                  <a:pt x="42101" y="21336"/>
                </a:cubicBezTo>
                <a:lnTo>
                  <a:pt x="42101" y="93974"/>
                </a:lnTo>
                <a:cubicBezTo>
                  <a:pt x="42101" y="99649"/>
                  <a:pt x="42413" y="103197"/>
                  <a:pt x="43038" y="104617"/>
                </a:cubicBezTo>
                <a:cubicBezTo>
                  <a:pt x="43662" y="106035"/>
                  <a:pt x="44884" y="107276"/>
                  <a:pt x="46702" y="108340"/>
                </a:cubicBezTo>
                <a:cubicBezTo>
                  <a:pt x="48521" y="109404"/>
                  <a:pt x="50978" y="109936"/>
                  <a:pt x="54072" y="109936"/>
                </a:cubicBezTo>
                <a:lnTo>
                  <a:pt x="57737" y="109936"/>
                </a:lnTo>
                <a:close/>
                <a:moveTo>
                  <a:pt x="98291" y="36645"/>
                </a:moveTo>
                <a:lnTo>
                  <a:pt x="98291" y="46580"/>
                </a:lnTo>
                <a:cubicBezTo>
                  <a:pt x="102200" y="42317"/>
                  <a:pt x="105946" y="39215"/>
                  <a:pt x="109529" y="37276"/>
                </a:cubicBezTo>
                <a:cubicBezTo>
                  <a:pt x="113112" y="35335"/>
                  <a:pt x="116966" y="34365"/>
                  <a:pt x="121092" y="34365"/>
                </a:cubicBezTo>
                <a:cubicBezTo>
                  <a:pt x="126033" y="34365"/>
                  <a:pt x="130131" y="35738"/>
                  <a:pt x="133389" y="38483"/>
                </a:cubicBezTo>
                <a:cubicBezTo>
                  <a:pt x="136646" y="41228"/>
                  <a:pt x="138818" y="44638"/>
                  <a:pt x="139903" y="48715"/>
                </a:cubicBezTo>
                <a:cubicBezTo>
                  <a:pt x="140772" y="51815"/>
                  <a:pt x="141206" y="57768"/>
                  <a:pt x="141206" y="66575"/>
                </a:cubicBezTo>
                <a:lnTo>
                  <a:pt x="141206" y="96255"/>
                </a:lnTo>
                <a:cubicBezTo>
                  <a:pt x="141206" y="102118"/>
                  <a:pt x="141736" y="105769"/>
                  <a:pt x="142794" y="107207"/>
                </a:cubicBezTo>
                <a:cubicBezTo>
                  <a:pt x="143853" y="108646"/>
                  <a:pt x="146065" y="109555"/>
                  <a:pt x="149431" y="109936"/>
                </a:cubicBezTo>
                <a:lnTo>
                  <a:pt x="149431" y="112867"/>
                </a:lnTo>
                <a:lnTo>
                  <a:pt x="110913" y="112867"/>
                </a:lnTo>
                <a:lnTo>
                  <a:pt x="110913" y="109936"/>
                </a:lnTo>
                <a:cubicBezTo>
                  <a:pt x="113790" y="109555"/>
                  <a:pt x="115853" y="108361"/>
                  <a:pt x="117102" y="106352"/>
                </a:cubicBezTo>
                <a:cubicBezTo>
                  <a:pt x="117971" y="104995"/>
                  <a:pt x="118405" y="101629"/>
                  <a:pt x="118405" y="96255"/>
                </a:cubicBezTo>
                <a:lnTo>
                  <a:pt x="118405" y="62378"/>
                </a:lnTo>
                <a:cubicBezTo>
                  <a:pt x="118405" y="56135"/>
                  <a:pt x="118161" y="52199"/>
                  <a:pt x="117672" y="50570"/>
                </a:cubicBezTo>
                <a:cubicBezTo>
                  <a:pt x="117183" y="48942"/>
                  <a:pt x="116356" y="47679"/>
                  <a:pt x="115188" y="46784"/>
                </a:cubicBezTo>
                <a:cubicBezTo>
                  <a:pt x="114021" y="45888"/>
                  <a:pt x="112732" y="45440"/>
                  <a:pt x="111320" y="45440"/>
                </a:cubicBezTo>
                <a:cubicBezTo>
                  <a:pt x="106651" y="45440"/>
                  <a:pt x="102308" y="48806"/>
                  <a:pt x="98291" y="55538"/>
                </a:cubicBezTo>
                <a:lnTo>
                  <a:pt x="98291" y="96255"/>
                </a:lnTo>
                <a:cubicBezTo>
                  <a:pt x="98291" y="101955"/>
                  <a:pt x="98820" y="105565"/>
                  <a:pt x="99879" y="107085"/>
                </a:cubicBezTo>
                <a:cubicBezTo>
                  <a:pt x="100937" y="108605"/>
                  <a:pt x="102905" y="109555"/>
                  <a:pt x="105783" y="109936"/>
                </a:cubicBezTo>
                <a:lnTo>
                  <a:pt x="105783" y="112867"/>
                </a:lnTo>
                <a:lnTo>
                  <a:pt x="67265" y="112867"/>
                </a:lnTo>
                <a:lnTo>
                  <a:pt x="67265" y="109936"/>
                </a:lnTo>
                <a:cubicBezTo>
                  <a:pt x="70468" y="109610"/>
                  <a:pt x="72748" y="108578"/>
                  <a:pt x="74105" y="106841"/>
                </a:cubicBezTo>
                <a:cubicBezTo>
                  <a:pt x="75028" y="105647"/>
                  <a:pt x="75489" y="102118"/>
                  <a:pt x="75489" y="96255"/>
                </a:cubicBezTo>
                <a:lnTo>
                  <a:pt x="75489" y="53258"/>
                </a:lnTo>
                <a:cubicBezTo>
                  <a:pt x="75489" y="47433"/>
                  <a:pt x="74960" y="43807"/>
                  <a:pt x="73901" y="42379"/>
                </a:cubicBezTo>
                <a:cubicBezTo>
                  <a:pt x="72843" y="40950"/>
                  <a:pt x="70630" y="40016"/>
                  <a:pt x="67265" y="39577"/>
                </a:cubicBezTo>
                <a:lnTo>
                  <a:pt x="67265" y="36645"/>
                </a:lnTo>
                <a:lnTo>
                  <a:pt x="98291" y="36645"/>
                </a:lnTo>
                <a:close/>
                <a:moveTo>
                  <a:pt x="193324" y="44626"/>
                </a:moveTo>
                <a:lnTo>
                  <a:pt x="193324" y="97558"/>
                </a:lnTo>
                <a:cubicBezTo>
                  <a:pt x="193324" y="102661"/>
                  <a:pt x="193867" y="105864"/>
                  <a:pt x="194952" y="107167"/>
                </a:cubicBezTo>
                <a:cubicBezTo>
                  <a:pt x="196690" y="109175"/>
                  <a:pt x="199893" y="110098"/>
                  <a:pt x="204562" y="109936"/>
                </a:cubicBezTo>
                <a:lnTo>
                  <a:pt x="204562" y="112867"/>
                </a:lnTo>
                <a:lnTo>
                  <a:pt x="159692" y="112867"/>
                </a:lnTo>
                <a:lnTo>
                  <a:pt x="159692" y="109936"/>
                </a:lnTo>
                <a:cubicBezTo>
                  <a:pt x="163112" y="109881"/>
                  <a:pt x="165541" y="109488"/>
                  <a:pt x="166980" y="108755"/>
                </a:cubicBezTo>
                <a:cubicBezTo>
                  <a:pt x="168419" y="108022"/>
                  <a:pt x="169409" y="107004"/>
                  <a:pt x="169952" y="105701"/>
                </a:cubicBezTo>
                <a:cubicBezTo>
                  <a:pt x="170495" y="104398"/>
                  <a:pt x="170767" y="101684"/>
                  <a:pt x="170767" y="97558"/>
                </a:cubicBezTo>
                <a:lnTo>
                  <a:pt x="170767" y="44626"/>
                </a:lnTo>
                <a:lnTo>
                  <a:pt x="159692" y="44626"/>
                </a:lnTo>
                <a:lnTo>
                  <a:pt x="159692" y="36645"/>
                </a:lnTo>
                <a:lnTo>
                  <a:pt x="170767" y="36645"/>
                </a:lnTo>
                <a:lnTo>
                  <a:pt x="170767" y="31052"/>
                </a:lnTo>
                <a:lnTo>
                  <a:pt x="170685" y="27240"/>
                </a:lnTo>
                <a:cubicBezTo>
                  <a:pt x="170685" y="19458"/>
                  <a:pt x="173549" y="12973"/>
                  <a:pt x="179276" y="7785"/>
                </a:cubicBezTo>
                <a:cubicBezTo>
                  <a:pt x="185004" y="2595"/>
                  <a:pt x="192754" y="0"/>
                  <a:pt x="202526" y="0"/>
                </a:cubicBezTo>
                <a:cubicBezTo>
                  <a:pt x="209203" y="0"/>
                  <a:pt x="214157" y="1254"/>
                  <a:pt x="217387" y="3761"/>
                </a:cubicBezTo>
                <a:cubicBezTo>
                  <a:pt x="220618" y="6267"/>
                  <a:pt x="222233" y="9046"/>
                  <a:pt x="222233" y="12098"/>
                </a:cubicBezTo>
                <a:cubicBezTo>
                  <a:pt x="222233" y="14551"/>
                  <a:pt x="221228" y="16677"/>
                  <a:pt x="219220" y="18475"/>
                </a:cubicBezTo>
                <a:cubicBezTo>
                  <a:pt x="217211" y="20274"/>
                  <a:pt x="214551" y="21173"/>
                  <a:pt x="211239" y="21173"/>
                </a:cubicBezTo>
                <a:cubicBezTo>
                  <a:pt x="208416" y="21173"/>
                  <a:pt x="206177" y="20440"/>
                  <a:pt x="204521" y="18974"/>
                </a:cubicBezTo>
                <a:cubicBezTo>
                  <a:pt x="202865" y="17508"/>
                  <a:pt x="202037" y="15880"/>
                  <a:pt x="202037" y="14088"/>
                </a:cubicBezTo>
                <a:cubicBezTo>
                  <a:pt x="202037" y="13599"/>
                  <a:pt x="202200" y="12595"/>
                  <a:pt x="202526" y="11075"/>
                </a:cubicBezTo>
                <a:cubicBezTo>
                  <a:pt x="202743" y="10152"/>
                  <a:pt x="202851" y="9283"/>
                  <a:pt x="202851" y="8469"/>
                </a:cubicBezTo>
                <a:cubicBezTo>
                  <a:pt x="202851" y="7329"/>
                  <a:pt x="202526" y="6488"/>
                  <a:pt x="201874" y="5945"/>
                </a:cubicBezTo>
                <a:cubicBezTo>
                  <a:pt x="201006" y="5130"/>
                  <a:pt x="199947" y="4723"/>
                  <a:pt x="198698" y="4723"/>
                </a:cubicBezTo>
                <a:cubicBezTo>
                  <a:pt x="197124" y="4723"/>
                  <a:pt x="195807" y="5370"/>
                  <a:pt x="194749" y="6662"/>
                </a:cubicBezTo>
                <a:cubicBezTo>
                  <a:pt x="193690" y="7955"/>
                  <a:pt x="193161" y="10029"/>
                  <a:pt x="193161" y="12884"/>
                </a:cubicBezTo>
                <a:lnTo>
                  <a:pt x="193324" y="27028"/>
                </a:lnTo>
                <a:lnTo>
                  <a:pt x="193324" y="36645"/>
                </a:lnTo>
                <a:lnTo>
                  <a:pt x="204562" y="36645"/>
                </a:lnTo>
                <a:lnTo>
                  <a:pt x="204562" y="44626"/>
                </a:lnTo>
                <a:lnTo>
                  <a:pt x="193324" y="446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o.">
            <a:extLst xmlns:a="http://schemas.openxmlformats.org/drawingml/2006/main">
              <a:ext uri="{FF2B5EF4-FFF2-40B4-BE49-F238E27FC236}">
                <a16:creationId xmlns:a16="http://schemas.microsoft.com/office/drawing/2014/main" id="{F3C62C5F-15CE-47CC-8CB5-BC744781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141" y="3769821"/>
            <a:ext cx="111809" cy="80782"/>
          </a:xfrm>
          <a:custGeom xmlns:a="http://schemas.openxmlformats.org/drawingml/2006/main">
            <a:pathLst>
              <a:path w="111809" h="80782">
                <a:moveTo>
                  <a:pt x="35505" y="0"/>
                </a:moveTo>
                <a:cubicBezTo>
                  <a:pt x="42128" y="0"/>
                  <a:pt x="48290" y="1712"/>
                  <a:pt x="53991" y="5135"/>
                </a:cubicBezTo>
                <a:cubicBezTo>
                  <a:pt x="59691" y="8559"/>
                  <a:pt x="64020" y="13423"/>
                  <a:pt x="66979" y="19727"/>
                </a:cubicBezTo>
                <a:cubicBezTo>
                  <a:pt x="69938" y="26032"/>
                  <a:pt x="71417" y="32933"/>
                  <a:pt x="71417" y="40432"/>
                </a:cubicBezTo>
                <a:cubicBezTo>
                  <a:pt x="71417" y="51246"/>
                  <a:pt x="68676" y="60294"/>
                  <a:pt x="63193" y="67577"/>
                </a:cubicBezTo>
                <a:cubicBezTo>
                  <a:pt x="56569" y="76381"/>
                  <a:pt x="47422" y="80782"/>
                  <a:pt x="35749" y="80782"/>
                </a:cubicBezTo>
                <a:cubicBezTo>
                  <a:pt x="24294" y="80782"/>
                  <a:pt x="15472" y="76761"/>
                  <a:pt x="9283" y="68717"/>
                </a:cubicBezTo>
                <a:cubicBezTo>
                  <a:pt x="3094" y="60674"/>
                  <a:pt x="0" y="51354"/>
                  <a:pt x="0" y="40758"/>
                </a:cubicBezTo>
                <a:cubicBezTo>
                  <a:pt x="0" y="29835"/>
                  <a:pt x="3162" y="20312"/>
                  <a:pt x="9487" y="12187"/>
                </a:cubicBezTo>
                <a:cubicBezTo>
                  <a:pt x="15812" y="4062"/>
                  <a:pt x="24484" y="0"/>
                  <a:pt x="35505" y="0"/>
                </a:cubicBezTo>
                <a:moveTo>
                  <a:pt x="35831" y="5700"/>
                </a:moveTo>
                <a:cubicBezTo>
                  <a:pt x="33062" y="5700"/>
                  <a:pt x="30687" y="6747"/>
                  <a:pt x="28705" y="8841"/>
                </a:cubicBezTo>
                <a:cubicBezTo>
                  <a:pt x="26724" y="10932"/>
                  <a:pt x="25421" y="15063"/>
                  <a:pt x="24797" y="21231"/>
                </a:cubicBezTo>
                <a:cubicBezTo>
                  <a:pt x="24172" y="27400"/>
                  <a:pt x="23860" y="35974"/>
                  <a:pt x="23860" y="46954"/>
                </a:cubicBezTo>
                <a:cubicBezTo>
                  <a:pt x="23860" y="52770"/>
                  <a:pt x="24240" y="58206"/>
                  <a:pt x="25000" y="63261"/>
                </a:cubicBezTo>
                <a:cubicBezTo>
                  <a:pt x="25597" y="67119"/>
                  <a:pt x="26873" y="70054"/>
                  <a:pt x="28828" y="72066"/>
                </a:cubicBezTo>
                <a:cubicBezTo>
                  <a:pt x="30782" y="74077"/>
                  <a:pt x="33008" y="75082"/>
                  <a:pt x="35505" y="75082"/>
                </a:cubicBezTo>
                <a:cubicBezTo>
                  <a:pt x="37948" y="75082"/>
                  <a:pt x="39984" y="74402"/>
                  <a:pt x="41613" y="73043"/>
                </a:cubicBezTo>
                <a:cubicBezTo>
                  <a:pt x="43730" y="71196"/>
                  <a:pt x="45141" y="68614"/>
                  <a:pt x="45847" y="65297"/>
                </a:cubicBezTo>
                <a:cubicBezTo>
                  <a:pt x="46933" y="60135"/>
                  <a:pt x="47476" y="49699"/>
                  <a:pt x="47476" y="33991"/>
                </a:cubicBezTo>
                <a:cubicBezTo>
                  <a:pt x="47476" y="24752"/>
                  <a:pt x="46960" y="18407"/>
                  <a:pt x="45929" y="14956"/>
                </a:cubicBezTo>
                <a:cubicBezTo>
                  <a:pt x="44897" y="11503"/>
                  <a:pt x="43377" y="8989"/>
                  <a:pt x="41368" y="7413"/>
                </a:cubicBezTo>
                <a:cubicBezTo>
                  <a:pt x="39957" y="6271"/>
                  <a:pt x="38111" y="5700"/>
                  <a:pt x="35831" y="5700"/>
                </a:cubicBezTo>
                <a:close/>
                <a:moveTo>
                  <a:pt x="98209" y="53421"/>
                </a:moveTo>
                <a:cubicBezTo>
                  <a:pt x="102010" y="53421"/>
                  <a:pt x="105226" y="54755"/>
                  <a:pt x="107859" y="57423"/>
                </a:cubicBezTo>
                <a:cubicBezTo>
                  <a:pt x="110492" y="60090"/>
                  <a:pt x="111809" y="63303"/>
                  <a:pt x="111809" y="67061"/>
                </a:cubicBezTo>
                <a:cubicBezTo>
                  <a:pt x="111809" y="70818"/>
                  <a:pt x="110479" y="74018"/>
                  <a:pt x="107819" y="76660"/>
                </a:cubicBezTo>
                <a:cubicBezTo>
                  <a:pt x="105158" y="79299"/>
                  <a:pt x="101955" y="80619"/>
                  <a:pt x="98209" y="80619"/>
                </a:cubicBezTo>
                <a:cubicBezTo>
                  <a:pt x="94463" y="80619"/>
                  <a:pt x="91274" y="79299"/>
                  <a:pt x="88641" y="76660"/>
                </a:cubicBezTo>
                <a:cubicBezTo>
                  <a:pt x="86008" y="74018"/>
                  <a:pt x="84691" y="70818"/>
                  <a:pt x="84691" y="67061"/>
                </a:cubicBezTo>
                <a:cubicBezTo>
                  <a:pt x="84691" y="63303"/>
                  <a:pt x="86008" y="60090"/>
                  <a:pt x="88641" y="57423"/>
                </a:cubicBezTo>
                <a:cubicBezTo>
                  <a:pt x="91274" y="54755"/>
                  <a:pt x="94463" y="53421"/>
                  <a:pt x="98209" y="53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Posterior">
            <a:extLst xmlns:a="http://schemas.openxmlformats.org/drawingml/2006/main">
              <a:ext uri="{FF2B5EF4-FFF2-40B4-BE49-F238E27FC236}">
                <a16:creationId xmlns:a16="http://schemas.microsoft.com/office/drawing/2014/main" id="{376F156E-2F5A-4CA9-ABA9-28D8BBFA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30" y="3445964"/>
            <a:ext cx="647360" cy="97398"/>
          </a:xfrm>
          <a:custGeom xmlns:a="http://schemas.openxmlformats.org/drawingml/2006/main">
            <a:pathLst>
              <a:path w="647360" h="97398">
                <a:moveTo>
                  <a:pt x="90494" y="29329"/>
                </a:moveTo>
                <a:cubicBezTo>
                  <a:pt x="90494" y="40165"/>
                  <a:pt x="86003" y="48903"/>
                  <a:pt x="77020" y="55543"/>
                </a:cubicBezTo>
                <a:cubicBezTo>
                  <a:pt x="68038" y="62183"/>
                  <a:pt x="55482" y="65502"/>
                  <a:pt x="39350" y="65502"/>
                </a:cubicBezTo>
                <a:lnTo>
                  <a:pt x="30429" y="65502"/>
                </a:lnTo>
                <a:lnTo>
                  <a:pt x="23586" y="95199"/>
                </a:lnTo>
                <a:lnTo>
                  <a:pt x="0" y="95199"/>
                </a:lnTo>
                <a:lnTo>
                  <a:pt x="21019" y="4155"/>
                </a:lnTo>
                <a:lnTo>
                  <a:pt x="53710" y="4155"/>
                </a:lnTo>
                <a:cubicBezTo>
                  <a:pt x="59657" y="4155"/>
                  <a:pt x="64841" y="4562"/>
                  <a:pt x="69260" y="5377"/>
                </a:cubicBezTo>
                <a:cubicBezTo>
                  <a:pt x="73680" y="6192"/>
                  <a:pt x="77499" y="7597"/>
                  <a:pt x="80717" y="9593"/>
                </a:cubicBezTo>
                <a:cubicBezTo>
                  <a:pt x="83895" y="11589"/>
                  <a:pt x="86318" y="14186"/>
                  <a:pt x="87988" y="17384"/>
                </a:cubicBezTo>
                <a:cubicBezTo>
                  <a:pt x="89659" y="20582"/>
                  <a:pt x="90494" y="24563"/>
                  <a:pt x="90494" y="29329"/>
                </a:cubicBezTo>
                <a:moveTo>
                  <a:pt x="65441" y="31590"/>
                </a:moveTo>
                <a:cubicBezTo>
                  <a:pt x="65441" y="28046"/>
                  <a:pt x="64158" y="25419"/>
                  <a:pt x="61592" y="23708"/>
                </a:cubicBezTo>
                <a:cubicBezTo>
                  <a:pt x="59026" y="21997"/>
                  <a:pt x="55217" y="21142"/>
                  <a:pt x="50166" y="21142"/>
                </a:cubicBezTo>
                <a:lnTo>
                  <a:pt x="40695" y="21142"/>
                </a:lnTo>
                <a:lnTo>
                  <a:pt x="34401" y="48394"/>
                </a:lnTo>
                <a:lnTo>
                  <a:pt x="42833" y="48394"/>
                </a:lnTo>
                <a:cubicBezTo>
                  <a:pt x="49962" y="48394"/>
                  <a:pt x="55512" y="46937"/>
                  <a:pt x="59484" y="44025"/>
                </a:cubicBezTo>
                <a:cubicBezTo>
                  <a:pt x="63456" y="41112"/>
                  <a:pt x="65441" y="36967"/>
                  <a:pt x="65441" y="31590"/>
                </a:cubicBezTo>
                <a:close/>
                <a:moveTo>
                  <a:pt x="169695" y="51716"/>
                </a:moveTo>
                <a:cubicBezTo>
                  <a:pt x="169695" y="58157"/>
                  <a:pt x="168615" y="64191"/>
                  <a:pt x="166456" y="69818"/>
                </a:cubicBezTo>
                <a:cubicBezTo>
                  <a:pt x="164297" y="75444"/>
                  <a:pt x="161262" y="80275"/>
                  <a:pt x="157352" y="84311"/>
                </a:cubicBezTo>
                <a:cubicBezTo>
                  <a:pt x="153278" y="88510"/>
                  <a:pt x="148553" y="91742"/>
                  <a:pt x="143176" y="94005"/>
                </a:cubicBezTo>
                <a:cubicBezTo>
                  <a:pt x="137799" y="96267"/>
                  <a:pt x="131526" y="97398"/>
                  <a:pt x="124356" y="97398"/>
                </a:cubicBezTo>
                <a:cubicBezTo>
                  <a:pt x="114132" y="97398"/>
                  <a:pt x="106290" y="94952"/>
                  <a:pt x="100832" y="90060"/>
                </a:cubicBezTo>
                <a:cubicBezTo>
                  <a:pt x="95373" y="85168"/>
                  <a:pt x="92644" y="78400"/>
                  <a:pt x="92644" y="69757"/>
                </a:cubicBezTo>
                <a:cubicBezTo>
                  <a:pt x="92644" y="63641"/>
                  <a:pt x="93662" y="57832"/>
                  <a:pt x="95699" y="52329"/>
                </a:cubicBezTo>
                <a:cubicBezTo>
                  <a:pt x="97736" y="46825"/>
                  <a:pt x="100750" y="41973"/>
                  <a:pt x="104742" y="37773"/>
                </a:cubicBezTo>
                <a:cubicBezTo>
                  <a:pt x="108612" y="33655"/>
                  <a:pt x="113368" y="30404"/>
                  <a:pt x="119010" y="28020"/>
                </a:cubicBezTo>
                <a:cubicBezTo>
                  <a:pt x="124652" y="25634"/>
                  <a:pt x="130976" y="24441"/>
                  <a:pt x="137982" y="24441"/>
                </a:cubicBezTo>
                <a:cubicBezTo>
                  <a:pt x="148248" y="24441"/>
                  <a:pt x="156099" y="26857"/>
                  <a:pt x="161537" y="31688"/>
                </a:cubicBezTo>
                <a:cubicBezTo>
                  <a:pt x="166976" y="36519"/>
                  <a:pt x="169695" y="43195"/>
                  <a:pt x="169695" y="51716"/>
                </a:cubicBezTo>
                <a:moveTo>
                  <a:pt x="141098" y="74191"/>
                </a:moveTo>
                <a:cubicBezTo>
                  <a:pt x="142972" y="71343"/>
                  <a:pt x="144388" y="68231"/>
                  <a:pt x="145345" y="64855"/>
                </a:cubicBezTo>
                <a:cubicBezTo>
                  <a:pt x="146302" y="61479"/>
                  <a:pt x="146781" y="57371"/>
                  <a:pt x="146781" y="52530"/>
                </a:cubicBezTo>
                <a:cubicBezTo>
                  <a:pt x="146781" y="48340"/>
                  <a:pt x="145864" y="45117"/>
                  <a:pt x="144031" y="42860"/>
                </a:cubicBezTo>
                <a:cubicBezTo>
                  <a:pt x="142198" y="40602"/>
                  <a:pt x="139286" y="39473"/>
                  <a:pt x="135294" y="39473"/>
                </a:cubicBezTo>
                <a:cubicBezTo>
                  <a:pt x="132198" y="39473"/>
                  <a:pt x="129479" y="40226"/>
                  <a:pt x="127136" y="41731"/>
                </a:cubicBezTo>
                <a:cubicBezTo>
                  <a:pt x="124794" y="43236"/>
                  <a:pt x="122727" y="45372"/>
                  <a:pt x="120934" y="48138"/>
                </a:cubicBezTo>
                <a:cubicBezTo>
                  <a:pt x="119264" y="50700"/>
                  <a:pt x="117951" y="53873"/>
                  <a:pt x="116993" y="57656"/>
                </a:cubicBezTo>
                <a:cubicBezTo>
                  <a:pt x="116036" y="61438"/>
                  <a:pt x="115557" y="65323"/>
                  <a:pt x="115557" y="69310"/>
                </a:cubicBezTo>
                <a:cubicBezTo>
                  <a:pt x="115557" y="73988"/>
                  <a:pt x="116596" y="77334"/>
                  <a:pt x="118674" y="79348"/>
                </a:cubicBezTo>
                <a:cubicBezTo>
                  <a:pt x="120751" y="81361"/>
                  <a:pt x="123603" y="82367"/>
                  <a:pt x="127228" y="82367"/>
                </a:cubicBezTo>
                <a:cubicBezTo>
                  <a:pt x="129876" y="82367"/>
                  <a:pt x="132422" y="81645"/>
                  <a:pt x="134866" y="80202"/>
                </a:cubicBezTo>
                <a:cubicBezTo>
                  <a:pt x="137310" y="78757"/>
                  <a:pt x="139388" y="76753"/>
                  <a:pt x="141098" y="74191"/>
                </a:cubicBezTo>
                <a:close/>
                <a:moveTo>
                  <a:pt x="202869" y="97154"/>
                </a:moveTo>
                <a:cubicBezTo>
                  <a:pt x="197003" y="97154"/>
                  <a:pt x="191321" y="96604"/>
                  <a:pt x="185821" y="95504"/>
                </a:cubicBezTo>
                <a:cubicBezTo>
                  <a:pt x="180322" y="94404"/>
                  <a:pt x="176106" y="93121"/>
                  <a:pt x="173173" y="91655"/>
                </a:cubicBezTo>
                <a:lnTo>
                  <a:pt x="177389" y="73568"/>
                </a:lnTo>
                <a:lnTo>
                  <a:pt x="179406" y="73568"/>
                </a:lnTo>
                <a:cubicBezTo>
                  <a:pt x="180302" y="74342"/>
                  <a:pt x="181432" y="75197"/>
                  <a:pt x="182797" y="76134"/>
                </a:cubicBezTo>
                <a:cubicBezTo>
                  <a:pt x="184161" y="77071"/>
                  <a:pt x="186107" y="78049"/>
                  <a:pt x="188632" y="79067"/>
                </a:cubicBezTo>
                <a:cubicBezTo>
                  <a:pt x="190791" y="80004"/>
                  <a:pt x="193296" y="80809"/>
                  <a:pt x="196148" y="81481"/>
                </a:cubicBezTo>
                <a:cubicBezTo>
                  <a:pt x="198999" y="82153"/>
                  <a:pt x="202075" y="82489"/>
                  <a:pt x="205374" y="82489"/>
                </a:cubicBezTo>
                <a:cubicBezTo>
                  <a:pt x="210303" y="82489"/>
                  <a:pt x="214000" y="81918"/>
                  <a:pt x="216465" y="80774"/>
                </a:cubicBezTo>
                <a:cubicBezTo>
                  <a:pt x="218929" y="79630"/>
                  <a:pt x="220161" y="77996"/>
                  <a:pt x="220161" y="75873"/>
                </a:cubicBezTo>
                <a:cubicBezTo>
                  <a:pt x="220161" y="74242"/>
                  <a:pt x="219286" y="72999"/>
                  <a:pt x="217534" y="72144"/>
                </a:cubicBezTo>
                <a:cubicBezTo>
                  <a:pt x="215782" y="71287"/>
                  <a:pt x="212157" y="70227"/>
                  <a:pt x="206658" y="68962"/>
                </a:cubicBezTo>
                <a:cubicBezTo>
                  <a:pt x="197329" y="66801"/>
                  <a:pt x="190944" y="64191"/>
                  <a:pt x="187502" y="61134"/>
                </a:cubicBezTo>
                <a:cubicBezTo>
                  <a:pt x="184060" y="58076"/>
                  <a:pt x="182339" y="54264"/>
                  <a:pt x="182339" y="49698"/>
                </a:cubicBezTo>
                <a:cubicBezTo>
                  <a:pt x="182339" y="41952"/>
                  <a:pt x="185801" y="35846"/>
                  <a:pt x="192726" y="31382"/>
                </a:cubicBezTo>
                <a:cubicBezTo>
                  <a:pt x="199651" y="26918"/>
                  <a:pt x="209020" y="24686"/>
                  <a:pt x="220833" y="24686"/>
                </a:cubicBezTo>
                <a:cubicBezTo>
                  <a:pt x="225966" y="24686"/>
                  <a:pt x="231099" y="25205"/>
                  <a:pt x="236231" y="26244"/>
                </a:cubicBezTo>
                <a:cubicBezTo>
                  <a:pt x="241364" y="27283"/>
                  <a:pt x="245132" y="28393"/>
                  <a:pt x="247535" y="29574"/>
                </a:cubicBezTo>
                <a:lnTo>
                  <a:pt x="243503" y="46927"/>
                </a:lnTo>
                <a:lnTo>
                  <a:pt x="241608" y="46927"/>
                </a:lnTo>
                <a:cubicBezTo>
                  <a:pt x="238716" y="44687"/>
                  <a:pt x="235223" y="42864"/>
                  <a:pt x="231129" y="41458"/>
                </a:cubicBezTo>
                <a:cubicBezTo>
                  <a:pt x="227035" y="40053"/>
                  <a:pt x="222829" y="39350"/>
                  <a:pt x="218512" y="39350"/>
                </a:cubicBezTo>
                <a:cubicBezTo>
                  <a:pt x="213827" y="39350"/>
                  <a:pt x="210232" y="39912"/>
                  <a:pt x="207727" y="41036"/>
                </a:cubicBezTo>
                <a:cubicBezTo>
                  <a:pt x="205222" y="42159"/>
                  <a:pt x="203969" y="43885"/>
                  <a:pt x="203969" y="46213"/>
                </a:cubicBezTo>
                <a:cubicBezTo>
                  <a:pt x="203969" y="48007"/>
                  <a:pt x="205048" y="49383"/>
                  <a:pt x="207207" y="50341"/>
                </a:cubicBezTo>
                <a:cubicBezTo>
                  <a:pt x="209366" y="51299"/>
                  <a:pt x="212768" y="52287"/>
                  <a:pt x="217412" y="53307"/>
                </a:cubicBezTo>
                <a:cubicBezTo>
                  <a:pt x="226048" y="55182"/>
                  <a:pt x="232270" y="57546"/>
                  <a:pt x="236079" y="60400"/>
                </a:cubicBezTo>
                <a:cubicBezTo>
                  <a:pt x="239887" y="63254"/>
                  <a:pt x="241792" y="67250"/>
                  <a:pt x="241792" y="72386"/>
                </a:cubicBezTo>
                <a:cubicBezTo>
                  <a:pt x="241792" y="80051"/>
                  <a:pt x="238289" y="86095"/>
                  <a:pt x="231282" y="90518"/>
                </a:cubicBezTo>
                <a:cubicBezTo>
                  <a:pt x="224276" y="94942"/>
                  <a:pt x="214805" y="97154"/>
                  <a:pt x="202869" y="97154"/>
                </a:cubicBezTo>
                <a:close/>
                <a:moveTo>
                  <a:pt x="276955" y="96543"/>
                </a:moveTo>
                <a:cubicBezTo>
                  <a:pt x="269338" y="96543"/>
                  <a:pt x="263899" y="95290"/>
                  <a:pt x="260641" y="92785"/>
                </a:cubicBezTo>
                <a:cubicBezTo>
                  <a:pt x="257382" y="90280"/>
                  <a:pt x="255752" y="86563"/>
                  <a:pt x="255752" y="81634"/>
                </a:cubicBezTo>
                <a:cubicBezTo>
                  <a:pt x="255752" y="80330"/>
                  <a:pt x="255854" y="79067"/>
                  <a:pt x="256058" y="77845"/>
                </a:cubicBezTo>
                <a:cubicBezTo>
                  <a:pt x="256262" y="76623"/>
                  <a:pt x="256526" y="75197"/>
                  <a:pt x="256852" y="73568"/>
                </a:cubicBezTo>
                <a:lnTo>
                  <a:pt x="264307" y="41061"/>
                </a:lnTo>
                <a:lnTo>
                  <a:pt x="255263" y="41061"/>
                </a:lnTo>
                <a:lnTo>
                  <a:pt x="258624" y="26519"/>
                </a:lnTo>
                <a:lnTo>
                  <a:pt x="267667" y="26519"/>
                </a:lnTo>
                <a:lnTo>
                  <a:pt x="272189" y="6844"/>
                </a:lnTo>
                <a:lnTo>
                  <a:pt x="294247" y="6844"/>
                </a:lnTo>
                <a:lnTo>
                  <a:pt x="289726" y="26519"/>
                </a:lnTo>
                <a:lnTo>
                  <a:pt x="310378" y="26519"/>
                </a:lnTo>
                <a:lnTo>
                  <a:pt x="307018" y="41061"/>
                </a:lnTo>
                <a:lnTo>
                  <a:pt x="286365" y="41061"/>
                </a:lnTo>
                <a:lnTo>
                  <a:pt x="280682" y="65844"/>
                </a:lnTo>
                <a:cubicBezTo>
                  <a:pt x="280275" y="67558"/>
                  <a:pt x="279888" y="69281"/>
                  <a:pt x="279521" y="71015"/>
                </a:cubicBezTo>
                <a:cubicBezTo>
                  <a:pt x="279155" y="72749"/>
                  <a:pt x="278971" y="74228"/>
                  <a:pt x="278971" y="75453"/>
                </a:cubicBezTo>
                <a:cubicBezTo>
                  <a:pt x="278971" y="77901"/>
                  <a:pt x="279654" y="79604"/>
                  <a:pt x="281018" y="80562"/>
                </a:cubicBezTo>
                <a:cubicBezTo>
                  <a:pt x="282383" y="81521"/>
                  <a:pt x="284491" y="82000"/>
                  <a:pt x="287343" y="82000"/>
                </a:cubicBezTo>
                <a:cubicBezTo>
                  <a:pt x="288483" y="82000"/>
                  <a:pt x="289980" y="81786"/>
                  <a:pt x="291834" y="81359"/>
                </a:cubicBezTo>
                <a:cubicBezTo>
                  <a:pt x="293687" y="80931"/>
                  <a:pt x="295164" y="80452"/>
                  <a:pt x="296264" y="79923"/>
                </a:cubicBezTo>
                <a:lnTo>
                  <a:pt x="298097" y="79923"/>
                </a:lnTo>
                <a:lnTo>
                  <a:pt x="294675" y="94595"/>
                </a:lnTo>
                <a:cubicBezTo>
                  <a:pt x="292190" y="95204"/>
                  <a:pt x="289573" y="95680"/>
                  <a:pt x="286823" y="96025"/>
                </a:cubicBezTo>
                <a:cubicBezTo>
                  <a:pt x="284074" y="96370"/>
                  <a:pt x="280784" y="96543"/>
                  <a:pt x="276955" y="96543"/>
                </a:cubicBezTo>
                <a:close/>
                <a:moveTo>
                  <a:pt x="363225" y="52060"/>
                </a:moveTo>
                <a:cubicBezTo>
                  <a:pt x="363347" y="51330"/>
                  <a:pt x="363439" y="50661"/>
                  <a:pt x="363500" y="50053"/>
                </a:cubicBezTo>
                <a:cubicBezTo>
                  <a:pt x="363561" y="49444"/>
                  <a:pt x="363592" y="48816"/>
                  <a:pt x="363592" y="48166"/>
                </a:cubicBezTo>
                <a:cubicBezTo>
                  <a:pt x="363592" y="44962"/>
                  <a:pt x="362593" y="42509"/>
                  <a:pt x="360597" y="40805"/>
                </a:cubicBezTo>
                <a:cubicBezTo>
                  <a:pt x="358601" y="39102"/>
                  <a:pt x="355730" y="38251"/>
                  <a:pt x="351982" y="38251"/>
                </a:cubicBezTo>
                <a:cubicBezTo>
                  <a:pt x="347460" y="38251"/>
                  <a:pt x="343662" y="39467"/>
                  <a:pt x="340586" y="41901"/>
                </a:cubicBezTo>
                <a:cubicBezTo>
                  <a:pt x="337511" y="44334"/>
                  <a:pt x="335179" y="47720"/>
                  <a:pt x="333590" y="52060"/>
                </a:cubicBezTo>
                <a:lnTo>
                  <a:pt x="363225" y="52060"/>
                </a:lnTo>
                <a:moveTo>
                  <a:pt x="346422" y="97154"/>
                </a:moveTo>
                <a:cubicBezTo>
                  <a:pt x="334731" y="97154"/>
                  <a:pt x="325708" y="94563"/>
                  <a:pt x="319353" y="89380"/>
                </a:cubicBezTo>
                <a:cubicBezTo>
                  <a:pt x="312998" y="84198"/>
                  <a:pt x="309821" y="77037"/>
                  <a:pt x="309821" y="67897"/>
                </a:cubicBezTo>
                <a:cubicBezTo>
                  <a:pt x="309821" y="61654"/>
                  <a:pt x="310860" y="55921"/>
                  <a:pt x="312937" y="50698"/>
                </a:cubicBezTo>
                <a:cubicBezTo>
                  <a:pt x="315015" y="45475"/>
                  <a:pt x="318009" y="40885"/>
                  <a:pt x="321919" y="36927"/>
                </a:cubicBezTo>
                <a:cubicBezTo>
                  <a:pt x="325667" y="33092"/>
                  <a:pt x="330351" y="30052"/>
                  <a:pt x="335973" y="27808"/>
                </a:cubicBezTo>
                <a:cubicBezTo>
                  <a:pt x="341594" y="25563"/>
                  <a:pt x="347766" y="24441"/>
                  <a:pt x="354487" y="24441"/>
                </a:cubicBezTo>
                <a:cubicBezTo>
                  <a:pt x="364712" y="24441"/>
                  <a:pt x="372421" y="26512"/>
                  <a:pt x="377615" y="30653"/>
                </a:cubicBezTo>
                <a:cubicBezTo>
                  <a:pt x="382808" y="34794"/>
                  <a:pt x="385405" y="40903"/>
                  <a:pt x="385405" y="48980"/>
                </a:cubicBezTo>
                <a:cubicBezTo>
                  <a:pt x="385405" y="51755"/>
                  <a:pt x="385130" y="54468"/>
                  <a:pt x="384580" y="57120"/>
                </a:cubicBezTo>
                <a:cubicBezTo>
                  <a:pt x="384030" y="59772"/>
                  <a:pt x="383307" y="62403"/>
                  <a:pt x="382411" y="65014"/>
                </a:cubicBezTo>
                <a:lnTo>
                  <a:pt x="331451" y="65014"/>
                </a:lnTo>
                <a:cubicBezTo>
                  <a:pt x="331451" y="65258"/>
                  <a:pt x="331451" y="65492"/>
                  <a:pt x="331451" y="65716"/>
                </a:cubicBezTo>
                <a:cubicBezTo>
                  <a:pt x="331451" y="65940"/>
                  <a:pt x="331451" y="66175"/>
                  <a:pt x="331451" y="66419"/>
                </a:cubicBezTo>
                <a:cubicBezTo>
                  <a:pt x="331451" y="71185"/>
                  <a:pt x="333121" y="74912"/>
                  <a:pt x="336462" y="77601"/>
                </a:cubicBezTo>
                <a:cubicBezTo>
                  <a:pt x="339802" y="80289"/>
                  <a:pt x="344914" y="81634"/>
                  <a:pt x="351799" y="81634"/>
                </a:cubicBezTo>
                <a:cubicBezTo>
                  <a:pt x="356605" y="81634"/>
                  <a:pt x="361158" y="80825"/>
                  <a:pt x="365455" y="79209"/>
                </a:cubicBezTo>
                <a:cubicBezTo>
                  <a:pt x="369753" y="77592"/>
                  <a:pt x="373490" y="75793"/>
                  <a:pt x="376668" y="73812"/>
                </a:cubicBezTo>
                <a:lnTo>
                  <a:pt x="379112" y="73812"/>
                </a:lnTo>
                <a:lnTo>
                  <a:pt x="375018" y="91471"/>
                </a:lnTo>
                <a:cubicBezTo>
                  <a:pt x="370741" y="93345"/>
                  <a:pt x="366239" y="94761"/>
                  <a:pt x="361514" y="95718"/>
                </a:cubicBezTo>
                <a:cubicBezTo>
                  <a:pt x="356789" y="96675"/>
                  <a:pt x="351758" y="97154"/>
                  <a:pt x="346422" y="97154"/>
                </a:cubicBezTo>
                <a:close/>
                <a:moveTo>
                  <a:pt x="451633" y="47416"/>
                </a:moveTo>
                <a:lnTo>
                  <a:pt x="449678" y="47416"/>
                </a:lnTo>
                <a:cubicBezTo>
                  <a:pt x="448700" y="47090"/>
                  <a:pt x="447315" y="46846"/>
                  <a:pt x="445523" y="46683"/>
                </a:cubicBezTo>
                <a:cubicBezTo>
                  <a:pt x="443731" y="46520"/>
                  <a:pt x="441959" y="46438"/>
                  <a:pt x="440207" y="46438"/>
                </a:cubicBezTo>
                <a:cubicBezTo>
                  <a:pt x="437315" y="46438"/>
                  <a:pt x="434524" y="46653"/>
                  <a:pt x="431836" y="47082"/>
                </a:cubicBezTo>
                <a:cubicBezTo>
                  <a:pt x="429147" y="47511"/>
                  <a:pt x="426377" y="48195"/>
                  <a:pt x="423526" y="49134"/>
                </a:cubicBezTo>
                <a:lnTo>
                  <a:pt x="412894" y="95199"/>
                </a:lnTo>
                <a:lnTo>
                  <a:pt x="390775" y="95199"/>
                </a:lnTo>
                <a:lnTo>
                  <a:pt x="406661" y="26519"/>
                </a:lnTo>
                <a:lnTo>
                  <a:pt x="428781" y="26519"/>
                </a:lnTo>
                <a:lnTo>
                  <a:pt x="426459" y="36601"/>
                </a:lnTo>
                <a:cubicBezTo>
                  <a:pt x="430614" y="33546"/>
                  <a:pt x="434759" y="31061"/>
                  <a:pt x="438893" y="29146"/>
                </a:cubicBezTo>
                <a:cubicBezTo>
                  <a:pt x="443028" y="27232"/>
                  <a:pt x="447193" y="26274"/>
                  <a:pt x="451389" y="26274"/>
                </a:cubicBezTo>
                <a:cubicBezTo>
                  <a:pt x="452163" y="26274"/>
                  <a:pt x="453028" y="26295"/>
                  <a:pt x="453986" y="26335"/>
                </a:cubicBezTo>
                <a:cubicBezTo>
                  <a:pt x="454943" y="26376"/>
                  <a:pt x="455788" y="26437"/>
                  <a:pt x="456521" y="26519"/>
                </a:cubicBezTo>
                <a:lnTo>
                  <a:pt x="451633" y="47416"/>
                </a:lnTo>
                <a:close/>
                <a:moveTo>
                  <a:pt x="490975" y="26519"/>
                </a:moveTo>
                <a:lnTo>
                  <a:pt x="475088" y="95199"/>
                </a:lnTo>
                <a:lnTo>
                  <a:pt x="452969" y="95199"/>
                </a:lnTo>
                <a:lnTo>
                  <a:pt x="468855" y="26519"/>
                </a:lnTo>
                <a:lnTo>
                  <a:pt x="490975" y="26519"/>
                </a:lnTo>
                <a:moveTo>
                  <a:pt x="497696" y="0"/>
                </a:moveTo>
                <a:lnTo>
                  <a:pt x="493847" y="16742"/>
                </a:lnTo>
                <a:lnTo>
                  <a:pt x="470505" y="16742"/>
                </a:lnTo>
                <a:lnTo>
                  <a:pt x="474355" y="0"/>
                </a:lnTo>
                <a:lnTo>
                  <a:pt x="497696" y="0"/>
                </a:lnTo>
                <a:close/>
                <a:moveTo>
                  <a:pt x="574895" y="51716"/>
                </a:moveTo>
                <a:cubicBezTo>
                  <a:pt x="574895" y="58157"/>
                  <a:pt x="573816" y="64191"/>
                  <a:pt x="571657" y="69818"/>
                </a:cubicBezTo>
                <a:cubicBezTo>
                  <a:pt x="569498" y="75444"/>
                  <a:pt x="566463" y="80275"/>
                  <a:pt x="562552" y="84311"/>
                </a:cubicBezTo>
                <a:cubicBezTo>
                  <a:pt x="558479" y="88510"/>
                  <a:pt x="553753" y="91742"/>
                  <a:pt x="548376" y="94005"/>
                </a:cubicBezTo>
                <a:cubicBezTo>
                  <a:pt x="542999" y="96267"/>
                  <a:pt x="536726" y="97398"/>
                  <a:pt x="529557" y="97398"/>
                </a:cubicBezTo>
                <a:cubicBezTo>
                  <a:pt x="519332" y="97398"/>
                  <a:pt x="511490" y="94952"/>
                  <a:pt x="506032" y="90060"/>
                </a:cubicBezTo>
                <a:cubicBezTo>
                  <a:pt x="500573" y="85168"/>
                  <a:pt x="497844" y="78400"/>
                  <a:pt x="497844" y="69757"/>
                </a:cubicBezTo>
                <a:cubicBezTo>
                  <a:pt x="497844" y="63641"/>
                  <a:pt x="498862" y="57832"/>
                  <a:pt x="500899" y="52329"/>
                </a:cubicBezTo>
                <a:cubicBezTo>
                  <a:pt x="502936" y="46825"/>
                  <a:pt x="505950" y="41973"/>
                  <a:pt x="509942" y="37773"/>
                </a:cubicBezTo>
                <a:cubicBezTo>
                  <a:pt x="513812" y="33655"/>
                  <a:pt x="518568" y="30404"/>
                  <a:pt x="524210" y="28020"/>
                </a:cubicBezTo>
                <a:cubicBezTo>
                  <a:pt x="529852" y="25634"/>
                  <a:pt x="536176" y="24441"/>
                  <a:pt x="543183" y="24441"/>
                </a:cubicBezTo>
                <a:cubicBezTo>
                  <a:pt x="553448" y="24441"/>
                  <a:pt x="561300" y="26857"/>
                  <a:pt x="566738" y="31688"/>
                </a:cubicBezTo>
                <a:cubicBezTo>
                  <a:pt x="572176" y="36519"/>
                  <a:pt x="574895" y="43195"/>
                  <a:pt x="574895" y="51716"/>
                </a:cubicBezTo>
                <a:moveTo>
                  <a:pt x="546299" y="74191"/>
                </a:moveTo>
                <a:cubicBezTo>
                  <a:pt x="548173" y="71343"/>
                  <a:pt x="549588" y="68231"/>
                  <a:pt x="550545" y="64855"/>
                </a:cubicBezTo>
                <a:cubicBezTo>
                  <a:pt x="551503" y="61479"/>
                  <a:pt x="551981" y="57371"/>
                  <a:pt x="551981" y="52530"/>
                </a:cubicBezTo>
                <a:cubicBezTo>
                  <a:pt x="551981" y="48340"/>
                  <a:pt x="551065" y="45117"/>
                  <a:pt x="549232" y="42860"/>
                </a:cubicBezTo>
                <a:cubicBezTo>
                  <a:pt x="547399" y="40602"/>
                  <a:pt x="544486" y="39473"/>
                  <a:pt x="540494" y="39473"/>
                </a:cubicBezTo>
                <a:cubicBezTo>
                  <a:pt x="537398" y="39473"/>
                  <a:pt x="534679" y="40226"/>
                  <a:pt x="532337" y="41731"/>
                </a:cubicBezTo>
                <a:cubicBezTo>
                  <a:pt x="529994" y="43236"/>
                  <a:pt x="527927" y="45372"/>
                  <a:pt x="526135" y="48138"/>
                </a:cubicBezTo>
                <a:cubicBezTo>
                  <a:pt x="524465" y="50700"/>
                  <a:pt x="523151" y="53873"/>
                  <a:pt x="522194" y="57656"/>
                </a:cubicBezTo>
                <a:cubicBezTo>
                  <a:pt x="521236" y="61438"/>
                  <a:pt x="520758" y="65323"/>
                  <a:pt x="520758" y="69310"/>
                </a:cubicBezTo>
                <a:cubicBezTo>
                  <a:pt x="520758" y="73988"/>
                  <a:pt x="521796" y="77334"/>
                  <a:pt x="523874" y="79348"/>
                </a:cubicBezTo>
                <a:cubicBezTo>
                  <a:pt x="525951" y="81361"/>
                  <a:pt x="528803" y="82367"/>
                  <a:pt x="532428" y="82367"/>
                </a:cubicBezTo>
                <a:cubicBezTo>
                  <a:pt x="535076" y="82367"/>
                  <a:pt x="537622" y="81645"/>
                  <a:pt x="540066" y="80202"/>
                </a:cubicBezTo>
                <a:cubicBezTo>
                  <a:pt x="542510" y="78757"/>
                  <a:pt x="544588" y="76753"/>
                  <a:pt x="546299" y="74191"/>
                </a:cubicBezTo>
                <a:close/>
                <a:moveTo>
                  <a:pt x="642471" y="47416"/>
                </a:moveTo>
                <a:lnTo>
                  <a:pt x="640516" y="47416"/>
                </a:lnTo>
                <a:cubicBezTo>
                  <a:pt x="639538" y="47090"/>
                  <a:pt x="638153" y="46846"/>
                  <a:pt x="636361" y="46683"/>
                </a:cubicBezTo>
                <a:cubicBezTo>
                  <a:pt x="634569" y="46520"/>
                  <a:pt x="632797" y="46438"/>
                  <a:pt x="631045" y="46438"/>
                </a:cubicBezTo>
                <a:cubicBezTo>
                  <a:pt x="628153" y="46438"/>
                  <a:pt x="625363" y="46653"/>
                  <a:pt x="622674" y="47082"/>
                </a:cubicBezTo>
                <a:cubicBezTo>
                  <a:pt x="619985" y="47511"/>
                  <a:pt x="617215" y="48195"/>
                  <a:pt x="614364" y="49134"/>
                </a:cubicBezTo>
                <a:lnTo>
                  <a:pt x="603732" y="95199"/>
                </a:lnTo>
                <a:lnTo>
                  <a:pt x="581613" y="95199"/>
                </a:lnTo>
                <a:lnTo>
                  <a:pt x="597500" y="26519"/>
                </a:lnTo>
                <a:lnTo>
                  <a:pt x="619619" y="26519"/>
                </a:lnTo>
                <a:lnTo>
                  <a:pt x="617297" y="36601"/>
                </a:lnTo>
                <a:cubicBezTo>
                  <a:pt x="621452" y="33546"/>
                  <a:pt x="625597" y="31061"/>
                  <a:pt x="629731" y="29146"/>
                </a:cubicBezTo>
                <a:cubicBezTo>
                  <a:pt x="633866" y="27232"/>
                  <a:pt x="638031" y="26274"/>
                  <a:pt x="642227" y="26274"/>
                </a:cubicBezTo>
                <a:cubicBezTo>
                  <a:pt x="643001" y="26274"/>
                  <a:pt x="643867" y="26295"/>
                  <a:pt x="644824" y="26335"/>
                </a:cubicBezTo>
                <a:cubicBezTo>
                  <a:pt x="645781" y="26376"/>
                  <a:pt x="646626" y="26437"/>
                  <a:pt x="647360" y="26519"/>
                </a:cubicBezTo>
                <a:lnTo>
                  <a:pt x="642471" y="47416"/>
                </a:ln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Reasoning">
            <a:extLst xmlns:a="http://schemas.openxmlformats.org/drawingml/2006/main">
              <a:ext uri="{FF2B5EF4-FFF2-40B4-BE49-F238E27FC236}">
                <a16:creationId xmlns:a16="http://schemas.microsoft.com/office/drawing/2014/main" id="{D1CC25A9-3186-4414-BA8D-52C72E51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670" y="3593856"/>
            <a:ext cx="727103" cy="121106"/>
          </a:xfrm>
          <a:custGeom xmlns:a="http://schemas.openxmlformats.org/drawingml/2006/main">
            <a:pathLst>
              <a:path w="727103" h="121106">
                <a:moveTo>
                  <a:pt x="91410" y="27093"/>
                </a:moveTo>
                <a:cubicBezTo>
                  <a:pt x="91410" y="34393"/>
                  <a:pt x="89190" y="40530"/>
                  <a:pt x="84750" y="45505"/>
                </a:cubicBezTo>
                <a:cubicBezTo>
                  <a:pt x="80310" y="50479"/>
                  <a:pt x="74281" y="54231"/>
                  <a:pt x="66663" y="56759"/>
                </a:cubicBezTo>
                <a:lnTo>
                  <a:pt x="87683" y="95199"/>
                </a:lnTo>
                <a:lnTo>
                  <a:pt x="61470" y="95199"/>
                </a:lnTo>
                <a:lnTo>
                  <a:pt x="44361" y="61836"/>
                </a:lnTo>
                <a:lnTo>
                  <a:pt x="31163" y="61836"/>
                </a:lnTo>
                <a:lnTo>
                  <a:pt x="23464" y="95199"/>
                </a:lnTo>
                <a:lnTo>
                  <a:pt x="0" y="95199"/>
                </a:lnTo>
                <a:lnTo>
                  <a:pt x="21019" y="4155"/>
                </a:lnTo>
                <a:lnTo>
                  <a:pt x="56520" y="4155"/>
                </a:lnTo>
                <a:cubicBezTo>
                  <a:pt x="67641" y="4155"/>
                  <a:pt x="76236" y="6041"/>
                  <a:pt x="82306" y="9813"/>
                </a:cubicBezTo>
                <a:cubicBezTo>
                  <a:pt x="88375" y="13585"/>
                  <a:pt x="91410" y="19345"/>
                  <a:pt x="91410" y="27093"/>
                </a:cubicBezTo>
                <a:moveTo>
                  <a:pt x="66114" y="31077"/>
                </a:moveTo>
                <a:cubicBezTo>
                  <a:pt x="66114" y="27419"/>
                  <a:pt x="64942" y="24829"/>
                  <a:pt x="62600" y="23305"/>
                </a:cubicBezTo>
                <a:cubicBezTo>
                  <a:pt x="60258" y="21781"/>
                  <a:pt x="56805" y="21019"/>
                  <a:pt x="52243" y="21019"/>
                </a:cubicBezTo>
                <a:lnTo>
                  <a:pt x="40634" y="21019"/>
                </a:lnTo>
                <a:lnTo>
                  <a:pt x="34951" y="45461"/>
                </a:lnTo>
                <a:lnTo>
                  <a:pt x="46499" y="45461"/>
                </a:lnTo>
                <a:cubicBezTo>
                  <a:pt x="52732" y="45461"/>
                  <a:pt x="57559" y="44191"/>
                  <a:pt x="60981" y="41651"/>
                </a:cubicBezTo>
                <a:cubicBezTo>
                  <a:pt x="64403" y="39112"/>
                  <a:pt x="66114" y="35587"/>
                  <a:pt x="66114" y="31077"/>
                </a:cubicBezTo>
                <a:close/>
                <a:moveTo>
                  <a:pt x="152240" y="52060"/>
                </a:moveTo>
                <a:cubicBezTo>
                  <a:pt x="152362" y="51330"/>
                  <a:pt x="152454" y="50661"/>
                  <a:pt x="152515" y="50053"/>
                </a:cubicBezTo>
                <a:cubicBezTo>
                  <a:pt x="152576" y="49444"/>
                  <a:pt x="152607" y="48816"/>
                  <a:pt x="152607" y="48166"/>
                </a:cubicBezTo>
                <a:cubicBezTo>
                  <a:pt x="152607" y="44962"/>
                  <a:pt x="151609" y="42509"/>
                  <a:pt x="149613" y="40805"/>
                </a:cubicBezTo>
                <a:cubicBezTo>
                  <a:pt x="147617" y="39102"/>
                  <a:pt x="144745" y="38251"/>
                  <a:pt x="140997" y="38251"/>
                </a:cubicBezTo>
                <a:cubicBezTo>
                  <a:pt x="136476" y="38251"/>
                  <a:pt x="132677" y="39467"/>
                  <a:pt x="129602" y="41901"/>
                </a:cubicBezTo>
                <a:cubicBezTo>
                  <a:pt x="126526" y="44334"/>
                  <a:pt x="124194" y="47720"/>
                  <a:pt x="122605" y="52060"/>
                </a:cubicBezTo>
                <a:lnTo>
                  <a:pt x="152240" y="52060"/>
                </a:lnTo>
                <a:moveTo>
                  <a:pt x="135437" y="97154"/>
                </a:moveTo>
                <a:cubicBezTo>
                  <a:pt x="123746" y="97154"/>
                  <a:pt x="114723" y="94563"/>
                  <a:pt x="108368" y="89380"/>
                </a:cubicBezTo>
                <a:cubicBezTo>
                  <a:pt x="102014" y="84198"/>
                  <a:pt x="98836" y="77037"/>
                  <a:pt x="98836" y="67897"/>
                </a:cubicBezTo>
                <a:cubicBezTo>
                  <a:pt x="98836" y="61654"/>
                  <a:pt x="99875" y="55921"/>
                  <a:pt x="101952" y="50698"/>
                </a:cubicBezTo>
                <a:cubicBezTo>
                  <a:pt x="104030" y="45475"/>
                  <a:pt x="107024" y="40885"/>
                  <a:pt x="110935" y="36927"/>
                </a:cubicBezTo>
                <a:cubicBezTo>
                  <a:pt x="114682" y="33092"/>
                  <a:pt x="119367" y="30052"/>
                  <a:pt x="124988" y="27808"/>
                </a:cubicBezTo>
                <a:cubicBezTo>
                  <a:pt x="130610" y="25563"/>
                  <a:pt x="136781" y="24441"/>
                  <a:pt x="143503" y="24441"/>
                </a:cubicBezTo>
                <a:cubicBezTo>
                  <a:pt x="153727" y="24441"/>
                  <a:pt x="161436" y="26512"/>
                  <a:pt x="166630" y="30653"/>
                </a:cubicBezTo>
                <a:cubicBezTo>
                  <a:pt x="171824" y="34794"/>
                  <a:pt x="174421" y="40903"/>
                  <a:pt x="174421" y="48980"/>
                </a:cubicBezTo>
                <a:cubicBezTo>
                  <a:pt x="174421" y="51755"/>
                  <a:pt x="174146" y="54468"/>
                  <a:pt x="173596" y="57120"/>
                </a:cubicBezTo>
                <a:cubicBezTo>
                  <a:pt x="173046" y="59772"/>
                  <a:pt x="172323" y="62403"/>
                  <a:pt x="171427" y="65014"/>
                </a:cubicBezTo>
                <a:lnTo>
                  <a:pt x="120467" y="65014"/>
                </a:lnTo>
                <a:cubicBezTo>
                  <a:pt x="120467" y="65258"/>
                  <a:pt x="120467" y="65492"/>
                  <a:pt x="120467" y="65716"/>
                </a:cubicBezTo>
                <a:cubicBezTo>
                  <a:pt x="120467" y="65940"/>
                  <a:pt x="120467" y="66175"/>
                  <a:pt x="120467" y="66419"/>
                </a:cubicBezTo>
                <a:cubicBezTo>
                  <a:pt x="120467" y="71185"/>
                  <a:pt x="122137" y="74912"/>
                  <a:pt x="125477" y="77601"/>
                </a:cubicBezTo>
                <a:cubicBezTo>
                  <a:pt x="128817" y="80289"/>
                  <a:pt x="133930" y="81634"/>
                  <a:pt x="140814" y="81634"/>
                </a:cubicBezTo>
                <a:cubicBezTo>
                  <a:pt x="145621" y="81634"/>
                  <a:pt x="150173" y="80825"/>
                  <a:pt x="154471" y="79209"/>
                </a:cubicBezTo>
                <a:cubicBezTo>
                  <a:pt x="158768" y="77592"/>
                  <a:pt x="162506" y="75793"/>
                  <a:pt x="165683" y="73812"/>
                </a:cubicBezTo>
                <a:lnTo>
                  <a:pt x="168127" y="73812"/>
                </a:lnTo>
                <a:lnTo>
                  <a:pt x="164033" y="91471"/>
                </a:lnTo>
                <a:cubicBezTo>
                  <a:pt x="159756" y="93345"/>
                  <a:pt x="155255" y="94761"/>
                  <a:pt x="150529" y="95718"/>
                </a:cubicBezTo>
                <a:cubicBezTo>
                  <a:pt x="145804" y="96675"/>
                  <a:pt x="140773" y="97154"/>
                  <a:pt x="135437" y="97154"/>
                </a:cubicBezTo>
                <a:close/>
                <a:moveTo>
                  <a:pt x="228855" y="62936"/>
                </a:moveTo>
                <a:cubicBezTo>
                  <a:pt x="224945" y="63259"/>
                  <a:pt x="221279" y="63644"/>
                  <a:pt x="217857" y="64089"/>
                </a:cubicBezTo>
                <a:cubicBezTo>
                  <a:pt x="214435" y="64535"/>
                  <a:pt x="211523" y="65183"/>
                  <a:pt x="209119" y="66033"/>
                </a:cubicBezTo>
                <a:cubicBezTo>
                  <a:pt x="206634" y="66924"/>
                  <a:pt x="204740" y="68180"/>
                  <a:pt x="203437" y="69799"/>
                </a:cubicBezTo>
                <a:cubicBezTo>
                  <a:pt x="202133" y="71418"/>
                  <a:pt x="201481" y="73564"/>
                  <a:pt x="201481" y="76236"/>
                </a:cubicBezTo>
                <a:cubicBezTo>
                  <a:pt x="201481" y="78583"/>
                  <a:pt x="202347" y="80233"/>
                  <a:pt x="204078" y="81185"/>
                </a:cubicBezTo>
                <a:cubicBezTo>
                  <a:pt x="205809" y="82136"/>
                  <a:pt x="208325" y="82611"/>
                  <a:pt x="211624" y="82611"/>
                </a:cubicBezTo>
                <a:cubicBezTo>
                  <a:pt x="213783" y="82611"/>
                  <a:pt x="216095" y="82116"/>
                  <a:pt x="218560" y="81124"/>
                </a:cubicBezTo>
                <a:cubicBezTo>
                  <a:pt x="221024" y="80132"/>
                  <a:pt x="223336" y="78873"/>
                  <a:pt x="225495" y="77345"/>
                </a:cubicBezTo>
                <a:lnTo>
                  <a:pt x="228855" y="62936"/>
                </a:lnTo>
                <a:moveTo>
                  <a:pt x="223051" y="87937"/>
                </a:moveTo>
                <a:cubicBezTo>
                  <a:pt x="221666" y="88827"/>
                  <a:pt x="219995" y="89903"/>
                  <a:pt x="218040" y="91166"/>
                </a:cubicBezTo>
                <a:cubicBezTo>
                  <a:pt x="216085" y="92429"/>
                  <a:pt x="214272" y="93427"/>
                  <a:pt x="212602" y="94160"/>
                </a:cubicBezTo>
                <a:cubicBezTo>
                  <a:pt x="210321" y="95113"/>
                  <a:pt x="208182" y="95850"/>
                  <a:pt x="206186" y="96371"/>
                </a:cubicBezTo>
                <a:cubicBezTo>
                  <a:pt x="204190" y="96893"/>
                  <a:pt x="201420" y="97154"/>
                  <a:pt x="197876" y="97154"/>
                </a:cubicBezTo>
                <a:cubicBezTo>
                  <a:pt x="192173" y="97154"/>
                  <a:pt x="187519" y="95553"/>
                  <a:pt x="183914" y="92352"/>
                </a:cubicBezTo>
                <a:cubicBezTo>
                  <a:pt x="180309" y="89149"/>
                  <a:pt x="178506" y="84978"/>
                  <a:pt x="178506" y="79839"/>
                </a:cubicBezTo>
                <a:cubicBezTo>
                  <a:pt x="178506" y="74415"/>
                  <a:pt x="179790" y="69816"/>
                  <a:pt x="182356" y="66043"/>
                </a:cubicBezTo>
                <a:cubicBezTo>
                  <a:pt x="184922" y="62270"/>
                  <a:pt x="188731" y="59262"/>
                  <a:pt x="193782" y="57019"/>
                </a:cubicBezTo>
                <a:cubicBezTo>
                  <a:pt x="198508" y="54897"/>
                  <a:pt x="204139" y="53367"/>
                  <a:pt x="210677" y="52428"/>
                </a:cubicBezTo>
                <a:cubicBezTo>
                  <a:pt x="217215" y="51490"/>
                  <a:pt x="224293" y="50797"/>
                  <a:pt x="231911" y="50349"/>
                </a:cubicBezTo>
                <a:cubicBezTo>
                  <a:pt x="231951" y="50102"/>
                  <a:pt x="232033" y="49700"/>
                  <a:pt x="232155" y="49142"/>
                </a:cubicBezTo>
                <a:cubicBezTo>
                  <a:pt x="232277" y="48583"/>
                  <a:pt x="232338" y="47956"/>
                  <a:pt x="232338" y="47259"/>
                </a:cubicBezTo>
                <a:cubicBezTo>
                  <a:pt x="232338" y="44334"/>
                  <a:pt x="230994" y="42285"/>
                  <a:pt x="228305" y="41111"/>
                </a:cubicBezTo>
                <a:cubicBezTo>
                  <a:pt x="225617" y="39937"/>
                  <a:pt x="221605" y="39350"/>
                  <a:pt x="216268" y="39350"/>
                </a:cubicBezTo>
                <a:cubicBezTo>
                  <a:pt x="212643" y="39350"/>
                  <a:pt x="208640" y="39961"/>
                  <a:pt x="204261" y="41183"/>
                </a:cubicBezTo>
                <a:cubicBezTo>
                  <a:pt x="199882" y="42406"/>
                  <a:pt x="196593" y="43424"/>
                  <a:pt x="194393" y="44239"/>
                </a:cubicBezTo>
                <a:lnTo>
                  <a:pt x="192377" y="44239"/>
                </a:lnTo>
                <a:lnTo>
                  <a:pt x="195615" y="27985"/>
                </a:lnTo>
                <a:cubicBezTo>
                  <a:pt x="198182" y="27333"/>
                  <a:pt x="202153" y="26600"/>
                  <a:pt x="207530" y="25785"/>
                </a:cubicBezTo>
                <a:cubicBezTo>
                  <a:pt x="212908" y="24971"/>
                  <a:pt x="218264" y="24563"/>
                  <a:pt x="223601" y="24563"/>
                </a:cubicBezTo>
                <a:cubicBezTo>
                  <a:pt x="234355" y="24563"/>
                  <a:pt x="242247" y="25970"/>
                  <a:pt x="247278" y="28783"/>
                </a:cubicBezTo>
                <a:cubicBezTo>
                  <a:pt x="252309" y="31597"/>
                  <a:pt x="254824" y="35959"/>
                  <a:pt x="254824" y="41871"/>
                </a:cubicBezTo>
                <a:cubicBezTo>
                  <a:pt x="254824" y="42686"/>
                  <a:pt x="254753" y="43745"/>
                  <a:pt x="254610" y="45050"/>
                </a:cubicBezTo>
                <a:cubicBezTo>
                  <a:pt x="254468" y="46355"/>
                  <a:pt x="254274" y="47497"/>
                  <a:pt x="254030" y="48476"/>
                </a:cubicBezTo>
                <a:lnTo>
                  <a:pt x="243276" y="95199"/>
                </a:lnTo>
                <a:lnTo>
                  <a:pt x="221401" y="95199"/>
                </a:lnTo>
                <a:lnTo>
                  <a:pt x="223051" y="87937"/>
                </a:lnTo>
                <a:close/>
                <a:moveTo>
                  <a:pt x="289840" y="97154"/>
                </a:moveTo>
                <a:cubicBezTo>
                  <a:pt x="283974" y="97154"/>
                  <a:pt x="278292" y="96604"/>
                  <a:pt x="272793" y="95504"/>
                </a:cubicBezTo>
                <a:cubicBezTo>
                  <a:pt x="267293" y="94404"/>
                  <a:pt x="263077" y="93121"/>
                  <a:pt x="260144" y="91655"/>
                </a:cubicBezTo>
                <a:lnTo>
                  <a:pt x="264360" y="73568"/>
                </a:lnTo>
                <a:lnTo>
                  <a:pt x="266377" y="73568"/>
                </a:lnTo>
                <a:cubicBezTo>
                  <a:pt x="267273" y="74342"/>
                  <a:pt x="268403" y="75197"/>
                  <a:pt x="269768" y="76134"/>
                </a:cubicBezTo>
                <a:cubicBezTo>
                  <a:pt x="271133" y="77071"/>
                  <a:pt x="273078" y="78049"/>
                  <a:pt x="275603" y="79067"/>
                </a:cubicBezTo>
                <a:cubicBezTo>
                  <a:pt x="277762" y="80004"/>
                  <a:pt x="280267" y="80809"/>
                  <a:pt x="283119" y="81481"/>
                </a:cubicBezTo>
                <a:cubicBezTo>
                  <a:pt x="285970" y="82153"/>
                  <a:pt x="289046" y="82489"/>
                  <a:pt x="292346" y="82489"/>
                </a:cubicBezTo>
                <a:cubicBezTo>
                  <a:pt x="297275" y="82489"/>
                  <a:pt x="300971" y="81918"/>
                  <a:pt x="303436" y="80774"/>
                </a:cubicBezTo>
                <a:cubicBezTo>
                  <a:pt x="305900" y="79630"/>
                  <a:pt x="307132" y="77996"/>
                  <a:pt x="307132" y="75873"/>
                </a:cubicBezTo>
                <a:cubicBezTo>
                  <a:pt x="307132" y="74242"/>
                  <a:pt x="306257" y="72999"/>
                  <a:pt x="304505" y="72144"/>
                </a:cubicBezTo>
                <a:cubicBezTo>
                  <a:pt x="302753" y="71287"/>
                  <a:pt x="299128" y="70227"/>
                  <a:pt x="293629" y="68962"/>
                </a:cubicBezTo>
                <a:cubicBezTo>
                  <a:pt x="284300" y="66801"/>
                  <a:pt x="277915" y="64191"/>
                  <a:pt x="274473" y="61134"/>
                </a:cubicBezTo>
                <a:cubicBezTo>
                  <a:pt x="271031" y="58076"/>
                  <a:pt x="269310" y="54264"/>
                  <a:pt x="269310" y="49698"/>
                </a:cubicBezTo>
                <a:cubicBezTo>
                  <a:pt x="269310" y="41952"/>
                  <a:pt x="272772" y="35846"/>
                  <a:pt x="279697" y="31382"/>
                </a:cubicBezTo>
                <a:cubicBezTo>
                  <a:pt x="286622" y="26918"/>
                  <a:pt x="295991" y="24686"/>
                  <a:pt x="307805" y="24686"/>
                </a:cubicBezTo>
                <a:cubicBezTo>
                  <a:pt x="312937" y="24686"/>
                  <a:pt x="318070" y="25205"/>
                  <a:pt x="323203" y="26244"/>
                </a:cubicBezTo>
                <a:cubicBezTo>
                  <a:pt x="328335" y="27283"/>
                  <a:pt x="332103" y="28393"/>
                  <a:pt x="334507" y="29574"/>
                </a:cubicBezTo>
                <a:lnTo>
                  <a:pt x="330474" y="46927"/>
                </a:lnTo>
                <a:lnTo>
                  <a:pt x="328580" y="46927"/>
                </a:lnTo>
                <a:cubicBezTo>
                  <a:pt x="325687" y="44687"/>
                  <a:pt x="322194" y="42864"/>
                  <a:pt x="318100" y="41458"/>
                </a:cubicBezTo>
                <a:cubicBezTo>
                  <a:pt x="314007" y="40053"/>
                  <a:pt x="309801" y="39350"/>
                  <a:pt x="305483" y="39350"/>
                </a:cubicBezTo>
                <a:cubicBezTo>
                  <a:pt x="300798" y="39350"/>
                  <a:pt x="297203" y="39912"/>
                  <a:pt x="294698" y="41036"/>
                </a:cubicBezTo>
                <a:cubicBezTo>
                  <a:pt x="292193" y="42159"/>
                  <a:pt x="290940" y="43885"/>
                  <a:pt x="290940" y="46213"/>
                </a:cubicBezTo>
                <a:cubicBezTo>
                  <a:pt x="290940" y="48007"/>
                  <a:pt x="292020" y="49383"/>
                  <a:pt x="294179" y="50341"/>
                </a:cubicBezTo>
                <a:cubicBezTo>
                  <a:pt x="296338" y="51299"/>
                  <a:pt x="299739" y="52287"/>
                  <a:pt x="304383" y="53307"/>
                </a:cubicBezTo>
                <a:cubicBezTo>
                  <a:pt x="313019" y="55182"/>
                  <a:pt x="319241" y="57546"/>
                  <a:pt x="323050" y="60400"/>
                </a:cubicBezTo>
                <a:cubicBezTo>
                  <a:pt x="326859" y="63254"/>
                  <a:pt x="328763" y="67250"/>
                  <a:pt x="328763" y="72386"/>
                </a:cubicBezTo>
                <a:cubicBezTo>
                  <a:pt x="328763" y="80051"/>
                  <a:pt x="325260" y="86095"/>
                  <a:pt x="318253" y="90518"/>
                </a:cubicBezTo>
                <a:cubicBezTo>
                  <a:pt x="311247" y="94942"/>
                  <a:pt x="301776" y="97154"/>
                  <a:pt x="289840" y="97154"/>
                </a:cubicBezTo>
                <a:close/>
                <a:moveTo>
                  <a:pt x="416719" y="51716"/>
                </a:moveTo>
                <a:cubicBezTo>
                  <a:pt x="416719" y="58157"/>
                  <a:pt x="415640" y="64191"/>
                  <a:pt x="413481" y="69818"/>
                </a:cubicBezTo>
                <a:cubicBezTo>
                  <a:pt x="411322" y="75444"/>
                  <a:pt x="408287" y="80275"/>
                  <a:pt x="404376" y="84311"/>
                </a:cubicBezTo>
                <a:cubicBezTo>
                  <a:pt x="400303" y="88510"/>
                  <a:pt x="395578" y="91742"/>
                  <a:pt x="390201" y="94005"/>
                </a:cubicBezTo>
                <a:cubicBezTo>
                  <a:pt x="384823" y="96267"/>
                  <a:pt x="378550" y="97398"/>
                  <a:pt x="371381" y="97398"/>
                </a:cubicBezTo>
                <a:cubicBezTo>
                  <a:pt x="361156" y="97398"/>
                  <a:pt x="353315" y="94952"/>
                  <a:pt x="347856" y="90060"/>
                </a:cubicBezTo>
                <a:cubicBezTo>
                  <a:pt x="342398" y="85168"/>
                  <a:pt x="339668" y="78400"/>
                  <a:pt x="339668" y="69757"/>
                </a:cubicBezTo>
                <a:cubicBezTo>
                  <a:pt x="339668" y="63641"/>
                  <a:pt x="340687" y="57832"/>
                  <a:pt x="342723" y="52329"/>
                </a:cubicBezTo>
                <a:cubicBezTo>
                  <a:pt x="344760" y="46825"/>
                  <a:pt x="347775" y="41973"/>
                  <a:pt x="351767" y="37773"/>
                </a:cubicBezTo>
                <a:cubicBezTo>
                  <a:pt x="355637" y="33655"/>
                  <a:pt x="360392" y="30404"/>
                  <a:pt x="366034" y="28020"/>
                </a:cubicBezTo>
                <a:cubicBezTo>
                  <a:pt x="371676" y="25634"/>
                  <a:pt x="378000" y="24441"/>
                  <a:pt x="385007" y="24441"/>
                </a:cubicBezTo>
                <a:cubicBezTo>
                  <a:pt x="395272" y="24441"/>
                  <a:pt x="403124" y="26857"/>
                  <a:pt x="408562" y="31688"/>
                </a:cubicBezTo>
                <a:cubicBezTo>
                  <a:pt x="414000" y="36519"/>
                  <a:pt x="416719" y="43195"/>
                  <a:pt x="416719" y="51716"/>
                </a:cubicBezTo>
                <a:moveTo>
                  <a:pt x="388123" y="74191"/>
                </a:moveTo>
                <a:cubicBezTo>
                  <a:pt x="389997" y="71343"/>
                  <a:pt x="391412" y="68231"/>
                  <a:pt x="392370" y="64855"/>
                </a:cubicBezTo>
                <a:cubicBezTo>
                  <a:pt x="393327" y="61479"/>
                  <a:pt x="393806" y="57371"/>
                  <a:pt x="393806" y="52530"/>
                </a:cubicBezTo>
                <a:cubicBezTo>
                  <a:pt x="393806" y="48340"/>
                  <a:pt x="392889" y="45117"/>
                  <a:pt x="391056" y="42860"/>
                </a:cubicBezTo>
                <a:cubicBezTo>
                  <a:pt x="389223" y="40602"/>
                  <a:pt x="386310" y="39473"/>
                  <a:pt x="382318" y="39473"/>
                </a:cubicBezTo>
                <a:cubicBezTo>
                  <a:pt x="379222" y="39473"/>
                  <a:pt x="376503" y="40226"/>
                  <a:pt x="374161" y="41731"/>
                </a:cubicBezTo>
                <a:cubicBezTo>
                  <a:pt x="371819" y="43236"/>
                  <a:pt x="369751" y="45372"/>
                  <a:pt x="367959" y="48138"/>
                </a:cubicBezTo>
                <a:cubicBezTo>
                  <a:pt x="366289" y="50700"/>
                  <a:pt x="364975" y="53873"/>
                  <a:pt x="364018" y="57656"/>
                </a:cubicBezTo>
                <a:cubicBezTo>
                  <a:pt x="363061" y="61438"/>
                  <a:pt x="362582" y="65323"/>
                  <a:pt x="362582" y="69310"/>
                </a:cubicBezTo>
                <a:cubicBezTo>
                  <a:pt x="362582" y="73988"/>
                  <a:pt x="363621" y="77334"/>
                  <a:pt x="365698" y="79348"/>
                </a:cubicBezTo>
                <a:cubicBezTo>
                  <a:pt x="367776" y="81361"/>
                  <a:pt x="370627" y="82367"/>
                  <a:pt x="374253" y="82367"/>
                </a:cubicBezTo>
                <a:cubicBezTo>
                  <a:pt x="376900" y="82367"/>
                  <a:pt x="379446" y="81645"/>
                  <a:pt x="381891" y="80202"/>
                </a:cubicBezTo>
                <a:cubicBezTo>
                  <a:pt x="384335" y="78757"/>
                  <a:pt x="386412" y="76753"/>
                  <a:pt x="388123" y="74191"/>
                </a:cubicBezTo>
                <a:close/>
                <a:moveTo>
                  <a:pt x="503787" y="42100"/>
                </a:moveTo>
                <a:cubicBezTo>
                  <a:pt x="503787" y="43322"/>
                  <a:pt x="503705" y="44646"/>
                  <a:pt x="503542" y="46072"/>
                </a:cubicBezTo>
                <a:cubicBezTo>
                  <a:pt x="503379" y="47497"/>
                  <a:pt x="503114" y="48984"/>
                  <a:pt x="502748" y="50532"/>
                </a:cubicBezTo>
                <a:lnTo>
                  <a:pt x="492483" y="95199"/>
                </a:lnTo>
                <a:lnTo>
                  <a:pt x="470241" y="95199"/>
                </a:lnTo>
                <a:lnTo>
                  <a:pt x="478062" y="61164"/>
                </a:lnTo>
                <a:cubicBezTo>
                  <a:pt x="478633" y="58639"/>
                  <a:pt x="479081" y="56481"/>
                  <a:pt x="479407" y="54691"/>
                </a:cubicBezTo>
                <a:cubicBezTo>
                  <a:pt x="479732" y="52900"/>
                  <a:pt x="479895" y="51229"/>
                  <a:pt x="479895" y="49677"/>
                </a:cubicBezTo>
                <a:cubicBezTo>
                  <a:pt x="479895" y="47029"/>
                  <a:pt x="479223" y="45094"/>
                  <a:pt x="477879" y="43872"/>
                </a:cubicBezTo>
                <a:cubicBezTo>
                  <a:pt x="476535" y="42650"/>
                  <a:pt x="474070" y="42039"/>
                  <a:pt x="470485" y="42039"/>
                </a:cubicBezTo>
                <a:cubicBezTo>
                  <a:pt x="468734" y="42039"/>
                  <a:pt x="466717" y="42416"/>
                  <a:pt x="464436" y="43169"/>
                </a:cubicBezTo>
                <a:cubicBezTo>
                  <a:pt x="462155" y="43923"/>
                  <a:pt x="459589" y="45053"/>
                  <a:pt x="456737" y="46561"/>
                </a:cubicBezTo>
                <a:lnTo>
                  <a:pt x="445555" y="95199"/>
                </a:lnTo>
                <a:lnTo>
                  <a:pt x="423436" y="95199"/>
                </a:lnTo>
                <a:lnTo>
                  <a:pt x="439262" y="26519"/>
                </a:lnTo>
                <a:lnTo>
                  <a:pt x="461381" y="26519"/>
                </a:lnTo>
                <a:lnTo>
                  <a:pt x="459609" y="34096"/>
                </a:lnTo>
                <a:cubicBezTo>
                  <a:pt x="464131" y="31122"/>
                  <a:pt x="468255" y="28810"/>
                  <a:pt x="471982" y="27160"/>
                </a:cubicBezTo>
                <a:cubicBezTo>
                  <a:pt x="475710" y="25511"/>
                  <a:pt x="479814" y="24686"/>
                  <a:pt x="484295" y="24686"/>
                </a:cubicBezTo>
                <a:cubicBezTo>
                  <a:pt x="490446" y="24686"/>
                  <a:pt x="495232" y="26172"/>
                  <a:pt x="498654" y="29146"/>
                </a:cubicBezTo>
                <a:cubicBezTo>
                  <a:pt x="502076" y="32120"/>
                  <a:pt x="503787" y="36438"/>
                  <a:pt x="503787" y="42100"/>
                </a:cubicBezTo>
                <a:close/>
                <a:moveTo>
                  <a:pt x="550541" y="26519"/>
                </a:moveTo>
                <a:lnTo>
                  <a:pt x="534654" y="95199"/>
                </a:lnTo>
                <a:lnTo>
                  <a:pt x="512535" y="95199"/>
                </a:lnTo>
                <a:lnTo>
                  <a:pt x="528422" y="26519"/>
                </a:lnTo>
                <a:lnTo>
                  <a:pt x="550541" y="26519"/>
                </a:lnTo>
                <a:moveTo>
                  <a:pt x="557262" y="0"/>
                </a:moveTo>
                <a:lnTo>
                  <a:pt x="553413" y="16742"/>
                </a:lnTo>
                <a:lnTo>
                  <a:pt x="530072" y="16742"/>
                </a:lnTo>
                <a:lnTo>
                  <a:pt x="533921" y="0"/>
                </a:lnTo>
                <a:lnTo>
                  <a:pt x="557262" y="0"/>
                </a:lnTo>
                <a:close/>
                <a:moveTo>
                  <a:pt x="635683" y="42100"/>
                </a:moveTo>
                <a:cubicBezTo>
                  <a:pt x="635683" y="43322"/>
                  <a:pt x="635602" y="44646"/>
                  <a:pt x="635439" y="46072"/>
                </a:cubicBezTo>
                <a:cubicBezTo>
                  <a:pt x="635276" y="47497"/>
                  <a:pt x="635011" y="48984"/>
                  <a:pt x="634645" y="50532"/>
                </a:cubicBezTo>
                <a:lnTo>
                  <a:pt x="624379" y="95199"/>
                </a:lnTo>
                <a:lnTo>
                  <a:pt x="602138" y="95199"/>
                </a:lnTo>
                <a:lnTo>
                  <a:pt x="609959" y="61164"/>
                </a:lnTo>
                <a:cubicBezTo>
                  <a:pt x="610529" y="58639"/>
                  <a:pt x="610977" y="56481"/>
                  <a:pt x="611303" y="54691"/>
                </a:cubicBezTo>
                <a:cubicBezTo>
                  <a:pt x="611629" y="52900"/>
                  <a:pt x="611792" y="51229"/>
                  <a:pt x="611792" y="49677"/>
                </a:cubicBezTo>
                <a:cubicBezTo>
                  <a:pt x="611792" y="47029"/>
                  <a:pt x="611120" y="45094"/>
                  <a:pt x="609776" y="43872"/>
                </a:cubicBezTo>
                <a:cubicBezTo>
                  <a:pt x="608431" y="42650"/>
                  <a:pt x="605967" y="42039"/>
                  <a:pt x="602382" y="42039"/>
                </a:cubicBezTo>
                <a:cubicBezTo>
                  <a:pt x="600631" y="42039"/>
                  <a:pt x="598614" y="42416"/>
                  <a:pt x="596333" y="43169"/>
                </a:cubicBezTo>
                <a:cubicBezTo>
                  <a:pt x="594052" y="43923"/>
                  <a:pt x="591486" y="45053"/>
                  <a:pt x="588634" y="46561"/>
                </a:cubicBezTo>
                <a:lnTo>
                  <a:pt x="577452" y="95199"/>
                </a:lnTo>
                <a:lnTo>
                  <a:pt x="555333" y="95199"/>
                </a:lnTo>
                <a:lnTo>
                  <a:pt x="571159" y="26519"/>
                </a:lnTo>
                <a:lnTo>
                  <a:pt x="593278" y="26519"/>
                </a:lnTo>
                <a:lnTo>
                  <a:pt x="591506" y="34096"/>
                </a:lnTo>
                <a:cubicBezTo>
                  <a:pt x="596028" y="31122"/>
                  <a:pt x="600152" y="28810"/>
                  <a:pt x="603879" y="27160"/>
                </a:cubicBezTo>
                <a:cubicBezTo>
                  <a:pt x="607607" y="25511"/>
                  <a:pt x="611711" y="24686"/>
                  <a:pt x="616192" y="24686"/>
                </a:cubicBezTo>
                <a:cubicBezTo>
                  <a:pt x="622343" y="24686"/>
                  <a:pt x="627129" y="26172"/>
                  <a:pt x="630551" y="29146"/>
                </a:cubicBezTo>
                <a:cubicBezTo>
                  <a:pt x="633973" y="32120"/>
                  <a:pt x="635683" y="36438"/>
                  <a:pt x="635683" y="42100"/>
                </a:cubicBezTo>
                <a:close/>
                <a:moveTo>
                  <a:pt x="727103" y="26519"/>
                </a:moveTo>
                <a:lnTo>
                  <a:pt x="713294" y="87333"/>
                </a:lnTo>
                <a:cubicBezTo>
                  <a:pt x="711787" y="93860"/>
                  <a:pt x="709648" y="99285"/>
                  <a:pt x="706878" y="103608"/>
                </a:cubicBezTo>
                <a:cubicBezTo>
                  <a:pt x="704108" y="107932"/>
                  <a:pt x="700748" y="111379"/>
                  <a:pt x="696796" y="113948"/>
                </a:cubicBezTo>
                <a:cubicBezTo>
                  <a:pt x="692723" y="116599"/>
                  <a:pt x="688303" y="118455"/>
                  <a:pt x="683537" y="119516"/>
                </a:cubicBezTo>
                <a:cubicBezTo>
                  <a:pt x="678771" y="120576"/>
                  <a:pt x="673414" y="121106"/>
                  <a:pt x="667467" y="121106"/>
                </a:cubicBezTo>
                <a:cubicBezTo>
                  <a:pt x="662538" y="121106"/>
                  <a:pt x="657812" y="120811"/>
                  <a:pt x="653291" y="120220"/>
                </a:cubicBezTo>
                <a:cubicBezTo>
                  <a:pt x="648769" y="119630"/>
                  <a:pt x="644960" y="118947"/>
                  <a:pt x="641865" y="118173"/>
                </a:cubicBezTo>
                <a:lnTo>
                  <a:pt x="645225" y="101309"/>
                </a:lnTo>
                <a:lnTo>
                  <a:pt x="647914" y="101309"/>
                </a:lnTo>
                <a:cubicBezTo>
                  <a:pt x="651295" y="102612"/>
                  <a:pt x="654717" y="103651"/>
                  <a:pt x="658179" y="104425"/>
                </a:cubicBezTo>
                <a:cubicBezTo>
                  <a:pt x="661642" y="105199"/>
                  <a:pt x="664717" y="105586"/>
                  <a:pt x="667406" y="105586"/>
                </a:cubicBezTo>
                <a:cubicBezTo>
                  <a:pt x="671275" y="105586"/>
                  <a:pt x="674636" y="105228"/>
                  <a:pt x="677488" y="104511"/>
                </a:cubicBezTo>
                <a:cubicBezTo>
                  <a:pt x="680339" y="103794"/>
                  <a:pt x="682580" y="102760"/>
                  <a:pt x="684209" y="101408"/>
                </a:cubicBezTo>
                <a:cubicBezTo>
                  <a:pt x="685961" y="99975"/>
                  <a:pt x="687356" y="98215"/>
                  <a:pt x="688395" y="96128"/>
                </a:cubicBezTo>
                <a:cubicBezTo>
                  <a:pt x="689433" y="94042"/>
                  <a:pt x="690279" y="91492"/>
                  <a:pt x="690930" y="88477"/>
                </a:cubicBezTo>
                <a:lnTo>
                  <a:pt x="691236" y="87194"/>
                </a:lnTo>
                <a:cubicBezTo>
                  <a:pt x="688058" y="89353"/>
                  <a:pt x="684901" y="91064"/>
                  <a:pt x="681765" y="92327"/>
                </a:cubicBezTo>
                <a:cubicBezTo>
                  <a:pt x="678628" y="93590"/>
                  <a:pt x="675084" y="94221"/>
                  <a:pt x="671133" y="94221"/>
                </a:cubicBezTo>
                <a:cubicBezTo>
                  <a:pt x="663434" y="94221"/>
                  <a:pt x="657415" y="92286"/>
                  <a:pt x="653077" y="88416"/>
                </a:cubicBezTo>
                <a:cubicBezTo>
                  <a:pt x="648739" y="84546"/>
                  <a:pt x="646569" y="78701"/>
                  <a:pt x="646569" y="70880"/>
                </a:cubicBezTo>
                <a:cubicBezTo>
                  <a:pt x="646569" y="57396"/>
                  <a:pt x="650378" y="46326"/>
                  <a:pt x="657996" y="37670"/>
                </a:cubicBezTo>
                <a:cubicBezTo>
                  <a:pt x="665613" y="29014"/>
                  <a:pt x="674860" y="24686"/>
                  <a:pt x="685737" y="24686"/>
                </a:cubicBezTo>
                <a:cubicBezTo>
                  <a:pt x="689647" y="24686"/>
                  <a:pt x="693201" y="25144"/>
                  <a:pt x="696399" y="26060"/>
                </a:cubicBezTo>
                <a:cubicBezTo>
                  <a:pt x="699597" y="26977"/>
                  <a:pt x="702173" y="28148"/>
                  <a:pt x="704129" y="29574"/>
                </a:cubicBezTo>
                <a:lnTo>
                  <a:pt x="705656" y="26519"/>
                </a:lnTo>
                <a:lnTo>
                  <a:pt x="727103" y="26519"/>
                </a:lnTo>
                <a:moveTo>
                  <a:pt x="701318" y="42635"/>
                </a:moveTo>
                <a:cubicBezTo>
                  <a:pt x="700136" y="42109"/>
                  <a:pt x="698578" y="41614"/>
                  <a:pt x="696643" y="41149"/>
                </a:cubicBezTo>
                <a:cubicBezTo>
                  <a:pt x="694709" y="40683"/>
                  <a:pt x="693008" y="40450"/>
                  <a:pt x="691541" y="40450"/>
                </a:cubicBezTo>
                <a:cubicBezTo>
                  <a:pt x="684983" y="40450"/>
                  <a:pt x="679708" y="42899"/>
                  <a:pt x="675716" y="47796"/>
                </a:cubicBezTo>
                <a:cubicBezTo>
                  <a:pt x="671724" y="52693"/>
                  <a:pt x="669728" y="58986"/>
                  <a:pt x="669728" y="66675"/>
                </a:cubicBezTo>
                <a:cubicBezTo>
                  <a:pt x="669728" y="70155"/>
                  <a:pt x="670583" y="72867"/>
                  <a:pt x="672294" y="74809"/>
                </a:cubicBezTo>
                <a:cubicBezTo>
                  <a:pt x="674005" y="76752"/>
                  <a:pt x="677080" y="77723"/>
                  <a:pt x="681520" y="77723"/>
                </a:cubicBezTo>
                <a:cubicBezTo>
                  <a:pt x="683679" y="77723"/>
                  <a:pt x="685869" y="77309"/>
                  <a:pt x="688089" y="76480"/>
                </a:cubicBezTo>
                <a:cubicBezTo>
                  <a:pt x="690309" y="75650"/>
                  <a:pt x="692397" y="74668"/>
                  <a:pt x="694352" y="73534"/>
                </a:cubicBezTo>
                <a:lnTo>
                  <a:pt x="701318" y="42635"/>
                </a:ln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Recovered">
            <a:extLst xmlns:a="http://schemas.openxmlformats.org/drawingml/2006/main">
              <a:ext uri="{FF2B5EF4-FFF2-40B4-BE49-F238E27FC236}">
                <a16:creationId xmlns:a16="http://schemas.microsoft.com/office/drawing/2014/main" id="{D9F9130B-9AE1-4E02-B37F-B9457156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814" y="3510372"/>
            <a:ext cx="740231" cy="112704"/>
          </a:xfrm>
          <a:custGeom xmlns:a="http://schemas.openxmlformats.org/drawingml/2006/main">
            <a:pathLst>
              <a:path w="740231" h="112704">
                <a:moveTo>
                  <a:pt x="41205" y="60098"/>
                </a:moveTo>
                <a:lnTo>
                  <a:pt x="41205" y="91206"/>
                </a:lnTo>
                <a:cubicBezTo>
                  <a:pt x="41205" y="97147"/>
                  <a:pt x="41572" y="100888"/>
                  <a:pt x="42305" y="102428"/>
                </a:cubicBezTo>
                <a:cubicBezTo>
                  <a:pt x="43038" y="103967"/>
                  <a:pt x="44327" y="105196"/>
                  <a:pt x="46173" y="106116"/>
                </a:cubicBezTo>
                <a:cubicBezTo>
                  <a:pt x="48019" y="107034"/>
                  <a:pt x="51466" y="107493"/>
                  <a:pt x="56515" y="107493"/>
                </a:cubicBezTo>
                <a:lnTo>
                  <a:pt x="56515" y="110424"/>
                </a:lnTo>
                <a:lnTo>
                  <a:pt x="0" y="110424"/>
                </a:lnTo>
                <a:lnTo>
                  <a:pt x="0" y="107493"/>
                </a:lnTo>
                <a:cubicBezTo>
                  <a:pt x="5103" y="107493"/>
                  <a:pt x="8564" y="107020"/>
                  <a:pt x="10383" y="106075"/>
                </a:cubicBezTo>
                <a:cubicBezTo>
                  <a:pt x="12201" y="105130"/>
                  <a:pt x="13477" y="103901"/>
                  <a:pt x="14210" y="102388"/>
                </a:cubicBezTo>
                <a:cubicBezTo>
                  <a:pt x="14943" y="100874"/>
                  <a:pt x="15310" y="97147"/>
                  <a:pt x="15310" y="91206"/>
                </a:cubicBezTo>
                <a:lnTo>
                  <a:pt x="15310" y="19218"/>
                </a:lnTo>
                <a:cubicBezTo>
                  <a:pt x="15310" y="13277"/>
                  <a:pt x="14943" y="9537"/>
                  <a:pt x="14210" y="7998"/>
                </a:cubicBezTo>
                <a:cubicBezTo>
                  <a:pt x="13477" y="6458"/>
                  <a:pt x="12188" y="5229"/>
                  <a:pt x="10342" y="4311"/>
                </a:cubicBezTo>
                <a:cubicBezTo>
                  <a:pt x="8496" y="3391"/>
                  <a:pt x="5049" y="2932"/>
                  <a:pt x="0" y="2932"/>
                </a:cubicBezTo>
                <a:lnTo>
                  <a:pt x="0" y="0"/>
                </a:lnTo>
                <a:lnTo>
                  <a:pt x="51303" y="0"/>
                </a:lnTo>
                <a:cubicBezTo>
                  <a:pt x="64658" y="0"/>
                  <a:pt x="74430" y="922"/>
                  <a:pt x="80619" y="2766"/>
                </a:cubicBezTo>
                <a:cubicBezTo>
                  <a:pt x="86808" y="4610"/>
                  <a:pt x="91857" y="8014"/>
                  <a:pt x="95766" y="12976"/>
                </a:cubicBezTo>
                <a:cubicBezTo>
                  <a:pt x="99675" y="17938"/>
                  <a:pt x="101629" y="23755"/>
                  <a:pt x="101629" y="30426"/>
                </a:cubicBezTo>
                <a:cubicBezTo>
                  <a:pt x="101629" y="38562"/>
                  <a:pt x="98698" y="45288"/>
                  <a:pt x="92834" y="50603"/>
                </a:cubicBezTo>
                <a:cubicBezTo>
                  <a:pt x="89088" y="53966"/>
                  <a:pt x="83850" y="56488"/>
                  <a:pt x="77118" y="58169"/>
                </a:cubicBezTo>
                <a:lnTo>
                  <a:pt x="103665" y="95639"/>
                </a:lnTo>
                <a:cubicBezTo>
                  <a:pt x="107140" y="100423"/>
                  <a:pt x="109610" y="103406"/>
                  <a:pt x="111076" y="104589"/>
                </a:cubicBezTo>
                <a:cubicBezTo>
                  <a:pt x="113301" y="106255"/>
                  <a:pt x="115880" y="107168"/>
                  <a:pt x="118812" y="107330"/>
                </a:cubicBezTo>
                <a:lnTo>
                  <a:pt x="118812" y="110424"/>
                </a:lnTo>
                <a:lnTo>
                  <a:pt x="84040" y="110424"/>
                </a:lnTo>
                <a:lnTo>
                  <a:pt x="48453" y="60098"/>
                </a:lnTo>
                <a:lnTo>
                  <a:pt x="41205" y="60098"/>
                </a:lnTo>
                <a:moveTo>
                  <a:pt x="41205" y="6189"/>
                </a:moveTo>
                <a:lnTo>
                  <a:pt x="41205" y="54235"/>
                </a:lnTo>
                <a:lnTo>
                  <a:pt x="45847" y="54235"/>
                </a:lnTo>
                <a:cubicBezTo>
                  <a:pt x="53393" y="54235"/>
                  <a:pt x="59039" y="53548"/>
                  <a:pt x="62785" y="52174"/>
                </a:cubicBezTo>
                <a:cubicBezTo>
                  <a:pt x="66531" y="50798"/>
                  <a:pt x="69477" y="48317"/>
                  <a:pt x="71621" y="44733"/>
                </a:cubicBezTo>
                <a:cubicBezTo>
                  <a:pt x="73765" y="41146"/>
                  <a:pt x="74838" y="36468"/>
                  <a:pt x="74838" y="30698"/>
                </a:cubicBezTo>
                <a:cubicBezTo>
                  <a:pt x="74838" y="22339"/>
                  <a:pt x="72870" y="16165"/>
                  <a:pt x="68934" y="12174"/>
                </a:cubicBezTo>
                <a:cubicBezTo>
                  <a:pt x="64998" y="8184"/>
                  <a:pt x="58659" y="6189"/>
                  <a:pt x="49919" y="6189"/>
                </a:cubicBezTo>
                <a:lnTo>
                  <a:pt x="41205" y="6189"/>
                </a:lnTo>
                <a:close/>
                <a:moveTo>
                  <a:pt x="187460" y="69544"/>
                </a:moveTo>
                <a:lnTo>
                  <a:pt x="145684" y="69544"/>
                </a:lnTo>
                <a:cubicBezTo>
                  <a:pt x="146173" y="79669"/>
                  <a:pt x="148860" y="87671"/>
                  <a:pt x="153746" y="93550"/>
                </a:cubicBezTo>
                <a:cubicBezTo>
                  <a:pt x="157492" y="98067"/>
                  <a:pt x="161998" y="100326"/>
                  <a:pt x="167264" y="100326"/>
                </a:cubicBezTo>
                <a:cubicBezTo>
                  <a:pt x="170522" y="100326"/>
                  <a:pt x="173480" y="99417"/>
                  <a:pt x="176141" y="97598"/>
                </a:cubicBezTo>
                <a:cubicBezTo>
                  <a:pt x="178801" y="95780"/>
                  <a:pt x="181651" y="92509"/>
                  <a:pt x="184691" y="87786"/>
                </a:cubicBezTo>
                <a:lnTo>
                  <a:pt x="187460" y="89577"/>
                </a:lnTo>
                <a:cubicBezTo>
                  <a:pt x="183334" y="97992"/>
                  <a:pt x="178774" y="103950"/>
                  <a:pt x="173779" y="107452"/>
                </a:cubicBezTo>
                <a:cubicBezTo>
                  <a:pt x="168784" y="110953"/>
                  <a:pt x="163003" y="112704"/>
                  <a:pt x="156434" y="112704"/>
                </a:cubicBezTo>
                <a:cubicBezTo>
                  <a:pt x="145141" y="112704"/>
                  <a:pt x="136591" y="108357"/>
                  <a:pt x="130782" y="99662"/>
                </a:cubicBezTo>
                <a:cubicBezTo>
                  <a:pt x="126113" y="92652"/>
                  <a:pt x="123779" y="83957"/>
                  <a:pt x="123779" y="73578"/>
                </a:cubicBezTo>
                <a:cubicBezTo>
                  <a:pt x="123779" y="60861"/>
                  <a:pt x="127212" y="50739"/>
                  <a:pt x="134080" y="43213"/>
                </a:cubicBezTo>
                <a:cubicBezTo>
                  <a:pt x="140948" y="35686"/>
                  <a:pt x="148996" y="31922"/>
                  <a:pt x="158225" y="31922"/>
                </a:cubicBezTo>
                <a:cubicBezTo>
                  <a:pt x="165934" y="31922"/>
                  <a:pt x="172625" y="35084"/>
                  <a:pt x="178299" y="41409"/>
                </a:cubicBezTo>
                <a:cubicBezTo>
                  <a:pt x="183972" y="47734"/>
                  <a:pt x="187026" y="57112"/>
                  <a:pt x="187460" y="69544"/>
                </a:cubicBezTo>
                <a:moveTo>
                  <a:pt x="167427" y="64170"/>
                </a:moveTo>
                <a:cubicBezTo>
                  <a:pt x="167427" y="55429"/>
                  <a:pt x="166952" y="49430"/>
                  <a:pt x="166002" y="46173"/>
                </a:cubicBezTo>
                <a:cubicBezTo>
                  <a:pt x="165052" y="42916"/>
                  <a:pt x="163573" y="40445"/>
                  <a:pt x="161564" y="38762"/>
                </a:cubicBezTo>
                <a:cubicBezTo>
                  <a:pt x="160424" y="37785"/>
                  <a:pt x="158904" y="37297"/>
                  <a:pt x="157004" y="37297"/>
                </a:cubicBezTo>
                <a:cubicBezTo>
                  <a:pt x="154181" y="37297"/>
                  <a:pt x="151873" y="38681"/>
                  <a:pt x="150082" y="41450"/>
                </a:cubicBezTo>
                <a:cubicBezTo>
                  <a:pt x="146879" y="46281"/>
                  <a:pt x="145277" y="52905"/>
                  <a:pt x="145277" y="61320"/>
                </a:cubicBezTo>
                <a:lnTo>
                  <a:pt x="145277" y="64170"/>
                </a:lnTo>
                <a:lnTo>
                  <a:pt x="167427" y="64170"/>
                </a:lnTo>
                <a:close/>
                <a:moveTo>
                  <a:pt x="259122" y="90735"/>
                </a:moveTo>
                <a:lnTo>
                  <a:pt x="261646" y="92687"/>
                </a:lnTo>
                <a:cubicBezTo>
                  <a:pt x="258063" y="99441"/>
                  <a:pt x="253598" y="104466"/>
                  <a:pt x="248250" y="107762"/>
                </a:cubicBezTo>
                <a:cubicBezTo>
                  <a:pt x="242903" y="111057"/>
                  <a:pt x="237216" y="112704"/>
                  <a:pt x="231190" y="112704"/>
                </a:cubicBezTo>
                <a:cubicBezTo>
                  <a:pt x="221038" y="112704"/>
                  <a:pt x="212921" y="108873"/>
                  <a:pt x="206841" y="101212"/>
                </a:cubicBezTo>
                <a:cubicBezTo>
                  <a:pt x="200761" y="93549"/>
                  <a:pt x="197721" y="84337"/>
                  <a:pt x="197721" y="73578"/>
                </a:cubicBezTo>
                <a:cubicBezTo>
                  <a:pt x="197721" y="63197"/>
                  <a:pt x="200489" y="54067"/>
                  <a:pt x="206027" y="46188"/>
                </a:cubicBezTo>
                <a:cubicBezTo>
                  <a:pt x="212704" y="36677"/>
                  <a:pt x="221906" y="31922"/>
                  <a:pt x="233633" y="31922"/>
                </a:cubicBezTo>
                <a:cubicBezTo>
                  <a:pt x="241505" y="31922"/>
                  <a:pt x="247762" y="33910"/>
                  <a:pt x="252403" y="37884"/>
                </a:cubicBezTo>
                <a:cubicBezTo>
                  <a:pt x="257045" y="41858"/>
                  <a:pt x="259366" y="46294"/>
                  <a:pt x="259366" y="51194"/>
                </a:cubicBezTo>
                <a:cubicBezTo>
                  <a:pt x="259366" y="54297"/>
                  <a:pt x="258429" y="56774"/>
                  <a:pt x="256556" y="58625"/>
                </a:cubicBezTo>
                <a:cubicBezTo>
                  <a:pt x="254683" y="60476"/>
                  <a:pt x="252227" y="61401"/>
                  <a:pt x="249187" y="61401"/>
                </a:cubicBezTo>
                <a:cubicBezTo>
                  <a:pt x="245984" y="61401"/>
                  <a:pt x="243337" y="60339"/>
                  <a:pt x="241247" y="58215"/>
                </a:cubicBezTo>
                <a:cubicBezTo>
                  <a:pt x="239157" y="56089"/>
                  <a:pt x="237867" y="52302"/>
                  <a:pt x="237379" y="46855"/>
                </a:cubicBezTo>
                <a:cubicBezTo>
                  <a:pt x="237053" y="43423"/>
                  <a:pt x="236266" y="41026"/>
                  <a:pt x="235017" y="39663"/>
                </a:cubicBezTo>
                <a:cubicBezTo>
                  <a:pt x="233769" y="38303"/>
                  <a:pt x="232303" y="37622"/>
                  <a:pt x="230620" y="37622"/>
                </a:cubicBezTo>
                <a:cubicBezTo>
                  <a:pt x="228014" y="37622"/>
                  <a:pt x="225788" y="39007"/>
                  <a:pt x="223942" y="41775"/>
                </a:cubicBezTo>
                <a:cubicBezTo>
                  <a:pt x="221119" y="45956"/>
                  <a:pt x="219708" y="52362"/>
                  <a:pt x="219708" y="60994"/>
                </a:cubicBezTo>
                <a:cubicBezTo>
                  <a:pt x="219708" y="68160"/>
                  <a:pt x="220848" y="75014"/>
                  <a:pt x="223128" y="81556"/>
                </a:cubicBezTo>
                <a:cubicBezTo>
                  <a:pt x="225408" y="88098"/>
                  <a:pt x="228530" y="92970"/>
                  <a:pt x="232493" y="96173"/>
                </a:cubicBezTo>
                <a:cubicBezTo>
                  <a:pt x="235479" y="98508"/>
                  <a:pt x="239007" y="99675"/>
                  <a:pt x="243079" y="99675"/>
                </a:cubicBezTo>
                <a:cubicBezTo>
                  <a:pt x="245739" y="99675"/>
                  <a:pt x="248264" y="99052"/>
                  <a:pt x="250652" y="97807"/>
                </a:cubicBezTo>
                <a:cubicBezTo>
                  <a:pt x="253041" y="96560"/>
                  <a:pt x="255864" y="94203"/>
                  <a:pt x="259122" y="90735"/>
                </a:cubicBezTo>
                <a:close/>
                <a:moveTo>
                  <a:pt x="306923" y="31922"/>
                </a:moveTo>
                <a:cubicBezTo>
                  <a:pt x="313546" y="31922"/>
                  <a:pt x="319708" y="33634"/>
                  <a:pt x="325408" y="37057"/>
                </a:cubicBezTo>
                <a:cubicBezTo>
                  <a:pt x="331109" y="40481"/>
                  <a:pt x="335438" y="45345"/>
                  <a:pt x="338397" y="51649"/>
                </a:cubicBezTo>
                <a:cubicBezTo>
                  <a:pt x="341356" y="57954"/>
                  <a:pt x="342835" y="64855"/>
                  <a:pt x="342835" y="72354"/>
                </a:cubicBezTo>
                <a:cubicBezTo>
                  <a:pt x="342835" y="83168"/>
                  <a:pt x="340094" y="92216"/>
                  <a:pt x="334610" y="99499"/>
                </a:cubicBezTo>
                <a:cubicBezTo>
                  <a:pt x="327987" y="108303"/>
                  <a:pt x="318839" y="112704"/>
                  <a:pt x="307167" y="112704"/>
                </a:cubicBezTo>
                <a:cubicBezTo>
                  <a:pt x="295712" y="112704"/>
                  <a:pt x="286890" y="108683"/>
                  <a:pt x="280701" y="100639"/>
                </a:cubicBezTo>
                <a:cubicBezTo>
                  <a:pt x="274512" y="92596"/>
                  <a:pt x="271418" y="83276"/>
                  <a:pt x="271418" y="72680"/>
                </a:cubicBezTo>
                <a:cubicBezTo>
                  <a:pt x="271418" y="61757"/>
                  <a:pt x="274580" y="52234"/>
                  <a:pt x="280905" y="44109"/>
                </a:cubicBezTo>
                <a:cubicBezTo>
                  <a:pt x="287229" y="35984"/>
                  <a:pt x="295902" y="31922"/>
                  <a:pt x="306923" y="31922"/>
                </a:cubicBezTo>
                <a:moveTo>
                  <a:pt x="307249" y="37622"/>
                </a:moveTo>
                <a:cubicBezTo>
                  <a:pt x="304480" y="37622"/>
                  <a:pt x="302105" y="38669"/>
                  <a:pt x="300123" y="40763"/>
                </a:cubicBezTo>
                <a:cubicBezTo>
                  <a:pt x="298142" y="42854"/>
                  <a:pt x="296839" y="46985"/>
                  <a:pt x="296214" y="53153"/>
                </a:cubicBezTo>
                <a:cubicBezTo>
                  <a:pt x="295590" y="59322"/>
                  <a:pt x="295278" y="67896"/>
                  <a:pt x="295278" y="78876"/>
                </a:cubicBezTo>
                <a:cubicBezTo>
                  <a:pt x="295278" y="84692"/>
                  <a:pt x="295658" y="90128"/>
                  <a:pt x="296418" y="95183"/>
                </a:cubicBezTo>
                <a:cubicBezTo>
                  <a:pt x="297015" y="99041"/>
                  <a:pt x="298291" y="101976"/>
                  <a:pt x="300245" y="103988"/>
                </a:cubicBezTo>
                <a:cubicBezTo>
                  <a:pt x="302200" y="105999"/>
                  <a:pt x="304426" y="107004"/>
                  <a:pt x="306923" y="107004"/>
                </a:cubicBezTo>
                <a:cubicBezTo>
                  <a:pt x="309366" y="107004"/>
                  <a:pt x="311402" y="106324"/>
                  <a:pt x="313030" y="104966"/>
                </a:cubicBezTo>
                <a:cubicBezTo>
                  <a:pt x="315148" y="103118"/>
                  <a:pt x="316559" y="100536"/>
                  <a:pt x="317265" y="97219"/>
                </a:cubicBezTo>
                <a:cubicBezTo>
                  <a:pt x="318351" y="92057"/>
                  <a:pt x="318894" y="81621"/>
                  <a:pt x="318894" y="65913"/>
                </a:cubicBezTo>
                <a:cubicBezTo>
                  <a:pt x="318894" y="56674"/>
                  <a:pt x="318378" y="50329"/>
                  <a:pt x="317346" y="46878"/>
                </a:cubicBezTo>
                <a:cubicBezTo>
                  <a:pt x="316315" y="43425"/>
                  <a:pt x="314795" y="40911"/>
                  <a:pt x="312786" y="39335"/>
                </a:cubicBezTo>
                <a:cubicBezTo>
                  <a:pt x="311375" y="38193"/>
                  <a:pt x="309529" y="37622"/>
                  <a:pt x="307249" y="37622"/>
                </a:cubicBezTo>
                <a:close/>
                <a:moveTo>
                  <a:pt x="388763" y="112704"/>
                </a:moveTo>
                <a:lnTo>
                  <a:pt x="363112" y="53629"/>
                </a:lnTo>
                <a:cubicBezTo>
                  <a:pt x="360017" y="46461"/>
                  <a:pt x="357601" y="41921"/>
                  <a:pt x="355864" y="40007"/>
                </a:cubicBezTo>
                <a:cubicBezTo>
                  <a:pt x="354616" y="38583"/>
                  <a:pt x="352770" y="37626"/>
                  <a:pt x="350327" y="37134"/>
                </a:cubicBezTo>
                <a:lnTo>
                  <a:pt x="350327" y="34202"/>
                </a:lnTo>
                <a:lnTo>
                  <a:pt x="390799" y="34202"/>
                </a:lnTo>
                <a:lnTo>
                  <a:pt x="390799" y="37134"/>
                </a:lnTo>
                <a:cubicBezTo>
                  <a:pt x="388248" y="37134"/>
                  <a:pt x="386510" y="37598"/>
                  <a:pt x="385588" y="38526"/>
                </a:cubicBezTo>
                <a:cubicBezTo>
                  <a:pt x="384285" y="39729"/>
                  <a:pt x="383633" y="41149"/>
                  <a:pt x="383633" y="42786"/>
                </a:cubicBezTo>
                <a:cubicBezTo>
                  <a:pt x="383633" y="44806"/>
                  <a:pt x="384827" y="48602"/>
                  <a:pt x="387216" y="54174"/>
                </a:cubicBezTo>
                <a:lnTo>
                  <a:pt x="399757" y="82788"/>
                </a:lnTo>
                <a:lnTo>
                  <a:pt x="409773" y="58088"/>
                </a:lnTo>
                <a:cubicBezTo>
                  <a:pt x="412651" y="50994"/>
                  <a:pt x="414089" y="45974"/>
                  <a:pt x="414089" y="43028"/>
                </a:cubicBezTo>
                <a:cubicBezTo>
                  <a:pt x="414089" y="41336"/>
                  <a:pt x="413479" y="39959"/>
                  <a:pt x="412257" y="38895"/>
                </a:cubicBezTo>
                <a:cubicBezTo>
                  <a:pt x="411036" y="37829"/>
                  <a:pt x="408878" y="37242"/>
                  <a:pt x="405783" y="37134"/>
                </a:cubicBezTo>
                <a:lnTo>
                  <a:pt x="405783" y="34202"/>
                </a:lnTo>
                <a:lnTo>
                  <a:pt x="430702" y="34202"/>
                </a:lnTo>
                <a:lnTo>
                  <a:pt x="430702" y="37134"/>
                </a:lnTo>
                <a:cubicBezTo>
                  <a:pt x="428313" y="37461"/>
                  <a:pt x="426359" y="38361"/>
                  <a:pt x="424839" y="39834"/>
                </a:cubicBezTo>
                <a:cubicBezTo>
                  <a:pt x="423318" y="41306"/>
                  <a:pt x="421038" y="45642"/>
                  <a:pt x="417998" y="52840"/>
                </a:cubicBezTo>
                <a:lnTo>
                  <a:pt x="392591" y="112704"/>
                </a:lnTo>
                <a:lnTo>
                  <a:pt x="388763" y="112704"/>
                </a:lnTo>
                <a:close/>
                <a:moveTo>
                  <a:pt x="502281" y="69544"/>
                </a:moveTo>
                <a:lnTo>
                  <a:pt x="460506" y="69544"/>
                </a:lnTo>
                <a:cubicBezTo>
                  <a:pt x="460994" y="79669"/>
                  <a:pt x="463682" y="87671"/>
                  <a:pt x="468568" y="93550"/>
                </a:cubicBezTo>
                <a:cubicBezTo>
                  <a:pt x="472314" y="98067"/>
                  <a:pt x="476820" y="100326"/>
                  <a:pt x="482086" y="100326"/>
                </a:cubicBezTo>
                <a:cubicBezTo>
                  <a:pt x="485343" y="100326"/>
                  <a:pt x="488302" y="99417"/>
                  <a:pt x="490962" y="97598"/>
                </a:cubicBezTo>
                <a:cubicBezTo>
                  <a:pt x="493622" y="95780"/>
                  <a:pt x="496472" y="92509"/>
                  <a:pt x="499512" y="87786"/>
                </a:cubicBezTo>
                <a:lnTo>
                  <a:pt x="502281" y="89577"/>
                </a:lnTo>
                <a:cubicBezTo>
                  <a:pt x="498155" y="97992"/>
                  <a:pt x="493595" y="103950"/>
                  <a:pt x="488600" y="107452"/>
                </a:cubicBezTo>
                <a:cubicBezTo>
                  <a:pt x="483606" y="110953"/>
                  <a:pt x="477824" y="112704"/>
                  <a:pt x="471255" y="112704"/>
                </a:cubicBezTo>
                <a:cubicBezTo>
                  <a:pt x="459963" y="112704"/>
                  <a:pt x="451412" y="108357"/>
                  <a:pt x="445603" y="99662"/>
                </a:cubicBezTo>
                <a:cubicBezTo>
                  <a:pt x="440934" y="92652"/>
                  <a:pt x="438600" y="83957"/>
                  <a:pt x="438600" y="73578"/>
                </a:cubicBezTo>
                <a:cubicBezTo>
                  <a:pt x="438600" y="60861"/>
                  <a:pt x="442034" y="50739"/>
                  <a:pt x="448901" y="43213"/>
                </a:cubicBezTo>
                <a:cubicBezTo>
                  <a:pt x="455769" y="35686"/>
                  <a:pt x="463817" y="31922"/>
                  <a:pt x="473046" y="31922"/>
                </a:cubicBezTo>
                <a:cubicBezTo>
                  <a:pt x="480756" y="31922"/>
                  <a:pt x="487447" y="35084"/>
                  <a:pt x="493120" y="41409"/>
                </a:cubicBezTo>
                <a:cubicBezTo>
                  <a:pt x="498793" y="47734"/>
                  <a:pt x="501847" y="57112"/>
                  <a:pt x="502281" y="69544"/>
                </a:cubicBezTo>
                <a:moveTo>
                  <a:pt x="482249" y="64170"/>
                </a:moveTo>
                <a:cubicBezTo>
                  <a:pt x="482249" y="55429"/>
                  <a:pt x="481773" y="49430"/>
                  <a:pt x="480823" y="46173"/>
                </a:cubicBezTo>
                <a:cubicBezTo>
                  <a:pt x="479873" y="42916"/>
                  <a:pt x="478394" y="40445"/>
                  <a:pt x="476385" y="38762"/>
                </a:cubicBezTo>
                <a:cubicBezTo>
                  <a:pt x="475245" y="37785"/>
                  <a:pt x="473725" y="37297"/>
                  <a:pt x="471825" y="37297"/>
                </a:cubicBezTo>
                <a:cubicBezTo>
                  <a:pt x="469002" y="37297"/>
                  <a:pt x="466695" y="38681"/>
                  <a:pt x="464903" y="41450"/>
                </a:cubicBezTo>
                <a:cubicBezTo>
                  <a:pt x="461700" y="46281"/>
                  <a:pt x="460099" y="52905"/>
                  <a:pt x="460099" y="61320"/>
                </a:cubicBezTo>
                <a:lnTo>
                  <a:pt x="460099" y="64170"/>
                </a:lnTo>
                <a:lnTo>
                  <a:pt x="482249" y="64170"/>
                </a:lnTo>
                <a:close/>
                <a:moveTo>
                  <a:pt x="543406" y="34202"/>
                </a:moveTo>
                <a:lnTo>
                  <a:pt x="543406" y="51466"/>
                </a:lnTo>
                <a:cubicBezTo>
                  <a:pt x="548455" y="43594"/>
                  <a:pt x="552879" y="38369"/>
                  <a:pt x="556680" y="35790"/>
                </a:cubicBezTo>
                <a:cubicBezTo>
                  <a:pt x="560480" y="33211"/>
                  <a:pt x="564144" y="31922"/>
                  <a:pt x="567673" y="31922"/>
                </a:cubicBezTo>
                <a:cubicBezTo>
                  <a:pt x="570713" y="31922"/>
                  <a:pt x="573143" y="32862"/>
                  <a:pt x="574961" y="34742"/>
                </a:cubicBezTo>
                <a:cubicBezTo>
                  <a:pt x="576780" y="36621"/>
                  <a:pt x="577689" y="39277"/>
                  <a:pt x="577689" y="42709"/>
                </a:cubicBezTo>
                <a:cubicBezTo>
                  <a:pt x="577689" y="46360"/>
                  <a:pt x="576807" y="49194"/>
                  <a:pt x="575043" y="51212"/>
                </a:cubicBezTo>
                <a:cubicBezTo>
                  <a:pt x="573278" y="53227"/>
                  <a:pt x="571148" y="54235"/>
                  <a:pt x="568650" y="54235"/>
                </a:cubicBezTo>
                <a:cubicBezTo>
                  <a:pt x="565773" y="54235"/>
                  <a:pt x="563276" y="53312"/>
                  <a:pt x="561158" y="51466"/>
                </a:cubicBezTo>
                <a:cubicBezTo>
                  <a:pt x="559041" y="49620"/>
                  <a:pt x="557792" y="48589"/>
                  <a:pt x="557412" y="48372"/>
                </a:cubicBezTo>
                <a:cubicBezTo>
                  <a:pt x="556870" y="48046"/>
                  <a:pt x="556245" y="47883"/>
                  <a:pt x="555539" y="47883"/>
                </a:cubicBezTo>
                <a:cubicBezTo>
                  <a:pt x="553965" y="47883"/>
                  <a:pt x="552472" y="48480"/>
                  <a:pt x="551061" y="49675"/>
                </a:cubicBezTo>
                <a:cubicBezTo>
                  <a:pt x="548835" y="51520"/>
                  <a:pt x="547152" y="54153"/>
                  <a:pt x="546012" y="57574"/>
                </a:cubicBezTo>
                <a:cubicBezTo>
                  <a:pt x="544274" y="62840"/>
                  <a:pt x="543406" y="68649"/>
                  <a:pt x="543406" y="75000"/>
                </a:cubicBezTo>
                <a:lnTo>
                  <a:pt x="543406" y="92509"/>
                </a:lnTo>
                <a:lnTo>
                  <a:pt x="543487" y="97069"/>
                </a:lnTo>
                <a:cubicBezTo>
                  <a:pt x="543487" y="100163"/>
                  <a:pt x="543677" y="102145"/>
                  <a:pt x="544057" y="103014"/>
                </a:cubicBezTo>
                <a:cubicBezTo>
                  <a:pt x="544709" y="104479"/>
                  <a:pt x="545672" y="105552"/>
                  <a:pt x="546948" y="106230"/>
                </a:cubicBezTo>
                <a:cubicBezTo>
                  <a:pt x="548224" y="106909"/>
                  <a:pt x="550382" y="107330"/>
                  <a:pt x="553422" y="107493"/>
                </a:cubicBezTo>
                <a:lnTo>
                  <a:pt x="553422" y="110424"/>
                </a:lnTo>
                <a:lnTo>
                  <a:pt x="512298" y="110424"/>
                </a:lnTo>
                <a:lnTo>
                  <a:pt x="512298" y="107493"/>
                </a:lnTo>
                <a:cubicBezTo>
                  <a:pt x="515610" y="107221"/>
                  <a:pt x="517849" y="106312"/>
                  <a:pt x="519016" y="104764"/>
                </a:cubicBezTo>
                <a:cubicBezTo>
                  <a:pt x="520184" y="103217"/>
                  <a:pt x="520767" y="99132"/>
                  <a:pt x="520767" y="92509"/>
                </a:cubicBezTo>
                <a:lnTo>
                  <a:pt x="520767" y="50326"/>
                </a:lnTo>
                <a:cubicBezTo>
                  <a:pt x="520767" y="45956"/>
                  <a:pt x="520550" y="43170"/>
                  <a:pt x="520116" y="41969"/>
                </a:cubicBezTo>
                <a:cubicBezTo>
                  <a:pt x="519573" y="40439"/>
                  <a:pt x="518786" y="39319"/>
                  <a:pt x="517754" y="38610"/>
                </a:cubicBezTo>
                <a:cubicBezTo>
                  <a:pt x="516723" y="37899"/>
                  <a:pt x="514904" y="37407"/>
                  <a:pt x="512298" y="37134"/>
                </a:cubicBezTo>
                <a:lnTo>
                  <a:pt x="512298" y="34202"/>
                </a:lnTo>
                <a:lnTo>
                  <a:pt x="543406" y="34202"/>
                </a:lnTo>
                <a:close/>
                <a:moveTo>
                  <a:pt x="647315" y="69544"/>
                </a:moveTo>
                <a:lnTo>
                  <a:pt x="605540" y="69544"/>
                </a:lnTo>
                <a:cubicBezTo>
                  <a:pt x="606028" y="79669"/>
                  <a:pt x="608716" y="87671"/>
                  <a:pt x="613602" y="93550"/>
                </a:cubicBezTo>
                <a:cubicBezTo>
                  <a:pt x="617348" y="98067"/>
                  <a:pt x="621854" y="100326"/>
                  <a:pt x="627120" y="100326"/>
                </a:cubicBezTo>
                <a:cubicBezTo>
                  <a:pt x="630377" y="100326"/>
                  <a:pt x="633336" y="99417"/>
                  <a:pt x="635996" y="97598"/>
                </a:cubicBezTo>
                <a:cubicBezTo>
                  <a:pt x="638656" y="95780"/>
                  <a:pt x="641506" y="92509"/>
                  <a:pt x="644547" y="87786"/>
                </a:cubicBezTo>
                <a:lnTo>
                  <a:pt x="647315" y="89577"/>
                </a:lnTo>
                <a:cubicBezTo>
                  <a:pt x="643189" y="97992"/>
                  <a:pt x="638629" y="103950"/>
                  <a:pt x="633634" y="107452"/>
                </a:cubicBezTo>
                <a:cubicBezTo>
                  <a:pt x="628640" y="110953"/>
                  <a:pt x="622858" y="112704"/>
                  <a:pt x="616289" y="112704"/>
                </a:cubicBezTo>
                <a:cubicBezTo>
                  <a:pt x="604997" y="112704"/>
                  <a:pt x="596446" y="108357"/>
                  <a:pt x="590637" y="99662"/>
                </a:cubicBezTo>
                <a:cubicBezTo>
                  <a:pt x="585969" y="92652"/>
                  <a:pt x="583634" y="83957"/>
                  <a:pt x="583634" y="73578"/>
                </a:cubicBezTo>
                <a:cubicBezTo>
                  <a:pt x="583634" y="60861"/>
                  <a:pt x="587068" y="50739"/>
                  <a:pt x="593936" y="43213"/>
                </a:cubicBezTo>
                <a:cubicBezTo>
                  <a:pt x="600803" y="35686"/>
                  <a:pt x="608851" y="31922"/>
                  <a:pt x="618081" y="31922"/>
                </a:cubicBezTo>
                <a:cubicBezTo>
                  <a:pt x="625790" y="31922"/>
                  <a:pt x="632481" y="35084"/>
                  <a:pt x="638154" y="41409"/>
                </a:cubicBezTo>
                <a:cubicBezTo>
                  <a:pt x="643827" y="47734"/>
                  <a:pt x="646881" y="57112"/>
                  <a:pt x="647315" y="69544"/>
                </a:cubicBezTo>
                <a:moveTo>
                  <a:pt x="627283" y="64170"/>
                </a:moveTo>
                <a:cubicBezTo>
                  <a:pt x="627283" y="55429"/>
                  <a:pt x="626808" y="49430"/>
                  <a:pt x="625858" y="46173"/>
                </a:cubicBezTo>
                <a:cubicBezTo>
                  <a:pt x="624907" y="42916"/>
                  <a:pt x="623428" y="40445"/>
                  <a:pt x="621419" y="38762"/>
                </a:cubicBezTo>
                <a:cubicBezTo>
                  <a:pt x="620279" y="37785"/>
                  <a:pt x="618759" y="37297"/>
                  <a:pt x="616859" y="37297"/>
                </a:cubicBezTo>
                <a:cubicBezTo>
                  <a:pt x="614036" y="37297"/>
                  <a:pt x="611729" y="38681"/>
                  <a:pt x="609937" y="41450"/>
                </a:cubicBezTo>
                <a:cubicBezTo>
                  <a:pt x="606734" y="46281"/>
                  <a:pt x="605133" y="52905"/>
                  <a:pt x="605133" y="61320"/>
                </a:cubicBezTo>
                <a:lnTo>
                  <a:pt x="605133" y="64170"/>
                </a:lnTo>
                <a:lnTo>
                  <a:pt x="627283" y="64170"/>
                </a:lnTo>
                <a:close/>
                <a:moveTo>
                  <a:pt x="730866" y="0"/>
                </a:moveTo>
                <a:lnTo>
                  <a:pt x="730866" y="87623"/>
                </a:lnTo>
                <a:cubicBezTo>
                  <a:pt x="730866" y="93481"/>
                  <a:pt x="731029" y="96947"/>
                  <a:pt x="731355" y="98021"/>
                </a:cubicBezTo>
                <a:cubicBezTo>
                  <a:pt x="731789" y="99795"/>
                  <a:pt x="732617" y="101113"/>
                  <a:pt x="733838" y="101973"/>
                </a:cubicBezTo>
                <a:cubicBezTo>
                  <a:pt x="735060" y="102831"/>
                  <a:pt x="737191" y="103368"/>
                  <a:pt x="740231" y="103584"/>
                </a:cubicBezTo>
                <a:lnTo>
                  <a:pt x="740231" y="106515"/>
                </a:lnTo>
                <a:lnTo>
                  <a:pt x="708065" y="112704"/>
                </a:lnTo>
                <a:lnTo>
                  <a:pt x="708065" y="100652"/>
                </a:lnTo>
                <a:cubicBezTo>
                  <a:pt x="704210" y="105321"/>
                  <a:pt x="700776" y="108497"/>
                  <a:pt x="697763" y="110180"/>
                </a:cubicBezTo>
                <a:cubicBezTo>
                  <a:pt x="694750" y="111863"/>
                  <a:pt x="691344" y="112704"/>
                  <a:pt x="687543" y="112704"/>
                </a:cubicBezTo>
                <a:cubicBezTo>
                  <a:pt x="677826" y="112704"/>
                  <a:pt x="670144" y="108357"/>
                  <a:pt x="664498" y="99662"/>
                </a:cubicBezTo>
                <a:cubicBezTo>
                  <a:pt x="659937" y="92598"/>
                  <a:pt x="657657" y="83930"/>
                  <a:pt x="657657" y="73659"/>
                </a:cubicBezTo>
                <a:cubicBezTo>
                  <a:pt x="657657" y="65453"/>
                  <a:pt x="659069" y="58103"/>
                  <a:pt x="661892" y="51609"/>
                </a:cubicBezTo>
                <a:cubicBezTo>
                  <a:pt x="664715" y="45114"/>
                  <a:pt x="668583" y="40210"/>
                  <a:pt x="673496" y="36895"/>
                </a:cubicBezTo>
                <a:cubicBezTo>
                  <a:pt x="678409" y="33580"/>
                  <a:pt x="683689" y="31922"/>
                  <a:pt x="689335" y="31922"/>
                </a:cubicBezTo>
                <a:cubicBezTo>
                  <a:pt x="692972" y="31922"/>
                  <a:pt x="696202" y="32634"/>
                  <a:pt x="699025" y="34057"/>
                </a:cubicBezTo>
                <a:cubicBezTo>
                  <a:pt x="701848" y="35481"/>
                  <a:pt x="704862" y="37972"/>
                  <a:pt x="708065" y="41531"/>
                </a:cubicBezTo>
                <a:lnTo>
                  <a:pt x="708065" y="18567"/>
                </a:lnTo>
                <a:cubicBezTo>
                  <a:pt x="708065" y="12758"/>
                  <a:pt x="707820" y="9256"/>
                  <a:pt x="707332" y="8062"/>
                </a:cubicBezTo>
                <a:cubicBezTo>
                  <a:pt x="706680" y="6488"/>
                  <a:pt x="705703" y="5320"/>
                  <a:pt x="704400" y="4560"/>
                </a:cubicBezTo>
                <a:cubicBezTo>
                  <a:pt x="703097" y="3800"/>
                  <a:pt x="700654" y="3420"/>
                  <a:pt x="697071" y="3420"/>
                </a:cubicBezTo>
                <a:lnTo>
                  <a:pt x="697071" y="0"/>
                </a:lnTo>
                <a:lnTo>
                  <a:pt x="730866" y="0"/>
                </a:lnTo>
                <a:moveTo>
                  <a:pt x="708065" y="51466"/>
                </a:moveTo>
                <a:cubicBezTo>
                  <a:pt x="704047" y="43866"/>
                  <a:pt x="699134" y="40065"/>
                  <a:pt x="693325" y="40065"/>
                </a:cubicBezTo>
                <a:cubicBezTo>
                  <a:pt x="691316" y="40065"/>
                  <a:pt x="689661" y="40608"/>
                  <a:pt x="688358" y="41694"/>
                </a:cubicBezTo>
                <a:cubicBezTo>
                  <a:pt x="686349" y="43377"/>
                  <a:pt x="684707" y="46336"/>
                  <a:pt x="683431" y="50570"/>
                </a:cubicBezTo>
                <a:cubicBezTo>
                  <a:pt x="682155" y="54805"/>
                  <a:pt x="681517" y="61292"/>
                  <a:pt x="681517" y="70033"/>
                </a:cubicBezTo>
                <a:cubicBezTo>
                  <a:pt x="681517" y="79642"/>
                  <a:pt x="682223" y="86754"/>
                  <a:pt x="683634" y="91369"/>
                </a:cubicBezTo>
                <a:cubicBezTo>
                  <a:pt x="685046" y="95983"/>
                  <a:pt x="686973" y="99322"/>
                  <a:pt x="689416" y="101385"/>
                </a:cubicBezTo>
                <a:cubicBezTo>
                  <a:pt x="690665" y="102416"/>
                  <a:pt x="692375" y="102932"/>
                  <a:pt x="694547" y="102932"/>
                </a:cubicBezTo>
                <a:cubicBezTo>
                  <a:pt x="699324" y="102932"/>
                  <a:pt x="703830" y="99174"/>
                  <a:pt x="708065" y="91659"/>
                </a:cubicBezTo>
                <a:lnTo>
                  <a:pt x="708065" y="514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Code">
            <a:extLst xmlns:a="http://schemas.openxmlformats.org/drawingml/2006/main">
              <a:ext uri="{FF2B5EF4-FFF2-40B4-BE49-F238E27FC236}">
                <a16:creationId xmlns:a16="http://schemas.microsoft.com/office/drawing/2014/main" id="{0B1C32E8-752E-4AA9-8463-3287AFBB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557" y="3712702"/>
            <a:ext cx="360100" cy="115310"/>
          </a:xfrm>
          <a:custGeom xmlns:a="http://schemas.openxmlformats.org/drawingml/2006/main">
            <a:pathLst>
              <a:path w="360100" h="115310">
                <a:moveTo>
                  <a:pt x="104724" y="0"/>
                </a:moveTo>
                <a:lnTo>
                  <a:pt x="104724" y="38274"/>
                </a:lnTo>
                <a:lnTo>
                  <a:pt x="101548" y="38274"/>
                </a:lnTo>
                <a:cubicBezTo>
                  <a:pt x="99159" y="28232"/>
                  <a:pt x="94707" y="20537"/>
                  <a:pt x="88193" y="15190"/>
                </a:cubicBezTo>
                <a:cubicBezTo>
                  <a:pt x="81678" y="9841"/>
                  <a:pt x="74295" y="7166"/>
                  <a:pt x="66043" y="7166"/>
                </a:cubicBezTo>
                <a:cubicBezTo>
                  <a:pt x="59148" y="7166"/>
                  <a:pt x="52823" y="9148"/>
                  <a:pt x="47069" y="13111"/>
                </a:cubicBezTo>
                <a:cubicBezTo>
                  <a:pt x="41314" y="17074"/>
                  <a:pt x="37107" y="22259"/>
                  <a:pt x="34446" y="28665"/>
                </a:cubicBezTo>
                <a:cubicBezTo>
                  <a:pt x="31026" y="36862"/>
                  <a:pt x="29316" y="45983"/>
                  <a:pt x="29316" y="56026"/>
                </a:cubicBezTo>
                <a:cubicBezTo>
                  <a:pt x="29316" y="65907"/>
                  <a:pt x="30565" y="74905"/>
                  <a:pt x="33062" y="83022"/>
                </a:cubicBezTo>
                <a:cubicBezTo>
                  <a:pt x="35559" y="91138"/>
                  <a:pt x="39468" y="97273"/>
                  <a:pt x="44789" y="101426"/>
                </a:cubicBezTo>
                <a:cubicBezTo>
                  <a:pt x="50109" y="105579"/>
                  <a:pt x="57004" y="107655"/>
                  <a:pt x="65473" y="107655"/>
                </a:cubicBezTo>
                <a:cubicBezTo>
                  <a:pt x="72422" y="107655"/>
                  <a:pt x="78787" y="106135"/>
                  <a:pt x="84569" y="103095"/>
                </a:cubicBezTo>
                <a:cubicBezTo>
                  <a:pt x="90351" y="100055"/>
                  <a:pt x="96445" y="94816"/>
                  <a:pt x="102851" y="87378"/>
                </a:cubicBezTo>
                <a:lnTo>
                  <a:pt x="102851" y="96906"/>
                </a:lnTo>
                <a:cubicBezTo>
                  <a:pt x="96662" y="103367"/>
                  <a:pt x="90215" y="108049"/>
                  <a:pt x="83510" y="110953"/>
                </a:cubicBezTo>
                <a:cubicBezTo>
                  <a:pt x="76806" y="113858"/>
                  <a:pt x="68974" y="115310"/>
                  <a:pt x="60017" y="115310"/>
                </a:cubicBezTo>
                <a:cubicBezTo>
                  <a:pt x="48236" y="115310"/>
                  <a:pt x="37772" y="112952"/>
                  <a:pt x="28624" y="108236"/>
                </a:cubicBezTo>
                <a:cubicBezTo>
                  <a:pt x="19476" y="103519"/>
                  <a:pt x="12419" y="96743"/>
                  <a:pt x="7451" y="87908"/>
                </a:cubicBezTo>
                <a:cubicBezTo>
                  <a:pt x="2484" y="79070"/>
                  <a:pt x="0" y="69664"/>
                  <a:pt x="0" y="59688"/>
                </a:cubicBezTo>
                <a:cubicBezTo>
                  <a:pt x="0" y="49172"/>
                  <a:pt x="2755" y="39197"/>
                  <a:pt x="8266" y="29764"/>
                </a:cubicBezTo>
                <a:cubicBezTo>
                  <a:pt x="13776" y="20330"/>
                  <a:pt x="21213" y="13011"/>
                  <a:pt x="30578" y="7807"/>
                </a:cubicBezTo>
                <a:cubicBezTo>
                  <a:pt x="39943" y="2602"/>
                  <a:pt x="49892" y="0"/>
                  <a:pt x="60424" y="0"/>
                </a:cubicBezTo>
                <a:cubicBezTo>
                  <a:pt x="68187" y="0"/>
                  <a:pt x="76385" y="1683"/>
                  <a:pt x="85017" y="5049"/>
                </a:cubicBezTo>
                <a:cubicBezTo>
                  <a:pt x="90011" y="7003"/>
                  <a:pt x="93187" y="7980"/>
                  <a:pt x="94545" y="7980"/>
                </a:cubicBezTo>
                <a:cubicBezTo>
                  <a:pt x="96282" y="7980"/>
                  <a:pt x="97788" y="7343"/>
                  <a:pt x="99064" y="6067"/>
                </a:cubicBezTo>
                <a:cubicBezTo>
                  <a:pt x="100340" y="4791"/>
                  <a:pt x="101168" y="2769"/>
                  <a:pt x="101548" y="0"/>
                </a:cubicBezTo>
                <a:lnTo>
                  <a:pt x="104724" y="0"/>
                </a:lnTo>
                <a:close/>
                <a:moveTo>
                  <a:pt x="155376" y="34365"/>
                </a:moveTo>
                <a:cubicBezTo>
                  <a:pt x="161999" y="34365"/>
                  <a:pt x="168161" y="36077"/>
                  <a:pt x="173862" y="39500"/>
                </a:cubicBezTo>
                <a:cubicBezTo>
                  <a:pt x="179562" y="42924"/>
                  <a:pt x="183891" y="47788"/>
                  <a:pt x="186850" y="54092"/>
                </a:cubicBezTo>
                <a:cubicBezTo>
                  <a:pt x="189809" y="60397"/>
                  <a:pt x="191288" y="67298"/>
                  <a:pt x="191288" y="74797"/>
                </a:cubicBezTo>
                <a:cubicBezTo>
                  <a:pt x="191288" y="85611"/>
                  <a:pt x="188547" y="94659"/>
                  <a:pt x="183064" y="101942"/>
                </a:cubicBezTo>
                <a:cubicBezTo>
                  <a:pt x="176440" y="110746"/>
                  <a:pt x="167293" y="115147"/>
                  <a:pt x="155620" y="115147"/>
                </a:cubicBezTo>
                <a:cubicBezTo>
                  <a:pt x="144165" y="115147"/>
                  <a:pt x="135343" y="111126"/>
                  <a:pt x="129154" y="103082"/>
                </a:cubicBezTo>
                <a:cubicBezTo>
                  <a:pt x="122965" y="95039"/>
                  <a:pt x="119871" y="85719"/>
                  <a:pt x="119871" y="75123"/>
                </a:cubicBezTo>
                <a:cubicBezTo>
                  <a:pt x="119871" y="64200"/>
                  <a:pt x="123033" y="54677"/>
                  <a:pt x="129358" y="46552"/>
                </a:cubicBezTo>
                <a:cubicBezTo>
                  <a:pt x="135683" y="38427"/>
                  <a:pt x="144355" y="34365"/>
                  <a:pt x="155376" y="34365"/>
                </a:cubicBezTo>
                <a:moveTo>
                  <a:pt x="155702" y="40065"/>
                </a:moveTo>
                <a:cubicBezTo>
                  <a:pt x="152933" y="40065"/>
                  <a:pt x="150558" y="41112"/>
                  <a:pt x="148576" y="43206"/>
                </a:cubicBezTo>
                <a:cubicBezTo>
                  <a:pt x="146595" y="45297"/>
                  <a:pt x="145292" y="49428"/>
                  <a:pt x="144668" y="55596"/>
                </a:cubicBezTo>
                <a:cubicBezTo>
                  <a:pt x="144043" y="61765"/>
                  <a:pt x="143731" y="70339"/>
                  <a:pt x="143731" y="81319"/>
                </a:cubicBezTo>
                <a:cubicBezTo>
                  <a:pt x="143731" y="87135"/>
                  <a:pt x="144111" y="92571"/>
                  <a:pt x="144871" y="97626"/>
                </a:cubicBezTo>
                <a:cubicBezTo>
                  <a:pt x="145468" y="101484"/>
                  <a:pt x="146744" y="104419"/>
                  <a:pt x="148699" y="106431"/>
                </a:cubicBezTo>
                <a:cubicBezTo>
                  <a:pt x="150653" y="108442"/>
                  <a:pt x="152879" y="109447"/>
                  <a:pt x="155376" y="109447"/>
                </a:cubicBezTo>
                <a:cubicBezTo>
                  <a:pt x="157819" y="109447"/>
                  <a:pt x="159855" y="108767"/>
                  <a:pt x="161484" y="107409"/>
                </a:cubicBezTo>
                <a:cubicBezTo>
                  <a:pt x="163601" y="105561"/>
                  <a:pt x="165012" y="102979"/>
                  <a:pt x="165718" y="99662"/>
                </a:cubicBezTo>
                <a:cubicBezTo>
                  <a:pt x="166804" y="94500"/>
                  <a:pt x="167347" y="84064"/>
                  <a:pt x="167347" y="68356"/>
                </a:cubicBezTo>
                <a:cubicBezTo>
                  <a:pt x="167347" y="59117"/>
                  <a:pt x="166831" y="52772"/>
                  <a:pt x="165800" y="49321"/>
                </a:cubicBezTo>
                <a:cubicBezTo>
                  <a:pt x="164768" y="45868"/>
                  <a:pt x="163248" y="43354"/>
                  <a:pt x="161239" y="41778"/>
                </a:cubicBezTo>
                <a:cubicBezTo>
                  <a:pt x="159828" y="40636"/>
                  <a:pt x="157982" y="40065"/>
                  <a:pt x="155702" y="40065"/>
                </a:cubicBezTo>
                <a:close/>
                <a:moveTo>
                  <a:pt x="276875" y="2443"/>
                </a:moveTo>
                <a:lnTo>
                  <a:pt x="276875" y="90066"/>
                </a:lnTo>
                <a:cubicBezTo>
                  <a:pt x="276875" y="95924"/>
                  <a:pt x="277038" y="99390"/>
                  <a:pt x="277364" y="100464"/>
                </a:cubicBezTo>
                <a:cubicBezTo>
                  <a:pt x="277798" y="102238"/>
                  <a:pt x="278626" y="103556"/>
                  <a:pt x="279847" y="104416"/>
                </a:cubicBezTo>
                <a:cubicBezTo>
                  <a:pt x="281069" y="105274"/>
                  <a:pt x="283200" y="105811"/>
                  <a:pt x="286240" y="106027"/>
                </a:cubicBezTo>
                <a:lnTo>
                  <a:pt x="286240" y="108958"/>
                </a:lnTo>
                <a:lnTo>
                  <a:pt x="254074" y="115147"/>
                </a:lnTo>
                <a:lnTo>
                  <a:pt x="254074" y="103095"/>
                </a:lnTo>
                <a:cubicBezTo>
                  <a:pt x="250219" y="107764"/>
                  <a:pt x="246785" y="110940"/>
                  <a:pt x="243772" y="112623"/>
                </a:cubicBezTo>
                <a:cubicBezTo>
                  <a:pt x="240759" y="114306"/>
                  <a:pt x="237352" y="115147"/>
                  <a:pt x="233552" y="115147"/>
                </a:cubicBezTo>
                <a:cubicBezTo>
                  <a:pt x="223834" y="115147"/>
                  <a:pt x="216153" y="110800"/>
                  <a:pt x="210506" y="102105"/>
                </a:cubicBezTo>
                <a:cubicBezTo>
                  <a:pt x="205946" y="95041"/>
                  <a:pt x="203666" y="86373"/>
                  <a:pt x="203666" y="76102"/>
                </a:cubicBezTo>
                <a:cubicBezTo>
                  <a:pt x="203666" y="67896"/>
                  <a:pt x="205078" y="60546"/>
                  <a:pt x="207901" y="54052"/>
                </a:cubicBezTo>
                <a:cubicBezTo>
                  <a:pt x="210724" y="47557"/>
                  <a:pt x="214592" y="42653"/>
                  <a:pt x="219505" y="39338"/>
                </a:cubicBezTo>
                <a:cubicBezTo>
                  <a:pt x="224418" y="36023"/>
                  <a:pt x="229698" y="34365"/>
                  <a:pt x="235344" y="34365"/>
                </a:cubicBezTo>
                <a:cubicBezTo>
                  <a:pt x="238981" y="34365"/>
                  <a:pt x="242211" y="35077"/>
                  <a:pt x="245034" y="36500"/>
                </a:cubicBezTo>
                <a:cubicBezTo>
                  <a:pt x="247857" y="37924"/>
                  <a:pt x="250870" y="40415"/>
                  <a:pt x="254074" y="43974"/>
                </a:cubicBezTo>
                <a:lnTo>
                  <a:pt x="254074" y="21010"/>
                </a:lnTo>
                <a:cubicBezTo>
                  <a:pt x="254074" y="15201"/>
                  <a:pt x="253829" y="11699"/>
                  <a:pt x="253341" y="10505"/>
                </a:cubicBezTo>
                <a:cubicBezTo>
                  <a:pt x="252689" y="8931"/>
                  <a:pt x="251712" y="7763"/>
                  <a:pt x="250409" y="7003"/>
                </a:cubicBezTo>
                <a:cubicBezTo>
                  <a:pt x="249106" y="6243"/>
                  <a:pt x="246663" y="5863"/>
                  <a:pt x="243080" y="5863"/>
                </a:cubicBezTo>
                <a:lnTo>
                  <a:pt x="243080" y="2443"/>
                </a:lnTo>
                <a:lnTo>
                  <a:pt x="276875" y="2443"/>
                </a:lnTo>
                <a:moveTo>
                  <a:pt x="254074" y="53909"/>
                </a:moveTo>
                <a:cubicBezTo>
                  <a:pt x="250056" y="46309"/>
                  <a:pt x="245143" y="42508"/>
                  <a:pt x="239334" y="42508"/>
                </a:cubicBezTo>
                <a:cubicBezTo>
                  <a:pt x="237325" y="42508"/>
                  <a:pt x="235669" y="43051"/>
                  <a:pt x="234367" y="44137"/>
                </a:cubicBezTo>
                <a:cubicBezTo>
                  <a:pt x="232358" y="45820"/>
                  <a:pt x="230716" y="48779"/>
                  <a:pt x="229440" y="53013"/>
                </a:cubicBezTo>
                <a:cubicBezTo>
                  <a:pt x="228164" y="57248"/>
                  <a:pt x="227526" y="63735"/>
                  <a:pt x="227526" y="72476"/>
                </a:cubicBezTo>
                <a:cubicBezTo>
                  <a:pt x="227526" y="82085"/>
                  <a:pt x="228232" y="89197"/>
                  <a:pt x="229643" y="93812"/>
                </a:cubicBezTo>
                <a:cubicBezTo>
                  <a:pt x="231055" y="98426"/>
                  <a:pt x="232982" y="101765"/>
                  <a:pt x="235425" y="103828"/>
                </a:cubicBezTo>
                <a:cubicBezTo>
                  <a:pt x="236674" y="104859"/>
                  <a:pt x="238384" y="105375"/>
                  <a:pt x="240556" y="105375"/>
                </a:cubicBezTo>
                <a:cubicBezTo>
                  <a:pt x="245333" y="105375"/>
                  <a:pt x="249839" y="101617"/>
                  <a:pt x="254074" y="94102"/>
                </a:cubicBezTo>
                <a:lnTo>
                  <a:pt x="254074" y="53909"/>
                </a:lnTo>
                <a:close/>
                <a:moveTo>
                  <a:pt x="360100" y="71987"/>
                </a:moveTo>
                <a:lnTo>
                  <a:pt x="318324" y="71987"/>
                </a:lnTo>
                <a:cubicBezTo>
                  <a:pt x="318813" y="82112"/>
                  <a:pt x="321500" y="90114"/>
                  <a:pt x="326386" y="95993"/>
                </a:cubicBezTo>
                <a:cubicBezTo>
                  <a:pt x="330132" y="100510"/>
                  <a:pt x="334638" y="102769"/>
                  <a:pt x="339904" y="102769"/>
                </a:cubicBezTo>
                <a:cubicBezTo>
                  <a:pt x="343162" y="102769"/>
                  <a:pt x="346120" y="101860"/>
                  <a:pt x="348781" y="100041"/>
                </a:cubicBezTo>
                <a:cubicBezTo>
                  <a:pt x="351441" y="98223"/>
                  <a:pt x="354291" y="94952"/>
                  <a:pt x="357331" y="90229"/>
                </a:cubicBezTo>
                <a:lnTo>
                  <a:pt x="360100" y="92020"/>
                </a:lnTo>
                <a:cubicBezTo>
                  <a:pt x="355974" y="100435"/>
                  <a:pt x="351414" y="106393"/>
                  <a:pt x="346419" y="109895"/>
                </a:cubicBezTo>
                <a:cubicBezTo>
                  <a:pt x="341424" y="113396"/>
                  <a:pt x="335643" y="115147"/>
                  <a:pt x="329074" y="115147"/>
                </a:cubicBezTo>
                <a:cubicBezTo>
                  <a:pt x="317782" y="115147"/>
                  <a:pt x="309231" y="110800"/>
                  <a:pt x="303422" y="102105"/>
                </a:cubicBezTo>
                <a:cubicBezTo>
                  <a:pt x="298753" y="95095"/>
                  <a:pt x="296419" y="86400"/>
                  <a:pt x="296419" y="76021"/>
                </a:cubicBezTo>
                <a:cubicBezTo>
                  <a:pt x="296419" y="63304"/>
                  <a:pt x="299853" y="53182"/>
                  <a:pt x="306720" y="45656"/>
                </a:cubicBezTo>
                <a:cubicBezTo>
                  <a:pt x="313588" y="38129"/>
                  <a:pt x="321636" y="34365"/>
                  <a:pt x="330865" y="34365"/>
                </a:cubicBezTo>
                <a:cubicBezTo>
                  <a:pt x="338574" y="34365"/>
                  <a:pt x="345265" y="37527"/>
                  <a:pt x="350939" y="43852"/>
                </a:cubicBezTo>
                <a:cubicBezTo>
                  <a:pt x="356612" y="50177"/>
                  <a:pt x="359666" y="59555"/>
                  <a:pt x="360100" y="71987"/>
                </a:cubicBezTo>
                <a:moveTo>
                  <a:pt x="340067" y="66613"/>
                </a:moveTo>
                <a:cubicBezTo>
                  <a:pt x="340067" y="57872"/>
                  <a:pt x="339592" y="51873"/>
                  <a:pt x="338642" y="48616"/>
                </a:cubicBezTo>
                <a:cubicBezTo>
                  <a:pt x="337692" y="45359"/>
                  <a:pt x="336213" y="42888"/>
                  <a:pt x="334204" y="41205"/>
                </a:cubicBezTo>
                <a:cubicBezTo>
                  <a:pt x="333064" y="40228"/>
                  <a:pt x="331544" y="39740"/>
                  <a:pt x="329644" y="39740"/>
                </a:cubicBezTo>
                <a:cubicBezTo>
                  <a:pt x="326821" y="39740"/>
                  <a:pt x="324513" y="41124"/>
                  <a:pt x="322722" y="43893"/>
                </a:cubicBezTo>
                <a:cubicBezTo>
                  <a:pt x="319519" y="48724"/>
                  <a:pt x="317917" y="55348"/>
                  <a:pt x="317917" y="63763"/>
                </a:cubicBezTo>
                <a:lnTo>
                  <a:pt x="317917" y="66613"/>
                </a:lnTo>
                <a:lnTo>
                  <a:pt x="340067" y="666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Phase1:TrainingDataPreprocessing">
            <a:extLst xmlns:a="http://schemas.openxmlformats.org/drawingml/2006/main">
              <a:ext uri="{FF2B5EF4-FFF2-40B4-BE49-F238E27FC236}">
                <a16:creationId xmlns:a16="http://schemas.microsoft.com/office/drawing/2014/main" id="{6E88DE07-17DB-4AC0-B20D-2AA6A73D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419" y="183439"/>
            <a:ext cx="2729224" cy="152313"/>
          </a:xfrm>
          <a:custGeom xmlns:a="http://schemas.openxmlformats.org/drawingml/2006/main">
            <a:pathLst>
              <a:path w="2729224" h="152313">
                <a:moveTo>
                  <a:pt x="41744" y="64325"/>
                </a:moveTo>
                <a:lnTo>
                  <a:pt x="41744" y="95654"/>
                </a:lnTo>
                <a:cubicBezTo>
                  <a:pt x="41744" y="101796"/>
                  <a:pt x="42119" y="105662"/>
                  <a:pt x="42869" y="107254"/>
                </a:cubicBezTo>
                <a:cubicBezTo>
                  <a:pt x="43619" y="108844"/>
                  <a:pt x="44952" y="110114"/>
                  <a:pt x="46869" y="111063"/>
                </a:cubicBezTo>
                <a:cubicBezTo>
                  <a:pt x="48785" y="112011"/>
                  <a:pt x="52299" y="112485"/>
                  <a:pt x="57409" y="112485"/>
                </a:cubicBezTo>
                <a:lnTo>
                  <a:pt x="57409" y="115485"/>
                </a:lnTo>
                <a:lnTo>
                  <a:pt x="0" y="115485"/>
                </a:lnTo>
                <a:lnTo>
                  <a:pt x="0" y="112485"/>
                </a:lnTo>
                <a:cubicBezTo>
                  <a:pt x="5222" y="112485"/>
                  <a:pt x="8763" y="111997"/>
                  <a:pt x="10624" y="111019"/>
                </a:cubicBezTo>
                <a:cubicBezTo>
                  <a:pt x="12484" y="110042"/>
                  <a:pt x="13790" y="108772"/>
                  <a:pt x="14540" y="107210"/>
                </a:cubicBezTo>
                <a:cubicBezTo>
                  <a:pt x="15290" y="105648"/>
                  <a:pt x="15665" y="101796"/>
                  <a:pt x="15665" y="95654"/>
                </a:cubicBezTo>
                <a:lnTo>
                  <a:pt x="15665" y="22330"/>
                </a:lnTo>
                <a:cubicBezTo>
                  <a:pt x="15665" y="16189"/>
                  <a:pt x="15290" y="12323"/>
                  <a:pt x="14540" y="10733"/>
                </a:cubicBezTo>
                <a:cubicBezTo>
                  <a:pt x="13790" y="9141"/>
                  <a:pt x="12471" y="7871"/>
                  <a:pt x="10582" y="6924"/>
                </a:cubicBezTo>
                <a:cubicBezTo>
                  <a:pt x="8693" y="5974"/>
                  <a:pt x="5166" y="5499"/>
                  <a:pt x="0" y="5499"/>
                </a:cubicBezTo>
                <a:lnTo>
                  <a:pt x="0" y="2500"/>
                </a:lnTo>
                <a:lnTo>
                  <a:pt x="49244" y="2500"/>
                </a:lnTo>
                <a:cubicBezTo>
                  <a:pt x="65464" y="2500"/>
                  <a:pt x="77101" y="5388"/>
                  <a:pt x="84156" y="11165"/>
                </a:cubicBezTo>
                <a:cubicBezTo>
                  <a:pt x="91210" y="16942"/>
                  <a:pt x="94738" y="24163"/>
                  <a:pt x="94738" y="32829"/>
                </a:cubicBezTo>
                <a:cubicBezTo>
                  <a:pt x="94738" y="40161"/>
                  <a:pt x="92460" y="46438"/>
                  <a:pt x="87905" y="51660"/>
                </a:cubicBezTo>
                <a:cubicBezTo>
                  <a:pt x="83350" y="56881"/>
                  <a:pt x="77073" y="60436"/>
                  <a:pt x="69074" y="62325"/>
                </a:cubicBezTo>
                <a:cubicBezTo>
                  <a:pt x="63686" y="63658"/>
                  <a:pt x="54576" y="64325"/>
                  <a:pt x="41744" y="64325"/>
                </a:cubicBezTo>
                <a:moveTo>
                  <a:pt x="41744" y="8999"/>
                </a:moveTo>
                <a:lnTo>
                  <a:pt x="41744" y="57826"/>
                </a:lnTo>
                <a:cubicBezTo>
                  <a:pt x="43578" y="57937"/>
                  <a:pt x="44966" y="57992"/>
                  <a:pt x="45911" y="57992"/>
                </a:cubicBezTo>
                <a:cubicBezTo>
                  <a:pt x="52688" y="57992"/>
                  <a:pt x="57909" y="55979"/>
                  <a:pt x="61575" y="51951"/>
                </a:cubicBezTo>
                <a:cubicBezTo>
                  <a:pt x="65241" y="47924"/>
                  <a:pt x="67074" y="41689"/>
                  <a:pt x="67074" y="33246"/>
                </a:cubicBezTo>
                <a:cubicBezTo>
                  <a:pt x="67074" y="24858"/>
                  <a:pt x="65241" y="18720"/>
                  <a:pt x="61575" y="14831"/>
                </a:cubicBezTo>
                <a:cubicBezTo>
                  <a:pt x="57909" y="10943"/>
                  <a:pt x="52438" y="8999"/>
                  <a:pt x="45161" y="8999"/>
                </a:cubicBezTo>
                <a:lnTo>
                  <a:pt x="41744" y="8999"/>
                </a:lnTo>
                <a:close/>
                <a:moveTo>
                  <a:pt x="137509" y="2500"/>
                </a:moveTo>
                <a:lnTo>
                  <a:pt x="137509" y="47577"/>
                </a:lnTo>
                <a:cubicBezTo>
                  <a:pt x="141786" y="43046"/>
                  <a:pt x="145702" y="39845"/>
                  <a:pt x="149257" y="37972"/>
                </a:cubicBezTo>
                <a:cubicBezTo>
                  <a:pt x="152812" y="36099"/>
                  <a:pt x="156506" y="35162"/>
                  <a:pt x="160339" y="35162"/>
                </a:cubicBezTo>
                <a:cubicBezTo>
                  <a:pt x="165228" y="35162"/>
                  <a:pt x="169408" y="36551"/>
                  <a:pt x="172879" y="39328"/>
                </a:cubicBezTo>
                <a:cubicBezTo>
                  <a:pt x="176351" y="42106"/>
                  <a:pt x="178656" y="45369"/>
                  <a:pt x="179795" y="49119"/>
                </a:cubicBezTo>
                <a:cubicBezTo>
                  <a:pt x="180934" y="52868"/>
                  <a:pt x="181503" y="59187"/>
                  <a:pt x="181503" y="68074"/>
                </a:cubicBezTo>
                <a:lnTo>
                  <a:pt x="181503" y="98487"/>
                </a:lnTo>
                <a:cubicBezTo>
                  <a:pt x="181503" y="104467"/>
                  <a:pt x="182059" y="108198"/>
                  <a:pt x="183170" y="109678"/>
                </a:cubicBezTo>
                <a:cubicBezTo>
                  <a:pt x="184281" y="111159"/>
                  <a:pt x="186530" y="112095"/>
                  <a:pt x="189919" y="112485"/>
                </a:cubicBezTo>
                <a:lnTo>
                  <a:pt x="189919" y="115485"/>
                </a:lnTo>
                <a:lnTo>
                  <a:pt x="150424" y="115485"/>
                </a:lnTo>
                <a:lnTo>
                  <a:pt x="150424" y="112485"/>
                </a:lnTo>
                <a:cubicBezTo>
                  <a:pt x="153201" y="112095"/>
                  <a:pt x="155284" y="110977"/>
                  <a:pt x="156673" y="109131"/>
                </a:cubicBezTo>
                <a:cubicBezTo>
                  <a:pt x="157673" y="107679"/>
                  <a:pt x="158173" y="104130"/>
                  <a:pt x="158173" y="98487"/>
                </a:cubicBezTo>
                <a:lnTo>
                  <a:pt x="158173" y="63796"/>
                </a:lnTo>
                <a:cubicBezTo>
                  <a:pt x="158173" y="57363"/>
                  <a:pt x="157923" y="53329"/>
                  <a:pt x="157423" y="51694"/>
                </a:cubicBezTo>
                <a:cubicBezTo>
                  <a:pt x="156923" y="50057"/>
                  <a:pt x="156076" y="48781"/>
                  <a:pt x="154882" y="47866"/>
                </a:cubicBezTo>
                <a:cubicBezTo>
                  <a:pt x="153687" y="46951"/>
                  <a:pt x="152340" y="46494"/>
                  <a:pt x="150841" y="46494"/>
                </a:cubicBezTo>
                <a:cubicBezTo>
                  <a:pt x="148619" y="46494"/>
                  <a:pt x="146452" y="47258"/>
                  <a:pt x="144341" y="48785"/>
                </a:cubicBezTo>
                <a:cubicBezTo>
                  <a:pt x="142231" y="50313"/>
                  <a:pt x="139953" y="52993"/>
                  <a:pt x="137509" y="56826"/>
                </a:cubicBezTo>
                <a:lnTo>
                  <a:pt x="137509" y="98487"/>
                </a:lnTo>
                <a:cubicBezTo>
                  <a:pt x="137509" y="104075"/>
                  <a:pt x="137926" y="107567"/>
                  <a:pt x="138759" y="108965"/>
                </a:cubicBezTo>
                <a:cubicBezTo>
                  <a:pt x="139814" y="110864"/>
                  <a:pt x="141981" y="112037"/>
                  <a:pt x="145258" y="112485"/>
                </a:cubicBezTo>
                <a:lnTo>
                  <a:pt x="145258" y="115485"/>
                </a:lnTo>
                <a:lnTo>
                  <a:pt x="105763" y="115485"/>
                </a:lnTo>
                <a:lnTo>
                  <a:pt x="105763" y="112485"/>
                </a:lnTo>
                <a:cubicBezTo>
                  <a:pt x="109040" y="112150"/>
                  <a:pt x="111373" y="111089"/>
                  <a:pt x="112762" y="109301"/>
                </a:cubicBezTo>
                <a:cubicBezTo>
                  <a:pt x="113707" y="108072"/>
                  <a:pt x="114179" y="104467"/>
                  <a:pt x="114179" y="98487"/>
                </a:cubicBezTo>
                <a:lnTo>
                  <a:pt x="114179" y="19497"/>
                </a:lnTo>
                <a:cubicBezTo>
                  <a:pt x="114179" y="13538"/>
                  <a:pt x="113637" y="9828"/>
                  <a:pt x="112554" y="8366"/>
                </a:cubicBezTo>
                <a:cubicBezTo>
                  <a:pt x="111471" y="6904"/>
                  <a:pt x="109207" y="5949"/>
                  <a:pt x="105763" y="5499"/>
                </a:cubicBezTo>
                <a:lnTo>
                  <a:pt x="105763" y="2500"/>
                </a:lnTo>
                <a:lnTo>
                  <a:pt x="137509" y="2500"/>
                </a:lnTo>
                <a:close/>
                <a:moveTo>
                  <a:pt x="243553" y="103986"/>
                </a:moveTo>
                <a:cubicBezTo>
                  <a:pt x="234054" y="112430"/>
                  <a:pt x="225527" y="116651"/>
                  <a:pt x="217973" y="116651"/>
                </a:cubicBezTo>
                <a:cubicBezTo>
                  <a:pt x="213529" y="116651"/>
                  <a:pt x="209835" y="115189"/>
                  <a:pt x="206891" y="112264"/>
                </a:cubicBezTo>
                <a:cubicBezTo>
                  <a:pt x="203947" y="109337"/>
                  <a:pt x="202475" y="105673"/>
                  <a:pt x="202475" y="101271"/>
                </a:cubicBezTo>
                <a:cubicBezTo>
                  <a:pt x="202475" y="95306"/>
                  <a:pt x="205030" y="89941"/>
                  <a:pt x="210141" y="85176"/>
                </a:cubicBezTo>
                <a:cubicBezTo>
                  <a:pt x="215251" y="80411"/>
                  <a:pt x="226388" y="74072"/>
                  <a:pt x="243553" y="66158"/>
                </a:cubicBezTo>
                <a:lnTo>
                  <a:pt x="243553" y="58326"/>
                </a:lnTo>
                <a:cubicBezTo>
                  <a:pt x="243553" y="52438"/>
                  <a:pt x="243233" y="48730"/>
                  <a:pt x="242595" y="47202"/>
                </a:cubicBezTo>
                <a:cubicBezTo>
                  <a:pt x="241956" y="45675"/>
                  <a:pt x="240748" y="44341"/>
                  <a:pt x="238970" y="43203"/>
                </a:cubicBezTo>
                <a:cubicBezTo>
                  <a:pt x="237193" y="42064"/>
                  <a:pt x="235193" y="41495"/>
                  <a:pt x="232971" y="41495"/>
                </a:cubicBezTo>
                <a:cubicBezTo>
                  <a:pt x="229360" y="41495"/>
                  <a:pt x="226388" y="42300"/>
                  <a:pt x="224055" y="43911"/>
                </a:cubicBezTo>
                <a:cubicBezTo>
                  <a:pt x="222611" y="44911"/>
                  <a:pt x="221889" y="46077"/>
                  <a:pt x="221889" y="47410"/>
                </a:cubicBezTo>
                <a:cubicBezTo>
                  <a:pt x="221889" y="48577"/>
                  <a:pt x="222667" y="50021"/>
                  <a:pt x="224222" y="51743"/>
                </a:cubicBezTo>
                <a:cubicBezTo>
                  <a:pt x="226333" y="54132"/>
                  <a:pt x="227388" y="56437"/>
                  <a:pt x="227388" y="58659"/>
                </a:cubicBezTo>
                <a:cubicBezTo>
                  <a:pt x="227388" y="61381"/>
                  <a:pt x="226375" y="63700"/>
                  <a:pt x="224347" y="65616"/>
                </a:cubicBezTo>
                <a:cubicBezTo>
                  <a:pt x="222320" y="67533"/>
                  <a:pt x="219667" y="68491"/>
                  <a:pt x="216390" y="68491"/>
                </a:cubicBezTo>
                <a:cubicBezTo>
                  <a:pt x="212890" y="68491"/>
                  <a:pt x="209960" y="67436"/>
                  <a:pt x="207599" y="65325"/>
                </a:cubicBezTo>
                <a:cubicBezTo>
                  <a:pt x="205238" y="63214"/>
                  <a:pt x="204058" y="60742"/>
                  <a:pt x="204058" y="57909"/>
                </a:cubicBezTo>
                <a:cubicBezTo>
                  <a:pt x="204058" y="53910"/>
                  <a:pt x="205641" y="50091"/>
                  <a:pt x="208807" y="46452"/>
                </a:cubicBezTo>
                <a:cubicBezTo>
                  <a:pt x="211974" y="42814"/>
                  <a:pt x="216390" y="40022"/>
                  <a:pt x="222056" y="38078"/>
                </a:cubicBezTo>
                <a:cubicBezTo>
                  <a:pt x="227722" y="36134"/>
                  <a:pt x="233610" y="35162"/>
                  <a:pt x="239720" y="35162"/>
                </a:cubicBezTo>
                <a:cubicBezTo>
                  <a:pt x="247108" y="35162"/>
                  <a:pt x="252954" y="36736"/>
                  <a:pt x="257259" y="39883"/>
                </a:cubicBezTo>
                <a:cubicBezTo>
                  <a:pt x="261564" y="43028"/>
                  <a:pt x="264356" y="46438"/>
                  <a:pt x="265633" y="50113"/>
                </a:cubicBezTo>
                <a:cubicBezTo>
                  <a:pt x="266411" y="52451"/>
                  <a:pt x="266800" y="57824"/>
                  <a:pt x="266800" y="66231"/>
                </a:cubicBezTo>
                <a:lnTo>
                  <a:pt x="266800" y="96547"/>
                </a:lnTo>
                <a:cubicBezTo>
                  <a:pt x="266800" y="100111"/>
                  <a:pt x="266939" y="102353"/>
                  <a:pt x="267216" y="103273"/>
                </a:cubicBezTo>
                <a:cubicBezTo>
                  <a:pt x="267494" y="104191"/>
                  <a:pt x="267911" y="104873"/>
                  <a:pt x="268466" y="105319"/>
                </a:cubicBezTo>
                <a:cubicBezTo>
                  <a:pt x="269022" y="105764"/>
                  <a:pt x="269661" y="105986"/>
                  <a:pt x="270383" y="105986"/>
                </a:cubicBezTo>
                <a:cubicBezTo>
                  <a:pt x="271827" y="105986"/>
                  <a:pt x="273299" y="104958"/>
                  <a:pt x="274799" y="102903"/>
                </a:cubicBezTo>
                <a:lnTo>
                  <a:pt x="277298" y="104903"/>
                </a:lnTo>
                <a:cubicBezTo>
                  <a:pt x="274521" y="109013"/>
                  <a:pt x="271646" y="111999"/>
                  <a:pt x="268675" y="113860"/>
                </a:cubicBezTo>
                <a:cubicBezTo>
                  <a:pt x="265703" y="115721"/>
                  <a:pt x="262328" y="116651"/>
                  <a:pt x="258551" y="116651"/>
                </a:cubicBezTo>
                <a:cubicBezTo>
                  <a:pt x="254107" y="116651"/>
                  <a:pt x="250635" y="115603"/>
                  <a:pt x="248136" y="113506"/>
                </a:cubicBezTo>
                <a:cubicBezTo>
                  <a:pt x="245636" y="111409"/>
                  <a:pt x="244108" y="108236"/>
                  <a:pt x="243553" y="103986"/>
                </a:cubicBezTo>
                <a:moveTo>
                  <a:pt x="243553" y="97820"/>
                </a:moveTo>
                <a:lnTo>
                  <a:pt x="243553" y="71756"/>
                </a:lnTo>
                <a:cubicBezTo>
                  <a:pt x="236832" y="75719"/>
                  <a:pt x="231832" y="79962"/>
                  <a:pt x="228555" y="84484"/>
                </a:cubicBezTo>
                <a:cubicBezTo>
                  <a:pt x="226388" y="87497"/>
                  <a:pt x="225305" y="90539"/>
                  <a:pt x="225305" y="93610"/>
                </a:cubicBezTo>
                <a:cubicBezTo>
                  <a:pt x="225305" y="96177"/>
                  <a:pt x="226222" y="98438"/>
                  <a:pt x="228055" y="100393"/>
                </a:cubicBezTo>
                <a:cubicBezTo>
                  <a:pt x="229444" y="101900"/>
                  <a:pt x="231388" y="102653"/>
                  <a:pt x="233887" y="102653"/>
                </a:cubicBezTo>
                <a:cubicBezTo>
                  <a:pt x="236665" y="102653"/>
                  <a:pt x="239887" y="101042"/>
                  <a:pt x="243553" y="97820"/>
                </a:cubicBezTo>
                <a:close/>
                <a:moveTo>
                  <a:pt x="335124" y="35495"/>
                </a:moveTo>
                <a:lnTo>
                  <a:pt x="336374" y="62158"/>
                </a:lnTo>
                <a:lnTo>
                  <a:pt x="333541" y="62158"/>
                </a:lnTo>
                <a:cubicBezTo>
                  <a:pt x="330153" y="54206"/>
                  <a:pt x="326639" y="48775"/>
                  <a:pt x="323001" y="45864"/>
                </a:cubicBezTo>
                <a:cubicBezTo>
                  <a:pt x="319362" y="42951"/>
                  <a:pt x="315738" y="41495"/>
                  <a:pt x="312127" y="41495"/>
                </a:cubicBezTo>
                <a:cubicBezTo>
                  <a:pt x="309850" y="41495"/>
                  <a:pt x="307905" y="42258"/>
                  <a:pt x="306295" y="43786"/>
                </a:cubicBezTo>
                <a:cubicBezTo>
                  <a:pt x="304684" y="45313"/>
                  <a:pt x="303878" y="47077"/>
                  <a:pt x="303878" y="49077"/>
                </a:cubicBezTo>
                <a:cubicBezTo>
                  <a:pt x="303878" y="50577"/>
                  <a:pt x="304434" y="52021"/>
                  <a:pt x="305545" y="53410"/>
                </a:cubicBezTo>
                <a:cubicBezTo>
                  <a:pt x="307322" y="55687"/>
                  <a:pt x="312294" y="59589"/>
                  <a:pt x="320459" y="65116"/>
                </a:cubicBezTo>
                <a:cubicBezTo>
                  <a:pt x="328625" y="70643"/>
                  <a:pt x="333999" y="75337"/>
                  <a:pt x="336582" y="79198"/>
                </a:cubicBezTo>
                <a:cubicBezTo>
                  <a:pt x="339165" y="83058"/>
                  <a:pt x="340457" y="87377"/>
                  <a:pt x="340457" y="92155"/>
                </a:cubicBezTo>
                <a:cubicBezTo>
                  <a:pt x="340457" y="96487"/>
                  <a:pt x="339374" y="100737"/>
                  <a:pt x="337207" y="104903"/>
                </a:cubicBezTo>
                <a:cubicBezTo>
                  <a:pt x="335041" y="109069"/>
                  <a:pt x="331986" y="112263"/>
                  <a:pt x="328042" y="114485"/>
                </a:cubicBezTo>
                <a:cubicBezTo>
                  <a:pt x="324098" y="116707"/>
                  <a:pt x="319737" y="117818"/>
                  <a:pt x="314960" y="117818"/>
                </a:cubicBezTo>
                <a:cubicBezTo>
                  <a:pt x="311238" y="117818"/>
                  <a:pt x="306267" y="116630"/>
                  <a:pt x="300045" y="114253"/>
                </a:cubicBezTo>
                <a:cubicBezTo>
                  <a:pt x="298379" y="113630"/>
                  <a:pt x="297240" y="113318"/>
                  <a:pt x="296629" y="113318"/>
                </a:cubicBezTo>
                <a:cubicBezTo>
                  <a:pt x="294796" y="113318"/>
                  <a:pt x="293269" y="114707"/>
                  <a:pt x="292046" y="117485"/>
                </a:cubicBezTo>
                <a:lnTo>
                  <a:pt x="289297" y="117485"/>
                </a:lnTo>
                <a:lnTo>
                  <a:pt x="287964" y="89488"/>
                </a:lnTo>
                <a:lnTo>
                  <a:pt x="290797" y="89488"/>
                </a:lnTo>
                <a:cubicBezTo>
                  <a:pt x="293296" y="96821"/>
                  <a:pt x="296726" y="102320"/>
                  <a:pt x="301087" y="105986"/>
                </a:cubicBezTo>
                <a:cubicBezTo>
                  <a:pt x="305447" y="109652"/>
                  <a:pt x="309572" y="111485"/>
                  <a:pt x="313460" y="111485"/>
                </a:cubicBezTo>
                <a:cubicBezTo>
                  <a:pt x="316127" y="111485"/>
                  <a:pt x="318307" y="110666"/>
                  <a:pt x="320001" y="109027"/>
                </a:cubicBezTo>
                <a:cubicBezTo>
                  <a:pt x="321695" y="107389"/>
                  <a:pt x="322542" y="105403"/>
                  <a:pt x="322542" y="103070"/>
                </a:cubicBezTo>
                <a:cubicBezTo>
                  <a:pt x="322542" y="100403"/>
                  <a:pt x="321709" y="98098"/>
                  <a:pt x="320043" y="96154"/>
                </a:cubicBezTo>
                <a:cubicBezTo>
                  <a:pt x="318376" y="94210"/>
                  <a:pt x="314655" y="91266"/>
                  <a:pt x="308878" y="87322"/>
                </a:cubicBezTo>
                <a:cubicBezTo>
                  <a:pt x="300379" y="81434"/>
                  <a:pt x="294879" y="76934"/>
                  <a:pt x="292380" y="73824"/>
                </a:cubicBezTo>
                <a:cubicBezTo>
                  <a:pt x="288714" y="69269"/>
                  <a:pt x="286880" y="64242"/>
                  <a:pt x="286880" y="58742"/>
                </a:cubicBezTo>
                <a:cubicBezTo>
                  <a:pt x="286880" y="52743"/>
                  <a:pt x="288950" y="47313"/>
                  <a:pt x="293088" y="42453"/>
                </a:cubicBezTo>
                <a:cubicBezTo>
                  <a:pt x="297226" y="37592"/>
                  <a:pt x="303212" y="35162"/>
                  <a:pt x="311044" y="35162"/>
                </a:cubicBezTo>
                <a:cubicBezTo>
                  <a:pt x="315266" y="35162"/>
                  <a:pt x="319348" y="36230"/>
                  <a:pt x="323292" y="38365"/>
                </a:cubicBezTo>
                <a:cubicBezTo>
                  <a:pt x="324792" y="39229"/>
                  <a:pt x="326014" y="39661"/>
                  <a:pt x="326959" y="39661"/>
                </a:cubicBezTo>
                <a:cubicBezTo>
                  <a:pt x="327958" y="39661"/>
                  <a:pt x="328764" y="39453"/>
                  <a:pt x="329375" y="39037"/>
                </a:cubicBezTo>
                <a:cubicBezTo>
                  <a:pt x="329986" y="38620"/>
                  <a:pt x="330958" y="37440"/>
                  <a:pt x="332291" y="35495"/>
                </a:cubicBezTo>
                <a:lnTo>
                  <a:pt x="335124" y="35495"/>
                </a:lnTo>
                <a:close/>
                <a:moveTo>
                  <a:pt x="418252" y="73657"/>
                </a:moveTo>
                <a:lnTo>
                  <a:pt x="375508" y="73657"/>
                </a:lnTo>
                <a:cubicBezTo>
                  <a:pt x="376008" y="84017"/>
                  <a:pt x="378758" y="92204"/>
                  <a:pt x="383757" y="98219"/>
                </a:cubicBezTo>
                <a:cubicBezTo>
                  <a:pt x="387590" y="102841"/>
                  <a:pt x="392200" y="105153"/>
                  <a:pt x="397589" y="105153"/>
                </a:cubicBezTo>
                <a:cubicBezTo>
                  <a:pt x="400921" y="105153"/>
                  <a:pt x="403949" y="104222"/>
                  <a:pt x="406671" y="102362"/>
                </a:cubicBezTo>
                <a:cubicBezTo>
                  <a:pt x="409393" y="100501"/>
                  <a:pt x="412309" y="97154"/>
                  <a:pt x="415420" y="92321"/>
                </a:cubicBezTo>
                <a:lnTo>
                  <a:pt x="418252" y="94154"/>
                </a:lnTo>
                <a:cubicBezTo>
                  <a:pt x="414031" y="102764"/>
                  <a:pt x="409365" y="108861"/>
                  <a:pt x="404254" y="112444"/>
                </a:cubicBezTo>
                <a:cubicBezTo>
                  <a:pt x="399144" y="116026"/>
                  <a:pt x="393228" y="117818"/>
                  <a:pt x="386507" y="117818"/>
                </a:cubicBezTo>
                <a:cubicBezTo>
                  <a:pt x="374953" y="117818"/>
                  <a:pt x="366204" y="113370"/>
                  <a:pt x="360260" y="104473"/>
                </a:cubicBezTo>
                <a:cubicBezTo>
                  <a:pt x="355483" y="97301"/>
                  <a:pt x="353094" y="88404"/>
                  <a:pt x="353094" y="77784"/>
                </a:cubicBezTo>
                <a:cubicBezTo>
                  <a:pt x="353094" y="64772"/>
                  <a:pt x="356608" y="54416"/>
                  <a:pt x="363635" y="46715"/>
                </a:cubicBezTo>
                <a:cubicBezTo>
                  <a:pt x="370662" y="39013"/>
                  <a:pt x="378897" y="35162"/>
                  <a:pt x="388340" y="35162"/>
                </a:cubicBezTo>
                <a:cubicBezTo>
                  <a:pt x="396228" y="35162"/>
                  <a:pt x="403074" y="38398"/>
                  <a:pt x="408879" y="44869"/>
                </a:cubicBezTo>
                <a:cubicBezTo>
                  <a:pt x="414684" y="51340"/>
                  <a:pt x="417808" y="60936"/>
                  <a:pt x="418252" y="73657"/>
                </a:cubicBezTo>
                <a:moveTo>
                  <a:pt x="397755" y="68158"/>
                </a:moveTo>
                <a:cubicBezTo>
                  <a:pt x="397755" y="59214"/>
                  <a:pt x="397269" y="53076"/>
                  <a:pt x="396297" y="49743"/>
                </a:cubicBezTo>
                <a:cubicBezTo>
                  <a:pt x="395325" y="46411"/>
                  <a:pt x="393811" y="43883"/>
                  <a:pt x="391756" y="42161"/>
                </a:cubicBezTo>
                <a:cubicBezTo>
                  <a:pt x="390589" y="41161"/>
                  <a:pt x="389034" y="40661"/>
                  <a:pt x="387090" y="40661"/>
                </a:cubicBezTo>
                <a:cubicBezTo>
                  <a:pt x="384201" y="40661"/>
                  <a:pt x="381841" y="42078"/>
                  <a:pt x="380008" y="44911"/>
                </a:cubicBezTo>
                <a:cubicBezTo>
                  <a:pt x="376730" y="49855"/>
                  <a:pt x="375092" y="56631"/>
                  <a:pt x="375092" y="65241"/>
                </a:cubicBezTo>
                <a:lnTo>
                  <a:pt x="375092" y="68158"/>
                </a:lnTo>
                <a:lnTo>
                  <a:pt x="397755" y="68158"/>
                </a:lnTo>
                <a:close/>
                <a:moveTo>
                  <a:pt x="520515" y="167"/>
                </a:moveTo>
                <a:lnTo>
                  <a:pt x="520515" y="92488"/>
                </a:lnTo>
                <a:cubicBezTo>
                  <a:pt x="520515" y="99490"/>
                  <a:pt x="520820" y="103958"/>
                  <a:pt x="521431" y="105890"/>
                </a:cubicBezTo>
                <a:cubicBezTo>
                  <a:pt x="522042" y="107822"/>
                  <a:pt x="523320" y="109404"/>
                  <a:pt x="525264" y="110636"/>
                </a:cubicBezTo>
                <a:cubicBezTo>
                  <a:pt x="527208" y="111869"/>
                  <a:pt x="530319" y="112485"/>
                  <a:pt x="534596" y="112485"/>
                </a:cubicBezTo>
                <a:lnTo>
                  <a:pt x="537179" y="112485"/>
                </a:lnTo>
                <a:lnTo>
                  <a:pt x="537179" y="115485"/>
                </a:lnTo>
                <a:lnTo>
                  <a:pt x="477687" y="115485"/>
                </a:lnTo>
                <a:lnTo>
                  <a:pt x="477687" y="112485"/>
                </a:lnTo>
                <a:lnTo>
                  <a:pt x="480687" y="112485"/>
                </a:lnTo>
                <a:cubicBezTo>
                  <a:pt x="485519" y="112485"/>
                  <a:pt x="488963" y="111925"/>
                  <a:pt x="491019" y="110806"/>
                </a:cubicBezTo>
                <a:cubicBezTo>
                  <a:pt x="493074" y="109684"/>
                  <a:pt x="494463" y="108144"/>
                  <a:pt x="495185" y="106184"/>
                </a:cubicBezTo>
                <a:cubicBezTo>
                  <a:pt x="495907" y="104222"/>
                  <a:pt x="496268" y="99657"/>
                  <a:pt x="496268" y="92488"/>
                </a:cubicBezTo>
                <a:lnTo>
                  <a:pt x="496268" y="33996"/>
                </a:lnTo>
                <a:cubicBezTo>
                  <a:pt x="496268" y="28774"/>
                  <a:pt x="496018" y="25511"/>
                  <a:pt x="495518" y="24205"/>
                </a:cubicBezTo>
                <a:cubicBezTo>
                  <a:pt x="495018" y="22900"/>
                  <a:pt x="494088" y="21789"/>
                  <a:pt x="492727" y="20872"/>
                </a:cubicBezTo>
                <a:cubicBezTo>
                  <a:pt x="491366" y="19956"/>
                  <a:pt x="489797" y="19497"/>
                  <a:pt x="488019" y="19497"/>
                </a:cubicBezTo>
                <a:cubicBezTo>
                  <a:pt x="485186" y="19497"/>
                  <a:pt x="481742" y="20386"/>
                  <a:pt x="477687" y="22164"/>
                </a:cubicBezTo>
                <a:lnTo>
                  <a:pt x="476187" y="19164"/>
                </a:lnTo>
                <a:lnTo>
                  <a:pt x="517765" y="167"/>
                </a:lnTo>
                <a:lnTo>
                  <a:pt x="520515" y="167"/>
                </a:lnTo>
                <a:close/>
                <a:moveTo>
                  <a:pt x="578757" y="35329"/>
                </a:moveTo>
                <a:cubicBezTo>
                  <a:pt x="582590" y="35329"/>
                  <a:pt x="585853" y="36676"/>
                  <a:pt x="588547" y="39370"/>
                </a:cubicBezTo>
                <a:cubicBezTo>
                  <a:pt x="591242" y="42064"/>
                  <a:pt x="592589" y="45327"/>
                  <a:pt x="592589" y="49160"/>
                </a:cubicBezTo>
                <a:cubicBezTo>
                  <a:pt x="592589" y="52993"/>
                  <a:pt x="591242" y="56256"/>
                  <a:pt x="588547" y="58951"/>
                </a:cubicBezTo>
                <a:cubicBezTo>
                  <a:pt x="585853" y="61645"/>
                  <a:pt x="582590" y="62992"/>
                  <a:pt x="578757" y="62992"/>
                </a:cubicBezTo>
                <a:cubicBezTo>
                  <a:pt x="574924" y="62992"/>
                  <a:pt x="571661" y="61645"/>
                  <a:pt x="568967" y="58951"/>
                </a:cubicBezTo>
                <a:cubicBezTo>
                  <a:pt x="566273" y="56256"/>
                  <a:pt x="564926" y="52993"/>
                  <a:pt x="564926" y="49160"/>
                </a:cubicBezTo>
                <a:cubicBezTo>
                  <a:pt x="564926" y="45327"/>
                  <a:pt x="566273" y="42064"/>
                  <a:pt x="568967" y="39370"/>
                </a:cubicBezTo>
                <a:cubicBezTo>
                  <a:pt x="571661" y="36676"/>
                  <a:pt x="574924" y="35329"/>
                  <a:pt x="578757" y="35329"/>
                </a:cubicBezTo>
                <a:moveTo>
                  <a:pt x="578674" y="89821"/>
                </a:moveTo>
                <a:cubicBezTo>
                  <a:pt x="582562" y="89821"/>
                  <a:pt x="585853" y="91187"/>
                  <a:pt x="588547" y="93917"/>
                </a:cubicBezTo>
                <a:cubicBezTo>
                  <a:pt x="591242" y="96646"/>
                  <a:pt x="592589" y="99933"/>
                  <a:pt x="592589" y="103778"/>
                </a:cubicBezTo>
                <a:cubicBezTo>
                  <a:pt x="592589" y="107623"/>
                  <a:pt x="591228" y="110897"/>
                  <a:pt x="588506" y="113600"/>
                </a:cubicBezTo>
                <a:cubicBezTo>
                  <a:pt x="585784" y="116301"/>
                  <a:pt x="582507" y="117651"/>
                  <a:pt x="578674" y="117651"/>
                </a:cubicBezTo>
                <a:cubicBezTo>
                  <a:pt x="574841" y="117651"/>
                  <a:pt x="571577" y="116301"/>
                  <a:pt x="568883" y="113600"/>
                </a:cubicBezTo>
                <a:cubicBezTo>
                  <a:pt x="566189" y="110897"/>
                  <a:pt x="564842" y="107623"/>
                  <a:pt x="564842" y="103778"/>
                </a:cubicBezTo>
                <a:cubicBezTo>
                  <a:pt x="564842" y="99933"/>
                  <a:pt x="566189" y="96646"/>
                  <a:pt x="568883" y="93917"/>
                </a:cubicBezTo>
                <a:cubicBezTo>
                  <a:pt x="571577" y="91187"/>
                  <a:pt x="574841" y="89821"/>
                  <a:pt x="578674" y="89821"/>
                </a:cubicBezTo>
                <a:close/>
                <a:moveTo>
                  <a:pt x="754317" y="2500"/>
                </a:moveTo>
                <a:lnTo>
                  <a:pt x="754317" y="33162"/>
                </a:lnTo>
                <a:lnTo>
                  <a:pt x="751318" y="33162"/>
                </a:lnTo>
                <a:cubicBezTo>
                  <a:pt x="749540" y="26083"/>
                  <a:pt x="747568" y="20997"/>
                  <a:pt x="745402" y="17904"/>
                </a:cubicBezTo>
                <a:cubicBezTo>
                  <a:pt x="743235" y="14811"/>
                  <a:pt x="740264" y="12344"/>
                  <a:pt x="736486" y="10504"/>
                </a:cubicBezTo>
                <a:cubicBezTo>
                  <a:pt x="734376" y="9500"/>
                  <a:pt x="730682" y="8999"/>
                  <a:pt x="725405" y="8999"/>
                </a:cubicBezTo>
                <a:lnTo>
                  <a:pt x="716989" y="8999"/>
                </a:lnTo>
                <a:lnTo>
                  <a:pt x="716989" y="96154"/>
                </a:lnTo>
                <a:cubicBezTo>
                  <a:pt x="716989" y="101961"/>
                  <a:pt x="717308" y="105590"/>
                  <a:pt x="717947" y="107043"/>
                </a:cubicBezTo>
                <a:cubicBezTo>
                  <a:pt x="718586" y="108494"/>
                  <a:pt x="719836" y="109764"/>
                  <a:pt x="721697" y="110853"/>
                </a:cubicBezTo>
                <a:cubicBezTo>
                  <a:pt x="723558" y="111941"/>
                  <a:pt x="726099" y="112485"/>
                  <a:pt x="729321" y="112485"/>
                </a:cubicBezTo>
                <a:lnTo>
                  <a:pt x="733070" y="112485"/>
                </a:lnTo>
                <a:lnTo>
                  <a:pt x="733070" y="115485"/>
                </a:lnTo>
                <a:lnTo>
                  <a:pt x="673911" y="115485"/>
                </a:lnTo>
                <a:lnTo>
                  <a:pt x="673911" y="112485"/>
                </a:lnTo>
                <a:lnTo>
                  <a:pt x="677661" y="112485"/>
                </a:lnTo>
                <a:cubicBezTo>
                  <a:pt x="680938" y="112485"/>
                  <a:pt x="683577" y="111899"/>
                  <a:pt x="685576" y="110728"/>
                </a:cubicBezTo>
                <a:cubicBezTo>
                  <a:pt x="687021" y="109945"/>
                  <a:pt x="688159" y="108605"/>
                  <a:pt x="688993" y="106707"/>
                </a:cubicBezTo>
                <a:cubicBezTo>
                  <a:pt x="689604" y="105367"/>
                  <a:pt x="689909" y="101849"/>
                  <a:pt x="689909" y="96154"/>
                </a:cubicBezTo>
                <a:lnTo>
                  <a:pt x="689909" y="8999"/>
                </a:lnTo>
                <a:lnTo>
                  <a:pt x="681744" y="8999"/>
                </a:lnTo>
                <a:cubicBezTo>
                  <a:pt x="674133" y="8999"/>
                  <a:pt x="668606" y="10615"/>
                  <a:pt x="665162" y="13847"/>
                </a:cubicBezTo>
                <a:cubicBezTo>
                  <a:pt x="660330" y="18362"/>
                  <a:pt x="657275" y="24801"/>
                  <a:pt x="655997" y="33162"/>
                </a:cubicBezTo>
                <a:lnTo>
                  <a:pt x="652831" y="33162"/>
                </a:lnTo>
                <a:lnTo>
                  <a:pt x="652831" y="2500"/>
                </a:lnTo>
                <a:lnTo>
                  <a:pt x="754317" y="2500"/>
                </a:lnTo>
                <a:close/>
                <a:moveTo>
                  <a:pt x="785896" y="37495"/>
                </a:moveTo>
                <a:lnTo>
                  <a:pt x="785896" y="55159"/>
                </a:lnTo>
                <a:cubicBezTo>
                  <a:pt x="791062" y="47105"/>
                  <a:pt x="795590" y="41758"/>
                  <a:pt x="799478" y="39120"/>
                </a:cubicBezTo>
                <a:cubicBezTo>
                  <a:pt x="803366" y="36481"/>
                  <a:pt x="807116" y="35162"/>
                  <a:pt x="810726" y="35162"/>
                </a:cubicBezTo>
                <a:cubicBezTo>
                  <a:pt x="813837" y="35162"/>
                  <a:pt x="816323" y="36124"/>
                  <a:pt x="818184" y="38047"/>
                </a:cubicBezTo>
                <a:cubicBezTo>
                  <a:pt x="820045" y="39970"/>
                  <a:pt x="820975" y="42688"/>
                  <a:pt x="820975" y="46200"/>
                </a:cubicBezTo>
                <a:cubicBezTo>
                  <a:pt x="820975" y="49935"/>
                  <a:pt x="820072" y="52835"/>
                  <a:pt x="818267" y="54899"/>
                </a:cubicBezTo>
                <a:cubicBezTo>
                  <a:pt x="816462" y="56961"/>
                  <a:pt x="814282" y="57992"/>
                  <a:pt x="811726" y="57992"/>
                </a:cubicBezTo>
                <a:cubicBezTo>
                  <a:pt x="808782" y="57992"/>
                  <a:pt x="806227" y="57048"/>
                  <a:pt x="804061" y="55159"/>
                </a:cubicBezTo>
                <a:cubicBezTo>
                  <a:pt x="801894" y="53271"/>
                  <a:pt x="800617" y="52215"/>
                  <a:pt x="800228" y="51993"/>
                </a:cubicBezTo>
                <a:cubicBezTo>
                  <a:pt x="799672" y="51660"/>
                  <a:pt x="799034" y="51493"/>
                  <a:pt x="798311" y="51493"/>
                </a:cubicBezTo>
                <a:cubicBezTo>
                  <a:pt x="796701" y="51493"/>
                  <a:pt x="795173" y="52104"/>
                  <a:pt x="793729" y="53326"/>
                </a:cubicBezTo>
                <a:cubicBezTo>
                  <a:pt x="791451" y="55215"/>
                  <a:pt x="789729" y="57909"/>
                  <a:pt x="788563" y="61409"/>
                </a:cubicBezTo>
                <a:cubicBezTo>
                  <a:pt x="786785" y="66797"/>
                  <a:pt x="785896" y="72740"/>
                  <a:pt x="785896" y="79240"/>
                </a:cubicBezTo>
                <a:lnTo>
                  <a:pt x="785896" y="97154"/>
                </a:lnTo>
                <a:lnTo>
                  <a:pt x="785980" y="101820"/>
                </a:lnTo>
                <a:cubicBezTo>
                  <a:pt x="785980" y="104986"/>
                  <a:pt x="786174" y="107014"/>
                  <a:pt x="786563" y="107902"/>
                </a:cubicBezTo>
                <a:cubicBezTo>
                  <a:pt x="787230" y="109402"/>
                  <a:pt x="788216" y="110499"/>
                  <a:pt x="789521" y="111194"/>
                </a:cubicBezTo>
                <a:cubicBezTo>
                  <a:pt x="790826" y="111888"/>
                  <a:pt x="793034" y="112319"/>
                  <a:pt x="796145" y="112485"/>
                </a:cubicBezTo>
                <a:lnTo>
                  <a:pt x="796145" y="115485"/>
                </a:lnTo>
                <a:lnTo>
                  <a:pt x="754067" y="115485"/>
                </a:lnTo>
                <a:lnTo>
                  <a:pt x="754067" y="112485"/>
                </a:lnTo>
                <a:cubicBezTo>
                  <a:pt x="757456" y="112207"/>
                  <a:pt x="759747" y="111277"/>
                  <a:pt x="760941" y="109694"/>
                </a:cubicBezTo>
                <a:cubicBezTo>
                  <a:pt x="762136" y="108111"/>
                  <a:pt x="762733" y="103931"/>
                  <a:pt x="762733" y="97154"/>
                </a:cubicBezTo>
                <a:lnTo>
                  <a:pt x="762733" y="53993"/>
                </a:lnTo>
                <a:cubicBezTo>
                  <a:pt x="762733" y="49521"/>
                  <a:pt x="762511" y="46671"/>
                  <a:pt x="762066" y="45442"/>
                </a:cubicBezTo>
                <a:cubicBezTo>
                  <a:pt x="761511" y="43876"/>
                  <a:pt x="760705" y="42730"/>
                  <a:pt x="759650" y="42005"/>
                </a:cubicBezTo>
                <a:cubicBezTo>
                  <a:pt x="758594" y="41278"/>
                  <a:pt x="756734" y="40774"/>
                  <a:pt x="754067" y="40495"/>
                </a:cubicBezTo>
                <a:lnTo>
                  <a:pt x="754067" y="37495"/>
                </a:lnTo>
                <a:lnTo>
                  <a:pt x="785896" y="37495"/>
                </a:lnTo>
                <a:close/>
                <a:moveTo>
                  <a:pt x="872327" y="103986"/>
                </a:moveTo>
                <a:cubicBezTo>
                  <a:pt x="862828" y="112430"/>
                  <a:pt x="854302" y="116651"/>
                  <a:pt x="846747" y="116651"/>
                </a:cubicBezTo>
                <a:cubicBezTo>
                  <a:pt x="842303" y="116651"/>
                  <a:pt x="838609" y="115189"/>
                  <a:pt x="835665" y="112264"/>
                </a:cubicBezTo>
                <a:cubicBezTo>
                  <a:pt x="832721" y="109337"/>
                  <a:pt x="831249" y="105673"/>
                  <a:pt x="831249" y="101271"/>
                </a:cubicBezTo>
                <a:cubicBezTo>
                  <a:pt x="831249" y="95306"/>
                  <a:pt x="833804" y="89941"/>
                  <a:pt x="838915" y="85176"/>
                </a:cubicBezTo>
                <a:cubicBezTo>
                  <a:pt x="844025" y="80411"/>
                  <a:pt x="855163" y="74072"/>
                  <a:pt x="872327" y="66158"/>
                </a:cubicBezTo>
                <a:lnTo>
                  <a:pt x="872327" y="58326"/>
                </a:lnTo>
                <a:cubicBezTo>
                  <a:pt x="872327" y="52438"/>
                  <a:pt x="872008" y="48730"/>
                  <a:pt x="871369" y="47202"/>
                </a:cubicBezTo>
                <a:cubicBezTo>
                  <a:pt x="870730" y="45675"/>
                  <a:pt x="869522" y="44341"/>
                  <a:pt x="867744" y="43203"/>
                </a:cubicBezTo>
                <a:cubicBezTo>
                  <a:pt x="865967" y="42064"/>
                  <a:pt x="863967" y="41495"/>
                  <a:pt x="861745" y="41495"/>
                </a:cubicBezTo>
                <a:cubicBezTo>
                  <a:pt x="858135" y="41495"/>
                  <a:pt x="855163" y="42300"/>
                  <a:pt x="852830" y="43911"/>
                </a:cubicBezTo>
                <a:cubicBezTo>
                  <a:pt x="851385" y="44911"/>
                  <a:pt x="850663" y="46077"/>
                  <a:pt x="850663" y="47410"/>
                </a:cubicBezTo>
                <a:cubicBezTo>
                  <a:pt x="850663" y="48577"/>
                  <a:pt x="851441" y="50021"/>
                  <a:pt x="852996" y="51743"/>
                </a:cubicBezTo>
                <a:cubicBezTo>
                  <a:pt x="855107" y="54132"/>
                  <a:pt x="856163" y="56437"/>
                  <a:pt x="856163" y="58659"/>
                </a:cubicBezTo>
                <a:cubicBezTo>
                  <a:pt x="856163" y="61381"/>
                  <a:pt x="855149" y="63700"/>
                  <a:pt x="853121" y="65616"/>
                </a:cubicBezTo>
                <a:cubicBezTo>
                  <a:pt x="851094" y="67533"/>
                  <a:pt x="848441" y="68491"/>
                  <a:pt x="845164" y="68491"/>
                </a:cubicBezTo>
                <a:cubicBezTo>
                  <a:pt x="841665" y="68491"/>
                  <a:pt x="838734" y="67436"/>
                  <a:pt x="836374" y="65325"/>
                </a:cubicBezTo>
                <a:cubicBezTo>
                  <a:pt x="834013" y="63214"/>
                  <a:pt x="832832" y="60742"/>
                  <a:pt x="832832" y="57909"/>
                </a:cubicBezTo>
                <a:cubicBezTo>
                  <a:pt x="832832" y="53910"/>
                  <a:pt x="834415" y="50091"/>
                  <a:pt x="837582" y="46452"/>
                </a:cubicBezTo>
                <a:cubicBezTo>
                  <a:pt x="840748" y="42814"/>
                  <a:pt x="845164" y="40022"/>
                  <a:pt x="850830" y="38078"/>
                </a:cubicBezTo>
                <a:cubicBezTo>
                  <a:pt x="856496" y="36134"/>
                  <a:pt x="862384" y="35162"/>
                  <a:pt x="868494" y="35162"/>
                </a:cubicBezTo>
                <a:cubicBezTo>
                  <a:pt x="875882" y="35162"/>
                  <a:pt x="881729" y="36736"/>
                  <a:pt x="886034" y="39883"/>
                </a:cubicBezTo>
                <a:cubicBezTo>
                  <a:pt x="890339" y="43028"/>
                  <a:pt x="893130" y="46438"/>
                  <a:pt x="894408" y="50113"/>
                </a:cubicBezTo>
                <a:cubicBezTo>
                  <a:pt x="895185" y="52451"/>
                  <a:pt x="895574" y="57824"/>
                  <a:pt x="895574" y="66231"/>
                </a:cubicBezTo>
                <a:lnTo>
                  <a:pt x="895574" y="96547"/>
                </a:lnTo>
                <a:cubicBezTo>
                  <a:pt x="895574" y="100111"/>
                  <a:pt x="895713" y="102353"/>
                  <a:pt x="895991" y="103273"/>
                </a:cubicBezTo>
                <a:cubicBezTo>
                  <a:pt x="896268" y="104191"/>
                  <a:pt x="896685" y="104873"/>
                  <a:pt x="897241" y="105319"/>
                </a:cubicBezTo>
                <a:cubicBezTo>
                  <a:pt x="897796" y="105764"/>
                  <a:pt x="898435" y="105986"/>
                  <a:pt x="899157" y="105986"/>
                </a:cubicBezTo>
                <a:cubicBezTo>
                  <a:pt x="900601" y="105986"/>
                  <a:pt x="902073" y="104958"/>
                  <a:pt x="903573" y="102903"/>
                </a:cubicBezTo>
                <a:lnTo>
                  <a:pt x="906073" y="104903"/>
                </a:lnTo>
                <a:cubicBezTo>
                  <a:pt x="903295" y="109013"/>
                  <a:pt x="900421" y="111999"/>
                  <a:pt x="897449" y="113860"/>
                </a:cubicBezTo>
                <a:cubicBezTo>
                  <a:pt x="894477" y="115721"/>
                  <a:pt x="891102" y="116651"/>
                  <a:pt x="887325" y="116651"/>
                </a:cubicBezTo>
                <a:cubicBezTo>
                  <a:pt x="882881" y="116651"/>
                  <a:pt x="879410" y="115603"/>
                  <a:pt x="876910" y="113506"/>
                </a:cubicBezTo>
                <a:cubicBezTo>
                  <a:pt x="874410" y="111409"/>
                  <a:pt x="872883" y="108236"/>
                  <a:pt x="872327" y="103986"/>
                </a:cubicBezTo>
                <a:moveTo>
                  <a:pt x="872327" y="97820"/>
                </a:moveTo>
                <a:lnTo>
                  <a:pt x="872327" y="71756"/>
                </a:lnTo>
                <a:cubicBezTo>
                  <a:pt x="865606" y="75719"/>
                  <a:pt x="860606" y="79962"/>
                  <a:pt x="857329" y="84484"/>
                </a:cubicBezTo>
                <a:cubicBezTo>
                  <a:pt x="855163" y="87497"/>
                  <a:pt x="854080" y="90539"/>
                  <a:pt x="854080" y="93610"/>
                </a:cubicBezTo>
                <a:cubicBezTo>
                  <a:pt x="854080" y="96177"/>
                  <a:pt x="854996" y="98438"/>
                  <a:pt x="856829" y="100393"/>
                </a:cubicBezTo>
                <a:cubicBezTo>
                  <a:pt x="858218" y="101900"/>
                  <a:pt x="860162" y="102653"/>
                  <a:pt x="862662" y="102653"/>
                </a:cubicBezTo>
                <a:cubicBezTo>
                  <a:pt x="865439" y="102653"/>
                  <a:pt x="868661" y="101042"/>
                  <a:pt x="872327" y="97820"/>
                </a:cubicBezTo>
                <a:close/>
                <a:moveTo>
                  <a:pt x="933402" y="0"/>
                </a:moveTo>
                <a:cubicBezTo>
                  <a:pt x="937013" y="0"/>
                  <a:pt x="940068" y="1268"/>
                  <a:pt x="942568" y="3804"/>
                </a:cubicBezTo>
                <a:cubicBezTo>
                  <a:pt x="945068" y="6339"/>
                  <a:pt x="946317" y="9389"/>
                  <a:pt x="946317" y="12957"/>
                </a:cubicBezTo>
                <a:cubicBezTo>
                  <a:pt x="946317" y="16524"/>
                  <a:pt x="945054" y="19562"/>
                  <a:pt x="942526" y="22070"/>
                </a:cubicBezTo>
                <a:cubicBezTo>
                  <a:pt x="939999" y="24577"/>
                  <a:pt x="936958" y="25830"/>
                  <a:pt x="933402" y="25830"/>
                </a:cubicBezTo>
                <a:cubicBezTo>
                  <a:pt x="929847" y="25830"/>
                  <a:pt x="926820" y="24577"/>
                  <a:pt x="924320" y="22070"/>
                </a:cubicBezTo>
                <a:cubicBezTo>
                  <a:pt x="921821" y="19562"/>
                  <a:pt x="920571" y="16524"/>
                  <a:pt x="920571" y="12957"/>
                </a:cubicBezTo>
                <a:cubicBezTo>
                  <a:pt x="920571" y="9389"/>
                  <a:pt x="921821" y="6339"/>
                  <a:pt x="924320" y="3804"/>
                </a:cubicBezTo>
                <a:cubicBezTo>
                  <a:pt x="926820" y="1268"/>
                  <a:pt x="929847" y="0"/>
                  <a:pt x="933402" y="0"/>
                </a:cubicBezTo>
                <a:moveTo>
                  <a:pt x="945068" y="37495"/>
                </a:moveTo>
                <a:lnTo>
                  <a:pt x="945068" y="99320"/>
                </a:lnTo>
                <a:cubicBezTo>
                  <a:pt x="945068" y="104820"/>
                  <a:pt x="945706" y="108333"/>
                  <a:pt x="946984" y="109861"/>
                </a:cubicBezTo>
                <a:cubicBezTo>
                  <a:pt x="948262" y="111388"/>
                  <a:pt x="950761" y="112263"/>
                  <a:pt x="954483" y="112485"/>
                </a:cubicBezTo>
                <a:lnTo>
                  <a:pt x="954483" y="115485"/>
                </a:lnTo>
                <a:lnTo>
                  <a:pt x="912405" y="115485"/>
                </a:lnTo>
                <a:lnTo>
                  <a:pt x="912405" y="112485"/>
                </a:lnTo>
                <a:cubicBezTo>
                  <a:pt x="915849" y="112374"/>
                  <a:pt x="918404" y="111374"/>
                  <a:pt x="920071" y="109486"/>
                </a:cubicBezTo>
                <a:cubicBezTo>
                  <a:pt x="921182" y="108208"/>
                  <a:pt x="921737" y="104820"/>
                  <a:pt x="921737" y="99320"/>
                </a:cubicBezTo>
                <a:lnTo>
                  <a:pt x="921737" y="53826"/>
                </a:lnTo>
                <a:cubicBezTo>
                  <a:pt x="921737" y="48258"/>
                  <a:pt x="921099" y="44700"/>
                  <a:pt x="919821" y="43153"/>
                </a:cubicBezTo>
                <a:cubicBezTo>
                  <a:pt x="918543" y="41606"/>
                  <a:pt x="916071" y="40720"/>
                  <a:pt x="912405" y="40495"/>
                </a:cubicBezTo>
                <a:lnTo>
                  <a:pt x="912405" y="37495"/>
                </a:lnTo>
                <a:lnTo>
                  <a:pt x="945068" y="37495"/>
                </a:lnTo>
                <a:close/>
                <a:moveTo>
                  <a:pt x="993923" y="37495"/>
                </a:moveTo>
                <a:lnTo>
                  <a:pt x="993923" y="47660"/>
                </a:lnTo>
                <a:cubicBezTo>
                  <a:pt x="997923" y="43298"/>
                  <a:pt x="1001755" y="40125"/>
                  <a:pt x="1005422" y="38141"/>
                </a:cubicBezTo>
                <a:cubicBezTo>
                  <a:pt x="1009088" y="36155"/>
                  <a:pt x="1013032" y="35162"/>
                  <a:pt x="1017253" y="35162"/>
                </a:cubicBezTo>
                <a:cubicBezTo>
                  <a:pt x="1022308" y="35162"/>
                  <a:pt x="1026502" y="36566"/>
                  <a:pt x="1029835" y="39375"/>
                </a:cubicBezTo>
                <a:cubicBezTo>
                  <a:pt x="1033168" y="42184"/>
                  <a:pt x="1035390" y="45674"/>
                  <a:pt x="1036501" y="49845"/>
                </a:cubicBezTo>
                <a:cubicBezTo>
                  <a:pt x="1037390" y="53016"/>
                  <a:pt x="1037834" y="59108"/>
                  <a:pt x="1037834" y="68119"/>
                </a:cubicBezTo>
                <a:lnTo>
                  <a:pt x="1037834" y="98487"/>
                </a:lnTo>
                <a:cubicBezTo>
                  <a:pt x="1037834" y="104486"/>
                  <a:pt x="1038376" y="108222"/>
                  <a:pt x="1039459" y="109694"/>
                </a:cubicBezTo>
                <a:cubicBezTo>
                  <a:pt x="1040542" y="111166"/>
                  <a:pt x="1042806" y="112096"/>
                  <a:pt x="1046250" y="112485"/>
                </a:cubicBezTo>
                <a:lnTo>
                  <a:pt x="1046250" y="115485"/>
                </a:lnTo>
                <a:lnTo>
                  <a:pt x="1006838" y="115485"/>
                </a:lnTo>
                <a:lnTo>
                  <a:pt x="1006838" y="112485"/>
                </a:lnTo>
                <a:cubicBezTo>
                  <a:pt x="1009782" y="112096"/>
                  <a:pt x="1011893" y="110874"/>
                  <a:pt x="1013171" y="108819"/>
                </a:cubicBezTo>
                <a:cubicBezTo>
                  <a:pt x="1014059" y="107430"/>
                  <a:pt x="1014504" y="103986"/>
                  <a:pt x="1014504" y="98487"/>
                </a:cubicBezTo>
                <a:lnTo>
                  <a:pt x="1014504" y="63825"/>
                </a:lnTo>
                <a:cubicBezTo>
                  <a:pt x="1014504" y="57437"/>
                  <a:pt x="1014254" y="53410"/>
                  <a:pt x="1013754" y="51743"/>
                </a:cubicBezTo>
                <a:cubicBezTo>
                  <a:pt x="1013254" y="50077"/>
                  <a:pt x="1012407" y="48785"/>
                  <a:pt x="1011213" y="47869"/>
                </a:cubicBezTo>
                <a:cubicBezTo>
                  <a:pt x="1010018" y="46952"/>
                  <a:pt x="1008699" y="46494"/>
                  <a:pt x="1007255" y="46494"/>
                </a:cubicBezTo>
                <a:cubicBezTo>
                  <a:pt x="1002478" y="46494"/>
                  <a:pt x="998034" y="49938"/>
                  <a:pt x="993923" y="56826"/>
                </a:cubicBezTo>
                <a:lnTo>
                  <a:pt x="993923" y="98487"/>
                </a:lnTo>
                <a:cubicBezTo>
                  <a:pt x="993923" y="104320"/>
                  <a:pt x="994465" y="108014"/>
                  <a:pt x="995548" y="109569"/>
                </a:cubicBezTo>
                <a:cubicBezTo>
                  <a:pt x="996631" y="111124"/>
                  <a:pt x="998645" y="112096"/>
                  <a:pt x="1001589" y="112485"/>
                </a:cubicBezTo>
                <a:lnTo>
                  <a:pt x="1001589" y="115485"/>
                </a:lnTo>
                <a:lnTo>
                  <a:pt x="962177" y="115485"/>
                </a:lnTo>
                <a:lnTo>
                  <a:pt x="962177" y="112485"/>
                </a:lnTo>
                <a:cubicBezTo>
                  <a:pt x="965455" y="112152"/>
                  <a:pt x="967788" y="111096"/>
                  <a:pt x="969176" y="109319"/>
                </a:cubicBezTo>
                <a:cubicBezTo>
                  <a:pt x="970121" y="108097"/>
                  <a:pt x="970593" y="104486"/>
                  <a:pt x="970593" y="98487"/>
                </a:cubicBezTo>
                <a:lnTo>
                  <a:pt x="970593" y="54493"/>
                </a:lnTo>
                <a:cubicBezTo>
                  <a:pt x="970593" y="48534"/>
                  <a:pt x="970051" y="44823"/>
                  <a:pt x="968968" y="43361"/>
                </a:cubicBezTo>
                <a:cubicBezTo>
                  <a:pt x="967885" y="41900"/>
                  <a:pt x="965621" y="40944"/>
                  <a:pt x="962177" y="40495"/>
                </a:cubicBezTo>
                <a:lnTo>
                  <a:pt x="962177" y="37495"/>
                </a:lnTo>
                <a:lnTo>
                  <a:pt x="993923" y="37495"/>
                </a:lnTo>
                <a:close/>
                <a:moveTo>
                  <a:pt x="1075720" y="0"/>
                </a:moveTo>
                <a:cubicBezTo>
                  <a:pt x="1079331" y="0"/>
                  <a:pt x="1082386" y="1268"/>
                  <a:pt x="1084886" y="3804"/>
                </a:cubicBezTo>
                <a:cubicBezTo>
                  <a:pt x="1087385" y="6339"/>
                  <a:pt x="1088635" y="9389"/>
                  <a:pt x="1088635" y="12957"/>
                </a:cubicBezTo>
                <a:cubicBezTo>
                  <a:pt x="1088635" y="16524"/>
                  <a:pt x="1087371" y="19562"/>
                  <a:pt x="1084844" y="22070"/>
                </a:cubicBezTo>
                <a:cubicBezTo>
                  <a:pt x="1082317" y="24577"/>
                  <a:pt x="1079275" y="25830"/>
                  <a:pt x="1075720" y="25830"/>
                </a:cubicBezTo>
                <a:cubicBezTo>
                  <a:pt x="1072165" y="25830"/>
                  <a:pt x="1069138" y="24577"/>
                  <a:pt x="1066638" y="22070"/>
                </a:cubicBezTo>
                <a:cubicBezTo>
                  <a:pt x="1064138" y="19562"/>
                  <a:pt x="1062889" y="16524"/>
                  <a:pt x="1062889" y="12957"/>
                </a:cubicBezTo>
                <a:cubicBezTo>
                  <a:pt x="1062889" y="9389"/>
                  <a:pt x="1064138" y="6339"/>
                  <a:pt x="1066638" y="3804"/>
                </a:cubicBezTo>
                <a:cubicBezTo>
                  <a:pt x="1069138" y="1268"/>
                  <a:pt x="1072165" y="0"/>
                  <a:pt x="1075720" y="0"/>
                </a:cubicBezTo>
                <a:moveTo>
                  <a:pt x="1087385" y="37495"/>
                </a:moveTo>
                <a:lnTo>
                  <a:pt x="1087385" y="99320"/>
                </a:lnTo>
                <a:cubicBezTo>
                  <a:pt x="1087385" y="104820"/>
                  <a:pt x="1088024" y="108333"/>
                  <a:pt x="1089302" y="109861"/>
                </a:cubicBezTo>
                <a:cubicBezTo>
                  <a:pt x="1090579" y="111388"/>
                  <a:pt x="1093079" y="112263"/>
                  <a:pt x="1096801" y="112485"/>
                </a:cubicBezTo>
                <a:lnTo>
                  <a:pt x="1096801" y="115485"/>
                </a:lnTo>
                <a:lnTo>
                  <a:pt x="1054723" y="115485"/>
                </a:lnTo>
                <a:lnTo>
                  <a:pt x="1054723" y="112485"/>
                </a:lnTo>
                <a:cubicBezTo>
                  <a:pt x="1058167" y="112374"/>
                  <a:pt x="1060722" y="111374"/>
                  <a:pt x="1062389" y="109486"/>
                </a:cubicBezTo>
                <a:cubicBezTo>
                  <a:pt x="1063500" y="108208"/>
                  <a:pt x="1064055" y="104820"/>
                  <a:pt x="1064055" y="99320"/>
                </a:cubicBezTo>
                <a:lnTo>
                  <a:pt x="1064055" y="53826"/>
                </a:lnTo>
                <a:cubicBezTo>
                  <a:pt x="1064055" y="48258"/>
                  <a:pt x="1063416" y="44700"/>
                  <a:pt x="1062139" y="43153"/>
                </a:cubicBezTo>
                <a:cubicBezTo>
                  <a:pt x="1060861" y="41606"/>
                  <a:pt x="1058389" y="40720"/>
                  <a:pt x="1054723" y="40495"/>
                </a:cubicBezTo>
                <a:lnTo>
                  <a:pt x="1054723" y="37495"/>
                </a:lnTo>
                <a:lnTo>
                  <a:pt x="1087385" y="37495"/>
                </a:lnTo>
                <a:close/>
                <a:moveTo>
                  <a:pt x="1136241" y="37495"/>
                </a:moveTo>
                <a:lnTo>
                  <a:pt x="1136241" y="47660"/>
                </a:lnTo>
                <a:cubicBezTo>
                  <a:pt x="1140240" y="43298"/>
                  <a:pt x="1144073" y="40125"/>
                  <a:pt x="1147739" y="38141"/>
                </a:cubicBezTo>
                <a:cubicBezTo>
                  <a:pt x="1151405" y="36155"/>
                  <a:pt x="1155349" y="35162"/>
                  <a:pt x="1159571" y="35162"/>
                </a:cubicBezTo>
                <a:cubicBezTo>
                  <a:pt x="1164626" y="35162"/>
                  <a:pt x="1168820" y="36566"/>
                  <a:pt x="1172153" y="39375"/>
                </a:cubicBezTo>
                <a:cubicBezTo>
                  <a:pt x="1175485" y="42184"/>
                  <a:pt x="1177707" y="45674"/>
                  <a:pt x="1178818" y="49845"/>
                </a:cubicBezTo>
                <a:cubicBezTo>
                  <a:pt x="1179707" y="53016"/>
                  <a:pt x="1180151" y="59108"/>
                  <a:pt x="1180151" y="68119"/>
                </a:cubicBezTo>
                <a:lnTo>
                  <a:pt x="1180151" y="98487"/>
                </a:lnTo>
                <a:cubicBezTo>
                  <a:pt x="1180151" y="104486"/>
                  <a:pt x="1180693" y="108222"/>
                  <a:pt x="1181776" y="109694"/>
                </a:cubicBezTo>
                <a:cubicBezTo>
                  <a:pt x="1182859" y="111166"/>
                  <a:pt x="1185123" y="112096"/>
                  <a:pt x="1188567" y="112485"/>
                </a:cubicBezTo>
                <a:lnTo>
                  <a:pt x="1188567" y="115485"/>
                </a:lnTo>
                <a:lnTo>
                  <a:pt x="1149156" y="115485"/>
                </a:lnTo>
                <a:lnTo>
                  <a:pt x="1149156" y="112485"/>
                </a:lnTo>
                <a:cubicBezTo>
                  <a:pt x="1152100" y="112096"/>
                  <a:pt x="1154210" y="110874"/>
                  <a:pt x="1155488" y="108819"/>
                </a:cubicBezTo>
                <a:cubicBezTo>
                  <a:pt x="1156377" y="107430"/>
                  <a:pt x="1156821" y="103986"/>
                  <a:pt x="1156821" y="98487"/>
                </a:cubicBezTo>
                <a:lnTo>
                  <a:pt x="1156821" y="63825"/>
                </a:lnTo>
                <a:cubicBezTo>
                  <a:pt x="1156821" y="57437"/>
                  <a:pt x="1156571" y="53410"/>
                  <a:pt x="1156071" y="51743"/>
                </a:cubicBezTo>
                <a:cubicBezTo>
                  <a:pt x="1155571" y="50077"/>
                  <a:pt x="1154724" y="48785"/>
                  <a:pt x="1153530" y="47869"/>
                </a:cubicBezTo>
                <a:cubicBezTo>
                  <a:pt x="1152336" y="46952"/>
                  <a:pt x="1151016" y="46494"/>
                  <a:pt x="1149572" y="46494"/>
                </a:cubicBezTo>
                <a:cubicBezTo>
                  <a:pt x="1144795" y="46494"/>
                  <a:pt x="1140351" y="49938"/>
                  <a:pt x="1136241" y="56826"/>
                </a:cubicBezTo>
                <a:lnTo>
                  <a:pt x="1136241" y="98487"/>
                </a:lnTo>
                <a:cubicBezTo>
                  <a:pt x="1136241" y="104320"/>
                  <a:pt x="1136782" y="108014"/>
                  <a:pt x="1137865" y="109569"/>
                </a:cubicBezTo>
                <a:cubicBezTo>
                  <a:pt x="1138949" y="111124"/>
                  <a:pt x="1140962" y="112096"/>
                  <a:pt x="1143906" y="112485"/>
                </a:cubicBezTo>
                <a:lnTo>
                  <a:pt x="1143906" y="115485"/>
                </a:lnTo>
                <a:lnTo>
                  <a:pt x="1104495" y="115485"/>
                </a:lnTo>
                <a:lnTo>
                  <a:pt x="1104495" y="112485"/>
                </a:lnTo>
                <a:cubicBezTo>
                  <a:pt x="1107772" y="112152"/>
                  <a:pt x="1110105" y="111096"/>
                  <a:pt x="1111494" y="109319"/>
                </a:cubicBezTo>
                <a:cubicBezTo>
                  <a:pt x="1112438" y="108097"/>
                  <a:pt x="1112910" y="104486"/>
                  <a:pt x="1112910" y="98487"/>
                </a:cubicBezTo>
                <a:lnTo>
                  <a:pt x="1112910" y="54493"/>
                </a:lnTo>
                <a:cubicBezTo>
                  <a:pt x="1112910" y="48534"/>
                  <a:pt x="1112369" y="44823"/>
                  <a:pt x="1111286" y="43361"/>
                </a:cubicBezTo>
                <a:cubicBezTo>
                  <a:pt x="1110202" y="41900"/>
                  <a:pt x="1107939" y="40944"/>
                  <a:pt x="1104495" y="40495"/>
                </a:cubicBezTo>
                <a:lnTo>
                  <a:pt x="1104495" y="37495"/>
                </a:lnTo>
                <a:lnTo>
                  <a:pt x="1136241" y="37495"/>
                </a:lnTo>
                <a:close/>
                <a:moveTo>
                  <a:pt x="1249283" y="38495"/>
                </a:moveTo>
                <a:lnTo>
                  <a:pt x="1275530" y="38495"/>
                </a:lnTo>
                <a:lnTo>
                  <a:pt x="1275530" y="47660"/>
                </a:lnTo>
                <a:lnTo>
                  <a:pt x="1260615" y="47660"/>
                </a:lnTo>
                <a:cubicBezTo>
                  <a:pt x="1263337" y="50382"/>
                  <a:pt x="1265225" y="52854"/>
                  <a:pt x="1266281" y="55076"/>
                </a:cubicBezTo>
                <a:cubicBezTo>
                  <a:pt x="1267614" y="58076"/>
                  <a:pt x="1268281" y="61214"/>
                  <a:pt x="1268281" y="64491"/>
                </a:cubicBezTo>
                <a:cubicBezTo>
                  <a:pt x="1268281" y="70046"/>
                  <a:pt x="1266739" y="74865"/>
                  <a:pt x="1263656" y="78948"/>
                </a:cubicBezTo>
                <a:cubicBezTo>
                  <a:pt x="1260573" y="83031"/>
                  <a:pt x="1256379" y="86225"/>
                  <a:pt x="1251074" y="88530"/>
                </a:cubicBezTo>
                <a:cubicBezTo>
                  <a:pt x="1245770" y="90835"/>
                  <a:pt x="1241062" y="91988"/>
                  <a:pt x="1236951" y="91988"/>
                </a:cubicBezTo>
                <a:cubicBezTo>
                  <a:pt x="1236618" y="91988"/>
                  <a:pt x="1233285" y="91849"/>
                  <a:pt x="1226953" y="91571"/>
                </a:cubicBezTo>
                <a:cubicBezTo>
                  <a:pt x="1224453" y="91571"/>
                  <a:pt x="1222356" y="92386"/>
                  <a:pt x="1220662" y="94016"/>
                </a:cubicBezTo>
                <a:cubicBezTo>
                  <a:pt x="1218968" y="95646"/>
                  <a:pt x="1218120" y="97593"/>
                  <a:pt x="1218120" y="99857"/>
                </a:cubicBezTo>
                <a:cubicBezTo>
                  <a:pt x="1218120" y="101846"/>
                  <a:pt x="1218884" y="103476"/>
                  <a:pt x="1220412" y="104747"/>
                </a:cubicBezTo>
                <a:cubicBezTo>
                  <a:pt x="1221939" y="106017"/>
                  <a:pt x="1224425" y="106653"/>
                  <a:pt x="1227869" y="106653"/>
                </a:cubicBezTo>
                <a:lnTo>
                  <a:pt x="1242284" y="106486"/>
                </a:lnTo>
                <a:cubicBezTo>
                  <a:pt x="1253949" y="106486"/>
                  <a:pt x="1261976" y="107766"/>
                  <a:pt x="1266364" y="110327"/>
                </a:cubicBezTo>
                <a:cubicBezTo>
                  <a:pt x="1272641" y="113887"/>
                  <a:pt x="1275780" y="119368"/>
                  <a:pt x="1275780" y="126770"/>
                </a:cubicBezTo>
                <a:cubicBezTo>
                  <a:pt x="1275780" y="131500"/>
                  <a:pt x="1274335" y="135799"/>
                  <a:pt x="1271447" y="139666"/>
                </a:cubicBezTo>
                <a:cubicBezTo>
                  <a:pt x="1268558" y="143534"/>
                  <a:pt x="1264753" y="146386"/>
                  <a:pt x="1260032" y="148223"/>
                </a:cubicBezTo>
                <a:cubicBezTo>
                  <a:pt x="1252866" y="150950"/>
                  <a:pt x="1244617" y="152313"/>
                  <a:pt x="1235285" y="152313"/>
                </a:cubicBezTo>
                <a:cubicBezTo>
                  <a:pt x="1228286" y="152313"/>
                  <a:pt x="1221898" y="151633"/>
                  <a:pt x="1216121" y="150272"/>
                </a:cubicBezTo>
                <a:cubicBezTo>
                  <a:pt x="1210344" y="148911"/>
                  <a:pt x="1206205" y="147021"/>
                  <a:pt x="1203706" y="144603"/>
                </a:cubicBezTo>
                <a:cubicBezTo>
                  <a:pt x="1201206" y="142187"/>
                  <a:pt x="1199956" y="139645"/>
                  <a:pt x="1199956" y="136977"/>
                </a:cubicBezTo>
                <a:cubicBezTo>
                  <a:pt x="1199956" y="134422"/>
                  <a:pt x="1200914" y="132129"/>
                  <a:pt x="1202831" y="130100"/>
                </a:cubicBezTo>
                <a:cubicBezTo>
                  <a:pt x="1204747" y="128073"/>
                  <a:pt x="1208316" y="126364"/>
                  <a:pt x="1213538" y="124976"/>
                </a:cubicBezTo>
                <a:cubicBezTo>
                  <a:pt x="1206316" y="121421"/>
                  <a:pt x="1202706" y="116478"/>
                  <a:pt x="1202706" y="110147"/>
                </a:cubicBezTo>
                <a:cubicBezTo>
                  <a:pt x="1202706" y="106314"/>
                  <a:pt x="1204178" y="102593"/>
                  <a:pt x="1207122" y="98984"/>
                </a:cubicBezTo>
                <a:cubicBezTo>
                  <a:pt x="1210066" y="95374"/>
                  <a:pt x="1214732" y="92235"/>
                  <a:pt x="1221120" y="89569"/>
                </a:cubicBezTo>
                <a:cubicBezTo>
                  <a:pt x="1213677" y="86844"/>
                  <a:pt x="1208288" y="83256"/>
                  <a:pt x="1204956" y="78805"/>
                </a:cubicBezTo>
                <a:cubicBezTo>
                  <a:pt x="1201623" y="74354"/>
                  <a:pt x="1199956" y="69208"/>
                  <a:pt x="1199956" y="63367"/>
                </a:cubicBezTo>
                <a:cubicBezTo>
                  <a:pt x="1199956" y="55746"/>
                  <a:pt x="1203067" y="49140"/>
                  <a:pt x="1209288" y="43549"/>
                </a:cubicBezTo>
                <a:cubicBezTo>
                  <a:pt x="1215510" y="37958"/>
                  <a:pt x="1223509" y="35162"/>
                  <a:pt x="1233285" y="35162"/>
                </a:cubicBezTo>
                <a:cubicBezTo>
                  <a:pt x="1238451" y="35162"/>
                  <a:pt x="1243784" y="36273"/>
                  <a:pt x="1249283" y="38495"/>
                </a:cubicBezTo>
                <a:moveTo>
                  <a:pt x="1234868" y="40495"/>
                </a:moveTo>
                <a:cubicBezTo>
                  <a:pt x="1231646" y="40495"/>
                  <a:pt x="1228925" y="42117"/>
                  <a:pt x="1226703" y="45361"/>
                </a:cubicBezTo>
                <a:cubicBezTo>
                  <a:pt x="1224481" y="48604"/>
                  <a:pt x="1223370" y="55327"/>
                  <a:pt x="1223370" y="65530"/>
                </a:cubicBezTo>
                <a:cubicBezTo>
                  <a:pt x="1223370" y="73791"/>
                  <a:pt x="1224467" y="79461"/>
                  <a:pt x="1226661" y="82539"/>
                </a:cubicBezTo>
                <a:cubicBezTo>
                  <a:pt x="1228855" y="85616"/>
                  <a:pt x="1231452" y="87155"/>
                  <a:pt x="1234452" y="87155"/>
                </a:cubicBezTo>
                <a:cubicBezTo>
                  <a:pt x="1237785" y="87155"/>
                  <a:pt x="1240562" y="85630"/>
                  <a:pt x="1242784" y="82580"/>
                </a:cubicBezTo>
                <a:cubicBezTo>
                  <a:pt x="1245006" y="79530"/>
                  <a:pt x="1246117" y="73597"/>
                  <a:pt x="1246117" y="64781"/>
                </a:cubicBezTo>
                <a:cubicBezTo>
                  <a:pt x="1246117" y="54856"/>
                  <a:pt x="1244867" y="48092"/>
                  <a:pt x="1242367" y="44486"/>
                </a:cubicBezTo>
                <a:cubicBezTo>
                  <a:pt x="1240590" y="41825"/>
                  <a:pt x="1238090" y="40495"/>
                  <a:pt x="1234868" y="40495"/>
                </a:cubicBezTo>
                <a:moveTo>
                  <a:pt x="1229952" y="126983"/>
                </a:moveTo>
                <a:cubicBezTo>
                  <a:pt x="1224286" y="126983"/>
                  <a:pt x="1220537" y="127454"/>
                  <a:pt x="1218704" y="128395"/>
                </a:cubicBezTo>
                <a:cubicBezTo>
                  <a:pt x="1215537" y="130108"/>
                  <a:pt x="1213954" y="132430"/>
                  <a:pt x="1213954" y="135362"/>
                </a:cubicBezTo>
                <a:cubicBezTo>
                  <a:pt x="1213954" y="138183"/>
                  <a:pt x="1215593" y="140741"/>
                  <a:pt x="1218870" y="143036"/>
                </a:cubicBezTo>
                <a:cubicBezTo>
                  <a:pt x="1222148" y="145332"/>
                  <a:pt x="1228314" y="146481"/>
                  <a:pt x="1237368" y="146481"/>
                </a:cubicBezTo>
                <a:cubicBezTo>
                  <a:pt x="1245089" y="146481"/>
                  <a:pt x="1251158" y="145457"/>
                  <a:pt x="1255574" y="143411"/>
                </a:cubicBezTo>
                <a:cubicBezTo>
                  <a:pt x="1259990" y="141364"/>
                  <a:pt x="1262198" y="138488"/>
                  <a:pt x="1262198" y="134782"/>
                </a:cubicBezTo>
                <a:cubicBezTo>
                  <a:pt x="1262198" y="133400"/>
                  <a:pt x="1261781" y="132239"/>
                  <a:pt x="1260948" y="131298"/>
                </a:cubicBezTo>
                <a:cubicBezTo>
                  <a:pt x="1259448" y="129638"/>
                  <a:pt x="1257185" y="128504"/>
                  <a:pt x="1254157" y="127895"/>
                </a:cubicBezTo>
                <a:cubicBezTo>
                  <a:pt x="1251130" y="127287"/>
                  <a:pt x="1243062" y="126983"/>
                  <a:pt x="1229952" y="126983"/>
                </a:cubicBezTo>
                <a:close/>
                <a:moveTo>
                  <a:pt x="1323773" y="115485"/>
                </a:moveTo>
                <a:lnTo>
                  <a:pt x="1323773" y="112485"/>
                </a:lnTo>
                <a:lnTo>
                  <a:pt x="1327523" y="112485"/>
                </a:lnTo>
                <a:cubicBezTo>
                  <a:pt x="1330800" y="112485"/>
                  <a:pt x="1333314" y="111969"/>
                  <a:pt x="1335063" y="110936"/>
                </a:cubicBezTo>
                <a:cubicBezTo>
                  <a:pt x="1336813" y="109903"/>
                  <a:pt x="1338105" y="108494"/>
                  <a:pt x="1338938" y="106707"/>
                </a:cubicBezTo>
                <a:cubicBezTo>
                  <a:pt x="1339438" y="105534"/>
                  <a:pt x="1339688" y="102016"/>
                  <a:pt x="1339688" y="96154"/>
                </a:cubicBezTo>
                <a:lnTo>
                  <a:pt x="1339688" y="21830"/>
                </a:lnTo>
                <a:cubicBezTo>
                  <a:pt x="1339688" y="16024"/>
                  <a:pt x="1339382" y="12395"/>
                  <a:pt x="1338771" y="10944"/>
                </a:cubicBezTo>
                <a:cubicBezTo>
                  <a:pt x="1338160" y="9491"/>
                  <a:pt x="1336924" y="8220"/>
                  <a:pt x="1335063" y="7132"/>
                </a:cubicBezTo>
                <a:cubicBezTo>
                  <a:pt x="1333203" y="6043"/>
                  <a:pt x="1330689" y="5499"/>
                  <a:pt x="1327523" y="5499"/>
                </a:cubicBezTo>
                <a:lnTo>
                  <a:pt x="1323773" y="5499"/>
                </a:lnTo>
                <a:lnTo>
                  <a:pt x="1323773" y="2500"/>
                </a:lnTo>
                <a:lnTo>
                  <a:pt x="1374350" y="2500"/>
                </a:lnTo>
                <a:cubicBezTo>
                  <a:pt x="1387848" y="2500"/>
                  <a:pt x="1398708" y="4333"/>
                  <a:pt x="1406929" y="7999"/>
                </a:cubicBezTo>
                <a:cubicBezTo>
                  <a:pt x="1416983" y="12498"/>
                  <a:pt x="1424607" y="19303"/>
                  <a:pt x="1429801" y="28413"/>
                </a:cubicBezTo>
                <a:cubicBezTo>
                  <a:pt x="1434995" y="37523"/>
                  <a:pt x="1437592" y="47827"/>
                  <a:pt x="1437592" y="59326"/>
                </a:cubicBezTo>
                <a:cubicBezTo>
                  <a:pt x="1437592" y="67269"/>
                  <a:pt x="1436314" y="74587"/>
                  <a:pt x="1433759" y="81281"/>
                </a:cubicBezTo>
                <a:cubicBezTo>
                  <a:pt x="1431204" y="87975"/>
                  <a:pt x="1427898" y="93502"/>
                  <a:pt x="1423843" y="97862"/>
                </a:cubicBezTo>
                <a:cubicBezTo>
                  <a:pt x="1419788" y="102223"/>
                  <a:pt x="1415108" y="105722"/>
                  <a:pt x="1409804" y="108361"/>
                </a:cubicBezTo>
                <a:cubicBezTo>
                  <a:pt x="1404499" y="110999"/>
                  <a:pt x="1398013" y="113041"/>
                  <a:pt x="1390348" y="114485"/>
                </a:cubicBezTo>
                <a:cubicBezTo>
                  <a:pt x="1386959" y="115151"/>
                  <a:pt x="1381627" y="115485"/>
                  <a:pt x="1374350" y="115485"/>
                </a:cubicBezTo>
                <a:lnTo>
                  <a:pt x="1323773" y="115485"/>
                </a:lnTo>
                <a:moveTo>
                  <a:pt x="1366851" y="8832"/>
                </a:moveTo>
                <a:lnTo>
                  <a:pt x="1366851" y="96914"/>
                </a:lnTo>
                <a:cubicBezTo>
                  <a:pt x="1366851" y="101577"/>
                  <a:pt x="1367073" y="104436"/>
                  <a:pt x="1367517" y="105491"/>
                </a:cubicBezTo>
                <a:cubicBezTo>
                  <a:pt x="1367962" y="106545"/>
                  <a:pt x="1368712" y="107349"/>
                  <a:pt x="1369767" y="107902"/>
                </a:cubicBezTo>
                <a:cubicBezTo>
                  <a:pt x="1371267" y="108736"/>
                  <a:pt x="1373433" y="109152"/>
                  <a:pt x="1376266" y="109152"/>
                </a:cubicBezTo>
                <a:cubicBezTo>
                  <a:pt x="1385543" y="109152"/>
                  <a:pt x="1392625" y="105989"/>
                  <a:pt x="1397514" y="99661"/>
                </a:cubicBezTo>
                <a:cubicBezTo>
                  <a:pt x="1404179" y="91114"/>
                  <a:pt x="1407512" y="77849"/>
                  <a:pt x="1407512" y="59867"/>
                </a:cubicBezTo>
                <a:cubicBezTo>
                  <a:pt x="1407512" y="45381"/>
                  <a:pt x="1405235" y="33809"/>
                  <a:pt x="1400680" y="25150"/>
                </a:cubicBezTo>
                <a:cubicBezTo>
                  <a:pt x="1397069" y="18379"/>
                  <a:pt x="1392431" y="13772"/>
                  <a:pt x="1386765" y="11329"/>
                </a:cubicBezTo>
                <a:cubicBezTo>
                  <a:pt x="1382765" y="9609"/>
                  <a:pt x="1376127" y="8777"/>
                  <a:pt x="1366851" y="8832"/>
                </a:cubicBezTo>
                <a:close/>
                <a:moveTo>
                  <a:pt x="1493472" y="103986"/>
                </a:moveTo>
                <a:cubicBezTo>
                  <a:pt x="1483973" y="112430"/>
                  <a:pt x="1475447" y="116651"/>
                  <a:pt x="1467892" y="116651"/>
                </a:cubicBezTo>
                <a:cubicBezTo>
                  <a:pt x="1463448" y="116651"/>
                  <a:pt x="1459754" y="115189"/>
                  <a:pt x="1456810" y="112264"/>
                </a:cubicBezTo>
                <a:cubicBezTo>
                  <a:pt x="1453866" y="109337"/>
                  <a:pt x="1452394" y="105673"/>
                  <a:pt x="1452394" y="101271"/>
                </a:cubicBezTo>
                <a:cubicBezTo>
                  <a:pt x="1452394" y="95306"/>
                  <a:pt x="1454950" y="89941"/>
                  <a:pt x="1460060" y="85176"/>
                </a:cubicBezTo>
                <a:cubicBezTo>
                  <a:pt x="1465170" y="80411"/>
                  <a:pt x="1476308" y="74072"/>
                  <a:pt x="1493472" y="66158"/>
                </a:cubicBezTo>
                <a:lnTo>
                  <a:pt x="1493472" y="58326"/>
                </a:lnTo>
                <a:cubicBezTo>
                  <a:pt x="1493472" y="52438"/>
                  <a:pt x="1493153" y="48730"/>
                  <a:pt x="1492514" y="47202"/>
                </a:cubicBezTo>
                <a:cubicBezTo>
                  <a:pt x="1491875" y="45675"/>
                  <a:pt x="1490667" y="44341"/>
                  <a:pt x="1488889" y="43203"/>
                </a:cubicBezTo>
                <a:cubicBezTo>
                  <a:pt x="1487112" y="42064"/>
                  <a:pt x="1485112" y="41495"/>
                  <a:pt x="1482890" y="41495"/>
                </a:cubicBezTo>
                <a:cubicBezTo>
                  <a:pt x="1479280" y="41495"/>
                  <a:pt x="1476308" y="42300"/>
                  <a:pt x="1473975" y="43911"/>
                </a:cubicBezTo>
                <a:cubicBezTo>
                  <a:pt x="1472531" y="44911"/>
                  <a:pt x="1471808" y="46077"/>
                  <a:pt x="1471808" y="47410"/>
                </a:cubicBezTo>
                <a:cubicBezTo>
                  <a:pt x="1471808" y="48577"/>
                  <a:pt x="1472586" y="50021"/>
                  <a:pt x="1474141" y="51743"/>
                </a:cubicBezTo>
                <a:cubicBezTo>
                  <a:pt x="1476252" y="54132"/>
                  <a:pt x="1477308" y="56437"/>
                  <a:pt x="1477308" y="58659"/>
                </a:cubicBezTo>
                <a:cubicBezTo>
                  <a:pt x="1477308" y="61381"/>
                  <a:pt x="1476294" y="63700"/>
                  <a:pt x="1474266" y="65616"/>
                </a:cubicBezTo>
                <a:cubicBezTo>
                  <a:pt x="1472239" y="67533"/>
                  <a:pt x="1469586" y="68491"/>
                  <a:pt x="1466309" y="68491"/>
                </a:cubicBezTo>
                <a:cubicBezTo>
                  <a:pt x="1462810" y="68491"/>
                  <a:pt x="1459879" y="67436"/>
                  <a:pt x="1457519" y="65325"/>
                </a:cubicBezTo>
                <a:cubicBezTo>
                  <a:pt x="1455158" y="63214"/>
                  <a:pt x="1453977" y="60742"/>
                  <a:pt x="1453977" y="57909"/>
                </a:cubicBezTo>
                <a:cubicBezTo>
                  <a:pt x="1453977" y="53910"/>
                  <a:pt x="1455561" y="50091"/>
                  <a:pt x="1458727" y="46452"/>
                </a:cubicBezTo>
                <a:cubicBezTo>
                  <a:pt x="1461893" y="42814"/>
                  <a:pt x="1466309" y="40022"/>
                  <a:pt x="1471975" y="38078"/>
                </a:cubicBezTo>
                <a:cubicBezTo>
                  <a:pt x="1477641" y="36134"/>
                  <a:pt x="1483529" y="35162"/>
                  <a:pt x="1489639" y="35162"/>
                </a:cubicBezTo>
                <a:cubicBezTo>
                  <a:pt x="1497027" y="35162"/>
                  <a:pt x="1502874" y="36736"/>
                  <a:pt x="1507179" y="39883"/>
                </a:cubicBezTo>
                <a:cubicBezTo>
                  <a:pt x="1511484" y="43028"/>
                  <a:pt x="1514275" y="46438"/>
                  <a:pt x="1515553" y="50113"/>
                </a:cubicBezTo>
                <a:cubicBezTo>
                  <a:pt x="1516330" y="52451"/>
                  <a:pt x="1516719" y="57824"/>
                  <a:pt x="1516719" y="66231"/>
                </a:cubicBezTo>
                <a:lnTo>
                  <a:pt x="1516719" y="96547"/>
                </a:lnTo>
                <a:cubicBezTo>
                  <a:pt x="1516719" y="100111"/>
                  <a:pt x="1516858" y="102353"/>
                  <a:pt x="1517136" y="103273"/>
                </a:cubicBezTo>
                <a:cubicBezTo>
                  <a:pt x="1517413" y="104191"/>
                  <a:pt x="1517830" y="104873"/>
                  <a:pt x="1518386" y="105319"/>
                </a:cubicBezTo>
                <a:cubicBezTo>
                  <a:pt x="1518941" y="105764"/>
                  <a:pt x="1519580" y="105986"/>
                  <a:pt x="1520302" y="105986"/>
                </a:cubicBezTo>
                <a:cubicBezTo>
                  <a:pt x="1521746" y="105986"/>
                  <a:pt x="1523218" y="104958"/>
                  <a:pt x="1524718" y="102903"/>
                </a:cubicBezTo>
                <a:lnTo>
                  <a:pt x="1527218" y="104903"/>
                </a:lnTo>
                <a:cubicBezTo>
                  <a:pt x="1524440" y="109013"/>
                  <a:pt x="1521566" y="111999"/>
                  <a:pt x="1518594" y="113860"/>
                </a:cubicBezTo>
                <a:cubicBezTo>
                  <a:pt x="1515622" y="115721"/>
                  <a:pt x="1512248" y="116651"/>
                  <a:pt x="1508470" y="116651"/>
                </a:cubicBezTo>
                <a:cubicBezTo>
                  <a:pt x="1504026" y="116651"/>
                  <a:pt x="1500555" y="115603"/>
                  <a:pt x="1498055" y="113506"/>
                </a:cubicBezTo>
                <a:cubicBezTo>
                  <a:pt x="1495555" y="111409"/>
                  <a:pt x="1494028" y="108236"/>
                  <a:pt x="1493472" y="103986"/>
                </a:cubicBezTo>
                <a:moveTo>
                  <a:pt x="1493472" y="97820"/>
                </a:moveTo>
                <a:lnTo>
                  <a:pt x="1493472" y="71756"/>
                </a:lnTo>
                <a:cubicBezTo>
                  <a:pt x="1486751" y="75719"/>
                  <a:pt x="1481752" y="79962"/>
                  <a:pt x="1478474" y="84484"/>
                </a:cubicBezTo>
                <a:cubicBezTo>
                  <a:pt x="1476308" y="87497"/>
                  <a:pt x="1475225" y="90539"/>
                  <a:pt x="1475225" y="93610"/>
                </a:cubicBezTo>
                <a:cubicBezTo>
                  <a:pt x="1475225" y="96177"/>
                  <a:pt x="1476141" y="98438"/>
                  <a:pt x="1477974" y="100393"/>
                </a:cubicBezTo>
                <a:cubicBezTo>
                  <a:pt x="1479363" y="101900"/>
                  <a:pt x="1481307" y="102653"/>
                  <a:pt x="1483807" y="102653"/>
                </a:cubicBezTo>
                <a:cubicBezTo>
                  <a:pt x="1486584" y="102653"/>
                  <a:pt x="1489806" y="101042"/>
                  <a:pt x="1493472" y="97820"/>
                </a:cubicBezTo>
                <a:close/>
                <a:moveTo>
                  <a:pt x="1566713" y="8832"/>
                </a:moveTo>
                <a:lnTo>
                  <a:pt x="1566713" y="37495"/>
                </a:lnTo>
                <a:lnTo>
                  <a:pt x="1585210" y="37495"/>
                </a:lnTo>
                <a:lnTo>
                  <a:pt x="1585210" y="45661"/>
                </a:lnTo>
                <a:lnTo>
                  <a:pt x="1566713" y="45661"/>
                </a:lnTo>
                <a:lnTo>
                  <a:pt x="1566713" y="93868"/>
                </a:lnTo>
                <a:cubicBezTo>
                  <a:pt x="1566713" y="98379"/>
                  <a:pt x="1566921" y="101290"/>
                  <a:pt x="1567337" y="102598"/>
                </a:cubicBezTo>
                <a:cubicBezTo>
                  <a:pt x="1567754" y="103907"/>
                  <a:pt x="1568490" y="104966"/>
                  <a:pt x="1569546" y="105775"/>
                </a:cubicBezTo>
                <a:cubicBezTo>
                  <a:pt x="1570601" y="106582"/>
                  <a:pt x="1571573" y="106986"/>
                  <a:pt x="1572462" y="106986"/>
                </a:cubicBezTo>
                <a:cubicBezTo>
                  <a:pt x="1576072" y="106986"/>
                  <a:pt x="1579489" y="104208"/>
                  <a:pt x="1582710" y="98654"/>
                </a:cubicBezTo>
                <a:lnTo>
                  <a:pt x="1585210" y="100505"/>
                </a:lnTo>
                <a:cubicBezTo>
                  <a:pt x="1580711" y="111269"/>
                  <a:pt x="1573406" y="116651"/>
                  <a:pt x="1563296" y="116651"/>
                </a:cubicBezTo>
                <a:cubicBezTo>
                  <a:pt x="1558353" y="116651"/>
                  <a:pt x="1554173" y="115272"/>
                  <a:pt x="1550756" y="112514"/>
                </a:cubicBezTo>
                <a:cubicBezTo>
                  <a:pt x="1547340" y="109754"/>
                  <a:pt x="1545160" y="106673"/>
                  <a:pt x="1544216" y="103273"/>
                </a:cubicBezTo>
                <a:cubicBezTo>
                  <a:pt x="1543660" y="101377"/>
                  <a:pt x="1543382" y="96249"/>
                  <a:pt x="1543382" y="87887"/>
                </a:cubicBezTo>
                <a:lnTo>
                  <a:pt x="1543382" y="45661"/>
                </a:lnTo>
                <a:lnTo>
                  <a:pt x="1533217" y="45661"/>
                </a:lnTo>
                <a:lnTo>
                  <a:pt x="1533217" y="42737"/>
                </a:lnTo>
                <a:cubicBezTo>
                  <a:pt x="1540216" y="37782"/>
                  <a:pt x="1546174" y="32577"/>
                  <a:pt x="1551090" y="27121"/>
                </a:cubicBezTo>
                <a:cubicBezTo>
                  <a:pt x="1556006" y="21666"/>
                  <a:pt x="1560297" y="15569"/>
                  <a:pt x="1563963" y="8832"/>
                </a:cubicBezTo>
                <a:lnTo>
                  <a:pt x="1566713" y="8832"/>
                </a:lnTo>
                <a:close/>
                <a:moveTo>
                  <a:pt x="1635619" y="103986"/>
                </a:moveTo>
                <a:cubicBezTo>
                  <a:pt x="1626120" y="112430"/>
                  <a:pt x="1617594" y="116651"/>
                  <a:pt x="1610039" y="116651"/>
                </a:cubicBezTo>
                <a:cubicBezTo>
                  <a:pt x="1605595" y="116651"/>
                  <a:pt x="1601901" y="115189"/>
                  <a:pt x="1598957" y="112264"/>
                </a:cubicBezTo>
                <a:cubicBezTo>
                  <a:pt x="1596013" y="109337"/>
                  <a:pt x="1594541" y="105673"/>
                  <a:pt x="1594541" y="101271"/>
                </a:cubicBezTo>
                <a:cubicBezTo>
                  <a:pt x="1594541" y="95306"/>
                  <a:pt x="1597096" y="89941"/>
                  <a:pt x="1602207" y="85176"/>
                </a:cubicBezTo>
                <a:cubicBezTo>
                  <a:pt x="1607317" y="80411"/>
                  <a:pt x="1618455" y="74072"/>
                  <a:pt x="1635619" y="66158"/>
                </a:cubicBezTo>
                <a:lnTo>
                  <a:pt x="1635619" y="58326"/>
                </a:lnTo>
                <a:cubicBezTo>
                  <a:pt x="1635619" y="52438"/>
                  <a:pt x="1635300" y="48730"/>
                  <a:pt x="1634661" y="47202"/>
                </a:cubicBezTo>
                <a:cubicBezTo>
                  <a:pt x="1634022" y="45675"/>
                  <a:pt x="1632814" y="44341"/>
                  <a:pt x="1631036" y="43203"/>
                </a:cubicBezTo>
                <a:cubicBezTo>
                  <a:pt x="1629259" y="42064"/>
                  <a:pt x="1627259" y="41495"/>
                  <a:pt x="1625037" y="41495"/>
                </a:cubicBezTo>
                <a:cubicBezTo>
                  <a:pt x="1621427" y="41495"/>
                  <a:pt x="1618455" y="42300"/>
                  <a:pt x="1616122" y="43911"/>
                </a:cubicBezTo>
                <a:cubicBezTo>
                  <a:pt x="1614677" y="44911"/>
                  <a:pt x="1613955" y="46077"/>
                  <a:pt x="1613955" y="47410"/>
                </a:cubicBezTo>
                <a:cubicBezTo>
                  <a:pt x="1613955" y="48577"/>
                  <a:pt x="1614733" y="50021"/>
                  <a:pt x="1616288" y="51743"/>
                </a:cubicBezTo>
                <a:cubicBezTo>
                  <a:pt x="1618399" y="54132"/>
                  <a:pt x="1619455" y="56437"/>
                  <a:pt x="1619455" y="58659"/>
                </a:cubicBezTo>
                <a:cubicBezTo>
                  <a:pt x="1619455" y="61381"/>
                  <a:pt x="1618441" y="63700"/>
                  <a:pt x="1616413" y="65616"/>
                </a:cubicBezTo>
                <a:cubicBezTo>
                  <a:pt x="1614386" y="67533"/>
                  <a:pt x="1611733" y="68491"/>
                  <a:pt x="1608456" y="68491"/>
                </a:cubicBezTo>
                <a:cubicBezTo>
                  <a:pt x="1604956" y="68491"/>
                  <a:pt x="1602026" y="67436"/>
                  <a:pt x="1599666" y="65325"/>
                </a:cubicBezTo>
                <a:cubicBezTo>
                  <a:pt x="1597305" y="63214"/>
                  <a:pt x="1596124" y="60742"/>
                  <a:pt x="1596124" y="57909"/>
                </a:cubicBezTo>
                <a:cubicBezTo>
                  <a:pt x="1596124" y="53910"/>
                  <a:pt x="1597707" y="50091"/>
                  <a:pt x="1600874" y="46452"/>
                </a:cubicBezTo>
                <a:cubicBezTo>
                  <a:pt x="1604040" y="42814"/>
                  <a:pt x="1608456" y="40022"/>
                  <a:pt x="1614122" y="38078"/>
                </a:cubicBezTo>
                <a:cubicBezTo>
                  <a:pt x="1619788" y="36134"/>
                  <a:pt x="1625676" y="35162"/>
                  <a:pt x="1631786" y="35162"/>
                </a:cubicBezTo>
                <a:cubicBezTo>
                  <a:pt x="1639174" y="35162"/>
                  <a:pt x="1645021" y="36736"/>
                  <a:pt x="1649326" y="39883"/>
                </a:cubicBezTo>
                <a:cubicBezTo>
                  <a:pt x="1653631" y="43028"/>
                  <a:pt x="1656422" y="46438"/>
                  <a:pt x="1657700" y="50113"/>
                </a:cubicBezTo>
                <a:cubicBezTo>
                  <a:pt x="1658477" y="52451"/>
                  <a:pt x="1658866" y="57824"/>
                  <a:pt x="1658866" y="66231"/>
                </a:cubicBezTo>
                <a:lnTo>
                  <a:pt x="1658866" y="96547"/>
                </a:lnTo>
                <a:cubicBezTo>
                  <a:pt x="1658866" y="100111"/>
                  <a:pt x="1659005" y="102353"/>
                  <a:pt x="1659283" y="103273"/>
                </a:cubicBezTo>
                <a:cubicBezTo>
                  <a:pt x="1659560" y="104191"/>
                  <a:pt x="1659977" y="104873"/>
                  <a:pt x="1660533" y="105319"/>
                </a:cubicBezTo>
                <a:cubicBezTo>
                  <a:pt x="1661088" y="105764"/>
                  <a:pt x="1661727" y="105986"/>
                  <a:pt x="1662449" y="105986"/>
                </a:cubicBezTo>
                <a:cubicBezTo>
                  <a:pt x="1663893" y="105986"/>
                  <a:pt x="1665365" y="104958"/>
                  <a:pt x="1666865" y="102903"/>
                </a:cubicBezTo>
                <a:lnTo>
                  <a:pt x="1669365" y="104903"/>
                </a:lnTo>
                <a:cubicBezTo>
                  <a:pt x="1666587" y="109013"/>
                  <a:pt x="1663713" y="111999"/>
                  <a:pt x="1660741" y="113860"/>
                </a:cubicBezTo>
                <a:cubicBezTo>
                  <a:pt x="1657769" y="115721"/>
                  <a:pt x="1654394" y="116651"/>
                  <a:pt x="1650617" y="116651"/>
                </a:cubicBezTo>
                <a:cubicBezTo>
                  <a:pt x="1646173" y="116651"/>
                  <a:pt x="1642702" y="115603"/>
                  <a:pt x="1640202" y="113506"/>
                </a:cubicBezTo>
                <a:cubicBezTo>
                  <a:pt x="1637702" y="111409"/>
                  <a:pt x="1636175" y="108236"/>
                  <a:pt x="1635619" y="103986"/>
                </a:cubicBezTo>
                <a:moveTo>
                  <a:pt x="1635619" y="97820"/>
                </a:moveTo>
                <a:lnTo>
                  <a:pt x="1635619" y="71756"/>
                </a:lnTo>
                <a:cubicBezTo>
                  <a:pt x="1628898" y="75719"/>
                  <a:pt x="1623898" y="79962"/>
                  <a:pt x="1620621" y="84484"/>
                </a:cubicBezTo>
                <a:cubicBezTo>
                  <a:pt x="1618455" y="87497"/>
                  <a:pt x="1617372" y="90539"/>
                  <a:pt x="1617372" y="93610"/>
                </a:cubicBezTo>
                <a:cubicBezTo>
                  <a:pt x="1617372" y="96177"/>
                  <a:pt x="1618288" y="98438"/>
                  <a:pt x="1620121" y="100393"/>
                </a:cubicBezTo>
                <a:cubicBezTo>
                  <a:pt x="1621510" y="101900"/>
                  <a:pt x="1623454" y="102653"/>
                  <a:pt x="1625954" y="102653"/>
                </a:cubicBezTo>
                <a:cubicBezTo>
                  <a:pt x="1628731" y="102653"/>
                  <a:pt x="1631953" y="101042"/>
                  <a:pt x="1635619" y="97820"/>
                </a:cubicBezTo>
                <a:close/>
                <a:moveTo>
                  <a:pt x="1760936" y="64325"/>
                </a:moveTo>
                <a:lnTo>
                  <a:pt x="1760936" y="95654"/>
                </a:lnTo>
                <a:cubicBezTo>
                  <a:pt x="1760936" y="101796"/>
                  <a:pt x="1761311" y="105662"/>
                  <a:pt x="1762061" y="107254"/>
                </a:cubicBezTo>
                <a:cubicBezTo>
                  <a:pt x="1762811" y="108844"/>
                  <a:pt x="1764144" y="110114"/>
                  <a:pt x="1766060" y="111063"/>
                </a:cubicBezTo>
                <a:cubicBezTo>
                  <a:pt x="1767977" y="112011"/>
                  <a:pt x="1771490" y="112485"/>
                  <a:pt x="1776601" y="112485"/>
                </a:cubicBezTo>
                <a:lnTo>
                  <a:pt x="1776601" y="115485"/>
                </a:lnTo>
                <a:lnTo>
                  <a:pt x="1719191" y="115485"/>
                </a:lnTo>
                <a:lnTo>
                  <a:pt x="1719191" y="112485"/>
                </a:lnTo>
                <a:cubicBezTo>
                  <a:pt x="1724413" y="112485"/>
                  <a:pt x="1727954" y="111997"/>
                  <a:pt x="1729815" y="111019"/>
                </a:cubicBezTo>
                <a:cubicBezTo>
                  <a:pt x="1731676" y="110042"/>
                  <a:pt x="1732981" y="108772"/>
                  <a:pt x="1733731" y="107210"/>
                </a:cubicBezTo>
                <a:cubicBezTo>
                  <a:pt x="1734481" y="105648"/>
                  <a:pt x="1734856" y="101796"/>
                  <a:pt x="1734856" y="95654"/>
                </a:cubicBezTo>
                <a:lnTo>
                  <a:pt x="1734856" y="22330"/>
                </a:lnTo>
                <a:cubicBezTo>
                  <a:pt x="1734856" y="16189"/>
                  <a:pt x="1734481" y="12323"/>
                  <a:pt x="1733731" y="10733"/>
                </a:cubicBezTo>
                <a:cubicBezTo>
                  <a:pt x="1732981" y="9141"/>
                  <a:pt x="1731662" y="7871"/>
                  <a:pt x="1729773" y="6924"/>
                </a:cubicBezTo>
                <a:cubicBezTo>
                  <a:pt x="1727885" y="5974"/>
                  <a:pt x="1724357" y="5499"/>
                  <a:pt x="1719191" y="5499"/>
                </a:cubicBezTo>
                <a:lnTo>
                  <a:pt x="1719191" y="2500"/>
                </a:lnTo>
                <a:lnTo>
                  <a:pt x="1768435" y="2500"/>
                </a:lnTo>
                <a:cubicBezTo>
                  <a:pt x="1784655" y="2500"/>
                  <a:pt x="1796292" y="5388"/>
                  <a:pt x="1803347" y="11165"/>
                </a:cubicBezTo>
                <a:cubicBezTo>
                  <a:pt x="1810402" y="16942"/>
                  <a:pt x="1813929" y="24163"/>
                  <a:pt x="1813929" y="32829"/>
                </a:cubicBezTo>
                <a:cubicBezTo>
                  <a:pt x="1813929" y="40161"/>
                  <a:pt x="1811651" y="46438"/>
                  <a:pt x="1807097" y="51660"/>
                </a:cubicBezTo>
                <a:cubicBezTo>
                  <a:pt x="1802542" y="56881"/>
                  <a:pt x="1796265" y="60436"/>
                  <a:pt x="1788266" y="62325"/>
                </a:cubicBezTo>
                <a:cubicBezTo>
                  <a:pt x="1782877" y="63658"/>
                  <a:pt x="1773768" y="64325"/>
                  <a:pt x="1760936" y="64325"/>
                </a:cubicBezTo>
                <a:moveTo>
                  <a:pt x="1760936" y="8999"/>
                </a:moveTo>
                <a:lnTo>
                  <a:pt x="1760936" y="57826"/>
                </a:lnTo>
                <a:cubicBezTo>
                  <a:pt x="1762769" y="57937"/>
                  <a:pt x="1764158" y="57992"/>
                  <a:pt x="1765102" y="57992"/>
                </a:cubicBezTo>
                <a:cubicBezTo>
                  <a:pt x="1771879" y="57992"/>
                  <a:pt x="1777100" y="55979"/>
                  <a:pt x="1780767" y="51951"/>
                </a:cubicBezTo>
                <a:cubicBezTo>
                  <a:pt x="1784433" y="47924"/>
                  <a:pt x="1786266" y="41689"/>
                  <a:pt x="1786266" y="33246"/>
                </a:cubicBezTo>
                <a:cubicBezTo>
                  <a:pt x="1786266" y="24858"/>
                  <a:pt x="1784433" y="18720"/>
                  <a:pt x="1780767" y="14831"/>
                </a:cubicBezTo>
                <a:cubicBezTo>
                  <a:pt x="1777100" y="10943"/>
                  <a:pt x="1771629" y="8999"/>
                  <a:pt x="1764352" y="8999"/>
                </a:cubicBezTo>
                <a:lnTo>
                  <a:pt x="1760936" y="8999"/>
                </a:lnTo>
                <a:close/>
                <a:moveTo>
                  <a:pt x="1857201" y="37495"/>
                </a:moveTo>
                <a:lnTo>
                  <a:pt x="1857201" y="55159"/>
                </a:lnTo>
                <a:cubicBezTo>
                  <a:pt x="1862367" y="47105"/>
                  <a:pt x="1866894" y="41758"/>
                  <a:pt x="1870782" y="39120"/>
                </a:cubicBezTo>
                <a:cubicBezTo>
                  <a:pt x="1874671" y="36481"/>
                  <a:pt x="1878420" y="35162"/>
                  <a:pt x="1882031" y="35162"/>
                </a:cubicBezTo>
                <a:cubicBezTo>
                  <a:pt x="1885142" y="35162"/>
                  <a:pt x="1887627" y="36124"/>
                  <a:pt x="1889488" y="38047"/>
                </a:cubicBezTo>
                <a:cubicBezTo>
                  <a:pt x="1891349" y="39970"/>
                  <a:pt x="1892280" y="42688"/>
                  <a:pt x="1892280" y="46200"/>
                </a:cubicBezTo>
                <a:cubicBezTo>
                  <a:pt x="1892280" y="49935"/>
                  <a:pt x="1891377" y="52835"/>
                  <a:pt x="1889572" y="54899"/>
                </a:cubicBezTo>
                <a:cubicBezTo>
                  <a:pt x="1887766" y="56961"/>
                  <a:pt x="1885586" y="57992"/>
                  <a:pt x="1883031" y="57992"/>
                </a:cubicBezTo>
                <a:cubicBezTo>
                  <a:pt x="1880087" y="57992"/>
                  <a:pt x="1877532" y="57048"/>
                  <a:pt x="1875365" y="55159"/>
                </a:cubicBezTo>
                <a:cubicBezTo>
                  <a:pt x="1873199" y="53271"/>
                  <a:pt x="1871921" y="52215"/>
                  <a:pt x="1871532" y="51993"/>
                </a:cubicBezTo>
                <a:cubicBezTo>
                  <a:pt x="1870977" y="51660"/>
                  <a:pt x="1870338" y="51493"/>
                  <a:pt x="1869616" y="51493"/>
                </a:cubicBezTo>
                <a:cubicBezTo>
                  <a:pt x="1868005" y="51493"/>
                  <a:pt x="1866477" y="52104"/>
                  <a:pt x="1865033" y="53326"/>
                </a:cubicBezTo>
                <a:cubicBezTo>
                  <a:pt x="1862756" y="55215"/>
                  <a:pt x="1861034" y="57909"/>
                  <a:pt x="1859867" y="61409"/>
                </a:cubicBezTo>
                <a:cubicBezTo>
                  <a:pt x="1858090" y="66797"/>
                  <a:pt x="1857201" y="72740"/>
                  <a:pt x="1857201" y="79240"/>
                </a:cubicBezTo>
                <a:lnTo>
                  <a:pt x="1857201" y="97154"/>
                </a:lnTo>
                <a:lnTo>
                  <a:pt x="1857284" y="101820"/>
                </a:lnTo>
                <a:cubicBezTo>
                  <a:pt x="1857284" y="104986"/>
                  <a:pt x="1857479" y="107014"/>
                  <a:pt x="1857867" y="107902"/>
                </a:cubicBezTo>
                <a:cubicBezTo>
                  <a:pt x="1858534" y="109402"/>
                  <a:pt x="1859520" y="110499"/>
                  <a:pt x="1860825" y="111194"/>
                </a:cubicBezTo>
                <a:cubicBezTo>
                  <a:pt x="1862131" y="111888"/>
                  <a:pt x="1864339" y="112319"/>
                  <a:pt x="1867450" y="112485"/>
                </a:cubicBezTo>
                <a:lnTo>
                  <a:pt x="1867450" y="115485"/>
                </a:lnTo>
                <a:lnTo>
                  <a:pt x="1825372" y="115485"/>
                </a:lnTo>
                <a:lnTo>
                  <a:pt x="1825372" y="112485"/>
                </a:lnTo>
                <a:cubicBezTo>
                  <a:pt x="1828760" y="112207"/>
                  <a:pt x="1831052" y="111277"/>
                  <a:pt x="1832246" y="109694"/>
                </a:cubicBezTo>
                <a:cubicBezTo>
                  <a:pt x="1833440" y="108111"/>
                  <a:pt x="1834037" y="103931"/>
                  <a:pt x="1834037" y="97154"/>
                </a:cubicBezTo>
                <a:lnTo>
                  <a:pt x="1834037" y="53993"/>
                </a:lnTo>
                <a:cubicBezTo>
                  <a:pt x="1834037" y="49521"/>
                  <a:pt x="1833815" y="46671"/>
                  <a:pt x="1833371" y="45442"/>
                </a:cubicBezTo>
                <a:cubicBezTo>
                  <a:pt x="1832815" y="43876"/>
                  <a:pt x="1832010" y="42730"/>
                  <a:pt x="1830954" y="42005"/>
                </a:cubicBezTo>
                <a:cubicBezTo>
                  <a:pt x="1829899" y="41278"/>
                  <a:pt x="1828038" y="40774"/>
                  <a:pt x="1825372" y="40495"/>
                </a:cubicBezTo>
                <a:lnTo>
                  <a:pt x="1825372" y="37495"/>
                </a:lnTo>
                <a:lnTo>
                  <a:pt x="1857201" y="37495"/>
                </a:lnTo>
                <a:close/>
                <a:moveTo>
                  <a:pt x="1963491" y="73657"/>
                </a:moveTo>
                <a:lnTo>
                  <a:pt x="1920746" y="73657"/>
                </a:lnTo>
                <a:cubicBezTo>
                  <a:pt x="1921246" y="84017"/>
                  <a:pt x="1923996" y="92204"/>
                  <a:pt x="1928995" y="98219"/>
                </a:cubicBezTo>
                <a:cubicBezTo>
                  <a:pt x="1932828" y="102841"/>
                  <a:pt x="1937439" y="105153"/>
                  <a:pt x="1942827" y="105153"/>
                </a:cubicBezTo>
                <a:cubicBezTo>
                  <a:pt x="1946160" y="105153"/>
                  <a:pt x="1949187" y="104222"/>
                  <a:pt x="1951909" y="102362"/>
                </a:cubicBezTo>
                <a:cubicBezTo>
                  <a:pt x="1954631" y="100501"/>
                  <a:pt x="1957547" y="97154"/>
                  <a:pt x="1960658" y="92321"/>
                </a:cubicBezTo>
                <a:lnTo>
                  <a:pt x="1963491" y="94154"/>
                </a:lnTo>
                <a:cubicBezTo>
                  <a:pt x="1959269" y="102764"/>
                  <a:pt x="1954603" y="108861"/>
                  <a:pt x="1949493" y="112444"/>
                </a:cubicBezTo>
                <a:cubicBezTo>
                  <a:pt x="1944382" y="116026"/>
                  <a:pt x="1938466" y="117818"/>
                  <a:pt x="1931745" y="117818"/>
                </a:cubicBezTo>
                <a:cubicBezTo>
                  <a:pt x="1920191" y="117818"/>
                  <a:pt x="1911442" y="113370"/>
                  <a:pt x="1905498" y="104473"/>
                </a:cubicBezTo>
                <a:cubicBezTo>
                  <a:pt x="1900721" y="97301"/>
                  <a:pt x="1898333" y="88404"/>
                  <a:pt x="1898333" y="77784"/>
                </a:cubicBezTo>
                <a:cubicBezTo>
                  <a:pt x="1898333" y="64772"/>
                  <a:pt x="1901846" y="54416"/>
                  <a:pt x="1908873" y="46715"/>
                </a:cubicBezTo>
                <a:cubicBezTo>
                  <a:pt x="1915900" y="39013"/>
                  <a:pt x="1924135" y="35162"/>
                  <a:pt x="1933578" y="35162"/>
                </a:cubicBezTo>
                <a:cubicBezTo>
                  <a:pt x="1941466" y="35162"/>
                  <a:pt x="1948312" y="38398"/>
                  <a:pt x="1954117" y="44869"/>
                </a:cubicBezTo>
                <a:cubicBezTo>
                  <a:pt x="1959922" y="51340"/>
                  <a:pt x="1963046" y="60936"/>
                  <a:pt x="1963491" y="73657"/>
                </a:cubicBezTo>
                <a:moveTo>
                  <a:pt x="1942993" y="68158"/>
                </a:moveTo>
                <a:cubicBezTo>
                  <a:pt x="1942993" y="59214"/>
                  <a:pt x="1942507" y="53076"/>
                  <a:pt x="1941535" y="49743"/>
                </a:cubicBezTo>
                <a:cubicBezTo>
                  <a:pt x="1940563" y="46411"/>
                  <a:pt x="1939050" y="43883"/>
                  <a:pt x="1936994" y="42161"/>
                </a:cubicBezTo>
                <a:cubicBezTo>
                  <a:pt x="1935828" y="41161"/>
                  <a:pt x="1934272" y="40661"/>
                  <a:pt x="1932328" y="40661"/>
                </a:cubicBezTo>
                <a:cubicBezTo>
                  <a:pt x="1929440" y="40661"/>
                  <a:pt x="1927079" y="42078"/>
                  <a:pt x="1925246" y="44911"/>
                </a:cubicBezTo>
                <a:cubicBezTo>
                  <a:pt x="1921968" y="49855"/>
                  <a:pt x="1920330" y="56631"/>
                  <a:pt x="1920330" y="65241"/>
                </a:cubicBezTo>
                <a:lnTo>
                  <a:pt x="1920330" y="68158"/>
                </a:lnTo>
                <a:lnTo>
                  <a:pt x="1942993" y="68158"/>
                </a:lnTo>
                <a:close/>
                <a:moveTo>
                  <a:pt x="2003428" y="107569"/>
                </a:moveTo>
                <a:lnTo>
                  <a:pt x="2003428" y="136482"/>
                </a:lnTo>
                <a:cubicBezTo>
                  <a:pt x="2003428" y="140535"/>
                  <a:pt x="2003748" y="143294"/>
                  <a:pt x="2004387" y="144757"/>
                </a:cubicBezTo>
                <a:cubicBezTo>
                  <a:pt x="2005025" y="146222"/>
                  <a:pt x="2006011" y="147292"/>
                  <a:pt x="2007345" y="147967"/>
                </a:cubicBezTo>
                <a:cubicBezTo>
                  <a:pt x="2008678" y="148643"/>
                  <a:pt x="2011289" y="148980"/>
                  <a:pt x="2015177" y="148980"/>
                </a:cubicBezTo>
                <a:lnTo>
                  <a:pt x="2015177" y="151980"/>
                </a:lnTo>
                <a:lnTo>
                  <a:pt x="1970766" y="151980"/>
                </a:lnTo>
                <a:lnTo>
                  <a:pt x="1970766" y="148980"/>
                </a:lnTo>
                <a:cubicBezTo>
                  <a:pt x="1974210" y="148868"/>
                  <a:pt x="1976765" y="147882"/>
                  <a:pt x="1978432" y="146025"/>
                </a:cubicBezTo>
                <a:cubicBezTo>
                  <a:pt x="1979543" y="144732"/>
                  <a:pt x="1980098" y="141384"/>
                  <a:pt x="1980098" y="135982"/>
                </a:cubicBezTo>
                <a:lnTo>
                  <a:pt x="1980098" y="53826"/>
                </a:lnTo>
                <a:cubicBezTo>
                  <a:pt x="1980098" y="48258"/>
                  <a:pt x="1979459" y="44700"/>
                  <a:pt x="1978182" y="43153"/>
                </a:cubicBezTo>
                <a:cubicBezTo>
                  <a:pt x="1976904" y="41606"/>
                  <a:pt x="1974432" y="40720"/>
                  <a:pt x="1970766" y="40495"/>
                </a:cubicBezTo>
                <a:lnTo>
                  <a:pt x="1970766" y="37495"/>
                </a:lnTo>
                <a:lnTo>
                  <a:pt x="2003428" y="37495"/>
                </a:lnTo>
                <a:lnTo>
                  <a:pt x="2003428" y="47744"/>
                </a:lnTo>
                <a:cubicBezTo>
                  <a:pt x="2006150" y="43744"/>
                  <a:pt x="2008928" y="40856"/>
                  <a:pt x="2011761" y="39078"/>
                </a:cubicBezTo>
                <a:cubicBezTo>
                  <a:pt x="2015816" y="36467"/>
                  <a:pt x="2020232" y="35162"/>
                  <a:pt x="2025009" y="35162"/>
                </a:cubicBezTo>
                <a:cubicBezTo>
                  <a:pt x="2030730" y="35162"/>
                  <a:pt x="2035938" y="36969"/>
                  <a:pt x="2040632" y="40583"/>
                </a:cubicBezTo>
                <a:cubicBezTo>
                  <a:pt x="2045326" y="44197"/>
                  <a:pt x="2048895" y="49188"/>
                  <a:pt x="2051339" y="55555"/>
                </a:cubicBezTo>
                <a:cubicBezTo>
                  <a:pt x="2053783" y="61922"/>
                  <a:pt x="2055005" y="68776"/>
                  <a:pt x="2055005" y="76115"/>
                </a:cubicBezTo>
                <a:cubicBezTo>
                  <a:pt x="2055005" y="84010"/>
                  <a:pt x="2053741" y="91224"/>
                  <a:pt x="2051214" y="97758"/>
                </a:cubicBezTo>
                <a:cubicBezTo>
                  <a:pt x="2048686" y="104292"/>
                  <a:pt x="2045020" y="109269"/>
                  <a:pt x="2040215" y="112688"/>
                </a:cubicBezTo>
                <a:cubicBezTo>
                  <a:pt x="2035410" y="116108"/>
                  <a:pt x="2030064" y="117818"/>
                  <a:pt x="2024176" y="117818"/>
                </a:cubicBezTo>
                <a:cubicBezTo>
                  <a:pt x="2019899" y="117818"/>
                  <a:pt x="2015899" y="116873"/>
                  <a:pt x="2012177" y="114985"/>
                </a:cubicBezTo>
                <a:cubicBezTo>
                  <a:pt x="2009400" y="113541"/>
                  <a:pt x="2006484" y="111069"/>
                  <a:pt x="2003428" y="107569"/>
                </a:cubicBezTo>
                <a:moveTo>
                  <a:pt x="2003428" y="99141"/>
                </a:moveTo>
                <a:cubicBezTo>
                  <a:pt x="2008206" y="105926"/>
                  <a:pt x="2013316" y="109319"/>
                  <a:pt x="2018760" y="109319"/>
                </a:cubicBezTo>
                <a:cubicBezTo>
                  <a:pt x="2021759" y="109319"/>
                  <a:pt x="2024231" y="107734"/>
                  <a:pt x="2026175" y="104564"/>
                </a:cubicBezTo>
                <a:cubicBezTo>
                  <a:pt x="2029064" y="99891"/>
                  <a:pt x="2030508" y="90991"/>
                  <a:pt x="2030508" y="77865"/>
                </a:cubicBezTo>
                <a:cubicBezTo>
                  <a:pt x="2030508" y="64405"/>
                  <a:pt x="2028925" y="55199"/>
                  <a:pt x="2025759" y="50249"/>
                </a:cubicBezTo>
                <a:cubicBezTo>
                  <a:pt x="2023648" y="46968"/>
                  <a:pt x="2020815" y="45327"/>
                  <a:pt x="2017260" y="45327"/>
                </a:cubicBezTo>
                <a:cubicBezTo>
                  <a:pt x="2011650" y="45327"/>
                  <a:pt x="2007039" y="49388"/>
                  <a:pt x="2003428" y="57508"/>
                </a:cubicBezTo>
                <a:lnTo>
                  <a:pt x="2003428" y="99141"/>
                </a:lnTo>
                <a:close/>
                <a:moveTo>
                  <a:pt x="2100473" y="37495"/>
                </a:moveTo>
                <a:lnTo>
                  <a:pt x="2100473" y="55159"/>
                </a:lnTo>
                <a:cubicBezTo>
                  <a:pt x="2105639" y="47105"/>
                  <a:pt x="2110166" y="41758"/>
                  <a:pt x="2114054" y="39120"/>
                </a:cubicBezTo>
                <a:cubicBezTo>
                  <a:pt x="2117943" y="36481"/>
                  <a:pt x="2121692" y="35162"/>
                  <a:pt x="2125303" y="35162"/>
                </a:cubicBezTo>
                <a:cubicBezTo>
                  <a:pt x="2128413" y="35162"/>
                  <a:pt x="2130899" y="36124"/>
                  <a:pt x="2132760" y="38047"/>
                </a:cubicBezTo>
                <a:cubicBezTo>
                  <a:pt x="2134621" y="39970"/>
                  <a:pt x="2135551" y="42688"/>
                  <a:pt x="2135551" y="46200"/>
                </a:cubicBezTo>
                <a:cubicBezTo>
                  <a:pt x="2135551" y="49935"/>
                  <a:pt x="2134649" y="52835"/>
                  <a:pt x="2132843" y="54899"/>
                </a:cubicBezTo>
                <a:cubicBezTo>
                  <a:pt x="2131038" y="56961"/>
                  <a:pt x="2128858" y="57992"/>
                  <a:pt x="2126303" y="57992"/>
                </a:cubicBezTo>
                <a:cubicBezTo>
                  <a:pt x="2123359" y="57992"/>
                  <a:pt x="2120803" y="57048"/>
                  <a:pt x="2118637" y="55159"/>
                </a:cubicBezTo>
                <a:cubicBezTo>
                  <a:pt x="2116471" y="53271"/>
                  <a:pt x="2115193" y="52215"/>
                  <a:pt x="2114804" y="51993"/>
                </a:cubicBezTo>
                <a:cubicBezTo>
                  <a:pt x="2114249" y="51660"/>
                  <a:pt x="2113610" y="51493"/>
                  <a:pt x="2112888" y="51493"/>
                </a:cubicBezTo>
                <a:cubicBezTo>
                  <a:pt x="2111277" y="51493"/>
                  <a:pt x="2109749" y="52104"/>
                  <a:pt x="2108305" y="53326"/>
                </a:cubicBezTo>
                <a:cubicBezTo>
                  <a:pt x="2106028" y="55215"/>
                  <a:pt x="2104306" y="57909"/>
                  <a:pt x="2103139" y="61409"/>
                </a:cubicBezTo>
                <a:cubicBezTo>
                  <a:pt x="2101361" y="66797"/>
                  <a:pt x="2100473" y="72740"/>
                  <a:pt x="2100473" y="79240"/>
                </a:cubicBezTo>
                <a:lnTo>
                  <a:pt x="2100473" y="97154"/>
                </a:lnTo>
                <a:lnTo>
                  <a:pt x="2100556" y="101820"/>
                </a:lnTo>
                <a:cubicBezTo>
                  <a:pt x="2100556" y="104986"/>
                  <a:pt x="2100750" y="107014"/>
                  <a:pt x="2101139" y="107902"/>
                </a:cubicBezTo>
                <a:cubicBezTo>
                  <a:pt x="2101806" y="109402"/>
                  <a:pt x="2102792" y="110499"/>
                  <a:pt x="2104097" y="111194"/>
                </a:cubicBezTo>
                <a:cubicBezTo>
                  <a:pt x="2105403" y="111888"/>
                  <a:pt x="2107611" y="112319"/>
                  <a:pt x="2110721" y="112485"/>
                </a:cubicBezTo>
                <a:lnTo>
                  <a:pt x="2110721" y="115485"/>
                </a:lnTo>
                <a:lnTo>
                  <a:pt x="2068644" y="115485"/>
                </a:lnTo>
                <a:lnTo>
                  <a:pt x="2068644" y="112485"/>
                </a:lnTo>
                <a:cubicBezTo>
                  <a:pt x="2072032" y="112207"/>
                  <a:pt x="2074323" y="111277"/>
                  <a:pt x="2075518" y="109694"/>
                </a:cubicBezTo>
                <a:cubicBezTo>
                  <a:pt x="2076712" y="108111"/>
                  <a:pt x="2077309" y="103931"/>
                  <a:pt x="2077309" y="97154"/>
                </a:cubicBezTo>
                <a:lnTo>
                  <a:pt x="2077309" y="53993"/>
                </a:lnTo>
                <a:cubicBezTo>
                  <a:pt x="2077309" y="49521"/>
                  <a:pt x="2077087" y="46671"/>
                  <a:pt x="2076643" y="45442"/>
                </a:cubicBezTo>
                <a:cubicBezTo>
                  <a:pt x="2076087" y="43876"/>
                  <a:pt x="2075282" y="42730"/>
                  <a:pt x="2074226" y="42005"/>
                </a:cubicBezTo>
                <a:cubicBezTo>
                  <a:pt x="2073171" y="41278"/>
                  <a:pt x="2071310" y="40774"/>
                  <a:pt x="2068644" y="40495"/>
                </a:cubicBezTo>
                <a:lnTo>
                  <a:pt x="2068644" y="37495"/>
                </a:lnTo>
                <a:lnTo>
                  <a:pt x="2100473" y="37495"/>
                </a:lnTo>
                <a:close/>
                <a:moveTo>
                  <a:pt x="2177546" y="35162"/>
                </a:moveTo>
                <a:cubicBezTo>
                  <a:pt x="2184323" y="35162"/>
                  <a:pt x="2190628" y="36914"/>
                  <a:pt x="2196461" y="40417"/>
                </a:cubicBezTo>
                <a:cubicBezTo>
                  <a:pt x="2202293" y="43920"/>
                  <a:pt x="2206723" y="48896"/>
                  <a:pt x="2209751" y="55347"/>
                </a:cubicBezTo>
                <a:cubicBezTo>
                  <a:pt x="2212778" y="61797"/>
                  <a:pt x="2214292" y="68859"/>
                  <a:pt x="2214292" y="76532"/>
                </a:cubicBezTo>
                <a:cubicBezTo>
                  <a:pt x="2214292" y="87596"/>
                  <a:pt x="2211486" y="96854"/>
                  <a:pt x="2205876" y="104307"/>
                </a:cubicBezTo>
                <a:cubicBezTo>
                  <a:pt x="2199099" y="113314"/>
                  <a:pt x="2189739" y="117818"/>
                  <a:pt x="2177796" y="117818"/>
                </a:cubicBezTo>
                <a:cubicBezTo>
                  <a:pt x="2166076" y="117818"/>
                  <a:pt x="2157049" y="113703"/>
                  <a:pt x="2150717" y="105473"/>
                </a:cubicBezTo>
                <a:cubicBezTo>
                  <a:pt x="2144384" y="97243"/>
                  <a:pt x="2141218" y="87707"/>
                  <a:pt x="2141218" y="76865"/>
                </a:cubicBezTo>
                <a:cubicBezTo>
                  <a:pt x="2141218" y="65689"/>
                  <a:pt x="2144454" y="55945"/>
                  <a:pt x="2150925" y="47632"/>
                </a:cubicBezTo>
                <a:cubicBezTo>
                  <a:pt x="2157396" y="39319"/>
                  <a:pt x="2166270" y="35162"/>
                  <a:pt x="2177546" y="35162"/>
                </a:cubicBezTo>
                <a:moveTo>
                  <a:pt x="2177880" y="40995"/>
                </a:moveTo>
                <a:cubicBezTo>
                  <a:pt x="2175047" y="40995"/>
                  <a:pt x="2172617" y="42066"/>
                  <a:pt x="2170589" y="44208"/>
                </a:cubicBezTo>
                <a:cubicBezTo>
                  <a:pt x="2168562" y="46348"/>
                  <a:pt x="2167228" y="50574"/>
                  <a:pt x="2166590" y="56886"/>
                </a:cubicBezTo>
                <a:cubicBezTo>
                  <a:pt x="2165951" y="63197"/>
                  <a:pt x="2165631" y="71971"/>
                  <a:pt x="2165631" y="83205"/>
                </a:cubicBezTo>
                <a:cubicBezTo>
                  <a:pt x="2165631" y="89156"/>
                  <a:pt x="2166020" y="94718"/>
                  <a:pt x="2166798" y="99890"/>
                </a:cubicBezTo>
                <a:cubicBezTo>
                  <a:pt x="2167409" y="103838"/>
                  <a:pt x="2168714" y="106841"/>
                  <a:pt x="2170714" y="108900"/>
                </a:cubicBezTo>
                <a:cubicBezTo>
                  <a:pt x="2172714" y="110957"/>
                  <a:pt x="2174991" y="111985"/>
                  <a:pt x="2177546" y="111985"/>
                </a:cubicBezTo>
                <a:cubicBezTo>
                  <a:pt x="2180046" y="111985"/>
                  <a:pt x="2182129" y="111290"/>
                  <a:pt x="2183796" y="109900"/>
                </a:cubicBezTo>
                <a:cubicBezTo>
                  <a:pt x="2185962" y="108009"/>
                  <a:pt x="2187406" y="105367"/>
                  <a:pt x="2188128" y="101974"/>
                </a:cubicBezTo>
                <a:cubicBezTo>
                  <a:pt x="2189239" y="96691"/>
                  <a:pt x="2189795" y="86014"/>
                  <a:pt x="2189795" y="69941"/>
                </a:cubicBezTo>
                <a:cubicBezTo>
                  <a:pt x="2189795" y="60488"/>
                  <a:pt x="2189267" y="53995"/>
                  <a:pt x="2188212" y="50465"/>
                </a:cubicBezTo>
                <a:cubicBezTo>
                  <a:pt x="2187156" y="46932"/>
                  <a:pt x="2185601" y="44360"/>
                  <a:pt x="2183546" y="42747"/>
                </a:cubicBezTo>
                <a:cubicBezTo>
                  <a:pt x="2182101" y="41579"/>
                  <a:pt x="2180213" y="40995"/>
                  <a:pt x="2177880" y="40995"/>
                </a:cubicBezTo>
                <a:close/>
                <a:moveTo>
                  <a:pt x="2289698" y="95339"/>
                </a:moveTo>
                <a:lnTo>
                  <a:pt x="2292281" y="97336"/>
                </a:lnTo>
                <a:cubicBezTo>
                  <a:pt x="2288615" y="104247"/>
                  <a:pt x="2284046" y="109388"/>
                  <a:pt x="2278575" y="112761"/>
                </a:cubicBezTo>
                <a:cubicBezTo>
                  <a:pt x="2273103" y="116132"/>
                  <a:pt x="2267285" y="117818"/>
                  <a:pt x="2261119" y="117818"/>
                </a:cubicBezTo>
                <a:cubicBezTo>
                  <a:pt x="2250731" y="117818"/>
                  <a:pt x="2242427" y="113898"/>
                  <a:pt x="2236205" y="106059"/>
                </a:cubicBezTo>
                <a:cubicBezTo>
                  <a:pt x="2229984" y="98218"/>
                  <a:pt x="2226873" y="88793"/>
                  <a:pt x="2226873" y="77784"/>
                </a:cubicBezTo>
                <a:cubicBezTo>
                  <a:pt x="2226873" y="67162"/>
                  <a:pt x="2229706" y="57821"/>
                  <a:pt x="2235372" y="49759"/>
                </a:cubicBezTo>
                <a:cubicBezTo>
                  <a:pt x="2242205" y="40028"/>
                  <a:pt x="2251620" y="35162"/>
                  <a:pt x="2263618" y="35162"/>
                </a:cubicBezTo>
                <a:cubicBezTo>
                  <a:pt x="2271673" y="35162"/>
                  <a:pt x="2278075" y="37196"/>
                  <a:pt x="2282824" y="41263"/>
                </a:cubicBezTo>
                <a:cubicBezTo>
                  <a:pt x="2287574" y="45328"/>
                  <a:pt x="2289948" y="49868"/>
                  <a:pt x="2289948" y="54881"/>
                </a:cubicBezTo>
                <a:cubicBezTo>
                  <a:pt x="2289948" y="58056"/>
                  <a:pt x="2288990" y="60590"/>
                  <a:pt x="2287074" y="62484"/>
                </a:cubicBezTo>
                <a:cubicBezTo>
                  <a:pt x="2285157" y="64378"/>
                  <a:pt x="2282644" y="65325"/>
                  <a:pt x="2279533" y="65325"/>
                </a:cubicBezTo>
                <a:cubicBezTo>
                  <a:pt x="2276256" y="65325"/>
                  <a:pt x="2273548" y="64238"/>
                  <a:pt x="2271409" y="62065"/>
                </a:cubicBezTo>
                <a:cubicBezTo>
                  <a:pt x="2269270" y="59890"/>
                  <a:pt x="2267951" y="56015"/>
                  <a:pt x="2267451" y="50441"/>
                </a:cubicBezTo>
                <a:cubicBezTo>
                  <a:pt x="2267118" y="46930"/>
                  <a:pt x="2266313" y="44477"/>
                  <a:pt x="2265035" y="43083"/>
                </a:cubicBezTo>
                <a:cubicBezTo>
                  <a:pt x="2263757" y="41691"/>
                  <a:pt x="2262258" y="40995"/>
                  <a:pt x="2260536" y="40995"/>
                </a:cubicBezTo>
                <a:cubicBezTo>
                  <a:pt x="2257869" y="40995"/>
                  <a:pt x="2255592" y="42411"/>
                  <a:pt x="2253703" y="45244"/>
                </a:cubicBezTo>
                <a:cubicBezTo>
                  <a:pt x="2250815" y="49521"/>
                  <a:pt x="2249370" y="56076"/>
                  <a:pt x="2249370" y="64908"/>
                </a:cubicBezTo>
                <a:cubicBezTo>
                  <a:pt x="2249370" y="72240"/>
                  <a:pt x="2250537" y="79253"/>
                  <a:pt x="2252870" y="85947"/>
                </a:cubicBezTo>
                <a:cubicBezTo>
                  <a:pt x="2255203" y="92641"/>
                  <a:pt x="2258397" y="97626"/>
                  <a:pt x="2262452" y="100903"/>
                </a:cubicBezTo>
                <a:cubicBezTo>
                  <a:pt x="2265507" y="103292"/>
                  <a:pt x="2269118" y="104486"/>
                  <a:pt x="2273284" y="104486"/>
                </a:cubicBezTo>
                <a:cubicBezTo>
                  <a:pt x="2276006" y="104486"/>
                  <a:pt x="2278589" y="103849"/>
                  <a:pt x="2281033" y="102575"/>
                </a:cubicBezTo>
                <a:cubicBezTo>
                  <a:pt x="2283477" y="101299"/>
                  <a:pt x="2286365" y="98887"/>
                  <a:pt x="2289698" y="95339"/>
                </a:cubicBezTo>
                <a:close/>
                <a:moveTo>
                  <a:pt x="2367880" y="73657"/>
                </a:moveTo>
                <a:lnTo>
                  <a:pt x="2325136" y="73657"/>
                </a:lnTo>
                <a:cubicBezTo>
                  <a:pt x="2325636" y="84017"/>
                  <a:pt x="2328385" y="92204"/>
                  <a:pt x="2333385" y="98219"/>
                </a:cubicBezTo>
                <a:cubicBezTo>
                  <a:pt x="2337218" y="102841"/>
                  <a:pt x="2341828" y="105153"/>
                  <a:pt x="2347216" y="105153"/>
                </a:cubicBezTo>
                <a:cubicBezTo>
                  <a:pt x="2350549" y="105153"/>
                  <a:pt x="2353576" y="104222"/>
                  <a:pt x="2356298" y="102362"/>
                </a:cubicBezTo>
                <a:cubicBezTo>
                  <a:pt x="2359020" y="100501"/>
                  <a:pt x="2361937" y="97154"/>
                  <a:pt x="2365047" y="92321"/>
                </a:cubicBezTo>
                <a:lnTo>
                  <a:pt x="2367880" y="94154"/>
                </a:lnTo>
                <a:cubicBezTo>
                  <a:pt x="2363658" y="102764"/>
                  <a:pt x="2358992" y="108861"/>
                  <a:pt x="2353882" y="112444"/>
                </a:cubicBezTo>
                <a:cubicBezTo>
                  <a:pt x="2348772" y="116026"/>
                  <a:pt x="2342856" y="117818"/>
                  <a:pt x="2336134" y="117818"/>
                </a:cubicBezTo>
                <a:cubicBezTo>
                  <a:pt x="2324580" y="117818"/>
                  <a:pt x="2315831" y="113370"/>
                  <a:pt x="2309888" y="104473"/>
                </a:cubicBezTo>
                <a:cubicBezTo>
                  <a:pt x="2305111" y="97301"/>
                  <a:pt x="2302722" y="88404"/>
                  <a:pt x="2302722" y="77784"/>
                </a:cubicBezTo>
                <a:cubicBezTo>
                  <a:pt x="2302722" y="64772"/>
                  <a:pt x="2306236" y="54416"/>
                  <a:pt x="2313262" y="46715"/>
                </a:cubicBezTo>
                <a:cubicBezTo>
                  <a:pt x="2320289" y="39013"/>
                  <a:pt x="2328524" y="35162"/>
                  <a:pt x="2337967" y="35162"/>
                </a:cubicBezTo>
                <a:cubicBezTo>
                  <a:pt x="2345855" y="35162"/>
                  <a:pt x="2352702" y="38398"/>
                  <a:pt x="2358506" y="44869"/>
                </a:cubicBezTo>
                <a:cubicBezTo>
                  <a:pt x="2364311" y="51340"/>
                  <a:pt x="2367436" y="60936"/>
                  <a:pt x="2367880" y="73657"/>
                </a:cubicBezTo>
                <a:moveTo>
                  <a:pt x="2347383" y="68158"/>
                </a:moveTo>
                <a:cubicBezTo>
                  <a:pt x="2347383" y="59214"/>
                  <a:pt x="2346897" y="53076"/>
                  <a:pt x="2345925" y="49743"/>
                </a:cubicBezTo>
                <a:cubicBezTo>
                  <a:pt x="2344953" y="46411"/>
                  <a:pt x="2343439" y="43883"/>
                  <a:pt x="2341384" y="42161"/>
                </a:cubicBezTo>
                <a:cubicBezTo>
                  <a:pt x="2340217" y="41161"/>
                  <a:pt x="2338662" y="40661"/>
                  <a:pt x="2336718" y="40661"/>
                </a:cubicBezTo>
                <a:cubicBezTo>
                  <a:pt x="2333829" y="40661"/>
                  <a:pt x="2331468" y="42078"/>
                  <a:pt x="2329635" y="44911"/>
                </a:cubicBezTo>
                <a:cubicBezTo>
                  <a:pt x="2326358" y="49855"/>
                  <a:pt x="2324719" y="56631"/>
                  <a:pt x="2324719" y="65241"/>
                </a:cubicBezTo>
                <a:lnTo>
                  <a:pt x="2324719" y="68158"/>
                </a:lnTo>
                <a:lnTo>
                  <a:pt x="2347383" y="68158"/>
                </a:lnTo>
                <a:close/>
                <a:moveTo>
                  <a:pt x="2426898" y="35495"/>
                </a:moveTo>
                <a:lnTo>
                  <a:pt x="2428148" y="62158"/>
                </a:lnTo>
                <a:lnTo>
                  <a:pt x="2425315" y="62158"/>
                </a:lnTo>
                <a:cubicBezTo>
                  <a:pt x="2421926" y="54206"/>
                  <a:pt x="2418413" y="48775"/>
                  <a:pt x="2414774" y="45864"/>
                </a:cubicBezTo>
                <a:cubicBezTo>
                  <a:pt x="2411136" y="42951"/>
                  <a:pt x="2407512" y="41495"/>
                  <a:pt x="2403901" y="41495"/>
                </a:cubicBezTo>
                <a:cubicBezTo>
                  <a:pt x="2401623" y="41495"/>
                  <a:pt x="2399679" y="42258"/>
                  <a:pt x="2398068" y="43786"/>
                </a:cubicBezTo>
                <a:cubicBezTo>
                  <a:pt x="2396457" y="45313"/>
                  <a:pt x="2395652" y="47077"/>
                  <a:pt x="2395652" y="49077"/>
                </a:cubicBezTo>
                <a:cubicBezTo>
                  <a:pt x="2395652" y="50577"/>
                  <a:pt x="2396207" y="52021"/>
                  <a:pt x="2397318" y="53410"/>
                </a:cubicBezTo>
                <a:cubicBezTo>
                  <a:pt x="2399096" y="55687"/>
                  <a:pt x="2404068" y="59589"/>
                  <a:pt x="2412233" y="65116"/>
                </a:cubicBezTo>
                <a:cubicBezTo>
                  <a:pt x="2420399" y="70643"/>
                  <a:pt x="2425773" y="75337"/>
                  <a:pt x="2428356" y="79198"/>
                </a:cubicBezTo>
                <a:cubicBezTo>
                  <a:pt x="2430939" y="83058"/>
                  <a:pt x="2432230" y="87377"/>
                  <a:pt x="2432230" y="92155"/>
                </a:cubicBezTo>
                <a:cubicBezTo>
                  <a:pt x="2432230" y="96487"/>
                  <a:pt x="2431147" y="100737"/>
                  <a:pt x="2428981" y="104903"/>
                </a:cubicBezTo>
                <a:cubicBezTo>
                  <a:pt x="2426815" y="109069"/>
                  <a:pt x="2423759" y="112263"/>
                  <a:pt x="2419815" y="114485"/>
                </a:cubicBezTo>
                <a:cubicBezTo>
                  <a:pt x="2415872" y="116707"/>
                  <a:pt x="2411511" y="117818"/>
                  <a:pt x="2406734" y="117818"/>
                </a:cubicBezTo>
                <a:cubicBezTo>
                  <a:pt x="2403012" y="117818"/>
                  <a:pt x="2398041" y="116630"/>
                  <a:pt x="2391819" y="114253"/>
                </a:cubicBezTo>
                <a:cubicBezTo>
                  <a:pt x="2390153" y="113630"/>
                  <a:pt x="2389014" y="113318"/>
                  <a:pt x="2388403" y="113318"/>
                </a:cubicBezTo>
                <a:cubicBezTo>
                  <a:pt x="2386570" y="113318"/>
                  <a:pt x="2385042" y="114707"/>
                  <a:pt x="2383820" y="117485"/>
                </a:cubicBezTo>
                <a:lnTo>
                  <a:pt x="2381071" y="117485"/>
                </a:lnTo>
                <a:lnTo>
                  <a:pt x="2379737" y="89488"/>
                </a:lnTo>
                <a:lnTo>
                  <a:pt x="2382570" y="89488"/>
                </a:lnTo>
                <a:cubicBezTo>
                  <a:pt x="2385070" y="96821"/>
                  <a:pt x="2388500" y="102320"/>
                  <a:pt x="2392861" y="105986"/>
                </a:cubicBezTo>
                <a:cubicBezTo>
                  <a:pt x="2397221" y="109652"/>
                  <a:pt x="2401346" y="111485"/>
                  <a:pt x="2405234" y="111485"/>
                </a:cubicBezTo>
                <a:cubicBezTo>
                  <a:pt x="2407900" y="111485"/>
                  <a:pt x="2410081" y="110666"/>
                  <a:pt x="2411775" y="109027"/>
                </a:cubicBezTo>
                <a:cubicBezTo>
                  <a:pt x="2413469" y="107389"/>
                  <a:pt x="2414316" y="105403"/>
                  <a:pt x="2414316" y="103070"/>
                </a:cubicBezTo>
                <a:cubicBezTo>
                  <a:pt x="2414316" y="100403"/>
                  <a:pt x="2413483" y="98098"/>
                  <a:pt x="2411816" y="96154"/>
                </a:cubicBezTo>
                <a:cubicBezTo>
                  <a:pt x="2410150" y="94210"/>
                  <a:pt x="2406428" y="91266"/>
                  <a:pt x="2400651" y="87322"/>
                </a:cubicBezTo>
                <a:cubicBezTo>
                  <a:pt x="2392152" y="81434"/>
                  <a:pt x="2386653" y="76934"/>
                  <a:pt x="2384153" y="73824"/>
                </a:cubicBezTo>
                <a:cubicBezTo>
                  <a:pt x="2380487" y="69269"/>
                  <a:pt x="2378654" y="64242"/>
                  <a:pt x="2378654" y="58742"/>
                </a:cubicBezTo>
                <a:cubicBezTo>
                  <a:pt x="2378654" y="52743"/>
                  <a:pt x="2380723" y="47313"/>
                  <a:pt x="2384862" y="42453"/>
                </a:cubicBezTo>
                <a:cubicBezTo>
                  <a:pt x="2389000" y="37592"/>
                  <a:pt x="2394985" y="35162"/>
                  <a:pt x="2402818" y="35162"/>
                </a:cubicBezTo>
                <a:cubicBezTo>
                  <a:pt x="2407039" y="35162"/>
                  <a:pt x="2411122" y="36230"/>
                  <a:pt x="2415066" y="38365"/>
                </a:cubicBezTo>
                <a:cubicBezTo>
                  <a:pt x="2416566" y="39229"/>
                  <a:pt x="2417788" y="39661"/>
                  <a:pt x="2418732" y="39661"/>
                </a:cubicBezTo>
                <a:cubicBezTo>
                  <a:pt x="2419732" y="39661"/>
                  <a:pt x="2420538" y="39453"/>
                  <a:pt x="2421149" y="39037"/>
                </a:cubicBezTo>
                <a:cubicBezTo>
                  <a:pt x="2421760" y="38620"/>
                  <a:pt x="2422732" y="37440"/>
                  <a:pt x="2424065" y="35495"/>
                </a:cubicBezTo>
                <a:lnTo>
                  <a:pt x="2426898" y="35495"/>
                </a:lnTo>
                <a:close/>
                <a:moveTo>
                  <a:pt x="2493279" y="35495"/>
                </a:moveTo>
                <a:lnTo>
                  <a:pt x="2494529" y="62158"/>
                </a:lnTo>
                <a:lnTo>
                  <a:pt x="2491696" y="62158"/>
                </a:lnTo>
                <a:cubicBezTo>
                  <a:pt x="2488308" y="54206"/>
                  <a:pt x="2484794" y="48775"/>
                  <a:pt x="2481156" y="45864"/>
                </a:cubicBezTo>
                <a:cubicBezTo>
                  <a:pt x="2477517" y="42951"/>
                  <a:pt x="2473893" y="41495"/>
                  <a:pt x="2470282" y="41495"/>
                </a:cubicBezTo>
                <a:cubicBezTo>
                  <a:pt x="2468005" y="41495"/>
                  <a:pt x="2466061" y="42258"/>
                  <a:pt x="2464450" y="43786"/>
                </a:cubicBezTo>
                <a:cubicBezTo>
                  <a:pt x="2462839" y="45313"/>
                  <a:pt x="2462033" y="47077"/>
                  <a:pt x="2462033" y="49077"/>
                </a:cubicBezTo>
                <a:cubicBezTo>
                  <a:pt x="2462033" y="50577"/>
                  <a:pt x="2462589" y="52021"/>
                  <a:pt x="2463700" y="53410"/>
                </a:cubicBezTo>
                <a:cubicBezTo>
                  <a:pt x="2465477" y="55687"/>
                  <a:pt x="2470449" y="59589"/>
                  <a:pt x="2478615" y="65116"/>
                </a:cubicBezTo>
                <a:cubicBezTo>
                  <a:pt x="2486780" y="70643"/>
                  <a:pt x="2492154" y="75337"/>
                  <a:pt x="2494737" y="79198"/>
                </a:cubicBezTo>
                <a:cubicBezTo>
                  <a:pt x="2497320" y="83058"/>
                  <a:pt x="2498612" y="87377"/>
                  <a:pt x="2498612" y="92155"/>
                </a:cubicBezTo>
                <a:cubicBezTo>
                  <a:pt x="2498612" y="96487"/>
                  <a:pt x="2497529" y="100737"/>
                  <a:pt x="2495362" y="104903"/>
                </a:cubicBezTo>
                <a:cubicBezTo>
                  <a:pt x="2493196" y="109069"/>
                  <a:pt x="2490141" y="112263"/>
                  <a:pt x="2486197" y="114485"/>
                </a:cubicBezTo>
                <a:cubicBezTo>
                  <a:pt x="2482253" y="116707"/>
                  <a:pt x="2477892" y="117818"/>
                  <a:pt x="2473115" y="117818"/>
                </a:cubicBezTo>
                <a:cubicBezTo>
                  <a:pt x="2469394" y="117818"/>
                  <a:pt x="2464422" y="116630"/>
                  <a:pt x="2458201" y="114253"/>
                </a:cubicBezTo>
                <a:cubicBezTo>
                  <a:pt x="2456534" y="113630"/>
                  <a:pt x="2455395" y="113318"/>
                  <a:pt x="2454784" y="113318"/>
                </a:cubicBezTo>
                <a:cubicBezTo>
                  <a:pt x="2452951" y="113318"/>
                  <a:pt x="2451424" y="114707"/>
                  <a:pt x="2450202" y="117485"/>
                </a:cubicBezTo>
                <a:lnTo>
                  <a:pt x="2447452" y="117485"/>
                </a:lnTo>
                <a:lnTo>
                  <a:pt x="2446119" y="89488"/>
                </a:lnTo>
                <a:lnTo>
                  <a:pt x="2448952" y="89488"/>
                </a:lnTo>
                <a:cubicBezTo>
                  <a:pt x="2451451" y="96821"/>
                  <a:pt x="2454882" y="102320"/>
                  <a:pt x="2459242" y="105986"/>
                </a:cubicBezTo>
                <a:cubicBezTo>
                  <a:pt x="2463603" y="109652"/>
                  <a:pt x="2467727" y="111485"/>
                  <a:pt x="2471615" y="111485"/>
                </a:cubicBezTo>
                <a:cubicBezTo>
                  <a:pt x="2474282" y="111485"/>
                  <a:pt x="2476462" y="110666"/>
                  <a:pt x="2478156" y="109027"/>
                </a:cubicBezTo>
                <a:cubicBezTo>
                  <a:pt x="2479850" y="107389"/>
                  <a:pt x="2480698" y="105403"/>
                  <a:pt x="2480698" y="103070"/>
                </a:cubicBezTo>
                <a:cubicBezTo>
                  <a:pt x="2480698" y="100403"/>
                  <a:pt x="2479864" y="98098"/>
                  <a:pt x="2478198" y="96154"/>
                </a:cubicBezTo>
                <a:cubicBezTo>
                  <a:pt x="2476531" y="94210"/>
                  <a:pt x="2472810" y="91266"/>
                  <a:pt x="2467033" y="87322"/>
                </a:cubicBezTo>
                <a:cubicBezTo>
                  <a:pt x="2458534" y="81434"/>
                  <a:pt x="2453035" y="76934"/>
                  <a:pt x="2450535" y="73824"/>
                </a:cubicBezTo>
                <a:cubicBezTo>
                  <a:pt x="2446869" y="69269"/>
                  <a:pt x="2445036" y="64242"/>
                  <a:pt x="2445036" y="58742"/>
                </a:cubicBezTo>
                <a:cubicBezTo>
                  <a:pt x="2445036" y="52743"/>
                  <a:pt x="2447105" y="47313"/>
                  <a:pt x="2451243" y="42453"/>
                </a:cubicBezTo>
                <a:cubicBezTo>
                  <a:pt x="2455381" y="37592"/>
                  <a:pt x="2461367" y="35162"/>
                  <a:pt x="2469199" y="35162"/>
                </a:cubicBezTo>
                <a:cubicBezTo>
                  <a:pt x="2473421" y="35162"/>
                  <a:pt x="2477504" y="36230"/>
                  <a:pt x="2481448" y="38365"/>
                </a:cubicBezTo>
                <a:cubicBezTo>
                  <a:pt x="2482947" y="39229"/>
                  <a:pt x="2484169" y="39661"/>
                  <a:pt x="2485114" y="39661"/>
                </a:cubicBezTo>
                <a:cubicBezTo>
                  <a:pt x="2486114" y="39661"/>
                  <a:pt x="2486919" y="39453"/>
                  <a:pt x="2487530" y="39037"/>
                </a:cubicBezTo>
                <a:cubicBezTo>
                  <a:pt x="2488141" y="38620"/>
                  <a:pt x="2489113" y="37440"/>
                  <a:pt x="2490446" y="35495"/>
                </a:cubicBezTo>
                <a:lnTo>
                  <a:pt x="2493279" y="35495"/>
                </a:lnTo>
                <a:close/>
                <a:moveTo>
                  <a:pt x="2529164" y="0"/>
                </a:moveTo>
                <a:cubicBezTo>
                  <a:pt x="2532774" y="0"/>
                  <a:pt x="2535829" y="1268"/>
                  <a:pt x="2538329" y="3804"/>
                </a:cubicBezTo>
                <a:cubicBezTo>
                  <a:pt x="2540829" y="6339"/>
                  <a:pt x="2542079" y="9389"/>
                  <a:pt x="2542079" y="12957"/>
                </a:cubicBezTo>
                <a:cubicBezTo>
                  <a:pt x="2542079" y="16524"/>
                  <a:pt x="2540815" y="19562"/>
                  <a:pt x="2538287" y="22070"/>
                </a:cubicBezTo>
                <a:cubicBezTo>
                  <a:pt x="2535760" y="24577"/>
                  <a:pt x="2532719" y="25830"/>
                  <a:pt x="2529164" y="25830"/>
                </a:cubicBezTo>
                <a:cubicBezTo>
                  <a:pt x="2525609" y="25830"/>
                  <a:pt x="2522581" y="24577"/>
                  <a:pt x="2520081" y="22070"/>
                </a:cubicBezTo>
                <a:cubicBezTo>
                  <a:pt x="2517582" y="19562"/>
                  <a:pt x="2516332" y="16524"/>
                  <a:pt x="2516332" y="12957"/>
                </a:cubicBezTo>
                <a:cubicBezTo>
                  <a:pt x="2516332" y="9389"/>
                  <a:pt x="2517582" y="6339"/>
                  <a:pt x="2520081" y="3804"/>
                </a:cubicBezTo>
                <a:cubicBezTo>
                  <a:pt x="2522581" y="1268"/>
                  <a:pt x="2525609" y="0"/>
                  <a:pt x="2529164" y="0"/>
                </a:cubicBezTo>
                <a:moveTo>
                  <a:pt x="2540829" y="37495"/>
                </a:moveTo>
                <a:lnTo>
                  <a:pt x="2540829" y="99320"/>
                </a:lnTo>
                <a:cubicBezTo>
                  <a:pt x="2540829" y="104820"/>
                  <a:pt x="2541468" y="108333"/>
                  <a:pt x="2542745" y="109861"/>
                </a:cubicBezTo>
                <a:cubicBezTo>
                  <a:pt x="2544023" y="111388"/>
                  <a:pt x="2546522" y="112263"/>
                  <a:pt x="2550244" y="112485"/>
                </a:cubicBezTo>
                <a:lnTo>
                  <a:pt x="2550244" y="115485"/>
                </a:lnTo>
                <a:lnTo>
                  <a:pt x="2508166" y="115485"/>
                </a:lnTo>
                <a:lnTo>
                  <a:pt x="2508166" y="112485"/>
                </a:lnTo>
                <a:cubicBezTo>
                  <a:pt x="2511610" y="112374"/>
                  <a:pt x="2514166" y="111374"/>
                  <a:pt x="2515832" y="109486"/>
                </a:cubicBezTo>
                <a:cubicBezTo>
                  <a:pt x="2516943" y="108208"/>
                  <a:pt x="2517498" y="104820"/>
                  <a:pt x="2517498" y="99320"/>
                </a:cubicBezTo>
                <a:lnTo>
                  <a:pt x="2517498" y="53826"/>
                </a:lnTo>
                <a:cubicBezTo>
                  <a:pt x="2517498" y="48258"/>
                  <a:pt x="2516860" y="44700"/>
                  <a:pt x="2515582" y="43153"/>
                </a:cubicBezTo>
                <a:cubicBezTo>
                  <a:pt x="2514304" y="41606"/>
                  <a:pt x="2511833" y="40720"/>
                  <a:pt x="2508166" y="40495"/>
                </a:cubicBezTo>
                <a:lnTo>
                  <a:pt x="2508166" y="37495"/>
                </a:lnTo>
                <a:lnTo>
                  <a:pt x="2540829" y="37495"/>
                </a:lnTo>
                <a:close/>
                <a:moveTo>
                  <a:pt x="2589684" y="37495"/>
                </a:moveTo>
                <a:lnTo>
                  <a:pt x="2589684" y="47660"/>
                </a:lnTo>
                <a:cubicBezTo>
                  <a:pt x="2593684" y="43298"/>
                  <a:pt x="2597517" y="40125"/>
                  <a:pt x="2601183" y="38141"/>
                </a:cubicBezTo>
                <a:cubicBezTo>
                  <a:pt x="2604849" y="36155"/>
                  <a:pt x="2608793" y="35162"/>
                  <a:pt x="2613015" y="35162"/>
                </a:cubicBezTo>
                <a:cubicBezTo>
                  <a:pt x="2618069" y="35162"/>
                  <a:pt x="2622263" y="36566"/>
                  <a:pt x="2625596" y="39375"/>
                </a:cubicBezTo>
                <a:cubicBezTo>
                  <a:pt x="2628929" y="42184"/>
                  <a:pt x="2631151" y="45674"/>
                  <a:pt x="2632262" y="49845"/>
                </a:cubicBezTo>
                <a:cubicBezTo>
                  <a:pt x="2633151" y="53016"/>
                  <a:pt x="2633595" y="59108"/>
                  <a:pt x="2633595" y="68119"/>
                </a:cubicBezTo>
                <a:lnTo>
                  <a:pt x="2633595" y="98487"/>
                </a:lnTo>
                <a:cubicBezTo>
                  <a:pt x="2633595" y="104486"/>
                  <a:pt x="2634137" y="108222"/>
                  <a:pt x="2635220" y="109694"/>
                </a:cubicBezTo>
                <a:cubicBezTo>
                  <a:pt x="2636303" y="111166"/>
                  <a:pt x="2638567" y="112096"/>
                  <a:pt x="2642011" y="112485"/>
                </a:cubicBezTo>
                <a:lnTo>
                  <a:pt x="2642011" y="115485"/>
                </a:lnTo>
                <a:lnTo>
                  <a:pt x="2602599" y="115485"/>
                </a:lnTo>
                <a:lnTo>
                  <a:pt x="2602599" y="112485"/>
                </a:lnTo>
                <a:cubicBezTo>
                  <a:pt x="2605543" y="112096"/>
                  <a:pt x="2607654" y="110874"/>
                  <a:pt x="2608932" y="108819"/>
                </a:cubicBezTo>
                <a:cubicBezTo>
                  <a:pt x="2609821" y="107430"/>
                  <a:pt x="2610265" y="103986"/>
                  <a:pt x="2610265" y="98487"/>
                </a:cubicBezTo>
                <a:lnTo>
                  <a:pt x="2610265" y="63825"/>
                </a:lnTo>
                <a:cubicBezTo>
                  <a:pt x="2610265" y="57437"/>
                  <a:pt x="2610015" y="53410"/>
                  <a:pt x="2609515" y="51743"/>
                </a:cubicBezTo>
                <a:cubicBezTo>
                  <a:pt x="2609015" y="50077"/>
                  <a:pt x="2608168" y="48785"/>
                  <a:pt x="2606974" y="47869"/>
                </a:cubicBezTo>
                <a:cubicBezTo>
                  <a:pt x="2605779" y="46952"/>
                  <a:pt x="2604460" y="46494"/>
                  <a:pt x="2603016" y="46494"/>
                </a:cubicBezTo>
                <a:cubicBezTo>
                  <a:pt x="2598239" y="46494"/>
                  <a:pt x="2593795" y="49938"/>
                  <a:pt x="2589684" y="56826"/>
                </a:cubicBezTo>
                <a:lnTo>
                  <a:pt x="2589684" y="98487"/>
                </a:lnTo>
                <a:cubicBezTo>
                  <a:pt x="2589684" y="104320"/>
                  <a:pt x="2590226" y="108014"/>
                  <a:pt x="2591309" y="109569"/>
                </a:cubicBezTo>
                <a:cubicBezTo>
                  <a:pt x="2592392" y="111124"/>
                  <a:pt x="2594406" y="112096"/>
                  <a:pt x="2597350" y="112485"/>
                </a:cubicBezTo>
                <a:lnTo>
                  <a:pt x="2597350" y="115485"/>
                </a:lnTo>
                <a:lnTo>
                  <a:pt x="2557938" y="115485"/>
                </a:lnTo>
                <a:lnTo>
                  <a:pt x="2557938" y="112485"/>
                </a:lnTo>
                <a:cubicBezTo>
                  <a:pt x="2561216" y="112152"/>
                  <a:pt x="2563549" y="111096"/>
                  <a:pt x="2564938" y="109319"/>
                </a:cubicBezTo>
                <a:cubicBezTo>
                  <a:pt x="2565882" y="108097"/>
                  <a:pt x="2566354" y="104486"/>
                  <a:pt x="2566354" y="98487"/>
                </a:cubicBezTo>
                <a:lnTo>
                  <a:pt x="2566354" y="54493"/>
                </a:lnTo>
                <a:cubicBezTo>
                  <a:pt x="2566354" y="48534"/>
                  <a:pt x="2565812" y="44823"/>
                  <a:pt x="2564729" y="43361"/>
                </a:cubicBezTo>
                <a:cubicBezTo>
                  <a:pt x="2563646" y="41900"/>
                  <a:pt x="2561382" y="40944"/>
                  <a:pt x="2557938" y="40495"/>
                </a:cubicBezTo>
                <a:lnTo>
                  <a:pt x="2557938" y="37495"/>
                </a:lnTo>
                <a:lnTo>
                  <a:pt x="2589684" y="37495"/>
                </a:lnTo>
                <a:close/>
                <a:moveTo>
                  <a:pt x="2702727" y="38495"/>
                </a:moveTo>
                <a:lnTo>
                  <a:pt x="2728974" y="38495"/>
                </a:lnTo>
                <a:lnTo>
                  <a:pt x="2728974" y="47660"/>
                </a:lnTo>
                <a:lnTo>
                  <a:pt x="2714059" y="47660"/>
                </a:lnTo>
                <a:cubicBezTo>
                  <a:pt x="2716781" y="50382"/>
                  <a:pt x="2718670" y="52854"/>
                  <a:pt x="2719725" y="55076"/>
                </a:cubicBezTo>
                <a:cubicBezTo>
                  <a:pt x="2721058" y="58076"/>
                  <a:pt x="2721725" y="61214"/>
                  <a:pt x="2721725" y="64491"/>
                </a:cubicBezTo>
                <a:cubicBezTo>
                  <a:pt x="2721725" y="70046"/>
                  <a:pt x="2720183" y="74865"/>
                  <a:pt x="2717100" y="78948"/>
                </a:cubicBezTo>
                <a:cubicBezTo>
                  <a:pt x="2714017" y="83031"/>
                  <a:pt x="2709824" y="86225"/>
                  <a:pt x="2704519" y="88530"/>
                </a:cubicBezTo>
                <a:cubicBezTo>
                  <a:pt x="2699214" y="90835"/>
                  <a:pt x="2694506" y="91988"/>
                  <a:pt x="2690396" y="91988"/>
                </a:cubicBezTo>
                <a:cubicBezTo>
                  <a:pt x="2690062" y="91988"/>
                  <a:pt x="2686729" y="91849"/>
                  <a:pt x="2680397" y="91571"/>
                </a:cubicBezTo>
                <a:cubicBezTo>
                  <a:pt x="2677897" y="91571"/>
                  <a:pt x="2675800" y="92386"/>
                  <a:pt x="2674106" y="94016"/>
                </a:cubicBezTo>
                <a:cubicBezTo>
                  <a:pt x="2672412" y="95646"/>
                  <a:pt x="2671565" y="97593"/>
                  <a:pt x="2671565" y="99857"/>
                </a:cubicBezTo>
                <a:cubicBezTo>
                  <a:pt x="2671565" y="101846"/>
                  <a:pt x="2672328" y="103476"/>
                  <a:pt x="2673856" y="104747"/>
                </a:cubicBezTo>
                <a:cubicBezTo>
                  <a:pt x="2675384" y="106017"/>
                  <a:pt x="2677869" y="106653"/>
                  <a:pt x="2681313" y="106653"/>
                </a:cubicBezTo>
                <a:lnTo>
                  <a:pt x="2695728" y="106486"/>
                </a:lnTo>
                <a:cubicBezTo>
                  <a:pt x="2707393" y="106486"/>
                  <a:pt x="2715420" y="107766"/>
                  <a:pt x="2719808" y="110327"/>
                </a:cubicBezTo>
                <a:cubicBezTo>
                  <a:pt x="2726085" y="113887"/>
                  <a:pt x="2729224" y="119368"/>
                  <a:pt x="2729224" y="126770"/>
                </a:cubicBezTo>
                <a:cubicBezTo>
                  <a:pt x="2729224" y="131500"/>
                  <a:pt x="2727780" y="135799"/>
                  <a:pt x="2724891" y="139666"/>
                </a:cubicBezTo>
                <a:cubicBezTo>
                  <a:pt x="2722003" y="143534"/>
                  <a:pt x="2718197" y="146386"/>
                  <a:pt x="2713476" y="148223"/>
                </a:cubicBezTo>
                <a:cubicBezTo>
                  <a:pt x="2706310" y="150950"/>
                  <a:pt x="2698061" y="152313"/>
                  <a:pt x="2688729" y="152313"/>
                </a:cubicBezTo>
                <a:cubicBezTo>
                  <a:pt x="2681730" y="152313"/>
                  <a:pt x="2675342" y="151633"/>
                  <a:pt x="2669565" y="150272"/>
                </a:cubicBezTo>
                <a:cubicBezTo>
                  <a:pt x="2663788" y="148911"/>
                  <a:pt x="2659650" y="147021"/>
                  <a:pt x="2657150" y="144603"/>
                </a:cubicBezTo>
                <a:cubicBezTo>
                  <a:pt x="2654650" y="142187"/>
                  <a:pt x="2653400" y="139645"/>
                  <a:pt x="2653400" y="136977"/>
                </a:cubicBezTo>
                <a:cubicBezTo>
                  <a:pt x="2653400" y="134422"/>
                  <a:pt x="2654359" y="132129"/>
                  <a:pt x="2656275" y="130100"/>
                </a:cubicBezTo>
                <a:cubicBezTo>
                  <a:pt x="2658191" y="128073"/>
                  <a:pt x="2661760" y="126364"/>
                  <a:pt x="2666982" y="124976"/>
                </a:cubicBezTo>
                <a:cubicBezTo>
                  <a:pt x="2659761" y="121421"/>
                  <a:pt x="2656150" y="116478"/>
                  <a:pt x="2656150" y="110147"/>
                </a:cubicBezTo>
                <a:cubicBezTo>
                  <a:pt x="2656150" y="106314"/>
                  <a:pt x="2657622" y="102593"/>
                  <a:pt x="2660566" y="98984"/>
                </a:cubicBezTo>
                <a:cubicBezTo>
                  <a:pt x="2663510" y="95374"/>
                  <a:pt x="2668176" y="92235"/>
                  <a:pt x="2674564" y="89569"/>
                </a:cubicBezTo>
                <a:cubicBezTo>
                  <a:pt x="2667121" y="86844"/>
                  <a:pt x="2661733" y="83256"/>
                  <a:pt x="2658400" y="78805"/>
                </a:cubicBezTo>
                <a:cubicBezTo>
                  <a:pt x="2655067" y="74354"/>
                  <a:pt x="2653400" y="69208"/>
                  <a:pt x="2653400" y="63367"/>
                </a:cubicBezTo>
                <a:cubicBezTo>
                  <a:pt x="2653400" y="55746"/>
                  <a:pt x="2656511" y="49140"/>
                  <a:pt x="2662733" y="43549"/>
                </a:cubicBezTo>
                <a:cubicBezTo>
                  <a:pt x="2668954" y="37958"/>
                  <a:pt x="2676953" y="35162"/>
                  <a:pt x="2686729" y="35162"/>
                </a:cubicBezTo>
                <a:cubicBezTo>
                  <a:pt x="2691895" y="35162"/>
                  <a:pt x="2697228" y="36273"/>
                  <a:pt x="2702727" y="38495"/>
                </a:cubicBezTo>
                <a:moveTo>
                  <a:pt x="2688312" y="40495"/>
                </a:moveTo>
                <a:cubicBezTo>
                  <a:pt x="2685091" y="40495"/>
                  <a:pt x="2682369" y="42117"/>
                  <a:pt x="2680147" y="45361"/>
                </a:cubicBezTo>
                <a:cubicBezTo>
                  <a:pt x="2677925" y="48604"/>
                  <a:pt x="2676814" y="55327"/>
                  <a:pt x="2676814" y="65530"/>
                </a:cubicBezTo>
                <a:cubicBezTo>
                  <a:pt x="2676814" y="73791"/>
                  <a:pt x="2677911" y="79461"/>
                  <a:pt x="2680105" y="82539"/>
                </a:cubicBezTo>
                <a:cubicBezTo>
                  <a:pt x="2682299" y="85616"/>
                  <a:pt x="2684896" y="87155"/>
                  <a:pt x="2687896" y="87155"/>
                </a:cubicBezTo>
                <a:cubicBezTo>
                  <a:pt x="2691229" y="87155"/>
                  <a:pt x="2694006" y="85630"/>
                  <a:pt x="2696228" y="82580"/>
                </a:cubicBezTo>
                <a:cubicBezTo>
                  <a:pt x="2698450" y="79530"/>
                  <a:pt x="2699561" y="73597"/>
                  <a:pt x="2699561" y="64781"/>
                </a:cubicBezTo>
                <a:cubicBezTo>
                  <a:pt x="2699561" y="54856"/>
                  <a:pt x="2698311" y="48092"/>
                  <a:pt x="2695812" y="44486"/>
                </a:cubicBezTo>
                <a:cubicBezTo>
                  <a:pt x="2694034" y="41825"/>
                  <a:pt x="2691534" y="40495"/>
                  <a:pt x="2688312" y="40495"/>
                </a:cubicBezTo>
                <a:moveTo>
                  <a:pt x="2683396" y="126983"/>
                </a:moveTo>
                <a:cubicBezTo>
                  <a:pt x="2677731" y="126983"/>
                  <a:pt x="2673981" y="127454"/>
                  <a:pt x="2672148" y="128395"/>
                </a:cubicBezTo>
                <a:cubicBezTo>
                  <a:pt x="2668982" y="130108"/>
                  <a:pt x="2667399" y="132430"/>
                  <a:pt x="2667399" y="135362"/>
                </a:cubicBezTo>
                <a:cubicBezTo>
                  <a:pt x="2667399" y="138183"/>
                  <a:pt x="2669037" y="140741"/>
                  <a:pt x="2672315" y="143036"/>
                </a:cubicBezTo>
                <a:cubicBezTo>
                  <a:pt x="2675592" y="145332"/>
                  <a:pt x="2681758" y="146481"/>
                  <a:pt x="2690812" y="146481"/>
                </a:cubicBezTo>
                <a:cubicBezTo>
                  <a:pt x="2698533" y="146481"/>
                  <a:pt x="2704602" y="145457"/>
                  <a:pt x="2709018" y="143411"/>
                </a:cubicBezTo>
                <a:cubicBezTo>
                  <a:pt x="2713434" y="141364"/>
                  <a:pt x="2715642" y="138488"/>
                  <a:pt x="2715642" y="134782"/>
                </a:cubicBezTo>
                <a:cubicBezTo>
                  <a:pt x="2715642" y="133400"/>
                  <a:pt x="2715226" y="132239"/>
                  <a:pt x="2714392" y="131298"/>
                </a:cubicBezTo>
                <a:cubicBezTo>
                  <a:pt x="2712893" y="129638"/>
                  <a:pt x="2710629" y="128504"/>
                  <a:pt x="2707602" y="127895"/>
                </a:cubicBezTo>
                <a:cubicBezTo>
                  <a:pt x="2704574" y="127287"/>
                  <a:pt x="2696506" y="126983"/>
                  <a:pt x="2683396" y="126983"/>
                </a:cubicBez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680febecc4c1e"/>
          <a:stretch xmlns:a="http://schemas.openxmlformats.org/drawingml/2006/main"/>
        </p:blipFill>
        <p:spPr>
          <a:xfrm xmlns:a="http://schemas.openxmlformats.org/drawingml/2006/main">
            <a:off x="428131" y="372869"/>
            <a:ext cx="377579" cy="377579"/>
          </a:xfrm>
          <a:prstGeom xmlns:a="http://schemas.openxmlformats.org/drawingml/2006/main" prst="rect">
            <a:avLst/>
          </a:prstGeom>
        </p:spPr>
      </p:pic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2ffbbf1414a9a"/>
          <a:stretch xmlns:a="http://schemas.openxmlformats.org/drawingml/2006/main"/>
        </p:blipFill>
        <p:spPr>
          <a:xfrm xmlns:a="http://schemas.openxmlformats.org/drawingml/2006/main">
            <a:off x="6030493" y="372869"/>
            <a:ext cx="312848" cy="312848"/>
          </a:xfrm>
          <a:prstGeom xmlns:a="http://schemas.openxmlformats.org/drawingml/2006/main" prst="rect">
            <a:avLst/>
          </a:prstGeom>
        </p:spPr>
      </p:pic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a74bf8027413b"/>
          <a:stretch xmlns:a="http://schemas.openxmlformats.org/drawingml/2006/main"/>
        </p:blipFill>
        <p:spPr>
          <a:xfrm xmlns:a="http://schemas.openxmlformats.org/drawingml/2006/main">
            <a:off x="1953576" y="386407"/>
            <a:ext cx="364041" cy="364041"/>
          </a:xfrm>
          <a:prstGeom xmlns:a="http://schemas.openxmlformats.org/drawingml/2006/main" prst="rect">
            <a:avLst/>
          </a:prstGeom>
        </p:spPr>
      </p:pic>
      <p:sp>
        <p:nvSpPr>
          <p:cNvPr id="42" name="Text Fully">
            <a:extLst xmlns:a="http://schemas.openxmlformats.org/drawingml/2006/main">
              <a:ext uri="{FF2B5EF4-FFF2-40B4-BE49-F238E27FC236}">
                <a16:creationId xmlns:a16="http://schemas.microsoft.com/office/drawing/2014/main" id="{0970E95D-7559-4A5E-A660-4DB258CC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00" y="3498996"/>
            <a:ext cx="365393" cy="146418"/>
          </a:xfrm>
          <a:custGeom xmlns:a="http://schemas.openxmlformats.org/drawingml/2006/main">
            <a:pathLst>
              <a:path w="365393" h="146418">
                <a:moveTo>
                  <a:pt x="42101" y="6352"/>
                </a:moveTo>
                <a:lnTo>
                  <a:pt x="42101" y="51629"/>
                </a:lnTo>
                <a:lnTo>
                  <a:pt x="45277" y="51629"/>
                </a:lnTo>
                <a:cubicBezTo>
                  <a:pt x="50163" y="51629"/>
                  <a:pt x="54153" y="50894"/>
                  <a:pt x="57248" y="49423"/>
                </a:cubicBezTo>
                <a:cubicBezTo>
                  <a:pt x="60342" y="47952"/>
                  <a:pt x="62962" y="45473"/>
                  <a:pt x="65106" y="41987"/>
                </a:cubicBezTo>
                <a:cubicBezTo>
                  <a:pt x="67251" y="38500"/>
                  <a:pt x="68649" y="33788"/>
                  <a:pt x="69300" y="27850"/>
                </a:cubicBezTo>
                <a:lnTo>
                  <a:pt x="72150" y="27850"/>
                </a:lnTo>
                <a:lnTo>
                  <a:pt x="72150" y="83388"/>
                </a:lnTo>
                <a:lnTo>
                  <a:pt x="69300" y="83388"/>
                </a:lnTo>
                <a:cubicBezTo>
                  <a:pt x="68269" y="72910"/>
                  <a:pt x="65459" y="66002"/>
                  <a:pt x="60872" y="62663"/>
                </a:cubicBezTo>
                <a:cubicBezTo>
                  <a:pt x="56284" y="59324"/>
                  <a:pt x="51086" y="57655"/>
                  <a:pt x="45277" y="57655"/>
                </a:cubicBezTo>
                <a:lnTo>
                  <a:pt x="42101" y="57655"/>
                </a:lnTo>
                <a:lnTo>
                  <a:pt x="42101" y="91531"/>
                </a:lnTo>
                <a:cubicBezTo>
                  <a:pt x="42101" y="97206"/>
                  <a:pt x="42413" y="100754"/>
                  <a:pt x="43038" y="102174"/>
                </a:cubicBezTo>
                <a:cubicBezTo>
                  <a:pt x="43662" y="103592"/>
                  <a:pt x="44884" y="104833"/>
                  <a:pt x="46702" y="105897"/>
                </a:cubicBezTo>
                <a:cubicBezTo>
                  <a:pt x="48521" y="106961"/>
                  <a:pt x="50978" y="107493"/>
                  <a:pt x="54072" y="107493"/>
                </a:cubicBezTo>
                <a:lnTo>
                  <a:pt x="57737" y="107493"/>
                </a:lnTo>
                <a:lnTo>
                  <a:pt x="57737" y="110424"/>
                </a:lnTo>
                <a:lnTo>
                  <a:pt x="0" y="110424"/>
                </a:lnTo>
                <a:lnTo>
                  <a:pt x="0" y="107493"/>
                </a:lnTo>
                <a:lnTo>
                  <a:pt x="3665" y="107493"/>
                </a:lnTo>
                <a:cubicBezTo>
                  <a:pt x="6868" y="107493"/>
                  <a:pt x="9446" y="106920"/>
                  <a:pt x="11401" y="105775"/>
                </a:cubicBezTo>
                <a:cubicBezTo>
                  <a:pt x="12812" y="105010"/>
                  <a:pt x="13898" y="103700"/>
                  <a:pt x="14658" y="101846"/>
                </a:cubicBezTo>
                <a:cubicBezTo>
                  <a:pt x="15255" y="100536"/>
                  <a:pt x="15554" y="97098"/>
                  <a:pt x="15554" y="91531"/>
                </a:cubicBezTo>
                <a:lnTo>
                  <a:pt x="15554" y="18893"/>
                </a:lnTo>
                <a:cubicBezTo>
                  <a:pt x="15554" y="13218"/>
                  <a:pt x="15255" y="9671"/>
                  <a:pt x="14658" y="8253"/>
                </a:cubicBezTo>
                <a:cubicBezTo>
                  <a:pt x="14061" y="6833"/>
                  <a:pt x="12853" y="5591"/>
                  <a:pt x="11034" y="4527"/>
                </a:cubicBezTo>
                <a:cubicBezTo>
                  <a:pt x="9216" y="3463"/>
                  <a:pt x="6759" y="2932"/>
                  <a:pt x="3665" y="2932"/>
                </a:cubicBezTo>
                <a:lnTo>
                  <a:pt x="0" y="2932"/>
                </a:lnTo>
                <a:lnTo>
                  <a:pt x="0" y="0"/>
                </a:lnTo>
                <a:lnTo>
                  <a:pt x="93160" y="0"/>
                </a:lnTo>
                <a:lnTo>
                  <a:pt x="93160" y="31759"/>
                </a:lnTo>
                <a:lnTo>
                  <a:pt x="89821" y="31759"/>
                </a:lnTo>
                <a:cubicBezTo>
                  <a:pt x="89061" y="24298"/>
                  <a:pt x="87120" y="18770"/>
                  <a:pt x="83999" y="15175"/>
                </a:cubicBezTo>
                <a:cubicBezTo>
                  <a:pt x="80877" y="11580"/>
                  <a:pt x="76358" y="9048"/>
                  <a:pt x="70440" y="7578"/>
                </a:cubicBezTo>
                <a:cubicBezTo>
                  <a:pt x="67183" y="6761"/>
                  <a:pt x="61157" y="6352"/>
                  <a:pt x="52362" y="6352"/>
                </a:cubicBezTo>
                <a:lnTo>
                  <a:pt x="42101" y="6352"/>
                </a:lnTo>
                <a:close/>
                <a:moveTo>
                  <a:pt x="177281" y="34202"/>
                </a:moveTo>
                <a:lnTo>
                  <a:pt x="177281" y="93812"/>
                </a:lnTo>
                <a:cubicBezTo>
                  <a:pt x="177281" y="99656"/>
                  <a:pt x="177824" y="103302"/>
                  <a:pt x="178910" y="104749"/>
                </a:cubicBezTo>
                <a:cubicBezTo>
                  <a:pt x="179995" y="106196"/>
                  <a:pt x="182194" y="107111"/>
                  <a:pt x="185506" y="107493"/>
                </a:cubicBezTo>
                <a:lnTo>
                  <a:pt x="185506" y="110424"/>
                </a:lnTo>
                <a:lnTo>
                  <a:pt x="154479" y="110424"/>
                </a:lnTo>
                <a:lnTo>
                  <a:pt x="154479" y="100245"/>
                </a:lnTo>
                <a:cubicBezTo>
                  <a:pt x="150842" y="104588"/>
                  <a:pt x="147205" y="107750"/>
                  <a:pt x="143567" y="109732"/>
                </a:cubicBezTo>
                <a:cubicBezTo>
                  <a:pt x="139930" y="111713"/>
                  <a:pt x="135858" y="112704"/>
                  <a:pt x="131352" y="112704"/>
                </a:cubicBezTo>
                <a:cubicBezTo>
                  <a:pt x="127063" y="112704"/>
                  <a:pt x="123250" y="111388"/>
                  <a:pt x="119911" y="108755"/>
                </a:cubicBezTo>
                <a:cubicBezTo>
                  <a:pt x="116572" y="106122"/>
                  <a:pt x="114333" y="103041"/>
                  <a:pt x="113193" y="99512"/>
                </a:cubicBezTo>
                <a:cubicBezTo>
                  <a:pt x="112052" y="95983"/>
                  <a:pt x="111482" y="89821"/>
                  <a:pt x="111482" y="81027"/>
                </a:cubicBezTo>
                <a:lnTo>
                  <a:pt x="111482" y="50815"/>
                </a:lnTo>
                <a:cubicBezTo>
                  <a:pt x="111482" y="44990"/>
                  <a:pt x="110953" y="41364"/>
                  <a:pt x="109894" y="39936"/>
                </a:cubicBezTo>
                <a:cubicBezTo>
                  <a:pt x="108836" y="38507"/>
                  <a:pt x="106624" y="37573"/>
                  <a:pt x="103258" y="37134"/>
                </a:cubicBezTo>
                <a:lnTo>
                  <a:pt x="103258" y="34202"/>
                </a:lnTo>
                <a:lnTo>
                  <a:pt x="134284" y="34202"/>
                </a:lnTo>
                <a:lnTo>
                  <a:pt x="134284" y="86302"/>
                </a:lnTo>
                <a:cubicBezTo>
                  <a:pt x="134284" y="91738"/>
                  <a:pt x="134542" y="95244"/>
                  <a:pt x="135057" y="96820"/>
                </a:cubicBezTo>
                <a:cubicBezTo>
                  <a:pt x="135573" y="98396"/>
                  <a:pt x="136388" y="99592"/>
                  <a:pt x="137500" y="100408"/>
                </a:cubicBezTo>
                <a:cubicBezTo>
                  <a:pt x="138613" y="101222"/>
                  <a:pt x="139903" y="101629"/>
                  <a:pt x="141369" y="101629"/>
                </a:cubicBezTo>
                <a:cubicBezTo>
                  <a:pt x="143323" y="101629"/>
                  <a:pt x="145087" y="101114"/>
                  <a:pt x="146662" y="100082"/>
                </a:cubicBezTo>
                <a:cubicBezTo>
                  <a:pt x="148833" y="98671"/>
                  <a:pt x="151439" y="95820"/>
                  <a:pt x="154479" y="91531"/>
                </a:cubicBezTo>
                <a:lnTo>
                  <a:pt x="154479" y="50815"/>
                </a:lnTo>
                <a:cubicBezTo>
                  <a:pt x="154479" y="44990"/>
                  <a:pt x="153950" y="41364"/>
                  <a:pt x="152891" y="39936"/>
                </a:cubicBezTo>
                <a:cubicBezTo>
                  <a:pt x="151833" y="38507"/>
                  <a:pt x="149621" y="37573"/>
                  <a:pt x="146255" y="37134"/>
                </a:cubicBezTo>
                <a:lnTo>
                  <a:pt x="146255" y="34202"/>
                </a:lnTo>
                <a:lnTo>
                  <a:pt x="177281" y="34202"/>
                </a:lnTo>
                <a:close/>
                <a:moveTo>
                  <a:pt x="226304" y="0"/>
                </a:moveTo>
                <a:lnTo>
                  <a:pt x="226304" y="94626"/>
                </a:lnTo>
                <a:cubicBezTo>
                  <a:pt x="226304" y="100001"/>
                  <a:pt x="226928" y="103434"/>
                  <a:pt x="228177" y="104927"/>
                </a:cubicBezTo>
                <a:cubicBezTo>
                  <a:pt x="229426" y="106420"/>
                  <a:pt x="231869" y="107275"/>
                  <a:pt x="235506" y="107493"/>
                </a:cubicBezTo>
                <a:lnTo>
                  <a:pt x="235506" y="110424"/>
                </a:lnTo>
                <a:lnTo>
                  <a:pt x="194382" y="110424"/>
                </a:lnTo>
                <a:lnTo>
                  <a:pt x="194382" y="107493"/>
                </a:lnTo>
                <a:cubicBezTo>
                  <a:pt x="197748" y="107384"/>
                  <a:pt x="200245" y="106407"/>
                  <a:pt x="201874" y="104561"/>
                </a:cubicBezTo>
                <a:cubicBezTo>
                  <a:pt x="202960" y="103312"/>
                  <a:pt x="203503" y="100001"/>
                  <a:pt x="203503" y="94626"/>
                </a:cubicBezTo>
                <a:lnTo>
                  <a:pt x="203503" y="15798"/>
                </a:lnTo>
                <a:cubicBezTo>
                  <a:pt x="203503" y="10444"/>
                  <a:pt x="202878" y="7016"/>
                  <a:pt x="201630" y="5515"/>
                </a:cubicBezTo>
                <a:cubicBezTo>
                  <a:pt x="200381" y="4011"/>
                  <a:pt x="197965" y="3150"/>
                  <a:pt x="194382" y="2932"/>
                </a:cubicBezTo>
                <a:lnTo>
                  <a:pt x="194382" y="0"/>
                </a:lnTo>
                <a:lnTo>
                  <a:pt x="226304" y="0"/>
                </a:lnTo>
                <a:close/>
                <a:moveTo>
                  <a:pt x="272640" y="0"/>
                </a:moveTo>
                <a:lnTo>
                  <a:pt x="272640" y="94626"/>
                </a:lnTo>
                <a:cubicBezTo>
                  <a:pt x="272640" y="100001"/>
                  <a:pt x="273264" y="103434"/>
                  <a:pt x="274513" y="104927"/>
                </a:cubicBezTo>
                <a:cubicBezTo>
                  <a:pt x="275761" y="106420"/>
                  <a:pt x="278204" y="107275"/>
                  <a:pt x="281842" y="107493"/>
                </a:cubicBezTo>
                <a:lnTo>
                  <a:pt x="281842" y="110424"/>
                </a:lnTo>
                <a:lnTo>
                  <a:pt x="240718" y="110424"/>
                </a:lnTo>
                <a:lnTo>
                  <a:pt x="240718" y="107493"/>
                </a:lnTo>
                <a:cubicBezTo>
                  <a:pt x="244083" y="107384"/>
                  <a:pt x="246581" y="106407"/>
                  <a:pt x="248209" y="104561"/>
                </a:cubicBezTo>
                <a:cubicBezTo>
                  <a:pt x="249295" y="103312"/>
                  <a:pt x="249838" y="100001"/>
                  <a:pt x="249838" y="94626"/>
                </a:cubicBezTo>
                <a:lnTo>
                  <a:pt x="249838" y="15798"/>
                </a:lnTo>
                <a:cubicBezTo>
                  <a:pt x="249838" y="10444"/>
                  <a:pt x="249214" y="7016"/>
                  <a:pt x="247965" y="5515"/>
                </a:cubicBezTo>
                <a:cubicBezTo>
                  <a:pt x="246716" y="4011"/>
                  <a:pt x="244301" y="3150"/>
                  <a:pt x="240718" y="2932"/>
                </a:cubicBezTo>
                <a:lnTo>
                  <a:pt x="240718" y="0"/>
                </a:lnTo>
                <a:lnTo>
                  <a:pt x="272640" y="0"/>
                </a:lnTo>
                <a:close/>
                <a:moveTo>
                  <a:pt x="324106" y="113592"/>
                </a:moveTo>
                <a:lnTo>
                  <a:pt x="299513" y="57027"/>
                </a:lnTo>
                <a:cubicBezTo>
                  <a:pt x="295821" y="48459"/>
                  <a:pt x="293093" y="43193"/>
                  <a:pt x="291329" y="41228"/>
                </a:cubicBezTo>
                <a:cubicBezTo>
                  <a:pt x="289564" y="39262"/>
                  <a:pt x="287433" y="37897"/>
                  <a:pt x="284936" y="37134"/>
                </a:cubicBezTo>
                <a:lnTo>
                  <a:pt x="284936" y="34202"/>
                </a:lnTo>
                <a:lnTo>
                  <a:pt x="325409" y="34202"/>
                </a:lnTo>
                <a:lnTo>
                  <a:pt x="325409" y="37134"/>
                </a:lnTo>
                <a:cubicBezTo>
                  <a:pt x="322748" y="37242"/>
                  <a:pt x="320875" y="37761"/>
                  <a:pt x="319790" y="38689"/>
                </a:cubicBezTo>
                <a:cubicBezTo>
                  <a:pt x="318704" y="39615"/>
                  <a:pt x="318161" y="40733"/>
                  <a:pt x="318161" y="42043"/>
                </a:cubicBezTo>
                <a:cubicBezTo>
                  <a:pt x="318161" y="44114"/>
                  <a:pt x="319518" y="48205"/>
                  <a:pt x="322233" y="54314"/>
                </a:cubicBezTo>
                <a:lnTo>
                  <a:pt x="335262" y="84258"/>
                </a:lnTo>
                <a:lnTo>
                  <a:pt x="344138" y="61119"/>
                </a:lnTo>
                <a:cubicBezTo>
                  <a:pt x="347341" y="52878"/>
                  <a:pt x="348943" y="47148"/>
                  <a:pt x="348943" y="43928"/>
                </a:cubicBezTo>
                <a:cubicBezTo>
                  <a:pt x="348943" y="41910"/>
                  <a:pt x="348278" y="40300"/>
                  <a:pt x="346948" y="39098"/>
                </a:cubicBezTo>
                <a:cubicBezTo>
                  <a:pt x="345618" y="37897"/>
                  <a:pt x="343270" y="37242"/>
                  <a:pt x="339904" y="37134"/>
                </a:cubicBezTo>
                <a:lnTo>
                  <a:pt x="339904" y="34202"/>
                </a:lnTo>
                <a:lnTo>
                  <a:pt x="365393" y="34202"/>
                </a:lnTo>
                <a:lnTo>
                  <a:pt x="365393" y="37134"/>
                </a:lnTo>
                <a:cubicBezTo>
                  <a:pt x="362895" y="37407"/>
                  <a:pt x="360859" y="38376"/>
                  <a:pt x="359285" y="40040"/>
                </a:cubicBezTo>
                <a:cubicBezTo>
                  <a:pt x="357711" y="41704"/>
                  <a:pt x="355078" y="47366"/>
                  <a:pt x="351386" y="57027"/>
                </a:cubicBezTo>
                <a:lnTo>
                  <a:pt x="329643" y="113519"/>
                </a:lnTo>
                <a:cubicBezTo>
                  <a:pt x="324160" y="127634"/>
                  <a:pt x="320088" y="136320"/>
                  <a:pt x="317428" y="139577"/>
                </a:cubicBezTo>
                <a:cubicBezTo>
                  <a:pt x="313682" y="144138"/>
                  <a:pt x="308986" y="146418"/>
                  <a:pt x="303340" y="146418"/>
                </a:cubicBezTo>
                <a:cubicBezTo>
                  <a:pt x="298834" y="146418"/>
                  <a:pt x="295183" y="145128"/>
                  <a:pt x="292387" y="142550"/>
                </a:cubicBezTo>
                <a:cubicBezTo>
                  <a:pt x="289591" y="139971"/>
                  <a:pt x="288193" y="136863"/>
                  <a:pt x="288193" y="133226"/>
                </a:cubicBezTo>
                <a:cubicBezTo>
                  <a:pt x="288193" y="130077"/>
                  <a:pt x="289157" y="127471"/>
                  <a:pt x="291084" y="125408"/>
                </a:cubicBezTo>
                <a:cubicBezTo>
                  <a:pt x="293012" y="123345"/>
                  <a:pt x="295387" y="122313"/>
                  <a:pt x="298210" y="122313"/>
                </a:cubicBezTo>
                <a:cubicBezTo>
                  <a:pt x="300924" y="122313"/>
                  <a:pt x="303109" y="123177"/>
                  <a:pt x="304765" y="124904"/>
                </a:cubicBezTo>
                <a:cubicBezTo>
                  <a:pt x="306421" y="126633"/>
                  <a:pt x="307276" y="129307"/>
                  <a:pt x="307330" y="132925"/>
                </a:cubicBezTo>
                <a:cubicBezTo>
                  <a:pt x="307385" y="134978"/>
                  <a:pt x="307629" y="136301"/>
                  <a:pt x="308063" y="136895"/>
                </a:cubicBezTo>
                <a:cubicBezTo>
                  <a:pt x="308498" y="137489"/>
                  <a:pt x="309122" y="137786"/>
                  <a:pt x="309936" y="137786"/>
                </a:cubicBezTo>
                <a:cubicBezTo>
                  <a:pt x="311239" y="137786"/>
                  <a:pt x="312624" y="137002"/>
                  <a:pt x="314089" y="135434"/>
                </a:cubicBezTo>
                <a:cubicBezTo>
                  <a:pt x="316261" y="133164"/>
                  <a:pt x="318812" y="127976"/>
                  <a:pt x="321744" y="119870"/>
                </a:cubicBezTo>
                <a:lnTo>
                  <a:pt x="324106" y="1135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StrippedBin">
            <a:extLst xmlns:a="http://schemas.openxmlformats.org/drawingml/2006/main">
              <a:ext uri="{FF2B5EF4-FFF2-40B4-BE49-F238E27FC236}">
                <a16:creationId xmlns:a16="http://schemas.microsoft.com/office/drawing/2014/main" id="{F561B1BA-84E1-4CC4-B1ED-7EEB4763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33" y="3701326"/>
            <a:ext cx="899434" cy="148535"/>
          </a:xfrm>
          <a:custGeom xmlns:a="http://schemas.openxmlformats.org/drawingml/2006/main">
            <a:pathLst>
              <a:path w="899434" h="148535">
                <a:moveTo>
                  <a:pt x="69707" y="0"/>
                </a:moveTo>
                <a:lnTo>
                  <a:pt x="70603" y="36808"/>
                </a:lnTo>
                <a:lnTo>
                  <a:pt x="67264" y="36808"/>
                </a:lnTo>
                <a:cubicBezTo>
                  <a:pt x="65690" y="27603"/>
                  <a:pt x="61822" y="20198"/>
                  <a:pt x="55660" y="14594"/>
                </a:cubicBezTo>
                <a:cubicBezTo>
                  <a:pt x="49498" y="8991"/>
                  <a:pt x="42834" y="6189"/>
                  <a:pt x="35668" y="6189"/>
                </a:cubicBezTo>
                <a:cubicBezTo>
                  <a:pt x="30130" y="6189"/>
                  <a:pt x="25747" y="7664"/>
                  <a:pt x="22516" y="10614"/>
                </a:cubicBezTo>
                <a:cubicBezTo>
                  <a:pt x="19286" y="13563"/>
                  <a:pt x="17671" y="16959"/>
                  <a:pt x="17671" y="20801"/>
                </a:cubicBezTo>
                <a:cubicBezTo>
                  <a:pt x="17671" y="23236"/>
                  <a:pt x="18241" y="25401"/>
                  <a:pt x="19381" y="27296"/>
                </a:cubicBezTo>
                <a:cubicBezTo>
                  <a:pt x="20956" y="29839"/>
                  <a:pt x="23480" y="32355"/>
                  <a:pt x="26955" y="34843"/>
                </a:cubicBezTo>
                <a:cubicBezTo>
                  <a:pt x="29506" y="36630"/>
                  <a:pt x="35397" y="39796"/>
                  <a:pt x="44626" y="44343"/>
                </a:cubicBezTo>
                <a:cubicBezTo>
                  <a:pt x="57546" y="50675"/>
                  <a:pt x="66260" y="56656"/>
                  <a:pt x="70766" y="62287"/>
                </a:cubicBezTo>
                <a:cubicBezTo>
                  <a:pt x="75218" y="67916"/>
                  <a:pt x="77443" y="74357"/>
                  <a:pt x="77443" y="81612"/>
                </a:cubicBezTo>
                <a:cubicBezTo>
                  <a:pt x="77443" y="90814"/>
                  <a:pt x="73847" y="98731"/>
                  <a:pt x="66653" y="105362"/>
                </a:cubicBezTo>
                <a:cubicBezTo>
                  <a:pt x="59460" y="111994"/>
                  <a:pt x="50326" y="115310"/>
                  <a:pt x="39251" y="115310"/>
                </a:cubicBezTo>
                <a:cubicBezTo>
                  <a:pt x="35777" y="115310"/>
                  <a:pt x="32492" y="114957"/>
                  <a:pt x="29398" y="114251"/>
                </a:cubicBezTo>
                <a:cubicBezTo>
                  <a:pt x="26303" y="113546"/>
                  <a:pt x="22421" y="112216"/>
                  <a:pt x="17753" y="110261"/>
                </a:cubicBezTo>
                <a:cubicBezTo>
                  <a:pt x="15147" y="109175"/>
                  <a:pt x="13002" y="108633"/>
                  <a:pt x="11319" y="108633"/>
                </a:cubicBezTo>
                <a:cubicBezTo>
                  <a:pt x="9908" y="108633"/>
                  <a:pt x="8415" y="109182"/>
                  <a:pt x="6840" y="110282"/>
                </a:cubicBezTo>
                <a:cubicBezTo>
                  <a:pt x="5266" y="111381"/>
                  <a:pt x="3990" y="113057"/>
                  <a:pt x="3013" y="115310"/>
                </a:cubicBezTo>
                <a:lnTo>
                  <a:pt x="0" y="115310"/>
                </a:lnTo>
                <a:lnTo>
                  <a:pt x="0" y="73616"/>
                </a:lnTo>
                <a:lnTo>
                  <a:pt x="3013" y="73616"/>
                </a:lnTo>
                <a:cubicBezTo>
                  <a:pt x="5402" y="85315"/>
                  <a:pt x="10003" y="94239"/>
                  <a:pt x="16816" y="100387"/>
                </a:cubicBezTo>
                <a:cubicBezTo>
                  <a:pt x="23629" y="106536"/>
                  <a:pt x="30972" y="109610"/>
                  <a:pt x="38844" y="109610"/>
                </a:cubicBezTo>
                <a:cubicBezTo>
                  <a:pt x="44924" y="109610"/>
                  <a:pt x="49770" y="107959"/>
                  <a:pt x="53380" y="104658"/>
                </a:cubicBezTo>
                <a:cubicBezTo>
                  <a:pt x="56990" y="101356"/>
                  <a:pt x="58795" y="97513"/>
                  <a:pt x="58795" y="93130"/>
                </a:cubicBezTo>
                <a:cubicBezTo>
                  <a:pt x="58795" y="90532"/>
                  <a:pt x="58103" y="88016"/>
                  <a:pt x="56719" y="85582"/>
                </a:cubicBezTo>
                <a:cubicBezTo>
                  <a:pt x="55334" y="83146"/>
                  <a:pt x="53231" y="80831"/>
                  <a:pt x="50407" y="78640"/>
                </a:cubicBezTo>
                <a:cubicBezTo>
                  <a:pt x="47584" y="76448"/>
                  <a:pt x="42590" y="73593"/>
                  <a:pt x="35424" y="70076"/>
                </a:cubicBezTo>
                <a:cubicBezTo>
                  <a:pt x="25380" y="65151"/>
                  <a:pt x="18160" y="60954"/>
                  <a:pt x="13762" y="57485"/>
                </a:cubicBezTo>
                <a:cubicBezTo>
                  <a:pt x="9365" y="54015"/>
                  <a:pt x="5985" y="50139"/>
                  <a:pt x="3624" y="45857"/>
                </a:cubicBezTo>
                <a:cubicBezTo>
                  <a:pt x="1262" y="41575"/>
                  <a:pt x="81" y="36860"/>
                  <a:pt x="81" y="31711"/>
                </a:cubicBezTo>
                <a:cubicBezTo>
                  <a:pt x="81" y="22930"/>
                  <a:pt x="3312" y="15450"/>
                  <a:pt x="9772" y="9271"/>
                </a:cubicBezTo>
                <a:cubicBezTo>
                  <a:pt x="16232" y="3090"/>
                  <a:pt x="24376" y="0"/>
                  <a:pt x="34202" y="0"/>
                </a:cubicBezTo>
                <a:cubicBezTo>
                  <a:pt x="37785" y="0"/>
                  <a:pt x="41260" y="439"/>
                  <a:pt x="44626" y="1318"/>
                </a:cubicBezTo>
                <a:cubicBezTo>
                  <a:pt x="47177" y="1976"/>
                  <a:pt x="50285" y="3197"/>
                  <a:pt x="53950" y="4980"/>
                </a:cubicBezTo>
                <a:cubicBezTo>
                  <a:pt x="57614" y="6763"/>
                  <a:pt x="60180" y="7655"/>
                  <a:pt x="61645" y="7655"/>
                </a:cubicBezTo>
                <a:cubicBezTo>
                  <a:pt x="63057" y="7655"/>
                  <a:pt x="64170" y="7216"/>
                  <a:pt x="64984" y="6339"/>
                </a:cubicBezTo>
                <a:cubicBezTo>
                  <a:pt x="65798" y="5460"/>
                  <a:pt x="66558" y="3347"/>
                  <a:pt x="67264" y="0"/>
                </a:cubicBezTo>
                <a:lnTo>
                  <a:pt x="69707" y="0"/>
                </a:lnTo>
                <a:close/>
                <a:moveTo>
                  <a:pt x="119952" y="8632"/>
                </a:moveTo>
                <a:lnTo>
                  <a:pt x="119952" y="36645"/>
                </a:lnTo>
                <a:lnTo>
                  <a:pt x="138030" y="36645"/>
                </a:lnTo>
                <a:lnTo>
                  <a:pt x="138030" y="44626"/>
                </a:lnTo>
                <a:lnTo>
                  <a:pt x="119952" y="44626"/>
                </a:lnTo>
                <a:lnTo>
                  <a:pt x="119952" y="91740"/>
                </a:lnTo>
                <a:cubicBezTo>
                  <a:pt x="119952" y="96149"/>
                  <a:pt x="120155" y="98994"/>
                  <a:pt x="120563" y="100273"/>
                </a:cubicBezTo>
                <a:cubicBezTo>
                  <a:pt x="120970" y="101552"/>
                  <a:pt x="121689" y="102587"/>
                  <a:pt x="122721" y="103378"/>
                </a:cubicBezTo>
                <a:cubicBezTo>
                  <a:pt x="123752" y="104166"/>
                  <a:pt x="124702" y="104561"/>
                  <a:pt x="125571" y="104561"/>
                </a:cubicBezTo>
                <a:cubicBezTo>
                  <a:pt x="129100" y="104561"/>
                  <a:pt x="132438" y="101846"/>
                  <a:pt x="135587" y="96418"/>
                </a:cubicBezTo>
                <a:lnTo>
                  <a:pt x="138030" y="98227"/>
                </a:lnTo>
                <a:cubicBezTo>
                  <a:pt x="133633" y="108747"/>
                  <a:pt x="126494" y="114007"/>
                  <a:pt x="116613" y="114007"/>
                </a:cubicBezTo>
                <a:cubicBezTo>
                  <a:pt x="111781" y="114007"/>
                  <a:pt x="107696" y="112659"/>
                  <a:pt x="104357" y="109963"/>
                </a:cubicBezTo>
                <a:cubicBezTo>
                  <a:pt x="101019" y="107266"/>
                  <a:pt x="98888" y="104256"/>
                  <a:pt x="97965" y="100932"/>
                </a:cubicBezTo>
                <a:cubicBezTo>
                  <a:pt x="97422" y="99079"/>
                  <a:pt x="97150" y="94067"/>
                  <a:pt x="97150" y="85895"/>
                </a:cubicBezTo>
                <a:lnTo>
                  <a:pt x="97150" y="44626"/>
                </a:lnTo>
                <a:lnTo>
                  <a:pt x="87216" y="44626"/>
                </a:lnTo>
                <a:lnTo>
                  <a:pt x="87216" y="41768"/>
                </a:lnTo>
                <a:cubicBezTo>
                  <a:pt x="94056" y="36926"/>
                  <a:pt x="99878" y="31839"/>
                  <a:pt x="104683" y="26507"/>
                </a:cubicBezTo>
                <a:cubicBezTo>
                  <a:pt x="109488" y="21174"/>
                  <a:pt x="113681" y="15216"/>
                  <a:pt x="117265" y="8632"/>
                </a:cubicBezTo>
                <a:lnTo>
                  <a:pt x="119952" y="8632"/>
                </a:lnTo>
                <a:close/>
                <a:moveTo>
                  <a:pt x="176874" y="36645"/>
                </a:moveTo>
                <a:lnTo>
                  <a:pt x="176874" y="53909"/>
                </a:lnTo>
                <a:cubicBezTo>
                  <a:pt x="181923" y="46037"/>
                  <a:pt x="186347" y="40812"/>
                  <a:pt x="190148" y="38233"/>
                </a:cubicBezTo>
                <a:cubicBezTo>
                  <a:pt x="193948" y="35654"/>
                  <a:pt x="197612" y="34365"/>
                  <a:pt x="201141" y="34365"/>
                </a:cubicBezTo>
                <a:cubicBezTo>
                  <a:pt x="204181" y="34365"/>
                  <a:pt x="206611" y="35305"/>
                  <a:pt x="208430" y="37185"/>
                </a:cubicBezTo>
                <a:cubicBezTo>
                  <a:pt x="210248" y="39064"/>
                  <a:pt x="211158" y="41720"/>
                  <a:pt x="211158" y="45152"/>
                </a:cubicBezTo>
                <a:cubicBezTo>
                  <a:pt x="211158" y="48803"/>
                  <a:pt x="210275" y="51637"/>
                  <a:pt x="208511" y="53655"/>
                </a:cubicBezTo>
                <a:cubicBezTo>
                  <a:pt x="206747" y="55670"/>
                  <a:pt x="204616" y="56678"/>
                  <a:pt x="202118" y="56678"/>
                </a:cubicBezTo>
                <a:cubicBezTo>
                  <a:pt x="199241" y="56678"/>
                  <a:pt x="196744" y="55755"/>
                  <a:pt x="194627" y="53909"/>
                </a:cubicBezTo>
                <a:cubicBezTo>
                  <a:pt x="192509" y="52063"/>
                  <a:pt x="191261" y="51032"/>
                  <a:pt x="190881" y="50815"/>
                </a:cubicBezTo>
                <a:cubicBezTo>
                  <a:pt x="190338" y="50489"/>
                  <a:pt x="189713" y="50326"/>
                  <a:pt x="189008" y="50326"/>
                </a:cubicBezTo>
                <a:cubicBezTo>
                  <a:pt x="187433" y="50326"/>
                  <a:pt x="185940" y="50923"/>
                  <a:pt x="184529" y="52118"/>
                </a:cubicBezTo>
                <a:cubicBezTo>
                  <a:pt x="182303" y="53963"/>
                  <a:pt x="180620" y="56596"/>
                  <a:pt x="179480" y="60017"/>
                </a:cubicBezTo>
                <a:cubicBezTo>
                  <a:pt x="177743" y="65283"/>
                  <a:pt x="176874" y="71092"/>
                  <a:pt x="176874" y="77443"/>
                </a:cubicBezTo>
                <a:lnTo>
                  <a:pt x="176874" y="94952"/>
                </a:lnTo>
                <a:lnTo>
                  <a:pt x="176955" y="99512"/>
                </a:lnTo>
                <a:cubicBezTo>
                  <a:pt x="176955" y="102606"/>
                  <a:pt x="177145" y="104588"/>
                  <a:pt x="177525" y="105457"/>
                </a:cubicBezTo>
                <a:cubicBezTo>
                  <a:pt x="178177" y="106922"/>
                  <a:pt x="179141" y="107995"/>
                  <a:pt x="180416" y="108673"/>
                </a:cubicBezTo>
                <a:cubicBezTo>
                  <a:pt x="181692" y="109352"/>
                  <a:pt x="183850" y="109773"/>
                  <a:pt x="186890" y="109936"/>
                </a:cubicBezTo>
                <a:lnTo>
                  <a:pt x="186890" y="112867"/>
                </a:lnTo>
                <a:lnTo>
                  <a:pt x="145766" y="112867"/>
                </a:lnTo>
                <a:lnTo>
                  <a:pt x="145766" y="109936"/>
                </a:lnTo>
                <a:cubicBezTo>
                  <a:pt x="149078" y="109664"/>
                  <a:pt x="151317" y="108755"/>
                  <a:pt x="152485" y="107207"/>
                </a:cubicBezTo>
                <a:cubicBezTo>
                  <a:pt x="153652" y="105660"/>
                  <a:pt x="154235" y="101575"/>
                  <a:pt x="154235" y="94952"/>
                </a:cubicBezTo>
                <a:lnTo>
                  <a:pt x="154235" y="52769"/>
                </a:lnTo>
                <a:cubicBezTo>
                  <a:pt x="154235" y="48399"/>
                  <a:pt x="154018" y="45613"/>
                  <a:pt x="153584" y="44412"/>
                </a:cubicBezTo>
                <a:cubicBezTo>
                  <a:pt x="153041" y="42882"/>
                  <a:pt x="152254" y="41762"/>
                  <a:pt x="151222" y="41053"/>
                </a:cubicBezTo>
                <a:cubicBezTo>
                  <a:pt x="150191" y="40342"/>
                  <a:pt x="148372" y="39850"/>
                  <a:pt x="145766" y="39577"/>
                </a:cubicBezTo>
                <a:lnTo>
                  <a:pt x="145766" y="36645"/>
                </a:lnTo>
                <a:lnTo>
                  <a:pt x="176874" y="36645"/>
                </a:lnTo>
                <a:close/>
                <a:moveTo>
                  <a:pt x="237624" y="0"/>
                </a:moveTo>
                <a:cubicBezTo>
                  <a:pt x="241152" y="0"/>
                  <a:pt x="244138" y="1239"/>
                  <a:pt x="246581" y="3718"/>
                </a:cubicBezTo>
                <a:cubicBezTo>
                  <a:pt x="249024" y="6195"/>
                  <a:pt x="250246" y="9177"/>
                  <a:pt x="250246" y="12663"/>
                </a:cubicBezTo>
                <a:cubicBezTo>
                  <a:pt x="250246" y="16149"/>
                  <a:pt x="249011" y="19118"/>
                  <a:pt x="246541" y="21570"/>
                </a:cubicBezTo>
                <a:cubicBezTo>
                  <a:pt x="244071" y="24020"/>
                  <a:pt x="241098" y="25244"/>
                  <a:pt x="237624" y="25244"/>
                </a:cubicBezTo>
                <a:cubicBezTo>
                  <a:pt x="234149" y="25244"/>
                  <a:pt x="231190" y="24020"/>
                  <a:pt x="228747" y="21570"/>
                </a:cubicBezTo>
                <a:cubicBezTo>
                  <a:pt x="226304" y="19118"/>
                  <a:pt x="225083" y="16149"/>
                  <a:pt x="225083" y="12663"/>
                </a:cubicBezTo>
                <a:cubicBezTo>
                  <a:pt x="225083" y="9177"/>
                  <a:pt x="226304" y="6195"/>
                  <a:pt x="228747" y="3718"/>
                </a:cubicBezTo>
                <a:cubicBezTo>
                  <a:pt x="231190" y="1239"/>
                  <a:pt x="234149" y="0"/>
                  <a:pt x="237624" y="0"/>
                </a:cubicBezTo>
                <a:moveTo>
                  <a:pt x="249024" y="36645"/>
                </a:moveTo>
                <a:lnTo>
                  <a:pt x="249024" y="97069"/>
                </a:lnTo>
                <a:cubicBezTo>
                  <a:pt x="249024" y="102444"/>
                  <a:pt x="249649" y="105877"/>
                  <a:pt x="250897" y="107370"/>
                </a:cubicBezTo>
                <a:cubicBezTo>
                  <a:pt x="252146" y="108863"/>
                  <a:pt x="254589" y="109718"/>
                  <a:pt x="258226" y="109936"/>
                </a:cubicBezTo>
                <a:lnTo>
                  <a:pt x="258226" y="112867"/>
                </a:lnTo>
                <a:lnTo>
                  <a:pt x="217102" y="112867"/>
                </a:lnTo>
                <a:lnTo>
                  <a:pt x="217102" y="109936"/>
                </a:lnTo>
                <a:cubicBezTo>
                  <a:pt x="220468" y="109827"/>
                  <a:pt x="222966" y="108850"/>
                  <a:pt x="224594" y="107004"/>
                </a:cubicBezTo>
                <a:cubicBezTo>
                  <a:pt x="225680" y="105755"/>
                  <a:pt x="226223" y="102444"/>
                  <a:pt x="226223" y="97069"/>
                </a:cubicBezTo>
                <a:lnTo>
                  <a:pt x="226223" y="52606"/>
                </a:lnTo>
                <a:cubicBezTo>
                  <a:pt x="226223" y="47164"/>
                  <a:pt x="225599" y="43687"/>
                  <a:pt x="224350" y="42175"/>
                </a:cubicBezTo>
                <a:cubicBezTo>
                  <a:pt x="223101" y="40663"/>
                  <a:pt x="220685" y="39797"/>
                  <a:pt x="217102" y="39577"/>
                </a:cubicBezTo>
                <a:lnTo>
                  <a:pt x="217102" y="36645"/>
                </a:lnTo>
                <a:lnTo>
                  <a:pt x="249024" y="36645"/>
                </a:lnTo>
                <a:close/>
                <a:moveTo>
                  <a:pt x="295116" y="105131"/>
                </a:moveTo>
                <a:lnTo>
                  <a:pt x="295116" y="133388"/>
                </a:lnTo>
                <a:cubicBezTo>
                  <a:pt x="295116" y="137350"/>
                  <a:pt x="295428" y="140046"/>
                  <a:pt x="296052" y="141476"/>
                </a:cubicBezTo>
                <a:cubicBezTo>
                  <a:pt x="296677" y="142908"/>
                  <a:pt x="297640" y="143954"/>
                  <a:pt x="298943" y="144614"/>
                </a:cubicBezTo>
                <a:cubicBezTo>
                  <a:pt x="300246" y="145273"/>
                  <a:pt x="302798" y="145603"/>
                  <a:pt x="306598" y="145603"/>
                </a:cubicBezTo>
                <a:lnTo>
                  <a:pt x="306598" y="148535"/>
                </a:lnTo>
                <a:lnTo>
                  <a:pt x="263194" y="148535"/>
                </a:lnTo>
                <a:lnTo>
                  <a:pt x="263194" y="145603"/>
                </a:lnTo>
                <a:cubicBezTo>
                  <a:pt x="266560" y="145493"/>
                  <a:pt x="269057" y="144530"/>
                  <a:pt x="270686" y="142715"/>
                </a:cubicBezTo>
                <a:cubicBezTo>
                  <a:pt x="271772" y="141451"/>
                  <a:pt x="272314" y="138179"/>
                  <a:pt x="272314" y="132900"/>
                </a:cubicBezTo>
                <a:lnTo>
                  <a:pt x="272314" y="52606"/>
                </a:lnTo>
                <a:cubicBezTo>
                  <a:pt x="272314" y="47164"/>
                  <a:pt x="271690" y="43687"/>
                  <a:pt x="270441" y="42175"/>
                </a:cubicBezTo>
                <a:cubicBezTo>
                  <a:pt x="269193" y="40663"/>
                  <a:pt x="266777" y="39797"/>
                  <a:pt x="263194" y="39577"/>
                </a:cubicBezTo>
                <a:lnTo>
                  <a:pt x="263194" y="36645"/>
                </a:lnTo>
                <a:lnTo>
                  <a:pt x="295116" y="36645"/>
                </a:lnTo>
                <a:lnTo>
                  <a:pt x="295116" y="46662"/>
                </a:lnTo>
                <a:cubicBezTo>
                  <a:pt x="297776" y="42753"/>
                  <a:pt x="300491" y="39930"/>
                  <a:pt x="303259" y="38192"/>
                </a:cubicBezTo>
                <a:cubicBezTo>
                  <a:pt x="307222" y="35641"/>
                  <a:pt x="311538" y="34365"/>
                  <a:pt x="316207" y="34365"/>
                </a:cubicBezTo>
                <a:cubicBezTo>
                  <a:pt x="321799" y="34365"/>
                  <a:pt x="326889" y="36131"/>
                  <a:pt x="331476" y="39663"/>
                </a:cubicBezTo>
                <a:cubicBezTo>
                  <a:pt x="336063" y="43195"/>
                  <a:pt x="339552" y="48073"/>
                  <a:pt x="341940" y="54296"/>
                </a:cubicBezTo>
                <a:cubicBezTo>
                  <a:pt x="344329" y="60519"/>
                  <a:pt x="345523" y="67217"/>
                  <a:pt x="345523" y="74390"/>
                </a:cubicBezTo>
                <a:cubicBezTo>
                  <a:pt x="345523" y="82106"/>
                  <a:pt x="344288" y="89156"/>
                  <a:pt x="341818" y="95542"/>
                </a:cubicBezTo>
                <a:cubicBezTo>
                  <a:pt x="339348" y="101928"/>
                  <a:pt x="335765" y="106792"/>
                  <a:pt x="331069" y="110134"/>
                </a:cubicBezTo>
                <a:cubicBezTo>
                  <a:pt x="326373" y="113476"/>
                  <a:pt x="321148" y="115147"/>
                  <a:pt x="315393" y="115147"/>
                </a:cubicBezTo>
                <a:cubicBezTo>
                  <a:pt x="311213" y="115147"/>
                  <a:pt x="307304" y="114224"/>
                  <a:pt x="303666" y="112379"/>
                </a:cubicBezTo>
                <a:cubicBezTo>
                  <a:pt x="300952" y="110967"/>
                  <a:pt x="298102" y="108551"/>
                  <a:pt x="295116" y="105131"/>
                </a:cubicBezTo>
                <a:moveTo>
                  <a:pt x="295116" y="96893"/>
                </a:moveTo>
                <a:cubicBezTo>
                  <a:pt x="299785" y="103525"/>
                  <a:pt x="304779" y="106841"/>
                  <a:pt x="310100" y="106841"/>
                </a:cubicBezTo>
                <a:cubicBezTo>
                  <a:pt x="313031" y="106841"/>
                  <a:pt x="315447" y="105292"/>
                  <a:pt x="317347" y="102194"/>
                </a:cubicBezTo>
                <a:cubicBezTo>
                  <a:pt x="320170" y="97627"/>
                  <a:pt x="321582" y="88929"/>
                  <a:pt x="321582" y="76100"/>
                </a:cubicBezTo>
                <a:cubicBezTo>
                  <a:pt x="321582" y="62945"/>
                  <a:pt x="320035" y="53948"/>
                  <a:pt x="316940" y="49110"/>
                </a:cubicBezTo>
                <a:cubicBezTo>
                  <a:pt x="314877" y="45903"/>
                  <a:pt x="312108" y="44300"/>
                  <a:pt x="308634" y="44300"/>
                </a:cubicBezTo>
                <a:cubicBezTo>
                  <a:pt x="303151" y="44300"/>
                  <a:pt x="298645" y="48268"/>
                  <a:pt x="295116" y="56205"/>
                </a:cubicBezTo>
                <a:lnTo>
                  <a:pt x="295116" y="96893"/>
                </a:lnTo>
                <a:close/>
                <a:moveTo>
                  <a:pt x="387869" y="105131"/>
                </a:moveTo>
                <a:lnTo>
                  <a:pt x="387869" y="133388"/>
                </a:lnTo>
                <a:cubicBezTo>
                  <a:pt x="387869" y="137350"/>
                  <a:pt x="388181" y="140046"/>
                  <a:pt x="388806" y="141476"/>
                </a:cubicBezTo>
                <a:cubicBezTo>
                  <a:pt x="389430" y="142908"/>
                  <a:pt x="390394" y="143954"/>
                  <a:pt x="391697" y="144614"/>
                </a:cubicBezTo>
                <a:cubicBezTo>
                  <a:pt x="392999" y="145273"/>
                  <a:pt x="395551" y="145603"/>
                  <a:pt x="399351" y="145603"/>
                </a:cubicBezTo>
                <a:lnTo>
                  <a:pt x="399351" y="148535"/>
                </a:lnTo>
                <a:lnTo>
                  <a:pt x="355947" y="148535"/>
                </a:lnTo>
                <a:lnTo>
                  <a:pt x="355947" y="145603"/>
                </a:lnTo>
                <a:cubicBezTo>
                  <a:pt x="359313" y="145493"/>
                  <a:pt x="361810" y="144530"/>
                  <a:pt x="363439" y="142715"/>
                </a:cubicBezTo>
                <a:cubicBezTo>
                  <a:pt x="364525" y="141451"/>
                  <a:pt x="365068" y="138179"/>
                  <a:pt x="365068" y="132900"/>
                </a:cubicBezTo>
                <a:lnTo>
                  <a:pt x="365068" y="52606"/>
                </a:lnTo>
                <a:cubicBezTo>
                  <a:pt x="365068" y="47164"/>
                  <a:pt x="364443" y="43687"/>
                  <a:pt x="363195" y="42175"/>
                </a:cubicBezTo>
                <a:cubicBezTo>
                  <a:pt x="361946" y="40663"/>
                  <a:pt x="359530" y="39797"/>
                  <a:pt x="355947" y="39577"/>
                </a:cubicBezTo>
                <a:lnTo>
                  <a:pt x="355947" y="36645"/>
                </a:lnTo>
                <a:lnTo>
                  <a:pt x="387869" y="36645"/>
                </a:lnTo>
                <a:lnTo>
                  <a:pt x="387869" y="46662"/>
                </a:lnTo>
                <a:cubicBezTo>
                  <a:pt x="390529" y="42753"/>
                  <a:pt x="393244" y="39930"/>
                  <a:pt x="396012" y="38192"/>
                </a:cubicBezTo>
                <a:cubicBezTo>
                  <a:pt x="399976" y="35641"/>
                  <a:pt x="404292" y="34365"/>
                  <a:pt x="408960" y="34365"/>
                </a:cubicBezTo>
                <a:cubicBezTo>
                  <a:pt x="414552" y="34365"/>
                  <a:pt x="419642" y="36131"/>
                  <a:pt x="424229" y="39663"/>
                </a:cubicBezTo>
                <a:cubicBezTo>
                  <a:pt x="428817" y="43195"/>
                  <a:pt x="432305" y="48073"/>
                  <a:pt x="434694" y="54296"/>
                </a:cubicBezTo>
                <a:cubicBezTo>
                  <a:pt x="437082" y="60519"/>
                  <a:pt x="438277" y="67217"/>
                  <a:pt x="438277" y="74390"/>
                </a:cubicBezTo>
                <a:cubicBezTo>
                  <a:pt x="438277" y="82106"/>
                  <a:pt x="437042" y="89156"/>
                  <a:pt x="434571" y="95542"/>
                </a:cubicBezTo>
                <a:cubicBezTo>
                  <a:pt x="432101" y="101928"/>
                  <a:pt x="428518" y="106792"/>
                  <a:pt x="423822" y="110134"/>
                </a:cubicBezTo>
                <a:cubicBezTo>
                  <a:pt x="419126" y="113476"/>
                  <a:pt x="413901" y="115147"/>
                  <a:pt x="408146" y="115147"/>
                </a:cubicBezTo>
                <a:cubicBezTo>
                  <a:pt x="403966" y="115147"/>
                  <a:pt x="400057" y="114224"/>
                  <a:pt x="396420" y="112379"/>
                </a:cubicBezTo>
                <a:cubicBezTo>
                  <a:pt x="393705" y="110967"/>
                  <a:pt x="390855" y="108551"/>
                  <a:pt x="387869" y="105131"/>
                </a:cubicBezTo>
                <a:moveTo>
                  <a:pt x="387869" y="96893"/>
                </a:moveTo>
                <a:cubicBezTo>
                  <a:pt x="392538" y="103525"/>
                  <a:pt x="397533" y="106841"/>
                  <a:pt x="402853" y="106841"/>
                </a:cubicBezTo>
                <a:cubicBezTo>
                  <a:pt x="405785" y="106841"/>
                  <a:pt x="408200" y="105292"/>
                  <a:pt x="410101" y="102194"/>
                </a:cubicBezTo>
                <a:cubicBezTo>
                  <a:pt x="412924" y="97627"/>
                  <a:pt x="414335" y="88929"/>
                  <a:pt x="414335" y="76100"/>
                </a:cubicBezTo>
                <a:cubicBezTo>
                  <a:pt x="414335" y="62945"/>
                  <a:pt x="412788" y="53948"/>
                  <a:pt x="409693" y="49110"/>
                </a:cubicBezTo>
                <a:cubicBezTo>
                  <a:pt x="407630" y="45903"/>
                  <a:pt x="404862" y="44300"/>
                  <a:pt x="401387" y="44300"/>
                </a:cubicBezTo>
                <a:cubicBezTo>
                  <a:pt x="395904" y="44300"/>
                  <a:pt x="391398" y="48268"/>
                  <a:pt x="387869" y="56205"/>
                </a:cubicBezTo>
                <a:lnTo>
                  <a:pt x="387869" y="96893"/>
                </a:lnTo>
                <a:close/>
                <a:moveTo>
                  <a:pt x="515639" y="71987"/>
                </a:moveTo>
                <a:lnTo>
                  <a:pt x="473863" y="71987"/>
                </a:lnTo>
                <a:cubicBezTo>
                  <a:pt x="474352" y="82112"/>
                  <a:pt x="477039" y="90114"/>
                  <a:pt x="481925" y="95993"/>
                </a:cubicBezTo>
                <a:cubicBezTo>
                  <a:pt x="485671" y="100510"/>
                  <a:pt x="490177" y="102769"/>
                  <a:pt x="495443" y="102769"/>
                </a:cubicBezTo>
                <a:cubicBezTo>
                  <a:pt x="498700" y="102769"/>
                  <a:pt x="501659" y="101860"/>
                  <a:pt x="504319" y="100041"/>
                </a:cubicBezTo>
                <a:cubicBezTo>
                  <a:pt x="506979" y="98223"/>
                  <a:pt x="509830" y="94952"/>
                  <a:pt x="512870" y="90229"/>
                </a:cubicBezTo>
                <a:lnTo>
                  <a:pt x="515639" y="92020"/>
                </a:lnTo>
                <a:cubicBezTo>
                  <a:pt x="511513" y="100435"/>
                  <a:pt x="506952" y="106393"/>
                  <a:pt x="501958" y="109895"/>
                </a:cubicBezTo>
                <a:cubicBezTo>
                  <a:pt x="496963" y="113396"/>
                  <a:pt x="491181" y="115147"/>
                  <a:pt x="484612" y="115147"/>
                </a:cubicBezTo>
                <a:cubicBezTo>
                  <a:pt x="473320" y="115147"/>
                  <a:pt x="464770" y="110800"/>
                  <a:pt x="458961" y="102105"/>
                </a:cubicBezTo>
                <a:cubicBezTo>
                  <a:pt x="454292" y="95095"/>
                  <a:pt x="451957" y="86400"/>
                  <a:pt x="451957" y="76021"/>
                </a:cubicBezTo>
                <a:cubicBezTo>
                  <a:pt x="451957" y="63304"/>
                  <a:pt x="455391" y="53182"/>
                  <a:pt x="462259" y="45656"/>
                </a:cubicBezTo>
                <a:cubicBezTo>
                  <a:pt x="469126" y="38129"/>
                  <a:pt x="477175" y="34365"/>
                  <a:pt x="486404" y="34365"/>
                </a:cubicBezTo>
                <a:cubicBezTo>
                  <a:pt x="494113" y="34365"/>
                  <a:pt x="500804" y="37527"/>
                  <a:pt x="506477" y="43852"/>
                </a:cubicBezTo>
                <a:cubicBezTo>
                  <a:pt x="512151" y="50177"/>
                  <a:pt x="515204" y="59555"/>
                  <a:pt x="515639" y="71987"/>
                </a:cubicBezTo>
                <a:moveTo>
                  <a:pt x="495606" y="66613"/>
                </a:moveTo>
                <a:cubicBezTo>
                  <a:pt x="495606" y="57872"/>
                  <a:pt x="495131" y="51873"/>
                  <a:pt x="494181" y="48616"/>
                </a:cubicBezTo>
                <a:cubicBezTo>
                  <a:pt x="493231" y="45359"/>
                  <a:pt x="491751" y="42888"/>
                  <a:pt x="489743" y="41205"/>
                </a:cubicBezTo>
                <a:cubicBezTo>
                  <a:pt x="488603" y="40228"/>
                  <a:pt x="487083" y="39740"/>
                  <a:pt x="485182" y="39740"/>
                </a:cubicBezTo>
                <a:cubicBezTo>
                  <a:pt x="482359" y="39740"/>
                  <a:pt x="480052" y="41124"/>
                  <a:pt x="478261" y="43893"/>
                </a:cubicBezTo>
                <a:cubicBezTo>
                  <a:pt x="475057" y="48724"/>
                  <a:pt x="473456" y="55348"/>
                  <a:pt x="473456" y="63763"/>
                </a:cubicBezTo>
                <a:lnTo>
                  <a:pt x="473456" y="66613"/>
                </a:lnTo>
                <a:lnTo>
                  <a:pt x="495606" y="66613"/>
                </a:lnTo>
                <a:close/>
                <a:moveTo>
                  <a:pt x="599190" y="2443"/>
                </a:moveTo>
                <a:lnTo>
                  <a:pt x="599190" y="90066"/>
                </a:lnTo>
                <a:cubicBezTo>
                  <a:pt x="599190" y="95924"/>
                  <a:pt x="599353" y="99390"/>
                  <a:pt x="599678" y="100464"/>
                </a:cubicBezTo>
                <a:cubicBezTo>
                  <a:pt x="600113" y="102238"/>
                  <a:pt x="600940" y="103556"/>
                  <a:pt x="602162" y="104416"/>
                </a:cubicBezTo>
                <a:cubicBezTo>
                  <a:pt x="603384" y="105274"/>
                  <a:pt x="605514" y="105811"/>
                  <a:pt x="608555" y="106027"/>
                </a:cubicBezTo>
                <a:lnTo>
                  <a:pt x="608555" y="108958"/>
                </a:lnTo>
                <a:lnTo>
                  <a:pt x="576388" y="115147"/>
                </a:lnTo>
                <a:lnTo>
                  <a:pt x="576388" y="103095"/>
                </a:lnTo>
                <a:cubicBezTo>
                  <a:pt x="572534" y="107764"/>
                  <a:pt x="569100" y="110940"/>
                  <a:pt x="566087" y="112623"/>
                </a:cubicBezTo>
                <a:cubicBezTo>
                  <a:pt x="563074" y="114306"/>
                  <a:pt x="559667" y="115147"/>
                  <a:pt x="555867" y="115147"/>
                </a:cubicBezTo>
                <a:cubicBezTo>
                  <a:pt x="546149" y="115147"/>
                  <a:pt x="538467" y="110800"/>
                  <a:pt x="532821" y="102105"/>
                </a:cubicBezTo>
                <a:cubicBezTo>
                  <a:pt x="528261" y="95041"/>
                  <a:pt x="525981" y="86373"/>
                  <a:pt x="525981" y="76102"/>
                </a:cubicBezTo>
                <a:cubicBezTo>
                  <a:pt x="525981" y="67896"/>
                  <a:pt x="527392" y="60546"/>
                  <a:pt x="530215" y="54052"/>
                </a:cubicBezTo>
                <a:cubicBezTo>
                  <a:pt x="533038" y="47557"/>
                  <a:pt x="536906" y="42653"/>
                  <a:pt x="541820" y="39338"/>
                </a:cubicBezTo>
                <a:cubicBezTo>
                  <a:pt x="546733" y="36023"/>
                  <a:pt x="552012" y="34365"/>
                  <a:pt x="557658" y="34365"/>
                </a:cubicBezTo>
                <a:cubicBezTo>
                  <a:pt x="561296" y="34365"/>
                  <a:pt x="564526" y="35077"/>
                  <a:pt x="567349" y="36500"/>
                </a:cubicBezTo>
                <a:cubicBezTo>
                  <a:pt x="570172" y="37924"/>
                  <a:pt x="573185" y="40415"/>
                  <a:pt x="576388" y="43974"/>
                </a:cubicBezTo>
                <a:lnTo>
                  <a:pt x="576388" y="21010"/>
                </a:lnTo>
                <a:cubicBezTo>
                  <a:pt x="576388" y="15201"/>
                  <a:pt x="576144" y="11699"/>
                  <a:pt x="575655" y="10505"/>
                </a:cubicBezTo>
                <a:cubicBezTo>
                  <a:pt x="575004" y="8931"/>
                  <a:pt x="574027" y="7763"/>
                  <a:pt x="572724" y="7003"/>
                </a:cubicBezTo>
                <a:cubicBezTo>
                  <a:pt x="571421" y="6243"/>
                  <a:pt x="568978" y="5863"/>
                  <a:pt x="565395" y="5863"/>
                </a:cubicBezTo>
                <a:lnTo>
                  <a:pt x="565395" y="2443"/>
                </a:lnTo>
                <a:lnTo>
                  <a:pt x="599190" y="2443"/>
                </a:lnTo>
                <a:moveTo>
                  <a:pt x="576388" y="53909"/>
                </a:moveTo>
                <a:cubicBezTo>
                  <a:pt x="572371" y="46309"/>
                  <a:pt x="567458" y="42508"/>
                  <a:pt x="561649" y="42508"/>
                </a:cubicBezTo>
                <a:cubicBezTo>
                  <a:pt x="559640" y="42508"/>
                  <a:pt x="557984" y="43051"/>
                  <a:pt x="556681" y="44137"/>
                </a:cubicBezTo>
                <a:cubicBezTo>
                  <a:pt x="554673" y="45820"/>
                  <a:pt x="553030" y="48779"/>
                  <a:pt x="551755" y="53013"/>
                </a:cubicBezTo>
                <a:cubicBezTo>
                  <a:pt x="550479" y="57248"/>
                  <a:pt x="549841" y="63735"/>
                  <a:pt x="549841" y="72476"/>
                </a:cubicBezTo>
                <a:cubicBezTo>
                  <a:pt x="549841" y="82085"/>
                  <a:pt x="550547" y="89197"/>
                  <a:pt x="551958" y="93812"/>
                </a:cubicBezTo>
                <a:cubicBezTo>
                  <a:pt x="553370" y="98426"/>
                  <a:pt x="555297" y="101765"/>
                  <a:pt x="557740" y="103828"/>
                </a:cubicBezTo>
                <a:cubicBezTo>
                  <a:pt x="558989" y="104859"/>
                  <a:pt x="560699" y="105375"/>
                  <a:pt x="562870" y="105375"/>
                </a:cubicBezTo>
                <a:cubicBezTo>
                  <a:pt x="567648" y="105375"/>
                  <a:pt x="572154" y="101617"/>
                  <a:pt x="576388" y="94102"/>
                </a:cubicBezTo>
                <a:lnTo>
                  <a:pt x="576388" y="53909"/>
                </a:lnTo>
                <a:close/>
                <a:moveTo>
                  <a:pt x="728180" y="54316"/>
                </a:moveTo>
                <a:cubicBezTo>
                  <a:pt x="738658" y="56759"/>
                  <a:pt x="746014" y="59718"/>
                  <a:pt x="750248" y="63193"/>
                </a:cubicBezTo>
                <a:cubicBezTo>
                  <a:pt x="756329" y="68133"/>
                  <a:pt x="759369" y="74539"/>
                  <a:pt x="759369" y="82411"/>
                </a:cubicBezTo>
                <a:cubicBezTo>
                  <a:pt x="759369" y="90717"/>
                  <a:pt x="756030" y="97585"/>
                  <a:pt x="749353" y="103014"/>
                </a:cubicBezTo>
                <a:cubicBezTo>
                  <a:pt x="741155" y="109583"/>
                  <a:pt x="729239" y="112867"/>
                  <a:pt x="713603" y="112867"/>
                </a:cubicBezTo>
                <a:lnTo>
                  <a:pt x="657495" y="112867"/>
                </a:lnTo>
                <a:lnTo>
                  <a:pt x="657495" y="109936"/>
                </a:lnTo>
                <a:cubicBezTo>
                  <a:pt x="662599" y="109936"/>
                  <a:pt x="666060" y="109458"/>
                  <a:pt x="667878" y="108503"/>
                </a:cubicBezTo>
                <a:cubicBezTo>
                  <a:pt x="669697" y="107548"/>
                  <a:pt x="670973" y="106307"/>
                  <a:pt x="671706" y="104780"/>
                </a:cubicBezTo>
                <a:cubicBezTo>
                  <a:pt x="672439" y="103253"/>
                  <a:pt x="672805" y="99488"/>
                  <a:pt x="672805" y="93486"/>
                </a:cubicBezTo>
                <a:lnTo>
                  <a:pt x="672805" y="21824"/>
                </a:lnTo>
                <a:cubicBezTo>
                  <a:pt x="672805" y="15822"/>
                  <a:pt x="672439" y="12044"/>
                  <a:pt x="671706" y="10490"/>
                </a:cubicBezTo>
                <a:cubicBezTo>
                  <a:pt x="670973" y="8934"/>
                  <a:pt x="669683" y="7693"/>
                  <a:pt x="667838" y="6767"/>
                </a:cubicBezTo>
                <a:cubicBezTo>
                  <a:pt x="665992" y="5839"/>
                  <a:pt x="662544" y="5375"/>
                  <a:pt x="657495" y="5375"/>
                </a:cubicBezTo>
                <a:lnTo>
                  <a:pt x="657495" y="2443"/>
                </a:lnTo>
                <a:lnTo>
                  <a:pt x="710427" y="2443"/>
                </a:lnTo>
                <a:cubicBezTo>
                  <a:pt x="723077" y="2443"/>
                  <a:pt x="732034" y="3570"/>
                  <a:pt x="737300" y="5823"/>
                </a:cubicBezTo>
                <a:cubicBezTo>
                  <a:pt x="742567" y="8076"/>
                  <a:pt x="746720" y="11441"/>
                  <a:pt x="749760" y="15920"/>
                </a:cubicBezTo>
                <a:cubicBezTo>
                  <a:pt x="752800" y="20399"/>
                  <a:pt x="754320" y="25163"/>
                  <a:pt x="754320" y="30212"/>
                </a:cubicBezTo>
                <a:cubicBezTo>
                  <a:pt x="754320" y="35532"/>
                  <a:pt x="752393" y="40269"/>
                  <a:pt x="748538" y="44422"/>
                </a:cubicBezTo>
                <a:cubicBezTo>
                  <a:pt x="744684" y="48575"/>
                  <a:pt x="737898" y="51873"/>
                  <a:pt x="728180" y="54316"/>
                </a:cubicBezTo>
                <a:moveTo>
                  <a:pt x="698538" y="52118"/>
                </a:moveTo>
                <a:cubicBezTo>
                  <a:pt x="706247" y="52118"/>
                  <a:pt x="711934" y="51249"/>
                  <a:pt x="715598" y="49512"/>
                </a:cubicBezTo>
                <a:cubicBezTo>
                  <a:pt x="719263" y="47774"/>
                  <a:pt x="722072" y="45331"/>
                  <a:pt x="724027" y="42183"/>
                </a:cubicBezTo>
                <a:cubicBezTo>
                  <a:pt x="725981" y="39034"/>
                  <a:pt x="726958" y="35016"/>
                  <a:pt x="726958" y="30130"/>
                </a:cubicBezTo>
                <a:cubicBezTo>
                  <a:pt x="726958" y="25244"/>
                  <a:pt x="725995" y="21241"/>
                  <a:pt x="724067" y="18119"/>
                </a:cubicBezTo>
                <a:cubicBezTo>
                  <a:pt x="722140" y="14997"/>
                  <a:pt x="719385" y="12622"/>
                  <a:pt x="715802" y="10994"/>
                </a:cubicBezTo>
                <a:cubicBezTo>
                  <a:pt x="712219" y="9365"/>
                  <a:pt x="706464" y="8578"/>
                  <a:pt x="698538" y="8632"/>
                </a:cubicBezTo>
                <a:lnTo>
                  <a:pt x="698538" y="52118"/>
                </a:lnTo>
                <a:moveTo>
                  <a:pt x="698538" y="58469"/>
                </a:moveTo>
                <a:lnTo>
                  <a:pt x="698538" y="93893"/>
                </a:lnTo>
                <a:lnTo>
                  <a:pt x="698457" y="97914"/>
                </a:lnTo>
                <a:cubicBezTo>
                  <a:pt x="698457" y="100808"/>
                  <a:pt x="699203" y="102992"/>
                  <a:pt x="700696" y="104467"/>
                </a:cubicBezTo>
                <a:cubicBezTo>
                  <a:pt x="702189" y="105941"/>
                  <a:pt x="704401" y="106678"/>
                  <a:pt x="707333" y="106678"/>
                </a:cubicBezTo>
                <a:cubicBezTo>
                  <a:pt x="711676" y="106678"/>
                  <a:pt x="715680" y="105718"/>
                  <a:pt x="719344" y="103797"/>
                </a:cubicBezTo>
                <a:cubicBezTo>
                  <a:pt x="723009" y="101877"/>
                  <a:pt x="725818" y="99090"/>
                  <a:pt x="727773" y="95438"/>
                </a:cubicBezTo>
                <a:cubicBezTo>
                  <a:pt x="729727" y="91785"/>
                  <a:pt x="730704" y="87713"/>
                  <a:pt x="730704" y="83223"/>
                </a:cubicBezTo>
                <a:cubicBezTo>
                  <a:pt x="730704" y="78084"/>
                  <a:pt x="729510" y="73472"/>
                  <a:pt x="727121" y="69387"/>
                </a:cubicBezTo>
                <a:cubicBezTo>
                  <a:pt x="724733" y="65301"/>
                  <a:pt x="721448" y="62447"/>
                  <a:pt x="717268" y="60823"/>
                </a:cubicBezTo>
                <a:cubicBezTo>
                  <a:pt x="713088" y="59200"/>
                  <a:pt x="706844" y="58415"/>
                  <a:pt x="698538" y="58469"/>
                </a:cubicBezTo>
                <a:close/>
                <a:moveTo>
                  <a:pt x="789174" y="0"/>
                </a:moveTo>
                <a:cubicBezTo>
                  <a:pt x="792702" y="0"/>
                  <a:pt x="795688" y="1239"/>
                  <a:pt x="798131" y="3718"/>
                </a:cubicBezTo>
                <a:cubicBezTo>
                  <a:pt x="800574" y="6195"/>
                  <a:pt x="801796" y="9177"/>
                  <a:pt x="801796" y="12663"/>
                </a:cubicBezTo>
                <a:cubicBezTo>
                  <a:pt x="801796" y="16149"/>
                  <a:pt x="800561" y="19118"/>
                  <a:pt x="798091" y="21570"/>
                </a:cubicBezTo>
                <a:cubicBezTo>
                  <a:pt x="795620" y="24020"/>
                  <a:pt x="792648" y="25244"/>
                  <a:pt x="789174" y="25244"/>
                </a:cubicBezTo>
                <a:cubicBezTo>
                  <a:pt x="785699" y="25244"/>
                  <a:pt x="782740" y="24020"/>
                  <a:pt x="780297" y="21570"/>
                </a:cubicBezTo>
                <a:cubicBezTo>
                  <a:pt x="777854" y="19118"/>
                  <a:pt x="776633" y="16149"/>
                  <a:pt x="776633" y="12663"/>
                </a:cubicBezTo>
                <a:cubicBezTo>
                  <a:pt x="776633" y="9177"/>
                  <a:pt x="777854" y="6195"/>
                  <a:pt x="780297" y="3718"/>
                </a:cubicBezTo>
                <a:cubicBezTo>
                  <a:pt x="782740" y="1239"/>
                  <a:pt x="785699" y="0"/>
                  <a:pt x="789174" y="0"/>
                </a:cubicBezTo>
                <a:moveTo>
                  <a:pt x="800574" y="36645"/>
                </a:moveTo>
                <a:lnTo>
                  <a:pt x="800574" y="97069"/>
                </a:lnTo>
                <a:cubicBezTo>
                  <a:pt x="800574" y="102444"/>
                  <a:pt x="801199" y="105877"/>
                  <a:pt x="802447" y="107370"/>
                </a:cubicBezTo>
                <a:cubicBezTo>
                  <a:pt x="803696" y="108863"/>
                  <a:pt x="806139" y="109718"/>
                  <a:pt x="809776" y="109936"/>
                </a:cubicBezTo>
                <a:lnTo>
                  <a:pt x="809776" y="112867"/>
                </a:lnTo>
                <a:lnTo>
                  <a:pt x="768652" y="112867"/>
                </a:lnTo>
                <a:lnTo>
                  <a:pt x="768652" y="109936"/>
                </a:lnTo>
                <a:cubicBezTo>
                  <a:pt x="772018" y="109827"/>
                  <a:pt x="774516" y="108850"/>
                  <a:pt x="776144" y="107004"/>
                </a:cubicBezTo>
                <a:cubicBezTo>
                  <a:pt x="777230" y="105755"/>
                  <a:pt x="777773" y="102444"/>
                  <a:pt x="777773" y="97069"/>
                </a:cubicBezTo>
                <a:lnTo>
                  <a:pt x="777773" y="52606"/>
                </a:lnTo>
                <a:cubicBezTo>
                  <a:pt x="777773" y="47164"/>
                  <a:pt x="777149" y="43687"/>
                  <a:pt x="775900" y="42175"/>
                </a:cubicBezTo>
                <a:cubicBezTo>
                  <a:pt x="774651" y="40663"/>
                  <a:pt x="772235" y="39797"/>
                  <a:pt x="768652" y="39577"/>
                </a:cubicBezTo>
                <a:lnTo>
                  <a:pt x="768652" y="36645"/>
                </a:lnTo>
                <a:lnTo>
                  <a:pt x="800574" y="36645"/>
                </a:lnTo>
                <a:close/>
                <a:moveTo>
                  <a:pt x="848294" y="36645"/>
                </a:moveTo>
                <a:lnTo>
                  <a:pt x="848294" y="46580"/>
                </a:lnTo>
                <a:cubicBezTo>
                  <a:pt x="852203" y="42317"/>
                  <a:pt x="855949" y="39215"/>
                  <a:pt x="859532" y="37276"/>
                </a:cubicBezTo>
                <a:cubicBezTo>
                  <a:pt x="863115" y="35335"/>
                  <a:pt x="866969" y="34365"/>
                  <a:pt x="871095" y="34365"/>
                </a:cubicBezTo>
                <a:cubicBezTo>
                  <a:pt x="876036" y="34365"/>
                  <a:pt x="880135" y="35738"/>
                  <a:pt x="883392" y="38483"/>
                </a:cubicBezTo>
                <a:cubicBezTo>
                  <a:pt x="886649" y="41228"/>
                  <a:pt x="888821" y="44638"/>
                  <a:pt x="889907" y="48715"/>
                </a:cubicBezTo>
                <a:cubicBezTo>
                  <a:pt x="890775" y="51815"/>
                  <a:pt x="891210" y="57768"/>
                  <a:pt x="891210" y="66575"/>
                </a:cubicBezTo>
                <a:lnTo>
                  <a:pt x="891210" y="96255"/>
                </a:lnTo>
                <a:cubicBezTo>
                  <a:pt x="891210" y="102118"/>
                  <a:pt x="891739" y="105769"/>
                  <a:pt x="892798" y="107207"/>
                </a:cubicBezTo>
                <a:cubicBezTo>
                  <a:pt x="893856" y="108646"/>
                  <a:pt x="896068" y="109555"/>
                  <a:pt x="899434" y="109936"/>
                </a:cubicBezTo>
                <a:lnTo>
                  <a:pt x="899434" y="112867"/>
                </a:lnTo>
                <a:lnTo>
                  <a:pt x="860916" y="112867"/>
                </a:lnTo>
                <a:lnTo>
                  <a:pt x="860916" y="109936"/>
                </a:lnTo>
                <a:cubicBezTo>
                  <a:pt x="863794" y="109555"/>
                  <a:pt x="865857" y="108361"/>
                  <a:pt x="867105" y="106352"/>
                </a:cubicBezTo>
                <a:cubicBezTo>
                  <a:pt x="867974" y="104995"/>
                  <a:pt x="868408" y="101629"/>
                  <a:pt x="868408" y="96255"/>
                </a:cubicBezTo>
                <a:lnTo>
                  <a:pt x="868408" y="62378"/>
                </a:lnTo>
                <a:cubicBezTo>
                  <a:pt x="868408" y="56135"/>
                  <a:pt x="868164" y="52199"/>
                  <a:pt x="867675" y="50570"/>
                </a:cubicBezTo>
                <a:cubicBezTo>
                  <a:pt x="867187" y="48942"/>
                  <a:pt x="866359" y="47679"/>
                  <a:pt x="865192" y="46784"/>
                </a:cubicBezTo>
                <a:cubicBezTo>
                  <a:pt x="864024" y="45888"/>
                  <a:pt x="862735" y="45440"/>
                  <a:pt x="861323" y="45440"/>
                </a:cubicBezTo>
                <a:cubicBezTo>
                  <a:pt x="856655" y="45440"/>
                  <a:pt x="852311" y="48806"/>
                  <a:pt x="848294" y="55538"/>
                </a:cubicBezTo>
                <a:lnTo>
                  <a:pt x="848294" y="96255"/>
                </a:lnTo>
                <a:cubicBezTo>
                  <a:pt x="848294" y="101955"/>
                  <a:pt x="848823" y="105565"/>
                  <a:pt x="849882" y="107085"/>
                </a:cubicBezTo>
                <a:cubicBezTo>
                  <a:pt x="850941" y="108605"/>
                  <a:pt x="852909" y="109555"/>
                  <a:pt x="855786" y="109936"/>
                </a:cubicBezTo>
                <a:lnTo>
                  <a:pt x="855786" y="112867"/>
                </a:lnTo>
                <a:lnTo>
                  <a:pt x="817268" y="112867"/>
                </a:lnTo>
                <a:lnTo>
                  <a:pt x="817268" y="109936"/>
                </a:lnTo>
                <a:cubicBezTo>
                  <a:pt x="820471" y="109610"/>
                  <a:pt x="822751" y="108578"/>
                  <a:pt x="824108" y="106841"/>
                </a:cubicBezTo>
                <a:cubicBezTo>
                  <a:pt x="825031" y="105647"/>
                  <a:pt x="825493" y="102118"/>
                  <a:pt x="825493" y="96255"/>
                </a:cubicBezTo>
                <a:lnTo>
                  <a:pt x="825493" y="53258"/>
                </a:lnTo>
                <a:cubicBezTo>
                  <a:pt x="825493" y="47433"/>
                  <a:pt x="824963" y="43807"/>
                  <a:pt x="823905" y="42379"/>
                </a:cubicBezTo>
                <a:cubicBezTo>
                  <a:pt x="822846" y="40950"/>
                  <a:pt x="820634" y="40016"/>
                  <a:pt x="817268" y="39577"/>
                </a:cubicBezTo>
                <a:lnTo>
                  <a:pt x="817268" y="36645"/>
                </a:lnTo>
                <a:lnTo>
                  <a:pt x="848294" y="366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Decompiled">
            <a:extLst xmlns:a="http://schemas.openxmlformats.org/drawingml/2006/main">
              <a:ext uri="{FF2B5EF4-FFF2-40B4-BE49-F238E27FC236}">
                <a16:creationId xmlns:a16="http://schemas.microsoft.com/office/drawing/2014/main" id="{5BD26D7B-4381-40AC-B82D-85B347D0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972" y="3496553"/>
            <a:ext cx="837056" cy="148535"/>
          </a:xfrm>
          <a:custGeom xmlns:a="http://schemas.openxmlformats.org/drawingml/2006/main">
            <a:pathLst>
              <a:path w="837056" h="148535">
                <a:moveTo>
                  <a:pt x="0" y="112867"/>
                </a:moveTo>
                <a:lnTo>
                  <a:pt x="0" y="109936"/>
                </a:lnTo>
                <a:lnTo>
                  <a:pt x="3665" y="109936"/>
                </a:lnTo>
                <a:cubicBezTo>
                  <a:pt x="6868" y="109936"/>
                  <a:pt x="9324" y="109431"/>
                  <a:pt x="11034" y="108421"/>
                </a:cubicBezTo>
                <a:cubicBezTo>
                  <a:pt x="12744" y="107412"/>
                  <a:pt x="14007" y="106034"/>
                  <a:pt x="14821" y="104289"/>
                </a:cubicBezTo>
                <a:cubicBezTo>
                  <a:pt x="15310" y="103142"/>
                  <a:pt x="15554" y="99704"/>
                  <a:pt x="15554" y="93974"/>
                </a:cubicBezTo>
                <a:lnTo>
                  <a:pt x="15554" y="21336"/>
                </a:lnTo>
                <a:cubicBezTo>
                  <a:pt x="15554" y="15661"/>
                  <a:pt x="15255" y="12114"/>
                  <a:pt x="14658" y="10696"/>
                </a:cubicBezTo>
                <a:cubicBezTo>
                  <a:pt x="14061" y="9276"/>
                  <a:pt x="12853" y="8034"/>
                  <a:pt x="11034" y="6970"/>
                </a:cubicBezTo>
                <a:cubicBezTo>
                  <a:pt x="9216" y="5906"/>
                  <a:pt x="6759" y="5375"/>
                  <a:pt x="3665" y="5375"/>
                </a:cubicBezTo>
                <a:lnTo>
                  <a:pt x="0" y="5375"/>
                </a:lnTo>
                <a:lnTo>
                  <a:pt x="0" y="2443"/>
                </a:lnTo>
                <a:lnTo>
                  <a:pt x="49430" y="2443"/>
                </a:lnTo>
                <a:cubicBezTo>
                  <a:pt x="62623" y="2443"/>
                  <a:pt x="73236" y="4235"/>
                  <a:pt x="81271" y="7818"/>
                </a:cubicBezTo>
                <a:cubicBezTo>
                  <a:pt x="91097" y="12215"/>
                  <a:pt x="98548" y="18865"/>
                  <a:pt x="103624" y="27769"/>
                </a:cubicBezTo>
                <a:cubicBezTo>
                  <a:pt x="108700" y="36672"/>
                  <a:pt x="111238" y="46743"/>
                  <a:pt x="111238" y="57981"/>
                </a:cubicBezTo>
                <a:cubicBezTo>
                  <a:pt x="111238" y="65744"/>
                  <a:pt x="109990" y="72897"/>
                  <a:pt x="107493" y="79439"/>
                </a:cubicBezTo>
                <a:cubicBezTo>
                  <a:pt x="104995" y="85980"/>
                  <a:pt x="101765" y="91382"/>
                  <a:pt x="97802" y="95644"/>
                </a:cubicBezTo>
                <a:cubicBezTo>
                  <a:pt x="93839" y="99906"/>
                  <a:pt x="89265" y="103326"/>
                  <a:pt x="84080" y="105905"/>
                </a:cubicBezTo>
                <a:cubicBezTo>
                  <a:pt x="78896" y="108483"/>
                  <a:pt x="72557" y="110478"/>
                  <a:pt x="65066" y="111890"/>
                </a:cubicBezTo>
                <a:cubicBezTo>
                  <a:pt x="61754" y="112541"/>
                  <a:pt x="56542" y="112867"/>
                  <a:pt x="49430" y="112867"/>
                </a:cubicBezTo>
                <a:lnTo>
                  <a:pt x="0" y="112867"/>
                </a:lnTo>
                <a:moveTo>
                  <a:pt x="42101" y="8632"/>
                </a:moveTo>
                <a:lnTo>
                  <a:pt x="42101" y="94718"/>
                </a:lnTo>
                <a:cubicBezTo>
                  <a:pt x="42101" y="99274"/>
                  <a:pt x="42318" y="102069"/>
                  <a:pt x="42753" y="103100"/>
                </a:cubicBezTo>
                <a:cubicBezTo>
                  <a:pt x="43187" y="104130"/>
                  <a:pt x="43920" y="104915"/>
                  <a:pt x="44951" y="105457"/>
                </a:cubicBezTo>
                <a:cubicBezTo>
                  <a:pt x="46417" y="106271"/>
                  <a:pt x="48534" y="106678"/>
                  <a:pt x="51303" y="106678"/>
                </a:cubicBezTo>
                <a:cubicBezTo>
                  <a:pt x="60370" y="106678"/>
                  <a:pt x="67291" y="103586"/>
                  <a:pt x="72069" y="97402"/>
                </a:cubicBezTo>
                <a:cubicBezTo>
                  <a:pt x="78584" y="89049"/>
                  <a:pt x="81841" y="76085"/>
                  <a:pt x="81841" y="58510"/>
                </a:cubicBezTo>
                <a:cubicBezTo>
                  <a:pt x="81841" y="44353"/>
                  <a:pt x="79615" y="33043"/>
                  <a:pt x="75163" y="24580"/>
                </a:cubicBezTo>
                <a:cubicBezTo>
                  <a:pt x="71635" y="17962"/>
                  <a:pt x="67101" y="13459"/>
                  <a:pt x="61564" y="11072"/>
                </a:cubicBezTo>
                <a:cubicBezTo>
                  <a:pt x="57655" y="9391"/>
                  <a:pt x="51168" y="8578"/>
                  <a:pt x="42101" y="8632"/>
                </a:cubicBezTo>
                <a:close/>
                <a:moveTo>
                  <a:pt x="188356" y="71987"/>
                </a:moveTo>
                <a:lnTo>
                  <a:pt x="146581" y="71987"/>
                </a:lnTo>
                <a:cubicBezTo>
                  <a:pt x="147069" y="82112"/>
                  <a:pt x="149757" y="90114"/>
                  <a:pt x="154643" y="95993"/>
                </a:cubicBezTo>
                <a:cubicBezTo>
                  <a:pt x="158389" y="100510"/>
                  <a:pt x="162895" y="102769"/>
                  <a:pt x="168161" y="102769"/>
                </a:cubicBezTo>
                <a:cubicBezTo>
                  <a:pt x="171418" y="102769"/>
                  <a:pt x="174377" y="101860"/>
                  <a:pt x="177037" y="100041"/>
                </a:cubicBezTo>
                <a:cubicBezTo>
                  <a:pt x="179697" y="98223"/>
                  <a:pt x="182547" y="94952"/>
                  <a:pt x="185587" y="90229"/>
                </a:cubicBezTo>
                <a:lnTo>
                  <a:pt x="188356" y="92020"/>
                </a:lnTo>
                <a:cubicBezTo>
                  <a:pt x="184230" y="100435"/>
                  <a:pt x="179670" y="106393"/>
                  <a:pt x="174675" y="109895"/>
                </a:cubicBezTo>
                <a:cubicBezTo>
                  <a:pt x="169681" y="113396"/>
                  <a:pt x="163899" y="115147"/>
                  <a:pt x="157330" y="115147"/>
                </a:cubicBezTo>
                <a:cubicBezTo>
                  <a:pt x="146038" y="115147"/>
                  <a:pt x="137487" y="110800"/>
                  <a:pt x="131678" y="102105"/>
                </a:cubicBezTo>
                <a:cubicBezTo>
                  <a:pt x="127009" y="95095"/>
                  <a:pt x="124675" y="86400"/>
                  <a:pt x="124675" y="76021"/>
                </a:cubicBezTo>
                <a:cubicBezTo>
                  <a:pt x="124675" y="63304"/>
                  <a:pt x="128109" y="53182"/>
                  <a:pt x="134976" y="45656"/>
                </a:cubicBezTo>
                <a:cubicBezTo>
                  <a:pt x="141844" y="38129"/>
                  <a:pt x="149892" y="34365"/>
                  <a:pt x="159121" y="34365"/>
                </a:cubicBezTo>
                <a:cubicBezTo>
                  <a:pt x="166831" y="34365"/>
                  <a:pt x="173522" y="37527"/>
                  <a:pt x="179195" y="43852"/>
                </a:cubicBezTo>
                <a:cubicBezTo>
                  <a:pt x="184868" y="50177"/>
                  <a:pt x="187922" y="59555"/>
                  <a:pt x="188356" y="71987"/>
                </a:cubicBezTo>
                <a:moveTo>
                  <a:pt x="168324" y="66613"/>
                </a:moveTo>
                <a:cubicBezTo>
                  <a:pt x="168324" y="57872"/>
                  <a:pt x="167848" y="51873"/>
                  <a:pt x="166898" y="48616"/>
                </a:cubicBezTo>
                <a:cubicBezTo>
                  <a:pt x="165948" y="45359"/>
                  <a:pt x="164469" y="42888"/>
                  <a:pt x="162460" y="41205"/>
                </a:cubicBezTo>
                <a:cubicBezTo>
                  <a:pt x="161320" y="40228"/>
                  <a:pt x="159800" y="39740"/>
                  <a:pt x="157900" y="39740"/>
                </a:cubicBezTo>
                <a:cubicBezTo>
                  <a:pt x="155077" y="39740"/>
                  <a:pt x="152770" y="41124"/>
                  <a:pt x="150978" y="43893"/>
                </a:cubicBezTo>
                <a:cubicBezTo>
                  <a:pt x="147775" y="48724"/>
                  <a:pt x="146174" y="55348"/>
                  <a:pt x="146174" y="63763"/>
                </a:cubicBezTo>
                <a:lnTo>
                  <a:pt x="146174" y="66613"/>
                </a:lnTo>
                <a:lnTo>
                  <a:pt x="168324" y="66613"/>
                </a:lnTo>
                <a:close/>
                <a:moveTo>
                  <a:pt x="260018" y="93178"/>
                </a:moveTo>
                <a:lnTo>
                  <a:pt x="262542" y="95130"/>
                </a:lnTo>
                <a:cubicBezTo>
                  <a:pt x="258959" y="101884"/>
                  <a:pt x="254494" y="106909"/>
                  <a:pt x="249146" y="110205"/>
                </a:cubicBezTo>
                <a:cubicBezTo>
                  <a:pt x="243799" y="113500"/>
                  <a:pt x="238112" y="115147"/>
                  <a:pt x="232086" y="115147"/>
                </a:cubicBezTo>
                <a:cubicBezTo>
                  <a:pt x="221934" y="115147"/>
                  <a:pt x="213818" y="111316"/>
                  <a:pt x="207737" y="103655"/>
                </a:cubicBezTo>
                <a:cubicBezTo>
                  <a:pt x="201657" y="95992"/>
                  <a:pt x="198617" y="86780"/>
                  <a:pt x="198617" y="76021"/>
                </a:cubicBezTo>
                <a:cubicBezTo>
                  <a:pt x="198617" y="65640"/>
                  <a:pt x="201385" y="56510"/>
                  <a:pt x="206923" y="48631"/>
                </a:cubicBezTo>
                <a:cubicBezTo>
                  <a:pt x="213600" y="39120"/>
                  <a:pt x="222802" y="34365"/>
                  <a:pt x="234529" y="34365"/>
                </a:cubicBezTo>
                <a:cubicBezTo>
                  <a:pt x="242401" y="34365"/>
                  <a:pt x="248658" y="36353"/>
                  <a:pt x="253299" y="40327"/>
                </a:cubicBezTo>
                <a:cubicBezTo>
                  <a:pt x="257941" y="44301"/>
                  <a:pt x="260262" y="48737"/>
                  <a:pt x="260262" y="53637"/>
                </a:cubicBezTo>
                <a:cubicBezTo>
                  <a:pt x="260262" y="56740"/>
                  <a:pt x="259326" y="59217"/>
                  <a:pt x="257453" y="61068"/>
                </a:cubicBezTo>
                <a:cubicBezTo>
                  <a:pt x="255580" y="62919"/>
                  <a:pt x="253123" y="63844"/>
                  <a:pt x="250083" y="63844"/>
                </a:cubicBezTo>
                <a:cubicBezTo>
                  <a:pt x="246880" y="63844"/>
                  <a:pt x="244233" y="62782"/>
                  <a:pt x="242143" y="60658"/>
                </a:cubicBezTo>
                <a:cubicBezTo>
                  <a:pt x="240053" y="58532"/>
                  <a:pt x="238764" y="54746"/>
                  <a:pt x="238275" y="49298"/>
                </a:cubicBezTo>
                <a:cubicBezTo>
                  <a:pt x="237949" y="45866"/>
                  <a:pt x="237162" y="43469"/>
                  <a:pt x="235913" y="42106"/>
                </a:cubicBezTo>
                <a:cubicBezTo>
                  <a:pt x="234665" y="40746"/>
                  <a:pt x="233199" y="40065"/>
                  <a:pt x="231516" y="40065"/>
                </a:cubicBezTo>
                <a:cubicBezTo>
                  <a:pt x="228910" y="40065"/>
                  <a:pt x="226684" y="41450"/>
                  <a:pt x="224838" y="44219"/>
                </a:cubicBezTo>
                <a:cubicBezTo>
                  <a:pt x="222015" y="48399"/>
                  <a:pt x="220604" y="54805"/>
                  <a:pt x="220604" y="63437"/>
                </a:cubicBezTo>
                <a:cubicBezTo>
                  <a:pt x="220604" y="70603"/>
                  <a:pt x="221744" y="77457"/>
                  <a:pt x="224024" y="83999"/>
                </a:cubicBezTo>
                <a:cubicBezTo>
                  <a:pt x="226304" y="90541"/>
                  <a:pt x="229426" y="95413"/>
                  <a:pt x="233389" y="98616"/>
                </a:cubicBezTo>
                <a:cubicBezTo>
                  <a:pt x="236375" y="100951"/>
                  <a:pt x="239904" y="102118"/>
                  <a:pt x="243975" y="102118"/>
                </a:cubicBezTo>
                <a:cubicBezTo>
                  <a:pt x="246635" y="102118"/>
                  <a:pt x="249160" y="101495"/>
                  <a:pt x="251549" y="100250"/>
                </a:cubicBezTo>
                <a:cubicBezTo>
                  <a:pt x="253937" y="99003"/>
                  <a:pt x="256760" y="96646"/>
                  <a:pt x="260018" y="93178"/>
                </a:cubicBezTo>
                <a:close/>
                <a:moveTo>
                  <a:pt x="307819" y="34365"/>
                </a:moveTo>
                <a:cubicBezTo>
                  <a:pt x="314442" y="34365"/>
                  <a:pt x="320604" y="36077"/>
                  <a:pt x="326305" y="39500"/>
                </a:cubicBezTo>
                <a:cubicBezTo>
                  <a:pt x="332005" y="42924"/>
                  <a:pt x="336335" y="47788"/>
                  <a:pt x="339293" y="54092"/>
                </a:cubicBezTo>
                <a:cubicBezTo>
                  <a:pt x="342252" y="60397"/>
                  <a:pt x="343731" y="67298"/>
                  <a:pt x="343731" y="74797"/>
                </a:cubicBezTo>
                <a:cubicBezTo>
                  <a:pt x="343731" y="85611"/>
                  <a:pt x="340990" y="94659"/>
                  <a:pt x="335507" y="101942"/>
                </a:cubicBezTo>
                <a:cubicBezTo>
                  <a:pt x="328883" y="110746"/>
                  <a:pt x="319736" y="115147"/>
                  <a:pt x="308063" y="115147"/>
                </a:cubicBezTo>
                <a:cubicBezTo>
                  <a:pt x="296608" y="115147"/>
                  <a:pt x="287786" y="111126"/>
                  <a:pt x="281597" y="103082"/>
                </a:cubicBezTo>
                <a:cubicBezTo>
                  <a:pt x="275409" y="95039"/>
                  <a:pt x="272314" y="85719"/>
                  <a:pt x="272314" y="75123"/>
                </a:cubicBezTo>
                <a:cubicBezTo>
                  <a:pt x="272314" y="64200"/>
                  <a:pt x="275476" y="54677"/>
                  <a:pt x="281801" y="46552"/>
                </a:cubicBezTo>
                <a:cubicBezTo>
                  <a:pt x="288126" y="38427"/>
                  <a:pt x="296798" y="34365"/>
                  <a:pt x="307819" y="34365"/>
                </a:cubicBezTo>
                <a:moveTo>
                  <a:pt x="308145" y="40065"/>
                </a:moveTo>
                <a:cubicBezTo>
                  <a:pt x="305376" y="40065"/>
                  <a:pt x="303001" y="41112"/>
                  <a:pt x="301019" y="43206"/>
                </a:cubicBezTo>
                <a:cubicBezTo>
                  <a:pt x="299038" y="45297"/>
                  <a:pt x="297735" y="49428"/>
                  <a:pt x="297111" y="55596"/>
                </a:cubicBezTo>
                <a:cubicBezTo>
                  <a:pt x="296486" y="61765"/>
                  <a:pt x="296174" y="70339"/>
                  <a:pt x="296174" y="81319"/>
                </a:cubicBezTo>
                <a:cubicBezTo>
                  <a:pt x="296174" y="87135"/>
                  <a:pt x="296554" y="92571"/>
                  <a:pt x="297314" y="97626"/>
                </a:cubicBezTo>
                <a:cubicBezTo>
                  <a:pt x="297911" y="101484"/>
                  <a:pt x="299187" y="104419"/>
                  <a:pt x="301142" y="106431"/>
                </a:cubicBezTo>
                <a:cubicBezTo>
                  <a:pt x="303096" y="108442"/>
                  <a:pt x="305322" y="109447"/>
                  <a:pt x="307819" y="109447"/>
                </a:cubicBezTo>
                <a:cubicBezTo>
                  <a:pt x="310262" y="109447"/>
                  <a:pt x="312298" y="108767"/>
                  <a:pt x="313927" y="107409"/>
                </a:cubicBezTo>
                <a:cubicBezTo>
                  <a:pt x="316044" y="105561"/>
                  <a:pt x="317455" y="102979"/>
                  <a:pt x="318161" y="99662"/>
                </a:cubicBezTo>
                <a:cubicBezTo>
                  <a:pt x="319247" y="94500"/>
                  <a:pt x="319790" y="84064"/>
                  <a:pt x="319790" y="68356"/>
                </a:cubicBezTo>
                <a:cubicBezTo>
                  <a:pt x="319790" y="59117"/>
                  <a:pt x="319274" y="52772"/>
                  <a:pt x="318243" y="49321"/>
                </a:cubicBezTo>
                <a:cubicBezTo>
                  <a:pt x="317211" y="45868"/>
                  <a:pt x="315691" y="43354"/>
                  <a:pt x="313682" y="41778"/>
                </a:cubicBezTo>
                <a:cubicBezTo>
                  <a:pt x="312271" y="40636"/>
                  <a:pt x="310425" y="40065"/>
                  <a:pt x="308145" y="40065"/>
                </a:cubicBezTo>
                <a:close/>
                <a:moveTo>
                  <a:pt x="386891" y="36645"/>
                </a:moveTo>
                <a:lnTo>
                  <a:pt x="386891" y="46743"/>
                </a:lnTo>
                <a:cubicBezTo>
                  <a:pt x="391071" y="42152"/>
                  <a:pt x="394939" y="38941"/>
                  <a:pt x="398495" y="37111"/>
                </a:cubicBezTo>
                <a:cubicBezTo>
                  <a:pt x="402051" y="35280"/>
                  <a:pt x="405947" y="34365"/>
                  <a:pt x="410181" y="34365"/>
                </a:cubicBezTo>
                <a:cubicBezTo>
                  <a:pt x="415067" y="34365"/>
                  <a:pt x="419166" y="35512"/>
                  <a:pt x="422478" y="37806"/>
                </a:cubicBezTo>
                <a:cubicBezTo>
                  <a:pt x="425789" y="40099"/>
                  <a:pt x="428341" y="43594"/>
                  <a:pt x="430132" y="48290"/>
                </a:cubicBezTo>
                <a:cubicBezTo>
                  <a:pt x="434475" y="43375"/>
                  <a:pt x="438642" y="39826"/>
                  <a:pt x="442632" y="37643"/>
                </a:cubicBezTo>
                <a:cubicBezTo>
                  <a:pt x="446623" y="35458"/>
                  <a:pt x="450789" y="34365"/>
                  <a:pt x="455132" y="34365"/>
                </a:cubicBezTo>
                <a:cubicBezTo>
                  <a:pt x="460399" y="34365"/>
                  <a:pt x="464592" y="35575"/>
                  <a:pt x="467714" y="37994"/>
                </a:cubicBezTo>
                <a:cubicBezTo>
                  <a:pt x="470836" y="40413"/>
                  <a:pt x="473007" y="43485"/>
                  <a:pt x="474229" y="47209"/>
                </a:cubicBezTo>
                <a:cubicBezTo>
                  <a:pt x="475450" y="50933"/>
                  <a:pt x="476061" y="56871"/>
                  <a:pt x="476061" y="65025"/>
                </a:cubicBezTo>
                <a:lnTo>
                  <a:pt x="476061" y="96255"/>
                </a:lnTo>
                <a:cubicBezTo>
                  <a:pt x="476061" y="102118"/>
                  <a:pt x="476590" y="105755"/>
                  <a:pt x="477649" y="107167"/>
                </a:cubicBezTo>
                <a:cubicBezTo>
                  <a:pt x="478708" y="108578"/>
                  <a:pt x="480920" y="109501"/>
                  <a:pt x="484286" y="109936"/>
                </a:cubicBezTo>
                <a:lnTo>
                  <a:pt x="484286" y="112867"/>
                </a:lnTo>
                <a:lnTo>
                  <a:pt x="444953" y="112867"/>
                </a:lnTo>
                <a:lnTo>
                  <a:pt x="444953" y="109936"/>
                </a:lnTo>
                <a:cubicBezTo>
                  <a:pt x="448048" y="109664"/>
                  <a:pt x="450328" y="108470"/>
                  <a:pt x="451794" y="106352"/>
                </a:cubicBezTo>
                <a:cubicBezTo>
                  <a:pt x="452771" y="104887"/>
                  <a:pt x="453260" y="101521"/>
                  <a:pt x="453260" y="96255"/>
                </a:cubicBezTo>
                <a:lnTo>
                  <a:pt x="453260" y="63518"/>
                </a:lnTo>
                <a:cubicBezTo>
                  <a:pt x="453260" y="56732"/>
                  <a:pt x="452988" y="52416"/>
                  <a:pt x="452445" y="50570"/>
                </a:cubicBezTo>
                <a:cubicBezTo>
                  <a:pt x="451902" y="48724"/>
                  <a:pt x="451047" y="47354"/>
                  <a:pt x="449880" y="46458"/>
                </a:cubicBezTo>
                <a:cubicBezTo>
                  <a:pt x="448713" y="45562"/>
                  <a:pt x="447342" y="45114"/>
                  <a:pt x="445768" y="45114"/>
                </a:cubicBezTo>
                <a:cubicBezTo>
                  <a:pt x="443433" y="45114"/>
                  <a:pt x="441072" y="45969"/>
                  <a:pt x="438683" y="47679"/>
                </a:cubicBezTo>
                <a:cubicBezTo>
                  <a:pt x="436294" y="49390"/>
                  <a:pt x="433878" y="51955"/>
                  <a:pt x="431435" y="55375"/>
                </a:cubicBezTo>
                <a:lnTo>
                  <a:pt x="431435" y="96255"/>
                </a:lnTo>
                <a:cubicBezTo>
                  <a:pt x="431435" y="101738"/>
                  <a:pt x="431897" y="105185"/>
                  <a:pt x="432820" y="106597"/>
                </a:cubicBezTo>
                <a:cubicBezTo>
                  <a:pt x="434068" y="108605"/>
                  <a:pt x="436457" y="109718"/>
                  <a:pt x="439986" y="109936"/>
                </a:cubicBezTo>
                <a:lnTo>
                  <a:pt x="439986" y="112867"/>
                </a:lnTo>
                <a:lnTo>
                  <a:pt x="400572" y="112867"/>
                </a:lnTo>
                <a:lnTo>
                  <a:pt x="400572" y="109936"/>
                </a:lnTo>
                <a:cubicBezTo>
                  <a:pt x="402689" y="109827"/>
                  <a:pt x="404359" y="109298"/>
                  <a:pt x="405580" y="108348"/>
                </a:cubicBezTo>
                <a:cubicBezTo>
                  <a:pt x="406802" y="107397"/>
                  <a:pt x="407616" y="106257"/>
                  <a:pt x="408023" y="104927"/>
                </a:cubicBezTo>
                <a:cubicBezTo>
                  <a:pt x="408430" y="103597"/>
                  <a:pt x="408634" y="100706"/>
                  <a:pt x="408634" y="96255"/>
                </a:cubicBezTo>
                <a:lnTo>
                  <a:pt x="408634" y="63467"/>
                </a:lnTo>
                <a:cubicBezTo>
                  <a:pt x="408634" y="56561"/>
                  <a:pt x="408362" y="52238"/>
                  <a:pt x="407820" y="50499"/>
                </a:cubicBezTo>
                <a:cubicBezTo>
                  <a:pt x="407277" y="48758"/>
                  <a:pt x="406367" y="47399"/>
                  <a:pt x="405091" y="46420"/>
                </a:cubicBezTo>
                <a:cubicBezTo>
                  <a:pt x="403816" y="45441"/>
                  <a:pt x="402445" y="44951"/>
                  <a:pt x="400979" y="44951"/>
                </a:cubicBezTo>
                <a:cubicBezTo>
                  <a:pt x="398808" y="44951"/>
                  <a:pt x="396826" y="45526"/>
                  <a:pt x="395034" y="46674"/>
                </a:cubicBezTo>
                <a:cubicBezTo>
                  <a:pt x="392483" y="48371"/>
                  <a:pt x="389768" y="51271"/>
                  <a:pt x="386891" y="55375"/>
                </a:cubicBezTo>
                <a:lnTo>
                  <a:pt x="386891" y="96255"/>
                </a:lnTo>
                <a:cubicBezTo>
                  <a:pt x="386891" y="101629"/>
                  <a:pt x="387420" y="105172"/>
                  <a:pt x="388479" y="106882"/>
                </a:cubicBezTo>
                <a:cubicBezTo>
                  <a:pt x="389538" y="108592"/>
                  <a:pt x="391750" y="109610"/>
                  <a:pt x="395116" y="109936"/>
                </a:cubicBezTo>
                <a:lnTo>
                  <a:pt x="395116" y="112867"/>
                </a:lnTo>
                <a:lnTo>
                  <a:pt x="355865" y="112867"/>
                </a:lnTo>
                <a:lnTo>
                  <a:pt x="355865" y="109936"/>
                </a:lnTo>
                <a:cubicBezTo>
                  <a:pt x="359068" y="109610"/>
                  <a:pt x="361348" y="108578"/>
                  <a:pt x="362705" y="106841"/>
                </a:cubicBezTo>
                <a:cubicBezTo>
                  <a:pt x="363628" y="105647"/>
                  <a:pt x="364090" y="102118"/>
                  <a:pt x="364090" y="96255"/>
                </a:cubicBezTo>
                <a:lnTo>
                  <a:pt x="364090" y="53258"/>
                </a:lnTo>
                <a:cubicBezTo>
                  <a:pt x="364090" y="47433"/>
                  <a:pt x="363560" y="43807"/>
                  <a:pt x="362502" y="42379"/>
                </a:cubicBezTo>
                <a:cubicBezTo>
                  <a:pt x="361443" y="40950"/>
                  <a:pt x="359231" y="40016"/>
                  <a:pt x="355865" y="39577"/>
                </a:cubicBezTo>
                <a:lnTo>
                  <a:pt x="355865" y="36645"/>
                </a:lnTo>
                <a:lnTo>
                  <a:pt x="386891" y="36645"/>
                </a:lnTo>
                <a:close/>
                <a:moveTo>
                  <a:pt x="523700" y="105131"/>
                </a:moveTo>
                <a:lnTo>
                  <a:pt x="523700" y="133388"/>
                </a:lnTo>
                <a:cubicBezTo>
                  <a:pt x="523700" y="137350"/>
                  <a:pt x="524012" y="140046"/>
                  <a:pt x="524636" y="141476"/>
                </a:cubicBezTo>
                <a:cubicBezTo>
                  <a:pt x="525261" y="142908"/>
                  <a:pt x="526224" y="143954"/>
                  <a:pt x="527527" y="144614"/>
                </a:cubicBezTo>
                <a:cubicBezTo>
                  <a:pt x="528830" y="145273"/>
                  <a:pt x="531382" y="145603"/>
                  <a:pt x="535182" y="145603"/>
                </a:cubicBezTo>
                <a:lnTo>
                  <a:pt x="535182" y="148535"/>
                </a:lnTo>
                <a:lnTo>
                  <a:pt x="491778" y="148535"/>
                </a:lnTo>
                <a:lnTo>
                  <a:pt x="491778" y="145603"/>
                </a:lnTo>
                <a:cubicBezTo>
                  <a:pt x="495144" y="145493"/>
                  <a:pt x="497641" y="144530"/>
                  <a:pt x="499270" y="142715"/>
                </a:cubicBezTo>
                <a:cubicBezTo>
                  <a:pt x="500355" y="141451"/>
                  <a:pt x="500898" y="138179"/>
                  <a:pt x="500898" y="132900"/>
                </a:cubicBezTo>
                <a:lnTo>
                  <a:pt x="500898" y="52606"/>
                </a:lnTo>
                <a:cubicBezTo>
                  <a:pt x="500898" y="47164"/>
                  <a:pt x="500274" y="43687"/>
                  <a:pt x="499025" y="42175"/>
                </a:cubicBezTo>
                <a:cubicBezTo>
                  <a:pt x="497777" y="40663"/>
                  <a:pt x="495361" y="39797"/>
                  <a:pt x="491778" y="39577"/>
                </a:cubicBezTo>
                <a:lnTo>
                  <a:pt x="491778" y="36645"/>
                </a:lnTo>
                <a:lnTo>
                  <a:pt x="523700" y="36645"/>
                </a:lnTo>
                <a:lnTo>
                  <a:pt x="523700" y="46662"/>
                </a:lnTo>
                <a:cubicBezTo>
                  <a:pt x="526360" y="42753"/>
                  <a:pt x="529074" y="39930"/>
                  <a:pt x="531843" y="38192"/>
                </a:cubicBezTo>
                <a:cubicBezTo>
                  <a:pt x="535806" y="35641"/>
                  <a:pt x="540122" y="34365"/>
                  <a:pt x="544791" y="34365"/>
                </a:cubicBezTo>
                <a:cubicBezTo>
                  <a:pt x="550383" y="34365"/>
                  <a:pt x="555472" y="36131"/>
                  <a:pt x="560060" y="39663"/>
                </a:cubicBezTo>
                <a:cubicBezTo>
                  <a:pt x="564647" y="43195"/>
                  <a:pt x="568135" y="48073"/>
                  <a:pt x="570524" y="54296"/>
                </a:cubicBezTo>
                <a:cubicBezTo>
                  <a:pt x="572913" y="60519"/>
                  <a:pt x="574107" y="67217"/>
                  <a:pt x="574107" y="74390"/>
                </a:cubicBezTo>
                <a:cubicBezTo>
                  <a:pt x="574107" y="82106"/>
                  <a:pt x="572872" y="89156"/>
                  <a:pt x="570402" y="95542"/>
                </a:cubicBezTo>
                <a:cubicBezTo>
                  <a:pt x="567932" y="101928"/>
                  <a:pt x="564349" y="106792"/>
                  <a:pt x="559653" y="110134"/>
                </a:cubicBezTo>
                <a:cubicBezTo>
                  <a:pt x="554957" y="113476"/>
                  <a:pt x="549731" y="115147"/>
                  <a:pt x="543977" y="115147"/>
                </a:cubicBezTo>
                <a:cubicBezTo>
                  <a:pt x="539796" y="115147"/>
                  <a:pt x="535888" y="114224"/>
                  <a:pt x="532250" y="112379"/>
                </a:cubicBezTo>
                <a:cubicBezTo>
                  <a:pt x="529536" y="110967"/>
                  <a:pt x="526686" y="108551"/>
                  <a:pt x="523700" y="105131"/>
                </a:cubicBezTo>
                <a:moveTo>
                  <a:pt x="523700" y="96893"/>
                </a:moveTo>
                <a:cubicBezTo>
                  <a:pt x="528369" y="103525"/>
                  <a:pt x="533363" y="106841"/>
                  <a:pt x="538684" y="106841"/>
                </a:cubicBezTo>
                <a:cubicBezTo>
                  <a:pt x="541615" y="106841"/>
                  <a:pt x="544031" y="105292"/>
                  <a:pt x="545931" y="102194"/>
                </a:cubicBezTo>
                <a:cubicBezTo>
                  <a:pt x="548754" y="97627"/>
                  <a:pt x="550166" y="88929"/>
                  <a:pt x="550166" y="76100"/>
                </a:cubicBezTo>
                <a:cubicBezTo>
                  <a:pt x="550166" y="62945"/>
                  <a:pt x="548618" y="53948"/>
                  <a:pt x="545524" y="49110"/>
                </a:cubicBezTo>
                <a:cubicBezTo>
                  <a:pt x="543461" y="45903"/>
                  <a:pt x="540692" y="44300"/>
                  <a:pt x="537218" y="44300"/>
                </a:cubicBezTo>
                <a:cubicBezTo>
                  <a:pt x="531734" y="44300"/>
                  <a:pt x="527228" y="48268"/>
                  <a:pt x="523700" y="56205"/>
                </a:cubicBezTo>
                <a:lnTo>
                  <a:pt x="523700" y="96893"/>
                </a:lnTo>
                <a:close/>
                <a:moveTo>
                  <a:pt x="605297" y="0"/>
                </a:moveTo>
                <a:cubicBezTo>
                  <a:pt x="608825" y="0"/>
                  <a:pt x="611811" y="1239"/>
                  <a:pt x="614254" y="3718"/>
                </a:cubicBezTo>
                <a:cubicBezTo>
                  <a:pt x="616697" y="6195"/>
                  <a:pt x="617919" y="9177"/>
                  <a:pt x="617919" y="12663"/>
                </a:cubicBezTo>
                <a:cubicBezTo>
                  <a:pt x="617919" y="16149"/>
                  <a:pt x="616684" y="19118"/>
                  <a:pt x="614214" y="21570"/>
                </a:cubicBezTo>
                <a:cubicBezTo>
                  <a:pt x="611743" y="24020"/>
                  <a:pt x="608771" y="25244"/>
                  <a:pt x="605297" y="25244"/>
                </a:cubicBezTo>
                <a:cubicBezTo>
                  <a:pt x="601822" y="25244"/>
                  <a:pt x="598863" y="24020"/>
                  <a:pt x="596420" y="21570"/>
                </a:cubicBezTo>
                <a:cubicBezTo>
                  <a:pt x="593977" y="19118"/>
                  <a:pt x="592756" y="16149"/>
                  <a:pt x="592756" y="12663"/>
                </a:cubicBezTo>
                <a:cubicBezTo>
                  <a:pt x="592756" y="9177"/>
                  <a:pt x="593977" y="6195"/>
                  <a:pt x="596420" y="3718"/>
                </a:cubicBezTo>
                <a:cubicBezTo>
                  <a:pt x="598863" y="1239"/>
                  <a:pt x="601822" y="0"/>
                  <a:pt x="605297" y="0"/>
                </a:cubicBezTo>
                <a:moveTo>
                  <a:pt x="616697" y="36645"/>
                </a:moveTo>
                <a:lnTo>
                  <a:pt x="616697" y="97069"/>
                </a:lnTo>
                <a:cubicBezTo>
                  <a:pt x="616697" y="102444"/>
                  <a:pt x="617322" y="105877"/>
                  <a:pt x="618570" y="107370"/>
                </a:cubicBezTo>
                <a:cubicBezTo>
                  <a:pt x="619819" y="108863"/>
                  <a:pt x="622262" y="109718"/>
                  <a:pt x="625899" y="109936"/>
                </a:cubicBezTo>
                <a:lnTo>
                  <a:pt x="625899" y="112867"/>
                </a:lnTo>
                <a:lnTo>
                  <a:pt x="584775" y="112867"/>
                </a:lnTo>
                <a:lnTo>
                  <a:pt x="584775" y="109936"/>
                </a:lnTo>
                <a:cubicBezTo>
                  <a:pt x="588141" y="109827"/>
                  <a:pt x="590638" y="108850"/>
                  <a:pt x="592267" y="107004"/>
                </a:cubicBezTo>
                <a:cubicBezTo>
                  <a:pt x="593353" y="105755"/>
                  <a:pt x="593896" y="102444"/>
                  <a:pt x="593896" y="97069"/>
                </a:cubicBezTo>
                <a:lnTo>
                  <a:pt x="593896" y="52606"/>
                </a:lnTo>
                <a:cubicBezTo>
                  <a:pt x="593896" y="47164"/>
                  <a:pt x="593272" y="43687"/>
                  <a:pt x="592023" y="42175"/>
                </a:cubicBezTo>
                <a:cubicBezTo>
                  <a:pt x="590774" y="40663"/>
                  <a:pt x="588358" y="39797"/>
                  <a:pt x="584775" y="39577"/>
                </a:cubicBezTo>
                <a:lnTo>
                  <a:pt x="584775" y="36645"/>
                </a:lnTo>
                <a:lnTo>
                  <a:pt x="616697" y="36645"/>
                </a:lnTo>
                <a:close/>
                <a:moveTo>
                  <a:pt x="663114" y="2443"/>
                </a:moveTo>
                <a:lnTo>
                  <a:pt x="663114" y="97069"/>
                </a:lnTo>
                <a:cubicBezTo>
                  <a:pt x="663114" y="102444"/>
                  <a:pt x="663738" y="105877"/>
                  <a:pt x="664987" y="107370"/>
                </a:cubicBezTo>
                <a:cubicBezTo>
                  <a:pt x="666236" y="108863"/>
                  <a:pt x="668679" y="109718"/>
                  <a:pt x="672316" y="109936"/>
                </a:cubicBezTo>
                <a:lnTo>
                  <a:pt x="672316" y="112867"/>
                </a:lnTo>
                <a:lnTo>
                  <a:pt x="631192" y="112867"/>
                </a:lnTo>
                <a:lnTo>
                  <a:pt x="631192" y="109936"/>
                </a:lnTo>
                <a:cubicBezTo>
                  <a:pt x="634558" y="109827"/>
                  <a:pt x="637055" y="108850"/>
                  <a:pt x="638684" y="107004"/>
                </a:cubicBezTo>
                <a:cubicBezTo>
                  <a:pt x="639770" y="105755"/>
                  <a:pt x="640313" y="102444"/>
                  <a:pt x="640313" y="97069"/>
                </a:cubicBezTo>
                <a:lnTo>
                  <a:pt x="640313" y="18241"/>
                </a:lnTo>
                <a:cubicBezTo>
                  <a:pt x="640313" y="12887"/>
                  <a:pt x="639688" y="9459"/>
                  <a:pt x="638440" y="7958"/>
                </a:cubicBezTo>
                <a:cubicBezTo>
                  <a:pt x="637191" y="6454"/>
                  <a:pt x="634775" y="5593"/>
                  <a:pt x="631192" y="5375"/>
                </a:cubicBezTo>
                <a:lnTo>
                  <a:pt x="631192" y="2443"/>
                </a:lnTo>
                <a:lnTo>
                  <a:pt x="663114" y="2443"/>
                </a:lnTo>
                <a:close/>
                <a:moveTo>
                  <a:pt x="744140" y="71987"/>
                </a:moveTo>
                <a:lnTo>
                  <a:pt x="702365" y="71987"/>
                </a:lnTo>
                <a:cubicBezTo>
                  <a:pt x="702853" y="82112"/>
                  <a:pt x="705541" y="90114"/>
                  <a:pt x="710427" y="95993"/>
                </a:cubicBezTo>
                <a:cubicBezTo>
                  <a:pt x="714173" y="100510"/>
                  <a:pt x="718679" y="102769"/>
                  <a:pt x="723945" y="102769"/>
                </a:cubicBezTo>
                <a:cubicBezTo>
                  <a:pt x="727202" y="102769"/>
                  <a:pt x="730161" y="101860"/>
                  <a:pt x="732821" y="100041"/>
                </a:cubicBezTo>
                <a:cubicBezTo>
                  <a:pt x="735481" y="98223"/>
                  <a:pt x="738331" y="94952"/>
                  <a:pt x="741371" y="90229"/>
                </a:cubicBezTo>
                <a:lnTo>
                  <a:pt x="744140" y="92020"/>
                </a:lnTo>
                <a:cubicBezTo>
                  <a:pt x="740014" y="100435"/>
                  <a:pt x="735454" y="106393"/>
                  <a:pt x="730459" y="109895"/>
                </a:cubicBezTo>
                <a:cubicBezTo>
                  <a:pt x="725465" y="113396"/>
                  <a:pt x="719683" y="115147"/>
                  <a:pt x="713114" y="115147"/>
                </a:cubicBezTo>
                <a:cubicBezTo>
                  <a:pt x="701822" y="115147"/>
                  <a:pt x="693271" y="110800"/>
                  <a:pt x="687462" y="102105"/>
                </a:cubicBezTo>
                <a:cubicBezTo>
                  <a:pt x="682794" y="95095"/>
                  <a:pt x="680459" y="86400"/>
                  <a:pt x="680459" y="76021"/>
                </a:cubicBezTo>
                <a:cubicBezTo>
                  <a:pt x="680459" y="63304"/>
                  <a:pt x="683893" y="53182"/>
                  <a:pt x="690760" y="45656"/>
                </a:cubicBezTo>
                <a:cubicBezTo>
                  <a:pt x="697628" y="38129"/>
                  <a:pt x="705676" y="34365"/>
                  <a:pt x="714906" y="34365"/>
                </a:cubicBezTo>
                <a:cubicBezTo>
                  <a:pt x="722615" y="34365"/>
                  <a:pt x="729306" y="37527"/>
                  <a:pt x="734979" y="43852"/>
                </a:cubicBezTo>
                <a:cubicBezTo>
                  <a:pt x="740652" y="50177"/>
                  <a:pt x="743706" y="59555"/>
                  <a:pt x="744140" y="71987"/>
                </a:cubicBezTo>
                <a:moveTo>
                  <a:pt x="724108" y="66613"/>
                </a:moveTo>
                <a:cubicBezTo>
                  <a:pt x="724108" y="57872"/>
                  <a:pt x="723633" y="51873"/>
                  <a:pt x="722682" y="48616"/>
                </a:cubicBezTo>
                <a:cubicBezTo>
                  <a:pt x="721732" y="45359"/>
                  <a:pt x="720253" y="42888"/>
                  <a:pt x="718244" y="41205"/>
                </a:cubicBezTo>
                <a:cubicBezTo>
                  <a:pt x="717104" y="40228"/>
                  <a:pt x="715584" y="39740"/>
                  <a:pt x="713684" y="39740"/>
                </a:cubicBezTo>
                <a:cubicBezTo>
                  <a:pt x="710861" y="39740"/>
                  <a:pt x="708554" y="41124"/>
                  <a:pt x="706762" y="43893"/>
                </a:cubicBezTo>
                <a:cubicBezTo>
                  <a:pt x="703559" y="48724"/>
                  <a:pt x="701958" y="55348"/>
                  <a:pt x="701958" y="63763"/>
                </a:cubicBezTo>
                <a:lnTo>
                  <a:pt x="701958" y="66613"/>
                </a:lnTo>
                <a:lnTo>
                  <a:pt x="724108" y="66613"/>
                </a:lnTo>
                <a:close/>
                <a:moveTo>
                  <a:pt x="827692" y="2443"/>
                </a:moveTo>
                <a:lnTo>
                  <a:pt x="827692" y="90066"/>
                </a:lnTo>
                <a:cubicBezTo>
                  <a:pt x="827692" y="95924"/>
                  <a:pt x="827854" y="99390"/>
                  <a:pt x="828180" y="100464"/>
                </a:cubicBezTo>
                <a:cubicBezTo>
                  <a:pt x="828614" y="102238"/>
                  <a:pt x="829442" y="103556"/>
                  <a:pt x="830664" y="104416"/>
                </a:cubicBezTo>
                <a:cubicBezTo>
                  <a:pt x="831885" y="105274"/>
                  <a:pt x="834016" y="105811"/>
                  <a:pt x="837056" y="106027"/>
                </a:cubicBezTo>
                <a:lnTo>
                  <a:pt x="837056" y="108958"/>
                </a:lnTo>
                <a:lnTo>
                  <a:pt x="804890" y="115147"/>
                </a:lnTo>
                <a:lnTo>
                  <a:pt x="804890" y="103095"/>
                </a:lnTo>
                <a:cubicBezTo>
                  <a:pt x="801036" y="107764"/>
                  <a:pt x="797602" y="110940"/>
                  <a:pt x="794589" y="112623"/>
                </a:cubicBezTo>
                <a:cubicBezTo>
                  <a:pt x="791576" y="114306"/>
                  <a:pt x="788169" y="115147"/>
                  <a:pt x="784369" y="115147"/>
                </a:cubicBezTo>
                <a:cubicBezTo>
                  <a:pt x="774651" y="115147"/>
                  <a:pt x="766969" y="110800"/>
                  <a:pt x="761323" y="102105"/>
                </a:cubicBezTo>
                <a:cubicBezTo>
                  <a:pt x="756763" y="95041"/>
                  <a:pt x="754483" y="86373"/>
                  <a:pt x="754483" y="76102"/>
                </a:cubicBezTo>
                <a:cubicBezTo>
                  <a:pt x="754483" y="67896"/>
                  <a:pt x="755894" y="60546"/>
                  <a:pt x="758717" y="54052"/>
                </a:cubicBezTo>
                <a:cubicBezTo>
                  <a:pt x="761540" y="47557"/>
                  <a:pt x="765408" y="42653"/>
                  <a:pt x="770321" y="39338"/>
                </a:cubicBezTo>
                <a:cubicBezTo>
                  <a:pt x="775235" y="36023"/>
                  <a:pt x="780514" y="34365"/>
                  <a:pt x="786160" y="34365"/>
                </a:cubicBezTo>
                <a:cubicBezTo>
                  <a:pt x="789798" y="34365"/>
                  <a:pt x="793028" y="35077"/>
                  <a:pt x="795851" y="36500"/>
                </a:cubicBezTo>
                <a:cubicBezTo>
                  <a:pt x="798674" y="37924"/>
                  <a:pt x="801687" y="40415"/>
                  <a:pt x="804890" y="43974"/>
                </a:cubicBezTo>
                <a:lnTo>
                  <a:pt x="804890" y="21010"/>
                </a:lnTo>
                <a:cubicBezTo>
                  <a:pt x="804890" y="15201"/>
                  <a:pt x="804646" y="11699"/>
                  <a:pt x="804157" y="10505"/>
                </a:cubicBezTo>
                <a:cubicBezTo>
                  <a:pt x="803506" y="8931"/>
                  <a:pt x="802528" y="7763"/>
                  <a:pt x="801226" y="7003"/>
                </a:cubicBezTo>
                <a:cubicBezTo>
                  <a:pt x="799923" y="6243"/>
                  <a:pt x="797480" y="5863"/>
                  <a:pt x="793897" y="5863"/>
                </a:cubicBezTo>
                <a:lnTo>
                  <a:pt x="793897" y="2443"/>
                </a:lnTo>
                <a:lnTo>
                  <a:pt x="827692" y="2443"/>
                </a:lnTo>
                <a:moveTo>
                  <a:pt x="804890" y="53909"/>
                </a:moveTo>
                <a:cubicBezTo>
                  <a:pt x="800873" y="46309"/>
                  <a:pt x="795960" y="42508"/>
                  <a:pt x="790151" y="42508"/>
                </a:cubicBezTo>
                <a:cubicBezTo>
                  <a:pt x="788142" y="42508"/>
                  <a:pt x="786486" y="43051"/>
                  <a:pt x="785183" y="44137"/>
                </a:cubicBezTo>
                <a:cubicBezTo>
                  <a:pt x="783174" y="45820"/>
                  <a:pt x="781532" y="48779"/>
                  <a:pt x="780256" y="53013"/>
                </a:cubicBezTo>
                <a:cubicBezTo>
                  <a:pt x="778981" y="57248"/>
                  <a:pt x="778343" y="63735"/>
                  <a:pt x="778343" y="72476"/>
                </a:cubicBezTo>
                <a:cubicBezTo>
                  <a:pt x="778343" y="82085"/>
                  <a:pt x="779048" y="89197"/>
                  <a:pt x="780460" y="93812"/>
                </a:cubicBezTo>
                <a:cubicBezTo>
                  <a:pt x="781871" y="98426"/>
                  <a:pt x="783799" y="101765"/>
                  <a:pt x="786242" y="103828"/>
                </a:cubicBezTo>
                <a:cubicBezTo>
                  <a:pt x="787490" y="104859"/>
                  <a:pt x="789201" y="105375"/>
                  <a:pt x="791372" y="105375"/>
                </a:cubicBezTo>
                <a:cubicBezTo>
                  <a:pt x="796150" y="105375"/>
                  <a:pt x="800656" y="101617"/>
                  <a:pt x="804890" y="94102"/>
                </a:cubicBezTo>
                <a:lnTo>
                  <a:pt x="804890" y="539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Code">
            <a:extLst xmlns:a="http://schemas.openxmlformats.org/drawingml/2006/main">
              <a:ext uri="{FF2B5EF4-FFF2-40B4-BE49-F238E27FC236}">
                <a16:creationId xmlns:a16="http://schemas.microsoft.com/office/drawing/2014/main" id="{6E77FEF1-32DC-4CA8-BC1E-C5CE524B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605" y="3701326"/>
            <a:ext cx="360100" cy="115310"/>
          </a:xfrm>
          <a:custGeom xmlns:a="http://schemas.openxmlformats.org/drawingml/2006/main">
            <a:pathLst>
              <a:path w="360100" h="115310">
                <a:moveTo>
                  <a:pt x="104724" y="0"/>
                </a:moveTo>
                <a:lnTo>
                  <a:pt x="104724" y="38274"/>
                </a:lnTo>
                <a:lnTo>
                  <a:pt x="101548" y="38274"/>
                </a:lnTo>
                <a:cubicBezTo>
                  <a:pt x="99159" y="28232"/>
                  <a:pt x="94707" y="20537"/>
                  <a:pt x="88193" y="15190"/>
                </a:cubicBezTo>
                <a:cubicBezTo>
                  <a:pt x="81678" y="9841"/>
                  <a:pt x="74295" y="7166"/>
                  <a:pt x="66043" y="7166"/>
                </a:cubicBezTo>
                <a:cubicBezTo>
                  <a:pt x="59148" y="7166"/>
                  <a:pt x="52823" y="9148"/>
                  <a:pt x="47069" y="13111"/>
                </a:cubicBezTo>
                <a:cubicBezTo>
                  <a:pt x="41314" y="17074"/>
                  <a:pt x="37107" y="22259"/>
                  <a:pt x="34446" y="28665"/>
                </a:cubicBezTo>
                <a:cubicBezTo>
                  <a:pt x="31026" y="36862"/>
                  <a:pt x="29316" y="45983"/>
                  <a:pt x="29316" y="56026"/>
                </a:cubicBezTo>
                <a:cubicBezTo>
                  <a:pt x="29316" y="65907"/>
                  <a:pt x="30565" y="74905"/>
                  <a:pt x="33062" y="83022"/>
                </a:cubicBezTo>
                <a:cubicBezTo>
                  <a:pt x="35559" y="91138"/>
                  <a:pt x="39468" y="97273"/>
                  <a:pt x="44789" y="101426"/>
                </a:cubicBezTo>
                <a:cubicBezTo>
                  <a:pt x="50109" y="105579"/>
                  <a:pt x="57004" y="107655"/>
                  <a:pt x="65473" y="107655"/>
                </a:cubicBezTo>
                <a:cubicBezTo>
                  <a:pt x="72422" y="107655"/>
                  <a:pt x="78787" y="106135"/>
                  <a:pt x="84569" y="103095"/>
                </a:cubicBezTo>
                <a:cubicBezTo>
                  <a:pt x="90351" y="100055"/>
                  <a:pt x="96445" y="94816"/>
                  <a:pt x="102851" y="87378"/>
                </a:cubicBezTo>
                <a:lnTo>
                  <a:pt x="102851" y="96906"/>
                </a:lnTo>
                <a:cubicBezTo>
                  <a:pt x="96662" y="103367"/>
                  <a:pt x="90215" y="108049"/>
                  <a:pt x="83510" y="110953"/>
                </a:cubicBezTo>
                <a:cubicBezTo>
                  <a:pt x="76806" y="113858"/>
                  <a:pt x="68974" y="115310"/>
                  <a:pt x="60017" y="115310"/>
                </a:cubicBezTo>
                <a:cubicBezTo>
                  <a:pt x="48236" y="115310"/>
                  <a:pt x="37772" y="112952"/>
                  <a:pt x="28624" y="108236"/>
                </a:cubicBezTo>
                <a:cubicBezTo>
                  <a:pt x="19476" y="103519"/>
                  <a:pt x="12419" y="96743"/>
                  <a:pt x="7451" y="87908"/>
                </a:cubicBezTo>
                <a:cubicBezTo>
                  <a:pt x="2484" y="79070"/>
                  <a:pt x="0" y="69664"/>
                  <a:pt x="0" y="59688"/>
                </a:cubicBezTo>
                <a:cubicBezTo>
                  <a:pt x="0" y="49172"/>
                  <a:pt x="2755" y="39197"/>
                  <a:pt x="8266" y="29764"/>
                </a:cubicBezTo>
                <a:cubicBezTo>
                  <a:pt x="13776" y="20330"/>
                  <a:pt x="21213" y="13011"/>
                  <a:pt x="30578" y="7807"/>
                </a:cubicBezTo>
                <a:cubicBezTo>
                  <a:pt x="39943" y="2602"/>
                  <a:pt x="49892" y="0"/>
                  <a:pt x="60424" y="0"/>
                </a:cubicBezTo>
                <a:cubicBezTo>
                  <a:pt x="68187" y="0"/>
                  <a:pt x="76385" y="1683"/>
                  <a:pt x="85017" y="5049"/>
                </a:cubicBezTo>
                <a:cubicBezTo>
                  <a:pt x="90011" y="7003"/>
                  <a:pt x="93187" y="7980"/>
                  <a:pt x="94545" y="7980"/>
                </a:cubicBezTo>
                <a:cubicBezTo>
                  <a:pt x="96282" y="7980"/>
                  <a:pt x="97788" y="7343"/>
                  <a:pt x="99064" y="6067"/>
                </a:cubicBezTo>
                <a:cubicBezTo>
                  <a:pt x="100340" y="4791"/>
                  <a:pt x="101168" y="2769"/>
                  <a:pt x="101548" y="0"/>
                </a:cubicBezTo>
                <a:lnTo>
                  <a:pt x="104724" y="0"/>
                </a:lnTo>
                <a:close/>
                <a:moveTo>
                  <a:pt x="155376" y="34365"/>
                </a:moveTo>
                <a:cubicBezTo>
                  <a:pt x="161999" y="34365"/>
                  <a:pt x="168161" y="36077"/>
                  <a:pt x="173861" y="39500"/>
                </a:cubicBezTo>
                <a:cubicBezTo>
                  <a:pt x="179561" y="42924"/>
                  <a:pt x="183891" y="47788"/>
                  <a:pt x="186850" y="54092"/>
                </a:cubicBezTo>
                <a:cubicBezTo>
                  <a:pt x="189808" y="60397"/>
                  <a:pt x="191288" y="67298"/>
                  <a:pt x="191288" y="74797"/>
                </a:cubicBezTo>
                <a:cubicBezTo>
                  <a:pt x="191288" y="85611"/>
                  <a:pt x="188546" y="94659"/>
                  <a:pt x="183063" y="101942"/>
                </a:cubicBezTo>
                <a:cubicBezTo>
                  <a:pt x="176440" y="110746"/>
                  <a:pt x="167292" y="115147"/>
                  <a:pt x="155620" y="115147"/>
                </a:cubicBezTo>
                <a:cubicBezTo>
                  <a:pt x="144165" y="115147"/>
                  <a:pt x="135343" y="111126"/>
                  <a:pt x="129154" y="103082"/>
                </a:cubicBezTo>
                <a:cubicBezTo>
                  <a:pt x="122965" y="95039"/>
                  <a:pt x="119870" y="85719"/>
                  <a:pt x="119870" y="75123"/>
                </a:cubicBezTo>
                <a:cubicBezTo>
                  <a:pt x="119870" y="64200"/>
                  <a:pt x="123033" y="54677"/>
                  <a:pt x="129357" y="46552"/>
                </a:cubicBezTo>
                <a:cubicBezTo>
                  <a:pt x="135682" y="38427"/>
                  <a:pt x="144355" y="34365"/>
                  <a:pt x="155376" y="34365"/>
                </a:cubicBezTo>
                <a:moveTo>
                  <a:pt x="155701" y="40065"/>
                </a:moveTo>
                <a:cubicBezTo>
                  <a:pt x="152933" y="40065"/>
                  <a:pt x="150557" y="41112"/>
                  <a:pt x="148576" y="43206"/>
                </a:cubicBezTo>
                <a:cubicBezTo>
                  <a:pt x="146594" y="45297"/>
                  <a:pt x="145291" y="49428"/>
                  <a:pt x="144667" y="55596"/>
                </a:cubicBezTo>
                <a:cubicBezTo>
                  <a:pt x="144043" y="61765"/>
                  <a:pt x="143731" y="70339"/>
                  <a:pt x="143731" y="81319"/>
                </a:cubicBezTo>
                <a:cubicBezTo>
                  <a:pt x="143731" y="87135"/>
                  <a:pt x="144111" y="92571"/>
                  <a:pt x="144871" y="97626"/>
                </a:cubicBezTo>
                <a:cubicBezTo>
                  <a:pt x="145468" y="101484"/>
                  <a:pt x="146744" y="104419"/>
                  <a:pt x="148698" y="106431"/>
                </a:cubicBezTo>
                <a:cubicBezTo>
                  <a:pt x="150652" y="108442"/>
                  <a:pt x="152878" y="109447"/>
                  <a:pt x="155376" y="109447"/>
                </a:cubicBezTo>
                <a:cubicBezTo>
                  <a:pt x="157819" y="109447"/>
                  <a:pt x="159854" y="108767"/>
                  <a:pt x="161483" y="107409"/>
                </a:cubicBezTo>
                <a:cubicBezTo>
                  <a:pt x="163600" y="105561"/>
                  <a:pt x="165012" y="102979"/>
                  <a:pt x="165718" y="99662"/>
                </a:cubicBezTo>
                <a:cubicBezTo>
                  <a:pt x="166803" y="94500"/>
                  <a:pt x="167346" y="84064"/>
                  <a:pt x="167346" y="68356"/>
                </a:cubicBezTo>
                <a:cubicBezTo>
                  <a:pt x="167346" y="59117"/>
                  <a:pt x="166831" y="52772"/>
                  <a:pt x="165799" y="49321"/>
                </a:cubicBezTo>
                <a:cubicBezTo>
                  <a:pt x="164768" y="45868"/>
                  <a:pt x="163247" y="43354"/>
                  <a:pt x="161239" y="41778"/>
                </a:cubicBezTo>
                <a:cubicBezTo>
                  <a:pt x="159827" y="40636"/>
                  <a:pt x="157981" y="40065"/>
                  <a:pt x="155701" y="40065"/>
                </a:cubicBezTo>
                <a:close/>
                <a:moveTo>
                  <a:pt x="276875" y="2443"/>
                </a:moveTo>
                <a:lnTo>
                  <a:pt x="276875" y="90066"/>
                </a:lnTo>
                <a:cubicBezTo>
                  <a:pt x="276875" y="95924"/>
                  <a:pt x="277037" y="99390"/>
                  <a:pt x="277363" y="100464"/>
                </a:cubicBezTo>
                <a:cubicBezTo>
                  <a:pt x="277797" y="102238"/>
                  <a:pt x="278625" y="103556"/>
                  <a:pt x="279847" y="104416"/>
                </a:cubicBezTo>
                <a:cubicBezTo>
                  <a:pt x="281068" y="105274"/>
                  <a:pt x="283199" y="105811"/>
                  <a:pt x="286239" y="106027"/>
                </a:cubicBezTo>
                <a:lnTo>
                  <a:pt x="286239" y="108958"/>
                </a:lnTo>
                <a:lnTo>
                  <a:pt x="254073" y="115147"/>
                </a:lnTo>
                <a:lnTo>
                  <a:pt x="254073" y="103095"/>
                </a:lnTo>
                <a:cubicBezTo>
                  <a:pt x="250219" y="107764"/>
                  <a:pt x="246785" y="110940"/>
                  <a:pt x="243772" y="112623"/>
                </a:cubicBezTo>
                <a:cubicBezTo>
                  <a:pt x="240759" y="114306"/>
                  <a:pt x="237352" y="115147"/>
                  <a:pt x="233552" y="115147"/>
                </a:cubicBezTo>
                <a:cubicBezTo>
                  <a:pt x="223834" y="115147"/>
                  <a:pt x="216152" y="110800"/>
                  <a:pt x="210506" y="102105"/>
                </a:cubicBezTo>
                <a:cubicBezTo>
                  <a:pt x="205946" y="95041"/>
                  <a:pt x="203666" y="86373"/>
                  <a:pt x="203666" y="76102"/>
                </a:cubicBezTo>
                <a:cubicBezTo>
                  <a:pt x="203666" y="67896"/>
                  <a:pt x="205077" y="60546"/>
                  <a:pt x="207900" y="54052"/>
                </a:cubicBezTo>
                <a:cubicBezTo>
                  <a:pt x="210723" y="47557"/>
                  <a:pt x="214591" y="42653"/>
                  <a:pt x="219504" y="39338"/>
                </a:cubicBezTo>
                <a:cubicBezTo>
                  <a:pt x="224418" y="36023"/>
                  <a:pt x="229697" y="34365"/>
                  <a:pt x="235343" y="34365"/>
                </a:cubicBezTo>
                <a:cubicBezTo>
                  <a:pt x="238981" y="34365"/>
                  <a:pt x="242211" y="35077"/>
                  <a:pt x="245034" y="36500"/>
                </a:cubicBezTo>
                <a:cubicBezTo>
                  <a:pt x="247857" y="37924"/>
                  <a:pt x="250870" y="40415"/>
                  <a:pt x="254073" y="43974"/>
                </a:cubicBezTo>
                <a:lnTo>
                  <a:pt x="254073" y="21010"/>
                </a:lnTo>
                <a:cubicBezTo>
                  <a:pt x="254073" y="15201"/>
                  <a:pt x="253829" y="11699"/>
                  <a:pt x="253340" y="10505"/>
                </a:cubicBezTo>
                <a:cubicBezTo>
                  <a:pt x="252689" y="8931"/>
                  <a:pt x="251711" y="7763"/>
                  <a:pt x="250409" y="7003"/>
                </a:cubicBezTo>
                <a:cubicBezTo>
                  <a:pt x="249106" y="6243"/>
                  <a:pt x="246663" y="5863"/>
                  <a:pt x="243080" y="5863"/>
                </a:cubicBezTo>
                <a:lnTo>
                  <a:pt x="243080" y="2443"/>
                </a:lnTo>
                <a:lnTo>
                  <a:pt x="276875" y="2443"/>
                </a:lnTo>
                <a:moveTo>
                  <a:pt x="254073" y="53909"/>
                </a:moveTo>
                <a:cubicBezTo>
                  <a:pt x="250056" y="46309"/>
                  <a:pt x="245143" y="42508"/>
                  <a:pt x="239334" y="42508"/>
                </a:cubicBezTo>
                <a:cubicBezTo>
                  <a:pt x="237325" y="42508"/>
                  <a:pt x="235669" y="43051"/>
                  <a:pt x="234366" y="44137"/>
                </a:cubicBezTo>
                <a:cubicBezTo>
                  <a:pt x="232357" y="45820"/>
                  <a:pt x="230715" y="48779"/>
                  <a:pt x="229439" y="53013"/>
                </a:cubicBezTo>
                <a:cubicBezTo>
                  <a:pt x="228164" y="57248"/>
                  <a:pt x="227526" y="63735"/>
                  <a:pt x="227526" y="72476"/>
                </a:cubicBezTo>
                <a:cubicBezTo>
                  <a:pt x="227526" y="82085"/>
                  <a:pt x="228231" y="89197"/>
                  <a:pt x="229643" y="93812"/>
                </a:cubicBezTo>
                <a:cubicBezTo>
                  <a:pt x="231054" y="98426"/>
                  <a:pt x="232982" y="101765"/>
                  <a:pt x="235425" y="103828"/>
                </a:cubicBezTo>
                <a:cubicBezTo>
                  <a:pt x="236673" y="104859"/>
                  <a:pt x="238384" y="105375"/>
                  <a:pt x="240555" y="105375"/>
                </a:cubicBezTo>
                <a:cubicBezTo>
                  <a:pt x="245333" y="105375"/>
                  <a:pt x="249839" y="101617"/>
                  <a:pt x="254073" y="94102"/>
                </a:cubicBezTo>
                <a:lnTo>
                  <a:pt x="254073" y="53909"/>
                </a:lnTo>
                <a:close/>
                <a:moveTo>
                  <a:pt x="360100" y="71987"/>
                </a:moveTo>
                <a:lnTo>
                  <a:pt x="318324" y="71987"/>
                </a:lnTo>
                <a:cubicBezTo>
                  <a:pt x="318813" y="82112"/>
                  <a:pt x="321500" y="90114"/>
                  <a:pt x="326386" y="95993"/>
                </a:cubicBezTo>
                <a:cubicBezTo>
                  <a:pt x="330132" y="100510"/>
                  <a:pt x="334638" y="102769"/>
                  <a:pt x="339904" y="102769"/>
                </a:cubicBezTo>
                <a:cubicBezTo>
                  <a:pt x="343161" y="102769"/>
                  <a:pt x="346120" y="101860"/>
                  <a:pt x="348780" y="100041"/>
                </a:cubicBezTo>
                <a:cubicBezTo>
                  <a:pt x="351440" y="98223"/>
                  <a:pt x="354291" y="94952"/>
                  <a:pt x="357331" y="90229"/>
                </a:cubicBezTo>
                <a:lnTo>
                  <a:pt x="360100" y="92020"/>
                </a:lnTo>
                <a:cubicBezTo>
                  <a:pt x="355974" y="100435"/>
                  <a:pt x="351413" y="106393"/>
                  <a:pt x="346419" y="109895"/>
                </a:cubicBezTo>
                <a:cubicBezTo>
                  <a:pt x="341424" y="113396"/>
                  <a:pt x="335642" y="115147"/>
                  <a:pt x="329073" y="115147"/>
                </a:cubicBezTo>
                <a:cubicBezTo>
                  <a:pt x="317781" y="115147"/>
                  <a:pt x="309231" y="110800"/>
                  <a:pt x="303422" y="102105"/>
                </a:cubicBezTo>
                <a:cubicBezTo>
                  <a:pt x="298753" y="95095"/>
                  <a:pt x="296418" y="86400"/>
                  <a:pt x="296418" y="76021"/>
                </a:cubicBezTo>
                <a:cubicBezTo>
                  <a:pt x="296418" y="63304"/>
                  <a:pt x="299852" y="53182"/>
                  <a:pt x="306720" y="45656"/>
                </a:cubicBezTo>
                <a:cubicBezTo>
                  <a:pt x="313587" y="38129"/>
                  <a:pt x="321636" y="34365"/>
                  <a:pt x="330865" y="34365"/>
                </a:cubicBezTo>
                <a:cubicBezTo>
                  <a:pt x="338574" y="34365"/>
                  <a:pt x="345265" y="37527"/>
                  <a:pt x="350938" y="43852"/>
                </a:cubicBezTo>
                <a:cubicBezTo>
                  <a:pt x="356611" y="50177"/>
                  <a:pt x="359665" y="59555"/>
                  <a:pt x="360100" y="71987"/>
                </a:cubicBezTo>
                <a:moveTo>
                  <a:pt x="340067" y="66613"/>
                </a:moveTo>
                <a:cubicBezTo>
                  <a:pt x="340067" y="57872"/>
                  <a:pt x="339592" y="51873"/>
                  <a:pt x="338642" y="48616"/>
                </a:cubicBezTo>
                <a:cubicBezTo>
                  <a:pt x="337692" y="45359"/>
                  <a:pt x="336212" y="42888"/>
                  <a:pt x="334204" y="41205"/>
                </a:cubicBezTo>
                <a:cubicBezTo>
                  <a:pt x="333064" y="40228"/>
                  <a:pt x="331543" y="39740"/>
                  <a:pt x="329643" y="39740"/>
                </a:cubicBezTo>
                <a:cubicBezTo>
                  <a:pt x="326820" y="39740"/>
                  <a:pt x="324513" y="41124"/>
                  <a:pt x="322721" y="43893"/>
                </a:cubicBezTo>
                <a:cubicBezTo>
                  <a:pt x="319518" y="48724"/>
                  <a:pt x="317917" y="55348"/>
                  <a:pt x="317917" y="63763"/>
                </a:cubicBezTo>
                <a:lnTo>
                  <a:pt x="317917" y="66613"/>
                </a:lnTo>
                <a:lnTo>
                  <a:pt x="340067" y="666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FCCA2-63A8-469E-A326-02DC207A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6" y="3364034"/>
            <a:ext cx="425245" cy="683"/>
          </a:xfrm>
          <a:custGeom xmlns:a="http://schemas.openxmlformats.org/drawingml/2006/main">
            <a:pathLst>
              <a:path w="425245" h="683" fill="none">
                <a:moveTo>
                  <a:pt x="0" y="0"/>
                </a:moveTo>
                <a:lnTo>
                  <a:pt x="425245" y="683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7A7A0-3D4C-4079-AFD1-9B8EB575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53" y="3324900"/>
            <a:ext cx="79634" cy="79634"/>
          </a:xfrm>
          <a:custGeom xmlns:a="http://schemas.openxmlformats.org/drawingml/2006/main">
            <a:pathLst>
              <a:path w="79634" h="79634">
                <a:moveTo>
                  <a:pt x="79634" y="39931"/>
                </a:moveTo>
                <a:lnTo>
                  <a:pt x="0" y="79634"/>
                </a:lnTo>
                <a:lnTo>
                  <a:pt x="19908" y="39817"/>
                </a:lnTo>
                <a:lnTo>
                  <a:pt x="114" y="0"/>
                </a:lnTo>
                <a:lnTo>
                  <a:pt x="79634" y="399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3F9408-9E5D-456E-82D2-4EF12244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53" y="3324900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79634" y="39931"/>
                </a:moveTo>
                <a:lnTo>
                  <a:pt x="0" y="79634"/>
                </a:lnTo>
                <a:lnTo>
                  <a:pt x="19908" y="39817"/>
                </a:lnTo>
                <a:lnTo>
                  <a:pt x="114" y="0"/>
                </a:lnTo>
                <a:lnTo>
                  <a:pt x="79634" y="399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00937f6f34a91"/>
          <a:stretch xmlns:a="http://schemas.openxmlformats.org/drawingml/2006/main"/>
        </p:blipFill>
        <p:spPr>
          <a:xfrm xmlns:a="http://schemas.openxmlformats.org/drawingml/2006/main">
            <a:off x="440645" y="3080424"/>
            <a:ext cx="352665" cy="352665"/>
          </a:xfrm>
          <a:prstGeom xmlns:a="http://schemas.openxmlformats.org/drawingml/2006/main" prst="rect">
            <a:avLst/>
          </a:prstGeom>
        </p:spPr>
      </p:pic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DC685-E504-40B9-82E9-844A5D79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02" y="1049758"/>
            <a:ext cx="10" cy="420240"/>
          </a:xfrm>
          <a:custGeom xmlns:a="http://schemas.openxmlformats.org/drawingml/2006/main">
            <a:pathLst>
              <a:path w="1" h="420240" fill="none">
                <a:moveTo>
                  <a:pt x="0" y="0"/>
                </a:moveTo>
                <a:lnTo>
                  <a:pt x="0" y="420240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4EA54-681D-41AB-9497-D5EFB9A8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09" y="1444401"/>
            <a:ext cx="102387" cy="102387"/>
          </a:xfrm>
          <a:custGeom xmlns:a="http://schemas.openxmlformats.org/drawingml/2006/main">
            <a:pathLst>
              <a:path w="102387" h="102387">
                <a:moveTo>
                  <a:pt x="51193" y="102387"/>
                </a:moveTo>
                <a:lnTo>
                  <a:pt x="0" y="0"/>
                </a:lnTo>
                <a:lnTo>
                  <a:pt x="51193" y="25597"/>
                </a:lnTo>
                <a:lnTo>
                  <a:pt x="102387" y="0"/>
                </a:lnTo>
                <a:lnTo>
                  <a:pt x="51193" y="102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C9F39-2FB7-47D3-9278-49284327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09" y="1444401"/>
            <a:ext cx="102387" cy="102387"/>
          </a:xfrm>
          <a:custGeom xmlns:a="http://schemas.openxmlformats.org/drawingml/2006/main">
            <a:pathLst>
              <a:path w="102387" h="102387" fill="none">
                <a:moveTo>
                  <a:pt x="51193" y="102387"/>
                </a:moveTo>
                <a:lnTo>
                  <a:pt x="0" y="0"/>
                </a:lnTo>
                <a:lnTo>
                  <a:pt x="51193" y="25597"/>
                </a:lnTo>
                <a:lnTo>
                  <a:pt x="102387" y="0"/>
                </a:lnTo>
                <a:lnTo>
                  <a:pt x="51193" y="1023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53" name="Text Fully">
            <a:extLst xmlns:a="http://schemas.openxmlformats.org/drawingml/2006/main">
              <a:ext uri="{FF2B5EF4-FFF2-40B4-BE49-F238E27FC236}">
                <a16:creationId xmlns:a16="http://schemas.microsoft.com/office/drawing/2014/main" id="{AD0C564A-3664-4411-B3E7-79A21F3D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00" y="2054209"/>
            <a:ext cx="365393" cy="146418"/>
          </a:xfrm>
          <a:custGeom xmlns:a="http://schemas.openxmlformats.org/drawingml/2006/main">
            <a:pathLst>
              <a:path w="365393" h="146418">
                <a:moveTo>
                  <a:pt x="42101" y="6352"/>
                </a:moveTo>
                <a:lnTo>
                  <a:pt x="42101" y="51629"/>
                </a:lnTo>
                <a:lnTo>
                  <a:pt x="45277" y="51629"/>
                </a:lnTo>
                <a:cubicBezTo>
                  <a:pt x="50163" y="51629"/>
                  <a:pt x="54153" y="50894"/>
                  <a:pt x="57248" y="49423"/>
                </a:cubicBezTo>
                <a:cubicBezTo>
                  <a:pt x="60342" y="47952"/>
                  <a:pt x="62962" y="45473"/>
                  <a:pt x="65106" y="41987"/>
                </a:cubicBezTo>
                <a:cubicBezTo>
                  <a:pt x="67251" y="38500"/>
                  <a:pt x="68649" y="33788"/>
                  <a:pt x="69300" y="27850"/>
                </a:cubicBezTo>
                <a:lnTo>
                  <a:pt x="72150" y="27850"/>
                </a:lnTo>
                <a:lnTo>
                  <a:pt x="72150" y="83388"/>
                </a:lnTo>
                <a:lnTo>
                  <a:pt x="69300" y="83388"/>
                </a:lnTo>
                <a:cubicBezTo>
                  <a:pt x="68269" y="72910"/>
                  <a:pt x="65459" y="66002"/>
                  <a:pt x="60872" y="62663"/>
                </a:cubicBezTo>
                <a:cubicBezTo>
                  <a:pt x="56284" y="59324"/>
                  <a:pt x="51086" y="57655"/>
                  <a:pt x="45277" y="57655"/>
                </a:cubicBezTo>
                <a:lnTo>
                  <a:pt x="42101" y="57655"/>
                </a:lnTo>
                <a:lnTo>
                  <a:pt x="42101" y="91531"/>
                </a:lnTo>
                <a:cubicBezTo>
                  <a:pt x="42101" y="97206"/>
                  <a:pt x="42413" y="100754"/>
                  <a:pt x="43038" y="102174"/>
                </a:cubicBezTo>
                <a:cubicBezTo>
                  <a:pt x="43662" y="103592"/>
                  <a:pt x="44884" y="104833"/>
                  <a:pt x="46702" y="105897"/>
                </a:cubicBezTo>
                <a:cubicBezTo>
                  <a:pt x="48521" y="106961"/>
                  <a:pt x="50978" y="107493"/>
                  <a:pt x="54072" y="107493"/>
                </a:cubicBezTo>
                <a:lnTo>
                  <a:pt x="57737" y="107493"/>
                </a:lnTo>
                <a:lnTo>
                  <a:pt x="57737" y="110424"/>
                </a:lnTo>
                <a:lnTo>
                  <a:pt x="0" y="110424"/>
                </a:lnTo>
                <a:lnTo>
                  <a:pt x="0" y="107493"/>
                </a:lnTo>
                <a:lnTo>
                  <a:pt x="3665" y="107493"/>
                </a:lnTo>
                <a:cubicBezTo>
                  <a:pt x="6868" y="107493"/>
                  <a:pt x="9446" y="106920"/>
                  <a:pt x="11401" y="105775"/>
                </a:cubicBezTo>
                <a:cubicBezTo>
                  <a:pt x="12812" y="105010"/>
                  <a:pt x="13898" y="103700"/>
                  <a:pt x="14658" y="101846"/>
                </a:cubicBezTo>
                <a:cubicBezTo>
                  <a:pt x="15255" y="100536"/>
                  <a:pt x="15554" y="97098"/>
                  <a:pt x="15554" y="91531"/>
                </a:cubicBezTo>
                <a:lnTo>
                  <a:pt x="15554" y="18893"/>
                </a:lnTo>
                <a:cubicBezTo>
                  <a:pt x="15554" y="13218"/>
                  <a:pt x="15255" y="9671"/>
                  <a:pt x="14658" y="8253"/>
                </a:cubicBezTo>
                <a:cubicBezTo>
                  <a:pt x="14061" y="6833"/>
                  <a:pt x="12853" y="5591"/>
                  <a:pt x="11034" y="4527"/>
                </a:cubicBezTo>
                <a:cubicBezTo>
                  <a:pt x="9216" y="3463"/>
                  <a:pt x="6759" y="2932"/>
                  <a:pt x="3665" y="2932"/>
                </a:cubicBezTo>
                <a:lnTo>
                  <a:pt x="0" y="2932"/>
                </a:lnTo>
                <a:lnTo>
                  <a:pt x="0" y="0"/>
                </a:lnTo>
                <a:lnTo>
                  <a:pt x="93160" y="0"/>
                </a:lnTo>
                <a:lnTo>
                  <a:pt x="93160" y="31759"/>
                </a:lnTo>
                <a:lnTo>
                  <a:pt x="89821" y="31759"/>
                </a:lnTo>
                <a:cubicBezTo>
                  <a:pt x="89061" y="24298"/>
                  <a:pt x="87120" y="18770"/>
                  <a:pt x="83999" y="15175"/>
                </a:cubicBezTo>
                <a:cubicBezTo>
                  <a:pt x="80877" y="11580"/>
                  <a:pt x="76358" y="9048"/>
                  <a:pt x="70440" y="7578"/>
                </a:cubicBezTo>
                <a:cubicBezTo>
                  <a:pt x="67183" y="6761"/>
                  <a:pt x="61157" y="6352"/>
                  <a:pt x="52362" y="6352"/>
                </a:cubicBezTo>
                <a:lnTo>
                  <a:pt x="42101" y="6352"/>
                </a:lnTo>
                <a:close/>
                <a:moveTo>
                  <a:pt x="177281" y="34202"/>
                </a:moveTo>
                <a:lnTo>
                  <a:pt x="177281" y="93812"/>
                </a:lnTo>
                <a:cubicBezTo>
                  <a:pt x="177281" y="99656"/>
                  <a:pt x="177824" y="103302"/>
                  <a:pt x="178910" y="104749"/>
                </a:cubicBezTo>
                <a:cubicBezTo>
                  <a:pt x="179995" y="106196"/>
                  <a:pt x="182194" y="107111"/>
                  <a:pt x="185506" y="107493"/>
                </a:cubicBezTo>
                <a:lnTo>
                  <a:pt x="185506" y="110424"/>
                </a:lnTo>
                <a:lnTo>
                  <a:pt x="154479" y="110424"/>
                </a:lnTo>
                <a:lnTo>
                  <a:pt x="154479" y="100245"/>
                </a:lnTo>
                <a:cubicBezTo>
                  <a:pt x="150842" y="104588"/>
                  <a:pt x="147205" y="107750"/>
                  <a:pt x="143567" y="109732"/>
                </a:cubicBezTo>
                <a:cubicBezTo>
                  <a:pt x="139930" y="111713"/>
                  <a:pt x="135858" y="112704"/>
                  <a:pt x="131352" y="112704"/>
                </a:cubicBezTo>
                <a:cubicBezTo>
                  <a:pt x="127063" y="112704"/>
                  <a:pt x="123250" y="111388"/>
                  <a:pt x="119911" y="108755"/>
                </a:cubicBezTo>
                <a:cubicBezTo>
                  <a:pt x="116572" y="106122"/>
                  <a:pt x="114333" y="103041"/>
                  <a:pt x="113193" y="99512"/>
                </a:cubicBezTo>
                <a:cubicBezTo>
                  <a:pt x="112052" y="95983"/>
                  <a:pt x="111482" y="89821"/>
                  <a:pt x="111482" y="81027"/>
                </a:cubicBezTo>
                <a:lnTo>
                  <a:pt x="111482" y="50815"/>
                </a:lnTo>
                <a:cubicBezTo>
                  <a:pt x="111482" y="44990"/>
                  <a:pt x="110953" y="41364"/>
                  <a:pt x="109894" y="39936"/>
                </a:cubicBezTo>
                <a:cubicBezTo>
                  <a:pt x="108836" y="38507"/>
                  <a:pt x="106624" y="37573"/>
                  <a:pt x="103258" y="37134"/>
                </a:cubicBezTo>
                <a:lnTo>
                  <a:pt x="103258" y="34202"/>
                </a:lnTo>
                <a:lnTo>
                  <a:pt x="134284" y="34202"/>
                </a:lnTo>
                <a:lnTo>
                  <a:pt x="134284" y="86302"/>
                </a:lnTo>
                <a:cubicBezTo>
                  <a:pt x="134284" y="91738"/>
                  <a:pt x="134542" y="95244"/>
                  <a:pt x="135057" y="96820"/>
                </a:cubicBezTo>
                <a:cubicBezTo>
                  <a:pt x="135573" y="98396"/>
                  <a:pt x="136388" y="99592"/>
                  <a:pt x="137500" y="100408"/>
                </a:cubicBezTo>
                <a:cubicBezTo>
                  <a:pt x="138613" y="101222"/>
                  <a:pt x="139903" y="101629"/>
                  <a:pt x="141369" y="101629"/>
                </a:cubicBezTo>
                <a:cubicBezTo>
                  <a:pt x="143323" y="101629"/>
                  <a:pt x="145087" y="101114"/>
                  <a:pt x="146662" y="100082"/>
                </a:cubicBezTo>
                <a:cubicBezTo>
                  <a:pt x="148833" y="98671"/>
                  <a:pt x="151439" y="95820"/>
                  <a:pt x="154479" y="91531"/>
                </a:cubicBezTo>
                <a:lnTo>
                  <a:pt x="154479" y="50815"/>
                </a:lnTo>
                <a:cubicBezTo>
                  <a:pt x="154479" y="44990"/>
                  <a:pt x="153950" y="41364"/>
                  <a:pt x="152891" y="39936"/>
                </a:cubicBezTo>
                <a:cubicBezTo>
                  <a:pt x="151833" y="38507"/>
                  <a:pt x="149621" y="37573"/>
                  <a:pt x="146255" y="37134"/>
                </a:cubicBezTo>
                <a:lnTo>
                  <a:pt x="146255" y="34202"/>
                </a:lnTo>
                <a:lnTo>
                  <a:pt x="177281" y="34202"/>
                </a:lnTo>
                <a:close/>
                <a:moveTo>
                  <a:pt x="226304" y="0"/>
                </a:moveTo>
                <a:lnTo>
                  <a:pt x="226304" y="94626"/>
                </a:lnTo>
                <a:cubicBezTo>
                  <a:pt x="226304" y="100001"/>
                  <a:pt x="226928" y="103434"/>
                  <a:pt x="228177" y="104927"/>
                </a:cubicBezTo>
                <a:cubicBezTo>
                  <a:pt x="229426" y="106420"/>
                  <a:pt x="231869" y="107275"/>
                  <a:pt x="235506" y="107493"/>
                </a:cubicBezTo>
                <a:lnTo>
                  <a:pt x="235506" y="110424"/>
                </a:lnTo>
                <a:lnTo>
                  <a:pt x="194382" y="110424"/>
                </a:lnTo>
                <a:lnTo>
                  <a:pt x="194382" y="107493"/>
                </a:lnTo>
                <a:cubicBezTo>
                  <a:pt x="197748" y="107384"/>
                  <a:pt x="200245" y="106407"/>
                  <a:pt x="201874" y="104561"/>
                </a:cubicBezTo>
                <a:cubicBezTo>
                  <a:pt x="202960" y="103312"/>
                  <a:pt x="203503" y="100001"/>
                  <a:pt x="203503" y="94626"/>
                </a:cubicBezTo>
                <a:lnTo>
                  <a:pt x="203503" y="15798"/>
                </a:lnTo>
                <a:cubicBezTo>
                  <a:pt x="203503" y="10444"/>
                  <a:pt x="202878" y="7016"/>
                  <a:pt x="201630" y="5515"/>
                </a:cubicBezTo>
                <a:cubicBezTo>
                  <a:pt x="200381" y="4011"/>
                  <a:pt x="197965" y="3150"/>
                  <a:pt x="194382" y="2932"/>
                </a:cubicBezTo>
                <a:lnTo>
                  <a:pt x="194382" y="0"/>
                </a:lnTo>
                <a:lnTo>
                  <a:pt x="226304" y="0"/>
                </a:lnTo>
                <a:close/>
                <a:moveTo>
                  <a:pt x="272640" y="0"/>
                </a:moveTo>
                <a:lnTo>
                  <a:pt x="272640" y="94626"/>
                </a:lnTo>
                <a:cubicBezTo>
                  <a:pt x="272640" y="100001"/>
                  <a:pt x="273264" y="103434"/>
                  <a:pt x="274513" y="104927"/>
                </a:cubicBezTo>
                <a:cubicBezTo>
                  <a:pt x="275761" y="106420"/>
                  <a:pt x="278204" y="107275"/>
                  <a:pt x="281842" y="107493"/>
                </a:cubicBezTo>
                <a:lnTo>
                  <a:pt x="281842" y="110424"/>
                </a:lnTo>
                <a:lnTo>
                  <a:pt x="240718" y="110424"/>
                </a:lnTo>
                <a:lnTo>
                  <a:pt x="240718" y="107493"/>
                </a:lnTo>
                <a:cubicBezTo>
                  <a:pt x="244083" y="107384"/>
                  <a:pt x="246581" y="106407"/>
                  <a:pt x="248209" y="104561"/>
                </a:cubicBezTo>
                <a:cubicBezTo>
                  <a:pt x="249295" y="103312"/>
                  <a:pt x="249838" y="100001"/>
                  <a:pt x="249838" y="94626"/>
                </a:cubicBezTo>
                <a:lnTo>
                  <a:pt x="249838" y="15798"/>
                </a:lnTo>
                <a:cubicBezTo>
                  <a:pt x="249838" y="10444"/>
                  <a:pt x="249214" y="7016"/>
                  <a:pt x="247965" y="5515"/>
                </a:cubicBezTo>
                <a:cubicBezTo>
                  <a:pt x="246716" y="4011"/>
                  <a:pt x="244301" y="3150"/>
                  <a:pt x="240718" y="2932"/>
                </a:cubicBezTo>
                <a:lnTo>
                  <a:pt x="240718" y="0"/>
                </a:lnTo>
                <a:lnTo>
                  <a:pt x="272640" y="0"/>
                </a:lnTo>
                <a:close/>
                <a:moveTo>
                  <a:pt x="324106" y="113592"/>
                </a:moveTo>
                <a:lnTo>
                  <a:pt x="299513" y="57027"/>
                </a:lnTo>
                <a:cubicBezTo>
                  <a:pt x="295821" y="48459"/>
                  <a:pt x="293093" y="43193"/>
                  <a:pt x="291329" y="41228"/>
                </a:cubicBezTo>
                <a:cubicBezTo>
                  <a:pt x="289564" y="39262"/>
                  <a:pt x="287433" y="37897"/>
                  <a:pt x="284936" y="37134"/>
                </a:cubicBezTo>
                <a:lnTo>
                  <a:pt x="284936" y="34202"/>
                </a:lnTo>
                <a:lnTo>
                  <a:pt x="325409" y="34202"/>
                </a:lnTo>
                <a:lnTo>
                  <a:pt x="325409" y="37134"/>
                </a:lnTo>
                <a:cubicBezTo>
                  <a:pt x="322748" y="37242"/>
                  <a:pt x="320875" y="37761"/>
                  <a:pt x="319790" y="38689"/>
                </a:cubicBezTo>
                <a:cubicBezTo>
                  <a:pt x="318704" y="39615"/>
                  <a:pt x="318161" y="40733"/>
                  <a:pt x="318161" y="42043"/>
                </a:cubicBezTo>
                <a:cubicBezTo>
                  <a:pt x="318161" y="44114"/>
                  <a:pt x="319518" y="48205"/>
                  <a:pt x="322233" y="54314"/>
                </a:cubicBezTo>
                <a:lnTo>
                  <a:pt x="335262" y="84258"/>
                </a:lnTo>
                <a:lnTo>
                  <a:pt x="344138" y="61119"/>
                </a:lnTo>
                <a:cubicBezTo>
                  <a:pt x="347341" y="52878"/>
                  <a:pt x="348943" y="47148"/>
                  <a:pt x="348943" y="43928"/>
                </a:cubicBezTo>
                <a:cubicBezTo>
                  <a:pt x="348943" y="41910"/>
                  <a:pt x="348278" y="40300"/>
                  <a:pt x="346948" y="39098"/>
                </a:cubicBezTo>
                <a:cubicBezTo>
                  <a:pt x="345618" y="37897"/>
                  <a:pt x="343270" y="37242"/>
                  <a:pt x="339904" y="37134"/>
                </a:cubicBezTo>
                <a:lnTo>
                  <a:pt x="339904" y="34202"/>
                </a:lnTo>
                <a:lnTo>
                  <a:pt x="365393" y="34202"/>
                </a:lnTo>
                <a:lnTo>
                  <a:pt x="365393" y="37134"/>
                </a:lnTo>
                <a:cubicBezTo>
                  <a:pt x="362895" y="37407"/>
                  <a:pt x="360859" y="38376"/>
                  <a:pt x="359285" y="40040"/>
                </a:cubicBezTo>
                <a:cubicBezTo>
                  <a:pt x="357711" y="41704"/>
                  <a:pt x="355078" y="47366"/>
                  <a:pt x="351386" y="57027"/>
                </a:cubicBezTo>
                <a:lnTo>
                  <a:pt x="329643" y="113519"/>
                </a:lnTo>
                <a:cubicBezTo>
                  <a:pt x="324160" y="127634"/>
                  <a:pt x="320088" y="136320"/>
                  <a:pt x="317428" y="139577"/>
                </a:cubicBezTo>
                <a:cubicBezTo>
                  <a:pt x="313682" y="144138"/>
                  <a:pt x="308986" y="146418"/>
                  <a:pt x="303340" y="146418"/>
                </a:cubicBezTo>
                <a:cubicBezTo>
                  <a:pt x="298834" y="146418"/>
                  <a:pt x="295183" y="145128"/>
                  <a:pt x="292387" y="142550"/>
                </a:cubicBezTo>
                <a:cubicBezTo>
                  <a:pt x="289591" y="139971"/>
                  <a:pt x="288193" y="136863"/>
                  <a:pt x="288193" y="133226"/>
                </a:cubicBezTo>
                <a:cubicBezTo>
                  <a:pt x="288193" y="130077"/>
                  <a:pt x="289157" y="127471"/>
                  <a:pt x="291084" y="125408"/>
                </a:cubicBezTo>
                <a:cubicBezTo>
                  <a:pt x="293012" y="123345"/>
                  <a:pt x="295387" y="122313"/>
                  <a:pt x="298210" y="122313"/>
                </a:cubicBezTo>
                <a:cubicBezTo>
                  <a:pt x="300924" y="122313"/>
                  <a:pt x="303109" y="123177"/>
                  <a:pt x="304765" y="124904"/>
                </a:cubicBezTo>
                <a:cubicBezTo>
                  <a:pt x="306421" y="126633"/>
                  <a:pt x="307276" y="129307"/>
                  <a:pt x="307330" y="132925"/>
                </a:cubicBezTo>
                <a:cubicBezTo>
                  <a:pt x="307385" y="134978"/>
                  <a:pt x="307629" y="136301"/>
                  <a:pt x="308063" y="136895"/>
                </a:cubicBezTo>
                <a:cubicBezTo>
                  <a:pt x="308498" y="137489"/>
                  <a:pt x="309122" y="137786"/>
                  <a:pt x="309936" y="137786"/>
                </a:cubicBezTo>
                <a:cubicBezTo>
                  <a:pt x="311239" y="137786"/>
                  <a:pt x="312624" y="137002"/>
                  <a:pt x="314089" y="135434"/>
                </a:cubicBezTo>
                <a:cubicBezTo>
                  <a:pt x="316261" y="133164"/>
                  <a:pt x="318812" y="127976"/>
                  <a:pt x="321744" y="119870"/>
                </a:cubicBezTo>
                <a:lnTo>
                  <a:pt x="324106" y="1135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StrippedBin">
            <a:extLst xmlns:a="http://schemas.openxmlformats.org/drawingml/2006/main">
              <a:ext uri="{FF2B5EF4-FFF2-40B4-BE49-F238E27FC236}">
                <a16:creationId xmlns:a16="http://schemas.microsoft.com/office/drawing/2014/main" id="{C65315F7-B118-4B63-A2B9-07227493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33" y="2256539"/>
            <a:ext cx="899434" cy="148535"/>
          </a:xfrm>
          <a:custGeom xmlns:a="http://schemas.openxmlformats.org/drawingml/2006/main">
            <a:pathLst>
              <a:path w="899434" h="148535">
                <a:moveTo>
                  <a:pt x="69707" y="0"/>
                </a:moveTo>
                <a:lnTo>
                  <a:pt x="70603" y="36808"/>
                </a:lnTo>
                <a:lnTo>
                  <a:pt x="67264" y="36808"/>
                </a:lnTo>
                <a:cubicBezTo>
                  <a:pt x="65690" y="27603"/>
                  <a:pt x="61822" y="20198"/>
                  <a:pt x="55660" y="14594"/>
                </a:cubicBezTo>
                <a:cubicBezTo>
                  <a:pt x="49498" y="8991"/>
                  <a:pt x="42834" y="6189"/>
                  <a:pt x="35668" y="6189"/>
                </a:cubicBezTo>
                <a:cubicBezTo>
                  <a:pt x="30130" y="6189"/>
                  <a:pt x="25747" y="7664"/>
                  <a:pt x="22516" y="10614"/>
                </a:cubicBezTo>
                <a:cubicBezTo>
                  <a:pt x="19286" y="13563"/>
                  <a:pt x="17671" y="16959"/>
                  <a:pt x="17671" y="20801"/>
                </a:cubicBezTo>
                <a:cubicBezTo>
                  <a:pt x="17671" y="23236"/>
                  <a:pt x="18241" y="25401"/>
                  <a:pt x="19381" y="27296"/>
                </a:cubicBezTo>
                <a:cubicBezTo>
                  <a:pt x="20956" y="29839"/>
                  <a:pt x="23480" y="32355"/>
                  <a:pt x="26955" y="34843"/>
                </a:cubicBezTo>
                <a:cubicBezTo>
                  <a:pt x="29506" y="36630"/>
                  <a:pt x="35397" y="39796"/>
                  <a:pt x="44626" y="44343"/>
                </a:cubicBezTo>
                <a:cubicBezTo>
                  <a:pt x="57546" y="50675"/>
                  <a:pt x="66260" y="56656"/>
                  <a:pt x="70766" y="62287"/>
                </a:cubicBezTo>
                <a:cubicBezTo>
                  <a:pt x="75218" y="67916"/>
                  <a:pt x="77443" y="74357"/>
                  <a:pt x="77443" y="81612"/>
                </a:cubicBezTo>
                <a:cubicBezTo>
                  <a:pt x="77443" y="90814"/>
                  <a:pt x="73847" y="98731"/>
                  <a:pt x="66653" y="105362"/>
                </a:cubicBezTo>
                <a:cubicBezTo>
                  <a:pt x="59460" y="111994"/>
                  <a:pt x="50326" y="115310"/>
                  <a:pt x="39251" y="115310"/>
                </a:cubicBezTo>
                <a:cubicBezTo>
                  <a:pt x="35777" y="115310"/>
                  <a:pt x="32492" y="114957"/>
                  <a:pt x="29398" y="114251"/>
                </a:cubicBezTo>
                <a:cubicBezTo>
                  <a:pt x="26303" y="113546"/>
                  <a:pt x="22421" y="112216"/>
                  <a:pt x="17753" y="110261"/>
                </a:cubicBezTo>
                <a:cubicBezTo>
                  <a:pt x="15147" y="109175"/>
                  <a:pt x="13002" y="108633"/>
                  <a:pt x="11319" y="108633"/>
                </a:cubicBezTo>
                <a:cubicBezTo>
                  <a:pt x="9908" y="108633"/>
                  <a:pt x="8415" y="109182"/>
                  <a:pt x="6840" y="110282"/>
                </a:cubicBezTo>
                <a:cubicBezTo>
                  <a:pt x="5266" y="111381"/>
                  <a:pt x="3990" y="113057"/>
                  <a:pt x="3013" y="115310"/>
                </a:cubicBezTo>
                <a:lnTo>
                  <a:pt x="0" y="115310"/>
                </a:lnTo>
                <a:lnTo>
                  <a:pt x="0" y="73616"/>
                </a:lnTo>
                <a:lnTo>
                  <a:pt x="3013" y="73616"/>
                </a:lnTo>
                <a:cubicBezTo>
                  <a:pt x="5402" y="85315"/>
                  <a:pt x="10003" y="94239"/>
                  <a:pt x="16816" y="100387"/>
                </a:cubicBezTo>
                <a:cubicBezTo>
                  <a:pt x="23629" y="106536"/>
                  <a:pt x="30972" y="109610"/>
                  <a:pt x="38844" y="109610"/>
                </a:cubicBezTo>
                <a:cubicBezTo>
                  <a:pt x="44924" y="109610"/>
                  <a:pt x="49770" y="107959"/>
                  <a:pt x="53380" y="104658"/>
                </a:cubicBezTo>
                <a:cubicBezTo>
                  <a:pt x="56990" y="101356"/>
                  <a:pt x="58795" y="97513"/>
                  <a:pt x="58795" y="93130"/>
                </a:cubicBezTo>
                <a:cubicBezTo>
                  <a:pt x="58795" y="90532"/>
                  <a:pt x="58103" y="88016"/>
                  <a:pt x="56719" y="85582"/>
                </a:cubicBezTo>
                <a:cubicBezTo>
                  <a:pt x="55334" y="83146"/>
                  <a:pt x="53231" y="80831"/>
                  <a:pt x="50407" y="78640"/>
                </a:cubicBezTo>
                <a:cubicBezTo>
                  <a:pt x="47584" y="76448"/>
                  <a:pt x="42590" y="73593"/>
                  <a:pt x="35424" y="70076"/>
                </a:cubicBezTo>
                <a:cubicBezTo>
                  <a:pt x="25380" y="65151"/>
                  <a:pt x="18160" y="60954"/>
                  <a:pt x="13762" y="57485"/>
                </a:cubicBezTo>
                <a:cubicBezTo>
                  <a:pt x="9365" y="54015"/>
                  <a:pt x="5985" y="50139"/>
                  <a:pt x="3624" y="45857"/>
                </a:cubicBezTo>
                <a:cubicBezTo>
                  <a:pt x="1262" y="41575"/>
                  <a:pt x="81" y="36860"/>
                  <a:pt x="81" y="31711"/>
                </a:cubicBezTo>
                <a:cubicBezTo>
                  <a:pt x="81" y="22930"/>
                  <a:pt x="3312" y="15450"/>
                  <a:pt x="9772" y="9271"/>
                </a:cubicBezTo>
                <a:cubicBezTo>
                  <a:pt x="16232" y="3090"/>
                  <a:pt x="24376" y="0"/>
                  <a:pt x="34202" y="0"/>
                </a:cubicBezTo>
                <a:cubicBezTo>
                  <a:pt x="37785" y="0"/>
                  <a:pt x="41260" y="439"/>
                  <a:pt x="44626" y="1318"/>
                </a:cubicBezTo>
                <a:cubicBezTo>
                  <a:pt x="47177" y="1976"/>
                  <a:pt x="50285" y="3197"/>
                  <a:pt x="53950" y="4980"/>
                </a:cubicBezTo>
                <a:cubicBezTo>
                  <a:pt x="57614" y="6763"/>
                  <a:pt x="60180" y="7655"/>
                  <a:pt x="61645" y="7655"/>
                </a:cubicBezTo>
                <a:cubicBezTo>
                  <a:pt x="63057" y="7655"/>
                  <a:pt x="64170" y="7216"/>
                  <a:pt x="64984" y="6339"/>
                </a:cubicBezTo>
                <a:cubicBezTo>
                  <a:pt x="65798" y="5460"/>
                  <a:pt x="66558" y="3347"/>
                  <a:pt x="67264" y="0"/>
                </a:cubicBezTo>
                <a:lnTo>
                  <a:pt x="69707" y="0"/>
                </a:lnTo>
                <a:close/>
                <a:moveTo>
                  <a:pt x="119952" y="8632"/>
                </a:moveTo>
                <a:lnTo>
                  <a:pt x="119952" y="36645"/>
                </a:lnTo>
                <a:lnTo>
                  <a:pt x="138030" y="36645"/>
                </a:lnTo>
                <a:lnTo>
                  <a:pt x="138030" y="44626"/>
                </a:lnTo>
                <a:lnTo>
                  <a:pt x="119952" y="44626"/>
                </a:lnTo>
                <a:lnTo>
                  <a:pt x="119952" y="91740"/>
                </a:lnTo>
                <a:cubicBezTo>
                  <a:pt x="119952" y="96149"/>
                  <a:pt x="120155" y="98994"/>
                  <a:pt x="120563" y="100273"/>
                </a:cubicBezTo>
                <a:cubicBezTo>
                  <a:pt x="120970" y="101552"/>
                  <a:pt x="121689" y="102587"/>
                  <a:pt x="122721" y="103378"/>
                </a:cubicBezTo>
                <a:cubicBezTo>
                  <a:pt x="123752" y="104166"/>
                  <a:pt x="124702" y="104561"/>
                  <a:pt x="125571" y="104561"/>
                </a:cubicBezTo>
                <a:cubicBezTo>
                  <a:pt x="129100" y="104561"/>
                  <a:pt x="132438" y="101846"/>
                  <a:pt x="135587" y="96418"/>
                </a:cubicBezTo>
                <a:lnTo>
                  <a:pt x="138030" y="98227"/>
                </a:lnTo>
                <a:cubicBezTo>
                  <a:pt x="133633" y="108747"/>
                  <a:pt x="126494" y="114007"/>
                  <a:pt x="116613" y="114007"/>
                </a:cubicBezTo>
                <a:cubicBezTo>
                  <a:pt x="111781" y="114007"/>
                  <a:pt x="107696" y="112659"/>
                  <a:pt x="104357" y="109963"/>
                </a:cubicBezTo>
                <a:cubicBezTo>
                  <a:pt x="101019" y="107266"/>
                  <a:pt x="98888" y="104256"/>
                  <a:pt x="97965" y="100932"/>
                </a:cubicBezTo>
                <a:cubicBezTo>
                  <a:pt x="97422" y="99079"/>
                  <a:pt x="97150" y="94067"/>
                  <a:pt x="97150" y="85895"/>
                </a:cubicBezTo>
                <a:lnTo>
                  <a:pt x="97150" y="44626"/>
                </a:lnTo>
                <a:lnTo>
                  <a:pt x="87216" y="44626"/>
                </a:lnTo>
                <a:lnTo>
                  <a:pt x="87216" y="41768"/>
                </a:lnTo>
                <a:cubicBezTo>
                  <a:pt x="94056" y="36926"/>
                  <a:pt x="99878" y="31839"/>
                  <a:pt x="104683" y="26507"/>
                </a:cubicBezTo>
                <a:cubicBezTo>
                  <a:pt x="109488" y="21174"/>
                  <a:pt x="113681" y="15216"/>
                  <a:pt x="117265" y="8632"/>
                </a:cubicBezTo>
                <a:lnTo>
                  <a:pt x="119952" y="8632"/>
                </a:lnTo>
                <a:close/>
                <a:moveTo>
                  <a:pt x="176874" y="36645"/>
                </a:moveTo>
                <a:lnTo>
                  <a:pt x="176874" y="53909"/>
                </a:lnTo>
                <a:cubicBezTo>
                  <a:pt x="181923" y="46037"/>
                  <a:pt x="186347" y="40812"/>
                  <a:pt x="190148" y="38233"/>
                </a:cubicBezTo>
                <a:cubicBezTo>
                  <a:pt x="193948" y="35654"/>
                  <a:pt x="197612" y="34365"/>
                  <a:pt x="201141" y="34365"/>
                </a:cubicBezTo>
                <a:cubicBezTo>
                  <a:pt x="204181" y="34365"/>
                  <a:pt x="206611" y="35305"/>
                  <a:pt x="208430" y="37185"/>
                </a:cubicBezTo>
                <a:cubicBezTo>
                  <a:pt x="210248" y="39064"/>
                  <a:pt x="211158" y="41720"/>
                  <a:pt x="211158" y="45152"/>
                </a:cubicBezTo>
                <a:cubicBezTo>
                  <a:pt x="211158" y="48803"/>
                  <a:pt x="210275" y="51637"/>
                  <a:pt x="208511" y="53655"/>
                </a:cubicBezTo>
                <a:cubicBezTo>
                  <a:pt x="206747" y="55670"/>
                  <a:pt x="204616" y="56678"/>
                  <a:pt x="202118" y="56678"/>
                </a:cubicBezTo>
                <a:cubicBezTo>
                  <a:pt x="199241" y="56678"/>
                  <a:pt x="196744" y="55755"/>
                  <a:pt x="194627" y="53909"/>
                </a:cubicBezTo>
                <a:cubicBezTo>
                  <a:pt x="192509" y="52063"/>
                  <a:pt x="191261" y="51032"/>
                  <a:pt x="190881" y="50815"/>
                </a:cubicBezTo>
                <a:cubicBezTo>
                  <a:pt x="190338" y="50489"/>
                  <a:pt x="189713" y="50326"/>
                  <a:pt x="189008" y="50326"/>
                </a:cubicBezTo>
                <a:cubicBezTo>
                  <a:pt x="187433" y="50326"/>
                  <a:pt x="185940" y="50923"/>
                  <a:pt x="184529" y="52118"/>
                </a:cubicBezTo>
                <a:cubicBezTo>
                  <a:pt x="182303" y="53963"/>
                  <a:pt x="180620" y="56596"/>
                  <a:pt x="179480" y="60017"/>
                </a:cubicBezTo>
                <a:cubicBezTo>
                  <a:pt x="177743" y="65283"/>
                  <a:pt x="176874" y="71092"/>
                  <a:pt x="176874" y="77443"/>
                </a:cubicBezTo>
                <a:lnTo>
                  <a:pt x="176874" y="94952"/>
                </a:lnTo>
                <a:lnTo>
                  <a:pt x="176955" y="99512"/>
                </a:lnTo>
                <a:cubicBezTo>
                  <a:pt x="176955" y="102606"/>
                  <a:pt x="177145" y="104588"/>
                  <a:pt x="177525" y="105457"/>
                </a:cubicBezTo>
                <a:cubicBezTo>
                  <a:pt x="178177" y="106922"/>
                  <a:pt x="179141" y="107995"/>
                  <a:pt x="180416" y="108673"/>
                </a:cubicBezTo>
                <a:cubicBezTo>
                  <a:pt x="181692" y="109352"/>
                  <a:pt x="183850" y="109773"/>
                  <a:pt x="186890" y="109936"/>
                </a:cubicBezTo>
                <a:lnTo>
                  <a:pt x="186890" y="112867"/>
                </a:lnTo>
                <a:lnTo>
                  <a:pt x="145766" y="112867"/>
                </a:lnTo>
                <a:lnTo>
                  <a:pt x="145766" y="109936"/>
                </a:lnTo>
                <a:cubicBezTo>
                  <a:pt x="149078" y="109664"/>
                  <a:pt x="151317" y="108755"/>
                  <a:pt x="152485" y="107207"/>
                </a:cubicBezTo>
                <a:cubicBezTo>
                  <a:pt x="153652" y="105660"/>
                  <a:pt x="154235" y="101575"/>
                  <a:pt x="154235" y="94952"/>
                </a:cubicBezTo>
                <a:lnTo>
                  <a:pt x="154235" y="52769"/>
                </a:lnTo>
                <a:cubicBezTo>
                  <a:pt x="154235" y="48399"/>
                  <a:pt x="154018" y="45613"/>
                  <a:pt x="153584" y="44412"/>
                </a:cubicBezTo>
                <a:cubicBezTo>
                  <a:pt x="153041" y="42882"/>
                  <a:pt x="152254" y="41762"/>
                  <a:pt x="151222" y="41053"/>
                </a:cubicBezTo>
                <a:cubicBezTo>
                  <a:pt x="150191" y="40342"/>
                  <a:pt x="148372" y="39850"/>
                  <a:pt x="145766" y="39577"/>
                </a:cubicBezTo>
                <a:lnTo>
                  <a:pt x="145766" y="36645"/>
                </a:lnTo>
                <a:lnTo>
                  <a:pt x="176874" y="36645"/>
                </a:lnTo>
                <a:close/>
                <a:moveTo>
                  <a:pt x="237624" y="0"/>
                </a:moveTo>
                <a:cubicBezTo>
                  <a:pt x="241152" y="0"/>
                  <a:pt x="244138" y="1239"/>
                  <a:pt x="246581" y="3718"/>
                </a:cubicBezTo>
                <a:cubicBezTo>
                  <a:pt x="249024" y="6195"/>
                  <a:pt x="250246" y="9177"/>
                  <a:pt x="250246" y="12663"/>
                </a:cubicBezTo>
                <a:cubicBezTo>
                  <a:pt x="250246" y="16149"/>
                  <a:pt x="249011" y="19118"/>
                  <a:pt x="246541" y="21570"/>
                </a:cubicBezTo>
                <a:cubicBezTo>
                  <a:pt x="244071" y="24020"/>
                  <a:pt x="241098" y="25244"/>
                  <a:pt x="237624" y="25244"/>
                </a:cubicBezTo>
                <a:cubicBezTo>
                  <a:pt x="234149" y="25244"/>
                  <a:pt x="231190" y="24020"/>
                  <a:pt x="228747" y="21570"/>
                </a:cubicBezTo>
                <a:cubicBezTo>
                  <a:pt x="226304" y="19118"/>
                  <a:pt x="225083" y="16149"/>
                  <a:pt x="225083" y="12663"/>
                </a:cubicBezTo>
                <a:cubicBezTo>
                  <a:pt x="225083" y="9177"/>
                  <a:pt x="226304" y="6195"/>
                  <a:pt x="228747" y="3718"/>
                </a:cubicBezTo>
                <a:cubicBezTo>
                  <a:pt x="231190" y="1239"/>
                  <a:pt x="234149" y="0"/>
                  <a:pt x="237624" y="0"/>
                </a:cubicBezTo>
                <a:moveTo>
                  <a:pt x="249024" y="36645"/>
                </a:moveTo>
                <a:lnTo>
                  <a:pt x="249024" y="97069"/>
                </a:lnTo>
                <a:cubicBezTo>
                  <a:pt x="249024" y="102444"/>
                  <a:pt x="249649" y="105877"/>
                  <a:pt x="250897" y="107370"/>
                </a:cubicBezTo>
                <a:cubicBezTo>
                  <a:pt x="252146" y="108863"/>
                  <a:pt x="254589" y="109718"/>
                  <a:pt x="258226" y="109936"/>
                </a:cubicBezTo>
                <a:lnTo>
                  <a:pt x="258226" y="112867"/>
                </a:lnTo>
                <a:lnTo>
                  <a:pt x="217102" y="112867"/>
                </a:lnTo>
                <a:lnTo>
                  <a:pt x="217102" y="109936"/>
                </a:lnTo>
                <a:cubicBezTo>
                  <a:pt x="220468" y="109827"/>
                  <a:pt x="222966" y="108850"/>
                  <a:pt x="224594" y="107004"/>
                </a:cubicBezTo>
                <a:cubicBezTo>
                  <a:pt x="225680" y="105755"/>
                  <a:pt x="226223" y="102444"/>
                  <a:pt x="226223" y="97069"/>
                </a:cubicBezTo>
                <a:lnTo>
                  <a:pt x="226223" y="52606"/>
                </a:lnTo>
                <a:cubicBezTo>
                  <a:pt x="226223" y="47164"/>
                  <a:pt x="225599" y="43687"/>
                  <a:pt x="224350" y="42175"/>
                </a:cubicBezTo>
                <a:cubicBezTo>
                  <a:pt x="223101" y="40663"/>
                  <a:pt x="220685" y="39797"/>
                  <a:pt x="217102" y="39577"/>
                </a:cubicBezTo>
                <a:lnTo>
                  <a:pt x="217102" y="36645"/>
                </a:lnTo>
                <a:lnTo>
                  <a:pt x="249024" y="36645"/>
                </a:lnTo>
                <a:close/>
                <a:moveTo>
                  <a:pt x="295116" y="105131"/>
                </a:moveTo>
                <a:lnTo>
                  <a:pt x="295116" y="133388"/>
                </a:lnTo>
                <a:cubicBezTo>
                  <a:pt x="295116" y="137350"/>
                  <a:pt x="295428" y="140046"/>
                  <a:pt x="296052" y="141476"/>
                </a:cubicBezTo>
                <a:cubicBezTo>
                  <a:pt x="296677" y="142908"/>
                  <a:pt x="297640" y="143954"/>
                  <a:pt x="298943" y="144614"/>
                </a:cubicBezTo>
                <a:cubicBezTo>
                  <a:pt x="300246" y="145273"/>
                  <a:pt x="302798" y="145603"/>
                  <a:pt x="306598" y="145603"/>
                </a:cubicBezTo>
                <a:lnTo>
                  <a:pt x="306598" y="148535"/>
                </a:lnTo>
                <a:lnTo>
                  <a:pt x="263194" y="148535"/>
                </a:lnTo>
                <a:lnTo>
                  <a:pt x="263194" y="145603"/>
                </a:lnTo>
                <a:cubicBezTo>
                  <a:pt x="266560" y="145493"/>
                  <a:pt x="269057" y="144530"/>
                  <a:pt x="270686" y="142715"/>
                </a:cubicBezTo>
                <a:cubicBezTo>
                  <a:pt x="271772" y="141451"/>
                  <a:pt x="272314" y="138179"/>
                  <a:pt x="272314" y="132900"/>
                </a:cubicBezTo>
                <a:lnTo>
                  <a:pt x="272314" y="52606"/>
                </a:lnTo>
                <a:cubicBezTo>
                  <a:pt x="272314" y="47164"/>
                  <a:pt x="271690" y="43687"/>
                  <a:pt x="270441" y="42175"/>
                </a:cubicBezTo>
                <a:cubicBezTo>
                  <a:pt x="269193" y="40663"/>
                  <a:pt x="266777" y="39797"/>
                  <a:pt x="263194" y="39577"/>
                </a:cubicBezTo>
                <a:lnTo>
                  <a:pt x="263194" y="36645"/>
                </a:lnTo>
                <a:lnTo>
                  <a:pt x="295116" y="36645"/>
                </a:lnTo>
                <a:lnTo>
                  <a:pt x="295116" y="46662"/>
                </a:lnTo>
                <a:cubicBezTo>
                  <a:pt x="297776" y="42753"/>
                  <a:pt x="300491" y="39930"/>
                  <a:pt x="303259" y="38192"/>
                </a:cubicBezTo>
                <a:cubicBezTo>
                  <a:pt x="307222" y="35641"/>
                  <a:pt x="311538" y="34365"/>
                  <a:pt x="316207" y="34365"/>
                </a:cubicBezTo>
                <a:cubicBezTo>
                  <a:pt x="321799" y="34365"/>
                  <a:pt x="326889" y="36131"/>
                  <a:pt x="331476" y="39663"/>
                </a:cubicBezTo>
                <a:cubicBezTo>
                  <a:pt x="336063" y="43195"/>
                  <a:pt x="339552" y="48073"/>
                  <a:pt x="341940" y="54296"/>
                </a:cubicBezTo>
                <a:cubicBezTo>
                  <a:pt x="344329" y="60519"/>
                  <a:pt x="345523" y="67217"/>
                  <a:pt x="345523" y="74390"/>
                </a:cubicBezTo>
                <a:cubicBezTo>
                  <a:pt x="345523" y="82106"/>
                  <a:pt x="344288" y="89156"/>
                  <a:pt x="341818" y="95542"/>
                </a:cubicBezTo>
                <a:cubicBezTo>
                  <a:pt x="339348" y="101928"/>
                  <a:pt x="335765" y="106792"/>
                  <a:pt x="331069" y="110134"/>
                </a:cubicBezTo>
                <a:cubicBezTo>
                  <a:pt x="326373" y="113476"/>
                  <a:pt x="321148" y="115147"/>
                  <a:pt x="315393" y="115147"/>
                </a:cubicBezTo>
                <a:cubicBezTo>
                  <a:pt x="311213" y="115147"/>
                  <a:pt x="307304" y="114224"/>
                  <a:pt x="303666" y="112379"/>
                </a:cubicBezTo>
                <a:cubicBezTo>
                  <a:pt x="300952" y="110967"/>
                  <a:pt x="298102" y="108551"/>
                  <a:pt x="295116" y="105131"/>
                </a:cubicBezTo>
                <a:moveTo>
                  <a:pt x="295116" y="96893"/>
                </a:moveTo>
                <a:cubicBezTo>
                  <a:pt x="299785" y="103525"/>
                  <a:pt x="304779" y="106841"/>
                  <a:pt x="310100" y="106841"/>
                </a:cubicBezTo>
                <a:cubicBezTo>
                  <a:pt x="313031" y="106841"/>
                  <a:pt x="315447" y="105292"/>
                  <a:pt x="317347" y="102194"/>
                </a:cubicBezTo>
                <a:cubicBezTo>
                  <a:pt x="320170" y="97627"/>
                  <a:pt x="321582" y="88929"/>
                  <a:pt x="321582" y="76100"/>
                </a:cubicBezTo>
                <a:cubicBezTo>
                  <a:pt x="321582" y="62945"/>
                  <a:pt x="320035" y="53948"/>
                  <a:pt x="316940" y="49110"/>
                </a:cubicBezTo>
                <a:cubicBezTo>
                  <a:pt x="314877" y="45903"/>
                  <a:pt x="312108" y="44300"/>
                  <a:pt x="308634" y="44300"/>
                </a:cubicBezTo>
                <a:cubicBezTo>
                  <a:pt x="303151" y="44300"/>
                  <a:pt x="298645" y="48268"/>
                  <a:pt x="295116" y="56205"/>
                </a:cubicBezTo>
                <a:lnTo>
                  <a:pt x="295116" y="96893"/>
                </a:lnTo>
                <a:close/>
                <a:moveTo>
                  <a:pt x="387869" y="105131"/>
                </a:moveTo>
                <a:lnTo>
                  <a:pt x="387869" y="133388"/>
                </a:lnTo>
                <a:cubicBezTo>
                  <a:pt x="387869" y="137350"/>
                  <a:pt x="388181" y="140046"/>
                  <a:pt x="388806" y="141476"/>
                </a:cubicBezTo>
                <a:cubicBezTo>
                  <a:pt x="389430" y="142908"/>
                  <a:pt x="390394" y="143954"/>
                  <a:pt x="391697" y="144614"/>
                </a:cubicBezTo>
                <a:cubicBezTo>
                  <a:pt x="392999" y="145273"/>
                  <a:pt x="395551" y="145603"/>
                  <a:pt x="399351" y="145603"/>
                </a:cubicBezTo>
                <a:lnTo>
                  <a:pt x="399351" y="148535"/>
                </a:lnTo>
                <a:lnTo>
                  <a:pt x="355947" y="148535"/>
                </a:lnTo>
                <a:lnTo>
                  <a:pt x="355947" y="145603"/>
                </a:lnTo>
                <a:cubicBezTo>
                  <a:pt x="359313" y="145493"/>
                  <a:pt x="361810" y="144530"/>
                  <a:pt x="363439" y="142715"/>
                </a:cubicBezTo>
                <a:cubicBezTo>
                  <a:pt x="364525" y="141451"/>
                  <a:pt x="365068" y="138179"/>
                  <a:pt x="365068" y="132900"/>
                </a:cubicBezTo>
                <a:lnTo>
                  <a:pt x="365068" y="52606"/>
                </a:lnTo>
                <a:cubicBezTo>
                  <a:pt x="365068" y="47164"/>
                  <a:pt x="364443" y="43687"/>
                  <a:pt x="363195" y="42175"/>
                </a:cubicBezTo>
                <a:cubicBezTo>
                  <a:pt x="361946" y="40663"/>
                  <a:pt x="359530" y="39797"/>
                  <a:pt x="355947" y="39577"/>
                </a:cubicBezTo>
                <a:lnTo>
                  <a:pt x="355947" y="36645"/>
                </a:lnTo>
                <a:lnTo>
                  <a:pt x="387869" y="36645"/>
                </a:lnTo>
                <a:lnTo>
                  <a:pt x="387869" y="46662"/>
                </a:lnTo>
                <a:cubicBezTo>
                  <a:pt x="390529" y="42753"/>
                  <a:pt x="393244" y="39930"/>
                  <a:pt x="396012" y="38192"/>
                </a:cubicBezTo>
                <a:cubicBezTo>
                  <a:pt x="399976" y="35641"/>
                  <a:pt x="404292" y="34365"/>
                  <a:pt x="408960" y="34365"/>
                </a:cubicBezTo>
                <a:cubicBezTo>
                  <a:pt x="414552" y="34365"/>
                  <a:pt x="419642" y="36131"/>
                  <a:pt x="424229" y="39663"/>
                </a:cubicBezTo>
                <a:cubicBezTo>
                  <a:pt x="428817" y="43195"/>
                  <a:pt x="432305" y="48073"/>
                  <a:pt x="434694" y="54296"/>
                </a:cubicBezTo>
                <a:cubicBezTo>
                  <a:pt x="437082" y="60519"/>
                  <a:pt x="438277" y="67217"/>
                  <a:pt x="438277" y="74390"/>
                </a:cubicBezTo>
                <a:cubicBezTo>
                  <a:pt x="438277" y="82106"/>
                  <a:pt x="437042" y="89156"/>
                  <a:pt x="434571" y="95542"/>
                </a:cubicBezTo>
                <a:cubicBezTo>
                  <a:pt x="432101" y="101928"/>
                  <a:pt x="428518" y="106792"/>
                  <a:pt x="423822" y="110134"/>
                </a:cubicBezTo>
                <a:cubicBezTo>
                  <a:pt x="419126" y="113476"/>
                  <a:pt x="413901" y="115147"/>
                  <a:pt x="408146" y="115147"/>
                </a:cubicBezTo>
                <a:cubicBezTo>
                  <a:pt x="403966" y="115147"/>
                  <a:pt x="400057" y="114224"/>
                  <a:pt x="396420" y="112379"/>
                </a:cubicBezTo>
                <a:cubicBezTo>
                  <a:pt x="393705" y="110967"/>
                  <a:pt x="390855" y="108551"/>
                  <a:pt x="387869" y="105131"/>
                </a:cubicBezTo>
                <a:moveTo>
                  <a:pt x="387869" y="96893"/>
                </a:moveTo>
                <a:cubicBezTo>
                  <a:pt x="392538" y="103525"/>
                  <a:pt x="397533" y="106841"/>
                  <a:pt x="402853" y="106841"/>
                </a:cubicBezTo>
                <a:cubicBezTo>
                  <a:pt x="405785" y="106841"/>
                  <a:pt x="408200" y="105292"/>
                  <a:pt x="410101" y="102194"/>
                </a:cubicBezTo>
                <a:cubicBezTo>
                  <a:pt x="412924" y="97627"/>
                  <a:pt x="414335" y="88929"/>
                  <a:pt x="414335" y="76100"/>
                </a:cubicBezTo>
                <a:cubicBezTo>
                  <a:pt x="414335" y="62945"/>
                  <a:pt x="412788" y="53948"/>
                  <a:pt x="409693" y="49110"/>
                </a:cubicBezTo>
                <a:cubicBezTo>
                  <a:pt x="407630" y="45903"/>
                  <a:pt x="404862" y="44300"/>
                  <a:pt x="401387" y="44300"/>
                </a:cubicBezTo>
                <a:cubicBezTo>
                  <a:pt x="395904" y="44300"/>
                  <a:pt x="391398" y="48268"/>
                  <a:pt x="387869" y="56205"/>
                </a:cubicBezTo>
                <a:lnTo>
                  <a:pt x="387869" y="96893"/>
                </a:lnTo>
                <a:close/>
                <a:moveTo>
                  <a:pt x="515639" y="71987"/>
                </a:moveTo>
                <a:lnTo>
                  <a:pt x="473863" y="71987"/>
                </a:lnTo>
                <a:cubicBezTo>
                  <a:pt x="474352" y="82112"/>
                  <a:pt x="477039" y="90114"/>
                  <a:pt x="481925" y="95993"/>
                </a:cubicBezTo>
                <a:cubicBezTo>
                  <a:pt x="485671" y="100510"/>
                  <a:pt x="490177" y="102769"/>
                  <a:pt x="495443" y="102769"/>
                </a:cubicBezTo>
                <a:cubicBezTo>
                  <a:pt x="498700" y="102769"/>
                  <a:pt x="501659" y="101860"/>
                  <a:pt x="504319" y="100041"/>
                </a:cubicBezTo>
                <a:cubicBezTo>
                  <a:pt x="506979" y="98223"/>
                  <a:pt x="509830" y="94952"/>
                  <a:pt x="512870" y="90229"/>
                </a:cubicBezTo>
                <a:lnTo>
                  <a:pt x="515639" y="92020"/>
                </a:lnTo>
                <a:cubicBezTo>
                  <a:pt x="511513" y="100435"/>
                  <a:pt x="506952" y="106393"/>
                  <a:pt x="501958" y="109895"/>
                </a:cubicBezTo>
                <a:cubicBezTo>
                  <a:pt x="496963" y="113396"/>
                  <a:pt x="491181" y="115147"/>
                  <a:pt x="484612" y="115147"/>
                </a:cubicBezTo>
                <a:cubicBezTo>
                  <a:pt x="473320" y="115147"/>
                  <a:pt x="464770" y="110800"/>
                  <a:pt x="458961" y="102105"/>
                </a:cubicBezTo>
                <a:cubicBezTo>
                  <a:pt x="454292" y="95095"/>
                  <a:pt x="451957" y="86400"/>
                  <a:pt x="451957" y="76021"/>
                </a:cubicBezTo>
                <a:cubicBezTo>
                  <a:pt x="451957" y="63304"/>
                  <a:pt x="455391" y="53182"/>
                  <a:pt x="462259" y="45656"/>
                </a:cubicBezTo>
                <a:cubicBezTo>
                  <a:pt x="469126" y="38129"/>
                  <a:pt x="477175" y="34365"/>
                  <a:pt x="486404" y="34365"/>
                </a:cubicBezTo>
                <a:cubicBezTo>
                  <a:pt x="494113" y="34365"/>
                  <a:pt x="500804" y="37527"/>
                  <a:pt x="506477" y="43852"/>
                </a:cubicBezTo>
                <a:cubicBezTo>
                  <a:pt x="512151" y="50177"/>
                  <a:pt x="515204" y="59555"/>
                  <a:pt x="515639" y="71987"/>
                </a:cubicBezTo>
                <a:moveTo>
                  <a:pt x="495606" y="66613"/>
                </a:moveTo>
                <a:cubicBezTo>
                  <a:pt x="495606" y="57872"/>
                  <a:pt x="495131" y="51873"/>
                  <a:pt x="494181" y="48616"/>
                </a:cubicBezTo>
                <a:cubicBezTo>
                  <a:pt x="493231" y="45359"/>
                  <a:pt x="491751" y="42888"/>
                  <a:pt x="489743" y="41205"/>
                </a:cubicBezTo>
                <a:cubicBezTo>
                  <a:pt x="488603" y="40228"/>
                  <a:pt x="487083" y="39740"/>
                  <a:pt x="485182" y="39740"/>
                </a:cubicBezTo>
                <a:cubicBezTo>
                  <a:pt x="482359" y="39740"/>
                  <a:pt x="480052" y="41124"/>
                  <a:pt x="478261" y="43893"/>
                </a:cubicBezTo>
                <a:cubicBezTo>
                  <a:pt x="475057" y="48724"/>
                  <a:pt x="473456" y="55348"/>
                  <a:pt x="473456" y="63763"/>
                </a:cubicBezTo>
                <a:lnTo>
                  <a:pt x="473456" y="66613"/>
                </a:lnTo>
                <a:lnTo>
                  <a:pt x="495606" y="66613"/>
                </a:lnTo>
                <a:close/>
                <a:moveTo>
                  <a:pt x="599190" y="2443"/>
                </a:moveTo>
                <a:lnTo>
                  <a:pt x="599190" y="90066"/>
                </a:lnTo>
                <a:cubicBezTo>
                  <a:pt x="599190" y="95924"/>
                  <a:pt x="599353" y="99390"/>
                  <a:pt x="599678" y="100464"/>
                </a:cubicBezTo>
                <a:cubicBezTo>
                  <a:pt x="600113" y="102238"/>
                  <a:pt x="600940" y="103556"/>
                  <a:pt x="602162" y="104416"/>
                </a:cubicBezTo>
                <a:cubicBezTo>
                  <a:pt x="603384" y="105274"/>
                  <a:pt x="605514" y="105811"/>
                  <a:pt x="608555" y="106027"/>
                </a:cubicBezTo>
                <a:lnTo>
                  <a:pt x="608555" y="108958"/>
                </a:lnTo>
                <a:lnTo>
                  <a:pt x="576388" y="115147"/>
                </a:lnTo>
                <a:lnTo>
                  <a:pt x="576388" y="103095"/>
                </a:lnTo>
                <a:cubicBezTo>
                  <a:pt x="572534" y="107764"/>
                  <a:pt x="569100" y="110940"/>
                  <a:pt x="566087" y="112623"/>
                </a:cubicBezTo>
                <a:cubicBezTo>
                  <a:pt x="563074" y="114306"/>
                  <a:pt x="559667" y="115147"/>
                  <a:pt x="555867" y="115147"/>
                </a:cubicBezTo>
                <a:cubicBezTo>
                  <a:pt x="546149" y="115147"/>
                  <a:pt x="538467" y="110800"/>
                  <a:pt x="532821" y="102105"/>
                </a:cubicBezTo>
                <a:cubicBezTo>
                  <a:pt x="528261" y="95041"/>
                  <a:pt x="525981" y="86373"/>
                  <a:pt x="525981" y="76102"/>
                </a:cubicBezTo>
                <a:cubicBezTo>
                  <a:pt x="525981" y="67896"/>
                  <a:pt x="527392" y="60546"/>
                  <a:pt x="530215" y="54052"/>
                </a:cubicBezTo>
                <a:cubicBezTo>
                  <a:pt x="533038" y="47557"/>
                  <a:pt x="536906" y="42653"/>
                  <a:pt x="541820" y="39338"/>
                </a:cubicBezTo>
                <a:cubicBezTo>
                  <a:pt x="546733" y="36023"/>
                  <a:pt x="552012" y="34365"/>
                  <a:pt x="557658" y="34365"/>
                </a:cubicBezTo>
                <a:cubicBezTo>
                  <a:pt x="561296" y="34365"/>
                  <a:pt x="564526" y="35077"/>
                  <a:pt x="567349" y="36500"/>
                </a:cubicBezTo>
                <a:cubicBezTo>
                  <a:pt x="570172" y="37924"/>
                  <a:pt x="573185" y="40415"/>
                  <a:pt x="576388" y="43974"/>
                </a:cubicBezTo>
                <a:lnTo>
                  <a:pt x="576388" y="21010"/>
                </a:lnTo>
                <a:cubicBezTo>
                  <a:pt x="576388" y="15201"/>
                  <a:pt x="576144" y="11699"/>
                  <a:pt x="575655" y="10505"/>
                </a:cubicBezTo>
                <a:cubicBezTo>
                  <a:pt x="575004" y="8931"/>
                  <a:pt x="574027" y="7763"/>
                  <a:pt x="572724" y="7003"/>
                </a:cubicBezTo>
                <a:cubicBezTo>
                  <a:pt x="571421" y="6243"/>
                  <a:pt x="568978" y="5863"/>
                  <a:pt x="565395" y="5863"/>
                </a:cubicBezTo>
                <a:lnTo>
                  <a:pt x="565395" y="2443"/>
                </a:lnTo>
                <a:lnTo>
                  <a:pt x="599190" y="2443"/>
                </a:lnTo>
                <a:moveTo>
                  <a:pt x="576388" y="53909"/>
                </a:moveTo>
                <a:cubicBezTo>
                  <a:pt x="572371" y="46309"/>
                  <a:pt x="567458" y="42508"/>
                  <a:pt x="561649" y="42508"/>
                </a:cubicBezTo>
                <a:cubicBezTo>
                  <a:pt x="559640" y="42508"/>
                  <a:pt x="557984" y="43051"/>
                  <a:pt x="556681" y="44137"/>
                </a:cubicBezTo>
                <a:cubicBezTo>
                  <a:pt x="554673" y="45820"/>
                  <a:pt x="553030" y="48779"/>
                  <a:pt x="551755" y="53013"/>
                </a:cubicBezTo>
                <a:cubicBezTo>
                  <a:pt x="550479" y="57248"/>
                  <a:pt x="549841" y="63735"/>
                  <a:pt x="549841" y="72476"/>
                </a:cubicBezTo>
                <a:cubicBezTo>
                  <a:pt x="549841" y="82085"/>
                  <a:pt x="550547" y="89197"/>
                  <a:pt x="551958" y="93812"/>
                </a:cubicBezTo>
                <a:cubicBezTo>
                  <a:pt x="553370" y="98426"/>
                  <a:pt x="555297" y="101765"/>
                  <a:pt x="557740" y="103828"/>
                </a:cubicBezTo>
                <a:cubicBezTo>
                  <a:pt x="558989" y="104859"/>
                  <a:pt x="560699" y="105375"/>
                  <a:pt x="562870" y="105375"/>
                </a:cubicBezTo>
                <a:cubicBezTo>
                  <a:pt x="567648" y="105375"/>
                  <a:pt x="572154" y="101617"/>
                  <a:pt x="576388" y="94102"/>
                </a:cubicBezTo>
                <a:lnTo>
                  <a:pt x="576388" y="53909"/>
                </a:lnTo>
                <a:close/>
                <a:moveTo>
                  <a:pt x="728180" y="54316"/>
                </a:moveTo>
                <a:cubicBezTo>
                  <a:pt x="738658" y="56759"/>
                  <a:pt x="746014" y="59718"/>
                  <a:pt x="750248" y="63193"/>
                </a:cubicBezTo>
                <a:cubicBezTo>
                  <a:pt x="756329" y="68133"/>
                  <a:pt x="759369" y="74539"/>
                  <a:pt x="759369" y="82411"/>
                </a:cubicBezTo>
                <a:cubicBezTo>
                  <a:pt x="759369" y="90717"/>
                  <a:pt x="756030" y="97585"/>
                  <a:pt x="749353" y="103014"/>
                </a:cubicBezTo>
                <a:cubicBezTo>
                  <a:pt x="741155" y="109583"/>
                  <a:pt x="729239" y="112867"/>
                  <a:pt x="713603" y="112867"/>
                </a:cubicBezTo>
                <a:lnTo>
                  <a:pt x="657495" y="112867"/>
                </a:lnTo>
                <a:lnTo>
                  <a:pt x="657495" y="109936"/>
                </a:lnTo>
                <a:cubicBezTo>
                  <a:pt x="662599" y="109936"/>
                  <a:pt x="666060" y="109458"/>
                  <a:pt x="667878" y="108503"/>
                </a:cubicBezTo>
                <a:cubicBezTo>
                  <a:pt x="669697" y="107548"/>
                  <a:pt x="670973" y="106307"/>
                  <a:pt x="671706" y="104780"/>
                </a:cubicBezTo>
                <a:cubicBezTo>
                  <a:pt x="672439" y="103253"/>
                  <a:pt x="672805" y="99488"/>
                  <a:pt x="672805" y="93486"/>
                </a:cubicBezTo>
                <a:lnTo>
                  <a:pt x="672805" y="21824"/>
                </a:lnTo>
                <a:cubicBezTo>
                  <a:pt x="672805" y="15822"/>
                  <a:pt x="672439" y="12044"/>
                  <a:pt x="671706" y="10490"/>
                </a:cubicBezTo>
                <a:cubicBezTo>
                  <a:pt x="670973" y="8934"/>
                  <a:pt x="669683" y="7693"/>
                  <a:pt x="667838" y="6767"/>
                </a:cubicBezTo>
                <a:cubicBezTo>
                  <a:pt x="665992" y="5839"/>
                  <a:pt x="662544" y="5375"/>
                  <a:pt x="657495" y="5375"/>
                </a:cubicBezTo>
                <a:lnTo>
                  <a:pt x="657495" y="2443"/>
                </a:lnTo>
                <a:lnTo>
                  <a:pt x="710427" y="2443"/>
                </a:lnTo>
                <a:cubicBezTo>
                  <a:pt x="723077" y="2443"/>
                  <a:pt x="732034" y="3570"/>
                  <a:pt x="737300" y="5823"/>
                </a:cubicBezTo>
                <a:cubicBezTo>
                  <a:pt x="742567" y="8076"/>
                  <a:pt x="746720" y="11441"/>
                  <a:pt x="749760" y="15920"/>
                </a:cubicBezTo>
                <a:cubicBezTo>
                  <a:pt x="752800" y="20399"/>
                  <a:pt x="754320" y="25163"/>
                  <a:pt x="754320" y="30212"/>
                </a:cubicBezTo>
                <a:cubicBezTo>
                  <a:pt x="754320" y="35532"/>
                  <a:pt x="752393" y="40269"/>
                  <a:pt x="748538" y="44422"/>
                </a:cubicBezTo>
                <a:cubicBezTo>
                  <a:pt x="744684" y="48575"/>
                  <a:pt x="737898" y="51873"/>
                  <a:pt x="728180" y="54316"/>
                </a:cubicBezTo>
                <a:moveTo>
                  <a:pt x="698538" y="52118"/>
                </a:moveTo>
                <a:cubicBezTo>
                  <a:pt x="706247" y="52118"/>
                  <a:pt x="711934" y="51249"/>
                  <a:pt x="715598" y="49512"/>
                </a:cubicBezTo>
                <a:cubicBezTo>
                  <a:pt x="719263" y="47774"/>
                  <a:pt x="722072" y="45331"/>
                  <a:pt x="724027" y="42183"/>
                </a:cubicBezTo>
                <a:cubicBezTo>
                  <a:pt x="725981" y="39034"/>
                  <a:pt x="726958" y="35016"/>
                  <a:pt x="726958" y="30130"/>
                </a:cubicBezTo>
                <a:cubicBezTo>
                  <a:pt x="726958" y="25244"/>
                  <a:pt x="725995" y="21241"/>
                  <a:pt x="724067" y="18119"/>
                </a:cubicBezTo>
                <a:cubicBezTo>
                  <a:pt x="722140" y="14997"/>
                  <a:pt x="719385" y="12622"/>
                  <a:pt x="715802" y="10994"/>
                </a:cubicBezTo>
                <a:cubicBezTo>
                  <a:pt x="712219" y="9365"/>
                  <a:pt x="706464" y="8578"/>
                  <a:pt x="698538" y="8632"/>
                </a:cubicBezTo>
                <a:lnTo>
                  <a:pt x="698538" y="52118"/>
                </a:lnTo>
                <a:moveTo>
                  <a:pt x="698538" y="58469"/>
                </a:moveTo>
                <a:lnTo>
                  <a:pt x="698538" y="93893"/>
                </a:lnTo>
                <a:lnTo>
                  <a:pt x="698457" y="97914"/>
                </a:lnTo>
                <a:cubicBezTo>
                  <a:pt x="698457" y="100808"/>
                  <a:pt x="699203" y="102992"/>
                  <a:pt x="700696" y="104467"/>
                </a:cubicBezTo>
                <a:cubicBezTo>
                  <a:pt x="702189" y="105941"/>
                  <a:pt x="704401" y="106678"/>
                  <a:pt x="707333" y="106678"/>
                </a:cubicBezTo>
                <a:cubicBezTo>
                  <a:pt x="711676" y="106678"/>
                  <a:pt x="715680" y="105718"/>
                  <a:pt x="719344" y="103797"/>
                </a:cubicBezTo>
                <a:cubicBezTo>
                  <a:pt x="723009" y="101877"/>
                  <a:pt x="725818" y="99090"/>
                  <a:pt x="727773" y="95438"/>
                </a:cubicBezTo>
                <a:cubicBezTo>
                  <a:pt x="729727" y="91785"/>
                  <a:pt x="730704" y="87713"/>
                  <a:pt x="730704" y="83223"/>
                </a:cubicBezTo>
                <a:cubicBezTo>
                  <a:pt x="730704" y="78084"/>
                  <a:pt x="729510" y="73472"/>
                  <a:pt x="727121" y="69387"/>
                </a:cubicBezTo>
                <a:cubicBezTo>
                  <a:pt x="724733" y="65301"/>
                  <a:pt x="721448" y="62447"/>
                  <a:pt x="717268" y="60823"/>
                </a:cubicBezTo>
                <a:cubicBezTo>
                  <a:pt x="713088" y="59200"/>
                  <a:pt x="706844" y="58415"/>
                  <a:pt x="698538" y="58469"/>
                </a:cubicBezTo>
                <a:close/>
                <a:moveTo>
                  <a:pt x="789174" y="0"/>
                </a:moveTo>
                <a:cubicBezTo>
                  <a:pt x="792702" y="0"/>
                  <a:pt x="795688" y="1239"/>
                  <a:pt x="798131" y="3718"/>
                </a:cubicBezTo>
                <a:cubicBezTo>
                  <a:pt x="800574" y="6195"/>
                  <a:pt x="801796" y="9177"/>
                  <a:pt x="801796" y="12663"/>
                </a:cubicBezTo>
                <a:cubicBezTo>
                  <a:pt x="801796" y="16149"/>
                  <a:pt x="800561" y="19118"/>
                  <a:pt x="798091" y="21570"/>
                </a:cubicBezTo>
                <a:cubicBezTo>
                  <a:pt x="795620" y="24020"/>
                  <a:pt x="792648" y="25244"/>
                  <a:pt x="789174" y="25244"/>
                </a:cubicBezTo>
                <a:cubicBezTo>
                  <a:pt x="785699" y="25244"/>
                  <a:pt x="782740" y="24020"/>
                  <a:pt x="780297" y="21570"/>
                </a:cubicBezTo>
                <a:cubicBezTo>
                  <a:pt x="777854" y="19118"/>
                  <a:pt x="776633" y="16149"/>
                  <a:pt x="776633" y="12663"/>
                </a:cubicBezTo>
                <a:cubicBezTo>
                  <a:pt x="776633" y="9177"/>
                  <a:pt x="777854" y="6195"/>
                  <a:pt x="780297" y="3718"/>
                </a:cubicBezTo>
                <a:cubicBezTo>
                  <a:pt x="782740" y="1239"/>
                  <a:pt x="785699" y="0"/>
                  <a:pt x="789174" y="0"/>
                </a:cubicBezTo>
                <a:moveTo>
                  <a:pt x="800574" y="36645"/>
                </a:moveTo>
                <a:lnTo>
                  <a:pt x="800574" y="97069"/>
                </a:lnTo>
                <a:cubicBezTo>
                  <a:pt x="800574" y="102444"/>
                  <a:pt x="801199" y="105877"/>
                  <a:pt x="802447" y="107370"/>
                </a:cubicBezTo>
                <a:cubicBezTo>
                  <a:pt x="803696" y="108863"/>
                  <a:pt x="806139" y="109718"/>
                  <a:pt x="809776" y="109936"/>
                </a:cubicBezTo>
                <a:lnTo>
                  <a:pt x="809776" y="112867"/>
                </a:lnTo>
                <a:lnTo>
                  <a:pt x="768652" y="112867"/>
                </a:lnTo>
                <a:lnTo>
                  <a:pt x="768652" y="109936"/>
                </a:lnTo>
                <a:cubicBezTo>
                  <a:pt x="772018" y="109827"/>
                  <a:pt x="774516" y="108850"/>
                  <a:pt x="776144" y="107004"/>
                </a:cubicBezTo>
                <a:cubicBezTo>
                  <a:pt x="777230" y="105755"/>
                  <a:pt x="777773" y="102444"/>
                  <a:pt x="777773" y="97069"/>
                </a:cubicBezTo>
                <a:lnTo>
                  <a:pt x="777773" y="52606"/>
                </a:lnTo>
                <a:cubicBezTo>
                  <a:pt x="777773" y="47164"/>
                  <a:pt x="777149" y="43687"/>
                  <a:pt x="775900" y="42175"/>
                </a:cubicBezTo>
                <a:cubicBezTo>
                  <a:pt x="774651" y="40663"/>
                  <a:pt x="772235" y="39797"/>
                  <a:pt x="768652" y="39577"/>
                </a:cubicBezTo>
                <a:lnTo>
                  <a:pt x="768652" y="36645"/>
                </a:lnTo>
                <a:lnTo>
                  <a:pt x="800574" y="36645"/>
                </a:lnTo>
                <a:close/>
                <a:moveTo>
                  <a:pt x="848294" y="36645"/>
                </a:moveTo>
                <a:lnTo>
                  <a:pt x="848294" y="46580"/>
                </a:lnTo>
                <a:cubicBezTo>
                  <a:pt x="852203" y="42317"/>
                  <a:pt x="855949" y="39215"/>
                  <a:pt x="859532" y="37276"/>
                </a:cubicBezTo>
                <a:cubicBezTo>
                  <a:pt x="863115" y="35335"/>
                  <a:pt x="866969" y="34365"/>
                  <a:pt x="871095" y="34365"/>
                </a:cubicBezTo>
                <a:cubicBezTo>
                  <a:pt x="876036" y="34365"/>
                  <a:pt x="880135" y="35738"/>
                  <a:pt x="883392" y="38483"/>
                </a:cubicBezTo>
                <a:cubicBezTo>
                  <a:pt x="886649" y="41228"/>
                  <a:pt x="888821" y="44638"/>
                  <a:pt x="889907" y="48715"/>
                </a:cubicBezTo>
                <a:cubicBezTo>
                  <a:pt x="890775" y="51815"/>
                  <a:pt x="891210" y="57768"/>
                  <a:pt x="891210" y="66575"/>
                </a:cubicBezTo>
                <a:lnTo>
                  <a:pt x="891210" y="96255"/>
                </a:lnTo>
                <a:cubicBezTo>
                  <a:pt x="891210" y="102118"/>
                  <a:pt x="891739" y="105769"/>
                  <a:pt x="892798" y="107207"/>
                </a:cubicBezTo>
                <a:cubicBezTo>
                  <a:pt x="893856" y="108646"/>
                  <a:pt x="896068" y="109555"/>
                  <a:pt x="899434" y="109936"/>
                </a:cubicBezTo>
                <a:lnTo>
                  <a:pt x="899434" y="112867"/>
                </a:lnTo>
                <a:lnTo>
                  <a:pt x="860916" y="112867"/>
                </a:lnTo>
                <a:lnTo>
                  <a:pt x="860916" y="109936"/>
                </a:lnTo>
                <a:cubicBezTo>
                  <a:pt x="863794" y="109555"/>
                  <a:pt x="865857" y="108361"/>
                  <a:pt x="867105" y="106352"/>
                </a:cubicBezTo>
                <a:cubicBezTo>
                  <a:pt x="867974" y="104995"/>
                  <a:pt x="868408" y="101629"/>
                  <a:pt x="868408" y="96255"/>
                </a:cubicBezTo>
                <a:lnTo>
                  <a:pt x="868408" y="62378"/>
                </a:lnTo>
                <a:cubicBezTo>
                  <a:pt x="868408" y="56135"/>
                  <a:pt x="868164" y="52199"/>
                  <a:pt x="867675" y="50570"/>
                </a:cubicBezTo>
                <a:cubicBezTo>
                  <a:pt x="867187" y="48942"/>
                  <a:pt x="866359" y="47679"/>
                  <a:pt x="865192" y="46784"/>
                </a:cubicBezTo>
                <a:cubicBezTo>
                  <a:pt x="864024" y="45888"/>
                  <a:pt x="862735" y="45440"/>
                  <a:pt x="861323" y="45440"/>
                </a:cubicBezTo>
                <a:cubicBezTo>
                  <a:pt x="856655" y="45440"/>
                  <a:pt x="852311" y="48806"/>
                  <a:pt x="848294" y="55538"/>
                </a:cubicBezTo>
                <a:lnTo>
                  <a:pt x="848294" y="96255"/>
                </a:lnTo>
                <a:cubicBezTo>
                  <a:pt x="848294" y="101955"/>
                  <a:pt x="848823" y="105565"/>
                  <a:pt x="849882" y="107085"/>
                </a:cubicBezTo>
                <a:cubicBezTo>
                  <a:pt x="850941" y="108605"/>
                  <a:pt x="852909" y="109555"/>
                  <a:pt x="855786" y="109936"/>
                </a:cubicBezTo>
                <a:lnTo>
                  <a:pt x="855786" y="112867"/>
                </a:lnTo>
                <a:lnTo>
                  <a:pt x="817268" y="112867"/>
                </a:lnTo>
                <a:lnTo>
                  <a:pt x="817268" y="109936"/>
                </a:lnTo>
                <a:cubicBezTo>
                  <a:pt x="820471" y="109610"/>
                  <a:pt x="822751" y="108578"/>
                  <a:pt x="824108" y="106841"/>
                </a:cubicBezTo>
                <a:cubicBezTo>
                  <a:pt x="825031" y="105647"/>
                  <a:pt x="825493" y="102118"/>
                  <a:pt x="825493" y="96255"/>
                </a:cubicBezTo>
                <a:lnTo>
                  <a:pt x="825493" y="53258"/>
                </a:lnTo>
                <a:cubicBezTo>
                  <a:pt x="825493" y="47433"/>
                  <a:pt x="824963" y="43807"/>
                  <a:pt x="823905" y="42379"/>
                </a:cubicBezTo>
                <a:cubicBezTo>
                  <a:pt x="822846" y="40950"/>
                  <a:pt x="820634" y="40016"/>
                  <a:pt x="817268" y="39577"/>
                </a:cubicBezTo>
                <a:lnTo>
                  <a:pt x="817268" y="36645"/>
                </a:lnTo>
                <a:lnTo>
                  <a:pt x="848294" y="366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D4251-D4F5-41CC-9C91-FD2D35CB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69" y="401310"/>
            <a:ext cx="170644" cy="170644"/>
          </a:xfrm>
          <a:custGeom xmlns:a="http://schemas.openxmlformats.org/drawingml/2006/main">
            <a:pathLst>
              <a:path w="170644" h="170644" fill="none">
                <a:moveTo>
                  <a:pt x="170644" y="85322"/>
                </a:moveTo>
                <a:cubicBezTo>
                  <a:pt x="170644" y="90924"/>
                  <a:pt x="170098" y="96473"/>
                  <a:pt x="169005" y="101968"/>
                </a:cubicBezTo>
                <a:cubicBezTo>
                  <a:pt x="167912" y="107462"/>
                  <a:pt x="166293" y="112797"/>
                  <a:pt x="164150" y="117973"/>
                </a:cubicBezTo>
                <a:cubicBezTo>
                  <a:pt x="162006" y="123148"/>
                  <a:pt x="159377" y="128065"/>
                  <a:pt x="156265" y="132724"/>
                </a:cubicBezTo>
                <a:cubicBezTo>
                  <a:pt x="153153" y="137382"/>
                  <a:pt x="149616" y="141692"/>
                  <a:pt x="145654" y="145653"/>
                </a:cubicBezTo>
                <a:cubicBezTo>
                  <a:pt x="141693" y="149615"/>
                  <a:pt x="137383" y="153151"/>
                  <a:pt x="132725" y="156264"/>
                </a:cubicBezTo>
                <a:cubicBezTo>
                  <a:pt x="128067" y="159376"/>
                  <a:pt x="123150" y="162004"/>
                  <a:pt x="117974" y="164149"/>
                </a:cubicBezTo>
                <a:cubicBezTo>
                  <a:pt x="112798" y="166292"/>
                  <a:pt x="107463" y="167911"/>
                  <a:pt x="101968" y="169004"/>
                </a:cubicBezTo>
                <a:cubicBezTo>
                  <a:pt x="96473" y="170098"/>
                  <a:pt x="90925" y="170644"/>
                  <a:pt x="85322" y="170644"/>
                </a:cubicBezTo>
                <a:cubicBezTo>
                  <a:pt x="79720" y="170644"/>
                  <a:pt x="74172" y="170098"/>
                  <a:pt x="68677" y="169004"/>
                </a:cubicBezTo>
                <a:cubicBezTo>
                  <a:pt x="63182" y="167911"/>
                  <a:pt x="57846" y="166292"/>
                  <a:pt x="52671" y="164149"/>
                </a:cubicBezTo>
                <a:cubicBezTo>
                  <a:pt x="47495" y="162004"/>
                  <a:pt x="42578" y="159376"/>
                  <a:pt x="37919" y="156264"/>
                </a:cubicBezTo>
                <a:cubicBezTo>
                  <a:pt x="33261" y="153151"/>
                  <a:pt x="28952" y="149615"/>
                  <a:pt x="24990" y="145653"/>
                </a:cubicBezTo>
                <a:cubicBezTo>
                  <a:pt x="21029" y="141692"/>
                  <a:pt x="17492" y="137382"/>
                  <a:pt x="14379" y="132724"/>
                </a:cubicBezTo>
                <a:cubicBezTo>
                  <a:pt x="11267" y="128065"/>
                  <a:pt x="8639" y="123148"/>
                  <a:pt x="6495" y="117973"/>
                </a:cubicBezTo>
                <a:cubicBezTo>
                  <a:pt x="4351" y="112797"/>
                  <a:pt x="2733" y="107462"/>
                  <a:pt x="1639" y="101968"/>
                </a:cubicBezTo>
                <a:cubicBezTo>
                  <a:pt x="546" y="96473"/>
                  <a:pt x="0" y="90924"/>
                  <a:pt x="0" y="85322"/>
                </a:cubicBezTo>
                <a:cubicBezTo>
                  <a:pt x="0" y="79719"/>
                  <a:pt x="546" y="74171"/>
                  <a:pt x="1639" y="68676"/>
                </a:cubicBezTo>
                <a:cubicBezTo>
                  <a:pt x="2732" y="63181"/>
                  <a:pt x="4351" y="57846"/>
                  <a:pt x="6495" y="52670"/>
                </a:cubicBezTo>
                <a:cubicBezTo>
                  <a:pt x="8639" y="47495"/>
                  <a:pt x="11267" y="42578"/>
                  <a:pt x="14379" y="37919"/>
                </a:cubicBezTo>
                <a:cubicBezTo>
                  <a:pt x="17492" y="33261"/>
                  <a:pt x="21029" y="28951"/>
                  <a:pt x="24990" y="24990"/>
                </a:cubicBezTo>
                <a:cubicBezTo>
                  <a:pt x="28952" y="21029"/>
                  <a:pt x="33262" y="17492"/>
                  <a:pt x="37920" y="14379"/>
                </a:cubicBezTo>
                <a:cubicBezTo>
                  <a:pt x="42578" y="11267"/>
                  <a:pt x="47495" y="8638"/>
                  <a:pt x="52671" y="6494"/>
                </a:cubicBezTo>
                <a:cubicBezTo>
                  <a:pt x="57846" y="4351"/>
                  <a:pt x="63182" y="2732"/>
                  <a:pt x="68677" y="1639"/>
                </a:cubicBezTo>
                <a:cubicBezTo>
                  <a:pt x="74172" y="547"/>
                  <a:pt x="79720" y="0"/>
                  <a:pt x="85322" y="0"/>
                </a:cubicBezTo>
                <a:cubicBezTo>
                  <a:pt x="90925" y="0"/>
                  <a:pt x="96473" y="547"/>
                  <a:pt x="101968" y="1639"/>
                </a:cubicBezTo>
                <a:cubicBezTo>
                  <a:pt x="107463" y="2732"/>
                  <a:pt x="112798" y="4351"/>
                  <a:pt x="117974" y="6494"/>
                </a:cubicBezTo>
                <a:cubicBezTo>
                  <a:pt x="123150" y="8638"/>
                  <a:pt x="128067" y="11266"/>
                  <a:pt x="132725" y="14379"/>
                </a:cubicBezTo>
                <a:cubicBezTo>
                  <a:pt x="137383" y="17491"/>
                  <a:pt x="141693" y="21029"/>
                  <a:pt x="145654" y="24990"/>
                </a:cubicBezTo>
                <a:cubicBezTo>
                  <a:pt x="149616" y="28951"/>
                  <a:pt x="153152" y="33261"/>
                  <a:pt x="156265" y="37919"/>
                </a:cubicBezTo>
                <a:cubicBezTo>
                  <a:pt x="159377" y="42578"/>
                  <a:pt x="162006" y="47495"/>
                  <a:pt x="164150" y="52670"/>
                </a:cubicBezTo>
                <a:cubicBezTo>
                  <a:pt x="166293" y="57846"/>
                  <a:pt x="167912" y="63181"/>
                  <a:pt x="169005" y="68676"/>
                </a:cubicBezTo>
                <a:cubicBezTo>
                  <a:pt x="170098" y="74171"/>
                  <a:pt x="170644" y="79719"/>
                  <a:pt x="170644" y="853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56" name="Text 1">
            <a:extLst xmlns:a="http://schemas.openxmlformats.org/drawingml/2006/main">
              <a:ext uri="{FF2B5EF4-FFF2-40B4-BE49-F238E27FC236}">
                <a16:creationId xmlns:a16="http://schemas.microsoft.com/office/drawing/2014/main" id="{BBDDC0F6-67DB-40A8-9DE7-43E8453E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662" y="436505"/>
            <a:ext cx="39350" cy="89944"/>
          </a:xfrm>
          <a:custGeom xmlns:a="http://schemas.openxmlformats.org/drawingml/2006/main">
            <a:pathLst>
              <a:path w="39350" h="89944">
                <a:moveTo>
                  <a:pt x="39350" y="89944"/>
                </a:moveTo>
                <a:lnTo>
                  <a:pt x="22180" y="89944"/>
                </a:lnTo>
                <a:lnTo>
                  <a:pt x="22180" y="25306"/>
                </a:lnTo>
                <a:cubicBezTo>
                  <a:pt x="15907" y="31195"/>
                  <a:pt x="8514" y="35551"/>
                  <a:pt x="0" y="38373"/>
                </a:cubicBezTo>
                <a:lnTo>
                  <a:pt x="0" y="22730"/>
                </a:lnTo>
                <a:cubicBezTo>
                  <a:pt x="4481" y="21260"/>
                  <a:pt x="9349" y="18473"/>
                  <a:pt x="14604" y="14369"/>
                </a:cubicBezTo>
                <a:cubicBezTo>
                  <a:pt x="19858" y="10263"/>
                  <a:pt x="23464" y="5474"/>
                  <a:pt x="25419" y="0"/>
                </a:cubicBezTo>
                <a:lnTo>
                  <a:pt x="39350" y="0"/>
                </a:lnTo>
                <a:lnTo>
                  <a:pt x="39350" y="899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086f6fed24a8f"/>
          <a:stretch xmlns:a="http://schemas.openxmlformats.org/drawingml/2006/main"/>
        </p:blipFill>
        <p:spPr>
          <a:xfrm xmlns:a="http://schemas.openxmlformats.org/drawingml/2006/main">
            <a:off x="467607" y="1681141"/>
            <a:ext cx="341288" cy="341288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483c6248743e6"/>
          <a:stretch xmlns:a="http://schemas.openxmlformats.org/drawingml/2006/main"/>
        </p:blipFill>
        <p:spPr>
          <a:xfrm xmlns:a="http://schemas.openxmlformats.org/drawingml/2006/main">
            <a:off x="4325531" y="2005365"/>
            <a:ext cx="341288" cy="341288"/>
          </a:xfrm>
          <a:prstGeom xmlns:a="http://schemas.openxmlformats.org/drawingml/2006/main" prst="rect">
            <a:avLst/>
          </a:prstGeom>
        </p:spPr>
      </p:pic>
      <p:sp>
        <p:nvSpPr>
          <p:cNvPr id="59" name="Text FieldDecoder">
            <a:extLst xmlns:a="http://schemas.openxmlformats.org/drawingml/2006/main">
              <a:ext uri="{FF2B5EF4-FFF2-40B4-BE49-F238E27FC236}">
                <a16:creationId xmlns:a16="http://schemas.microsoft.com/office/drawing/2014/main" id="{CA56A262-93C9-43B8-84F8-A8DF6F09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941" y="2165529"/>
            <a:ext cx="947724" cy="115147"/>
          </a:xfrm>
          <a:custGeom xmlns:a="http://schemas.openxmlformats.org/drawingml/2006/main">
            <a:pathLst>
              <a:path w="947724" h="115147">
                <a:moveTo>
                  <a:pt x="42101" y="8795"/>
                </a:moveTo>
                <a:lnTo>
                  <a:pt x="42101" y="54072"/>
                </a:lnTo>
                <a:lnTo>
                  <a:pt x="45277" y="54072"/>
                </a:lnTo>
                <a:cubicBezTo>
                  <a:pt x="50163" y="54072"/>
                  <a:pt x="54153" y="53337"/>
                  <a:pt x="57248" y="51866"/>
                </a:cubicBezTo>
                <a:cubicBezTo>
                  <a:pt x="60342" y="50395"/>
                  <a:pt x="62962" y="47916"/>
                  <a:pt x="65106" y="44430"/>
                </a:cubicBezTo>
                <a:cubicBezTo>
                  <a:pt x="67251" y="40943"/>
                  <a:pt x="68649" y="36231"/>
                  <a:pt x="69300" y="30293"/>
                </a:cubicBezTo>
                <a:lnTo>
                  <a:pt x="72150" y="30293"/>
                </a:lnTo>
                <a:lnTo>
                  <a:pt x="72150" y="85831"/>
                </a:lnTo>
                <a:lnTo>
                  <a:pt x="69300" y="85831"/>
                </a:lnTo>
                <a:cubicBezTo>
                  <a:pt x="68269" y="75353"/>
                  <a:pt x="65459" y="68445"/>
                  <a:pt x="60872" y="65106"/>
                </a:cubicBezTo>
                <a:cubicBezTo>
                  <a:pt x="56284" y="61767"/>
                  <a:pt x="51086" y="60098"/>
                  <a:pt x="45277" y="60098"/>
                </a:cubicBezTo>
                <a:lnTo>
                  <a:pt x="42101" y="60098"/>
                </a:lnTo>
                <a:lnTo>
                  <a:pt x="42101" y="93974"/>
                </a:lnTo>
                <a:cubicBezTo>
                  <a:pt x="42101" y="99649"/>
                  <a:pt x="42413" y="103197"/>
                  <a:pt x="43038" y="104617"/>
                </a:cubicBezTo>
                <a:cubicBezTo>
                  <a:pt x="43662" y="106035"/>
                  <a:pt x="44884" y="107276"/>
                  <a:pt x="46702" y="108340"/>
                </a:cubicBezTo>
                <a:cubicBezTo>
                  <a:pt x="48521" y="109404"/>
                  <a:pt x="50978" y="109936"/>
                  <a:pt x="54072" y="109936"/>
                </a:cubicBezTo>
                <a:lnTo>
                  <a:pt x="57737" y="109936"/>
                </a:lnTo>
                <a:lnTo>
                  <a:pt x="57737" y="112867"/>
                </a:lnTo>
                <a:lnTo>
                  <a:pt x="0" y="112867"/>
                </a:lnTo>
                <a:lnTo>
                  <a:pt x="0" y="109936"/>
                </a:lnTo>
                <a:lnTo>
                  <a:pt x="3665" y="109936"/>
                </a:lnTo>
                <a:cubicBezTo>
                  <a:pt x="6868" y="109936"/>
                  <a:pt x="9446" y="109363"/>
                  <a:pt x="11401" y="108218"/>
                </a:cubicBezTo>
                <a:cubicBezTo>
                  <a:pt x="12812" y="107453"/>
                  <a:pt x="13898" y="106143"/>
                  <a:pt x="14658" y="104289"/>
                </a:cubicBezTo>
                <a:cubicBezTo>
                  <a:pt x="15255" y="102979"/>
                  <a:pt x="15554" y="99541"/>
                  <a:pt x="15554" y="93974"/>
                </a:cubicBezTo>
                <a:lnTo>
                  <a:pt x="15554" y="21336"/>
                </a:lnTo>
                <a:cubicBezTo>
                  <a:pt x="15554" y="15661"/>
                  <a:pt x="15255" y="12114"/>
                  <a:pt x="14658" y="10696"/>
                </a:cubicBezTo>
                <a:cubicBezTo>
                  <a:pt x="14061" y="9276"/>
                  <a:pt x="12853" y="8034"/>
                  <a:pt x="11034" y="6970"/>
                </a:cubicBezTo>
                <a:cubicBezTo>
                  <a:pt x="9216" y="5906"/>
                  <a:pt x="6759" y="5375"/>
                  <a:pt x="3665" y="5375"/>
                </a:cubicBezTo>
                <a:lnTo>
                  <a:pt x="0" y="5375"/>
                </a:lnTo>
                <a:lnTo>
                  <a:pt x="0" y="2443"/>
                </a:lnTo>
                <a:lnTo>
                  <a:pt x="93160" y="2443"/>
                </a:lnTo>
                <a:lnTo>
                  <a:pt x="93160" y="34202"/>
                </a:lnTo>
                <a:lnTo>
                  <a:pt x="89821" y="34202"/>
                </a:lnTo>
                <a:cubicBezTo>
                  <a:pt x="89061" y="26741"/>
                  <a:pt x="87120" y="21213"/>
                  <a:pt x="83999" y="17618"/>
                </a:cubicBezTo>
                <a:cubicBezTo>
                  <a:pt x="80877" y="14023"/>
                  <a:pt x="76358" y="11491"/>
                  <a:pt x="70440" y="10021"/>
                </a:cubicBezTo>
                <a:cubicBezTo>
                  <a:pt x="67183" y="9204"/>
                  <a:pt x="61157" y="8795"/>
                  <a:pt x="52362" y="8795"/>
                </a:cubicBezTo>
                <a:lnTo>
                  <a:pt x="42101" y="8795"/>
                </a:lnTo>
                <a:close/>
                <a:moveTo>
                  <a:pt x="122069" y="0"/>
                </a:moveTo>
                <a:cubicBezTo>
                  <a:pt x="125598" y="0"/>
                  <a:pt x="128584" y="1239"/>
                  <a:pt x="131027" y="3718"/>
                </a:cubicBezTo>
                <a:cubicBezTo>
                  <a:pt x="133470" y="6195"/>
                  <a:pt x="134691" y="9177"/>
                  <a:pt x="134691" y="12663"/>
                </a:cubicBezTo>
                <a:cubicBezTo>
                  <a:pt x="134691" y="16149"/>
                  <a:pt x="133456" y="19118"/>
                  <a:pt x="130986" y="21570"/>
                </a:cubicBezTo>
                <a:cubicBezTo>
                  <a:pt x="128516" y="24020"/>
                  <a:pt x="125544" y="25244"/>
                  <a:pt x="122069" y="25244"/>
                </a:cubicBezTo>
                <a:cubicBezTo>
                  <a:pt x="118595" y="25244"/>
                  <a:pt x="115636" y="24020"/>
                  <a:pt x="113193" y="21570"/>
                </a:cubicBezTo>
                <a:cubicBezTo>
                  <a:pt x="110750" y="19118"/>
                  <a:pt x="109528" y="16149"/>
                  <a:pt x="109528" y="12663"/>
                </a:cubicBezTo>
                <a:cubicBezTo>
                  <a:pt x="109528" y="9177"/>
                  <a:pt x="110750" y="6195"/>
                  <a:pt x="113193" y="3718"/>
                </a:cubicBezTo>
                <a:cubicBezTo>
                  <a:pt x="115636" y="1239"/>
                  <a:pt x="118595" y="0"/>
                  <a:pt x="122069" y="0"/>
                </a:cubicBezTo>
                <a:moveTo>
                  <a:pt x="133470" y="36645"/>
                </a:moveTo>
                <a:lnTo>
                  <a:pt x="133470" y="97069"/>
                </a:lnTo>
                <a:cubicBezTo>
                  <a:pt x="133470" y="102444"/>
                  <a:pt x="134094" y="105877"/>
                  <a:pt x="135343" y="107370"/>
                </a:cubicBezTo>
                <a:cubicBezTo>
                  <a:pt x="136591" y="108863"/>
                  <a:pt x="139035" y="109718"/>
                  <a:pt x="142672" y="109936"/>
                </a:cubicBezTo>
                <a:lnTo>
                  <a:pt x="142672" y="112867"/>
                </a:lnTo>
                <a:lnTo>
                  <a:pt x="101548" y="112867"/>
                </a:lnTo>
                <a:lnTo>
                  <a:pt x="101548" y="109936"/>
                </a:lnTo>
                <a:cubicBezTo>
                  <a:pt x="104914" y="109827"/>
                  <a:pt x="107411" y="108850"/>
                  <a:pt x="109040" y="107004"/>
                </a:cubicBezTo>
                <a:cubicBezTo>
                  <a:pt x="110126" y="105755"/>
                  <a:pt x="110668" y="102444"/>
                  <a:pt x="110668" y="97069"/>
                </a:cubicBezTo>
                <a:lnTo>
                  <a:pt x="110668" y="52606"/>
                </a:lnTo>
                <a:cubicBezTo>
                  <a:pt x="110668" y="47164"/>
                  <a:pt x="110044" y="43687"/>
                  <a:pt x="108795" y="42175"/>
                </a:cubicBezTo>
                <a:cubicBezTo>
                  <a:pt x="107547" y="40663"/>
                  <a:pt x="105131" y="39797"/>
                  <a:pt x="101548" y="39577"/>
                </a:cubicBezTo>
                <a:lnTo>
                  <a:pt x="101548" y="36645"/>
                </a:lnTo>
                <a:lnTo>
                  <a:pt x="133470" y="36645"/>
                </a:lnTo>
                <a:close/>
                <a:moveTo>
                  <a:pt x="214577" y="71987"/>
                </a:moveTo>
                <a:lnTo>
                  <a:pt x="172802" y="71987"/>
                </a:lnTo>
                <a:cubicBezTo>
                  <a:pt x="173290" y="82112"/>
                  <a:pt x="175977" y="90114"/>
                  <a:pt x="180863" y="95993"/>
                </a:cubicBezTo>
                <a:cubicBezTo>
                  <a:pt x="184609" y="100510"/>
                  <a:pt x="189115" y="102769"/>
                  <a:pt x="194381" y="102769"/>
                </a:cubicBezTo>
                <a:cubicBezTo>
                  <a:pt x="197639" y="102769"/>
                  <a:pt x="200598" y="101860"/>
                  <a:pt x="203258" y="100041"/>
                </a:cubicBezTo>
                <a:cubicBezTo>
                  <a:pt x="205918" y="98223"/>
                  <a:pt x="208768" y="94952"/>
                  <a:pt x="211808" y="90229"/>
                </a:cubicBezTo>
                <a:lnTo>
                  <a:pt x="214577" y="92020"/>
                </a:lnTo>
                <a:cubicBezTo>
                  <a:pt x="210451" y="100435"/>
                  <a:pt x="205891" y="106393"/>
                  <a:pt x="200896" y="109895"/>
                </a:cubicBezTo>
                <a:cubicBezTo>
                  <a:pt x="195902" y="113396"/>
                  <a:pt x="190120" y="115147"/>
                  <a:pt x="183551" y="115147"/>
                </a:cubicBezTo>
                <a:cubicBezTo>
                  <a:pt x="172259" y="115147"/>
                  <a:pt x="163708" y="110800"/>
                  <a:pt x="157899" y="102105"/>
                </a:cubicBezTo>
                <a:cubicBezTo>
                  <a:pt x="153230" y="95095"/>
                  <a:pt x="150896" y="86400"/>
                  <a:pt x="150896" y="76021"/>
                </a:cubicBezTo>
                <a:cubicBezTo>
                  <a:pt x="150896" y="63304"/>
                  <a:pt x="154330" y="53182"/>
                  <a:pt x="161197" y="45656"/>
                </a:cubicBezTo>
                <a:cubicBezTo>
                  <a:pt x="168065" y="38129"/>
                  <a:pt x="176113" y="34365"/>
                  <a:pt x="185342" y="34365"/>
                </a:cubicBezTo>
                <a:cubicBezTo>
                  <a:pt x="193051" y="34365"/>
                  <a:pt x="199742" y="37527"/>
                  <a:pt x="205416" y="43852"/>
                </a:cubicBezTo>
                <a:cubicBezTo>
                  <a:pt x="211089" y="50177"/>
                  <a:pt x="214143" y="59555"/>
                  <a:pt x="214577" y="71987"/>
                </a:cubicBezTo>
                <a:moveTo>
                  <a:pt x="194544" y="66613"/>
                </a:moveTo>
                <a:cubicBezTo>
                  <a:pt x="194544" y="57872"/>
                  <a:pt x="194069" y="51873"/>
                  <a:pt x="193119" y="48616"/>
                </a:cubicBezTo>
                <a:cubicBezTo>
                  <a:pt x="192169" y="45359"/>
                  <a:pt x="190690" y="42888"/>
                  <a:pt x="188681" y="41205"/>
                </a:cubicBezTo>
                <a:cubicBezTo>
                  <a:pt x="187541" y="40228"/>
                  <a:pt x="186021" y="39740"/>
                  <a:pt x="184121" y="39740"/>
                </a:cubicBezTo>
                <a:cubicBezTo>
                  <a:pt x="181298" y="39740"/>
                  <a:pt x="178990" y="41124"/>
                  <a:pt x="177199" y="43893"/>
                </a:cubicBezTo>
                <a:cubicBezTo>
                  <a:pt x="173996" y="48724"/>
                  <a:pt x="172394" y="55348"/>
                  <a:pt x="172394" y="63763"/>
                </a:cubicBezTo>
                <a:lnTo>
                  <a:pt x="172394" y="66613"/>
                </a:lnTo>
                <a:lnTo>
                  <a:pt x="194544" y="66613"/>
                </a:lnTo>
                <a:close/>
                <a:moveTo>
                  <a:pt x="253909" y="2443"/>
                </a:moveTo>
                <a:lnTo>
                  <a:pt x="253909" y="97069"/>
                </a:lnTo>
                <a:cubicBezTo>
                  <a:pt x="253909" y="102444"/>
                  <a:pt x="254534" y="105877"/>
                  <a:pt x="255782" y="107370"/>
                </a:cubicBezTo>
                <a:cubicBezTo>
                  <a:pt x="257031" y="108863"/>
                  <a:pt x="259474" y="109718"/>
                  <a:pt x="263111" y="109936"/>
                </a:cubicBezTo>
                <a:lnTo>
                  <a:pt x="263111" y="112867"/>
                </a:lnTo>
                <a:lnTo>
                  <a:pt x="221987" y="112867"/>
                </a:lnTo>
                <a:lnTo>
                  <a:pt x="221987" y="109936"/>
                </a:lnTo>
                <a:cubicBezTo>
                  <a:pt x="225353" y="109827"/>
                  <a:pt x="227850" y="108850"/>
                  <a:pt x="229479" y="107004"/>
                </a:cubicBezTo>
                <a:cubicBezTo>
                  <a:pt x="230565" y="105755"/>
                  <a:pt x="231108" y="102444"/>
                  <a:pt x="231108" y="97069"/>
                </a:cubicBezTo>
                <a:lnTo>
                  <a:pt x="231108" y="18241"/>
                </a:lnTo>
                <a:cubicBezTo>
                  <a:pt x="231108" y="12887"/>
                  <a:pt x="230483" y="9459"/>
                  <a:pt x="229235" y="7958"/>
                </a:cubicBezTo>
                <a:cubicBezTo>
                  <a:pt x="227986" y="6454"/>
                  <a:pt x="225570" y="5593"/>
                  <a:pt x="221987" y="5375"/>
                </a:cubicBezTo>
                <a:lnTo>
                  <a:pt x="221987" y="2443"/>
                </a:lnTo>
                <a:lnTo>
                  <a:pt x="253909" y="2443"/>
                </a:lnTo>
                <a:close/>
                <a:moveTo>
                  <a:pt x="344464" y="2443"/>
                </a:moveTo>
                <a:lnTo>
                  <a:pt x="344464" y="90066"/>
                </a:lnTo>
                <a:cubicBezTo>
                  <a:pt x="344464" y="95924"/>
                  <a:pt x="344626" y="99390"/>
                  <a:pt x="344952" y="100464"/>
                </a:cubicBezTo>
                <a:cubicBezTo>
                  <a:pt x="345386" y="102238"/>
                  <a:pt x="346214" y="103556"/>
                  <a:pt x="347436" y="104416"/>
                </a:cubicBezTo>
                <a:cubicBezTo>
                  <a:pt x="348657" y="105274"/>
                  <a:pt x="350788" y="105811"/>
                  <a:pt x="353828" y="106027"/>
                </a:cubicBezTo>
                <a:lnTo>
                  <a:pt x="353828" y="108958"/>
                </a:lnTo>
                <a:lnTo>
                  <a:pt x="321662" y="115147"/>
                </a:lnTo>
                <a:lnTo>
                  <a:pt x="321662" y="103095"/>
                </a:lnTo>
                <a:cubicBezTo>
                  <a:pt x="317808" y="107764"/>
                  <a:pt x="314374" y="110940"/>
                  <a:pt x="311361" y="112623"/>
                </a:cubicBezTo>
                <a:cubicBezTo>
                  <a:pt x="308348" y="114306"/>
                  <a:pt x="304941" y="115147"/>
                  <a:pt x="301141" y="115147"/>
                </a:cubicBezTo>
                <a:cubicBezTo>
                  <a:pt x="291423" y="115147"/>
                  <a:pt x="283741" y="110800"/>
                  <a:pt x="278095" y="102105"/>
                </a:cubicBezTo>
                <a:cubicBezTo>
                  <a:pt x="273535" y="95041"/>
                  <a:pt x="271255" y="86373"/>
                  <a:pt x="271255" y="76102"/>
                </a:cubicBezTo>
                <a:cubicBezTo>
                  <a:pt x="271255" y="67896"/>
                  <a:pt x="272666" y="60546"/>
                  <a:pt x="275489" y="54052"/>
                </a:cubicBezTo>
                <a:cubicBezTo>
                  <a:pt x="278312" y="47557"/>
                  <a:pt x="282180" y="42653"/>
                  <a:pt x="287093" y="39338"/>
                </a:cubicBezTo>
                <a:cubicBezTo>
                  <a:pt x="292007" y="36023"/>
                  <a:pt x="297286" y="34365"/>
                  <a:pt x="302932" y="34365"/>
                </a:cubicBezTo>
                <a:cubicBezTo>
                  <a:pt x="306570" y="34365"/>
                  <a:pt x="309800" y="35077"/>
                  <a:pt x="312623" y="36500"/>
                </a:cubicBezTo>
                <a:cubicBezTo>
                  <a:pt x="315446" y="37924"/>
                  <a:pt x="318459" y="40415"/>
                  <a:pt x="321662" y="43974"/>
                </a:cubicBezTo>
                <a:lnTo>
                  <a:pt x="321662" y="21010"/>
                </a:lnTo>
                <a:cubicBezTo>
                  <a:pt x="321662" y="15201"/>
                  <a:pt x="321418" y="11699"/>
                  <a:pt x="320929" y="10505"/>
                </a:cubicBezTo>
                <a:cubicBezTo>
                  <a:pt x="320278" y="8931"/>
                  <a:pt x="319300" y="7763"/>
                  <a:pt x="317998" y="7003"/>
                </a:cubicBezTo>
                <a:cubicBezTo>
                  <a:pt x="316695" y="6243"/>
                  <a:pt x="314252" y="5863"/>
                  <a:pt x="310669" y="5863"/>
                </a:cubicBezTo>
                <a:lnTo>
                  <a:pt x="310669" y="2443"/>
                </a:lnTo>
                <a:lnTo>
                  <a:pt x="344464" y="2443"/>
                </a:lnTo>
                <a:moveTo>
                  <a:pt x="321662" y="53909"/>
                </a:moveTo>
                <a:cubicBezTo>
                  <a:pt x="317645" y="46309"/>
                  <a:pt x="312731" y="42508"/>
                  <a:pt x="306923" y="42508"/>
                </a:cubicBezTo>
                <a:cubicBezTo>
                  <a:pt x="304914" y="42508"/>
                  <a:pt x="303258" y="43051"/>
                  <a:pt x="301955" y="44137"/>
                </a:cubicBezTo>
                <a:cubicBezTo>
                  <a:pt x="299946" y="45820"/>
                  <a:pt x="298304" y="48779"/>
                  <a:pt x="297028" y="53013"/>
                </a:cubicBezTo>
                <a:cubicBezTo>
                  <a:pt x="295753" y="57248"/>
                  <a:pt x="295115" y="63735"/>
                  <a:pt x="295115" y="72476"/>
                </a:cubicBezTo>
                <a:cubicBezTo>
                  <a:pt x="295115" y="82085"/>
                  <a:pt x="295820" y="89197"/>
                  <a:pt x="297232" y="93812"/>
                </a:cubicBezTo>
                <a:cubicBezTo>
                  <a:pt x="298643" y="98426"/>
                  <a:pt x="300571" y="101765"/>
                  <a:pt x="303014" y="103828"/>
                </a:cubicBezTo>
                <a:cubicBezTo>
                  <a:pt x="304262" y="104859"/>
                  <a:pt x="305972" y="105375"/>
                  <a:pt x="308144" y="105375"/>
                </a:cubicBezTo>
                <a:cubicBezTo>
                  <a:pt x="312922" y="105375"/>
                  <a:pt x="317428" y="101617"/>
                  <a:pt x="321662" y="94102"/>
                </a:cubicBezTo>
                <a:lnTo>
                  <a:pt x="321662" y="53909"/>
                </a:lnTo>
                <a:close/>
                <a:moveTo>
                  <a:pt x="359773" y="112867"/>
                </a:moveTo>
                <a:lnTo>
                  <a:pt x="359773" y="109936"/>
                </a:lnTo>
                <a:lnTo>
                  <a:pt x="363438" y="109936"/>
                </a:lnTo>
                <a:cubicBezTo>
                  <a:pt x="366641" y="109936"/>
                  <a:pt x="369097" y="109431"/>
                  <a:pt x="370807" y="108421"/>
                </a:cubicBezTo>
                <a:cubicBezTo>
                  <a:pt x="372517" y="107412"/>
                  <a:pt x="373780" y="106034"/>
                  <a:pt x="374594" y="104289"/>
                </a:cubicBezTo>
                <a:cubicBezTo>
                  <a:pt x="375083" y="103142"/>
                  <a:pt x="375327" y="99704"/>
                  <a:pt x="375327" y="93974"/>
                </a:cubicBezTo>
                <a:lnTo>
                  <a:pt x="375327" y="21336"/>
                </a:lnTo>
                <a:cubicBezTo>
                  <a:pt x="375327" y="15661"/>
                  <a:pt x="375028" y="12114"/>
                  <a:pt x="374431" y="10696"/>
                </a:cubicBezTo>
                <a:cubicBezTo>
                  <a:pt x="373834" y="9276"/>
                  <a:pt x="372626" y="8034"/>
                  <a:pt x="370807" y="6970"/>
                </a:cubicBezTo>
                <a:cubicBezTo>
                  <a:pt x="368989" y="5906"/>
                  <a:pt x="366532" y="5375"/>
                  <a:pt x="363438" y="5375"/>
                </a:cubicBezTo>
                <a:lnTo>
                  <a:pt x="359773" y="5375"/>
                </a:lnTo>
                <a:lnTo>
                  <a:pt x="359773" y="2443"/>
                </a:lnTo>
                <a:lnTo>
                  <a:pt x="409203" y="2443"/>
                </a:lnTo>
                <a:cubicBezTo>
                  <a:pt x="422396" y="2443"/>
                  <a:pt x="433009" y="4235"/>
                  <a:pt x="441044" y="7818"/>
                </a:cubicBezTo>
                <a:cubicBezTo>
                  <a:pt x="450870" y="12215"/>
                  <a:pt x="458321" y="18865"/>
                  <a:pt x="463397" y="27769"/>
                </a:cubicBezTo>
                <a:cubicBezTo>
                  <a:pt x="468473" y="36672"/>
                  <a:pt x="471012" y="46743"/>
                  <a:pt x="471012" y="57981"/>
                </a:cubicBezTo>
                <a:cubicBezTo>
                  <a:pt x="471012" y="65744"/>
                  <a:pt x="469763" y="72897"/>
                  <a:pt x="467266" y="79439"/>
                </a:cubicBezTo>
                <a:cubicBezTo>
                  <a:pt x="464768" y="85980"/>
                  <a:pt x="461538" y="91382"/>
                  <a:pt x="457575" y="95644"/>
                </a:cubicBezTo>
                <a:cubicBezTo>
                  <a:pt x="453612" y="99906"/>
                  <a:pt x="449038" y="103326"/>
                  <a:pt x="443853" y="105905"/>
                </a:cubicBezTo>
                <a:cubicBezTo>
                  <a:pt x="438669" y="108483"/>
                  <a:pt x="432330" y="110478"/>
                  <a:pt x="424839" y="111890"/>
                </a:cubicBezTo>
                <a:cubicBezTo>
                  <a:pt x="421527" y="112541"/>
                  <a:pt x="416315" y="112867"/>
                  <a:pt x="409203" y="112867"/>
                </a:cubicBezTo>
                <a:lnTo>
                  <a:pt x="359773" y="112867"/>
                </a:lnTo>
                <a:moveTo>
                  <a:pt x="401874" y="8632"/>
                </a:moveTo>
                <a:lnTo>
                  <a:pt x="401874" y="94718"/>
                </a:lnTo>
                <a:cubicBezTo>
                  <a:pt x="401874" y="99274"/>
                  <a:pt x="402091" y="102069"/>
                  <a:pt x="402526" y="103100"/>
                </a:cubicBezTo>
                <a:cubicBezTo>
                  <a:pt x="402960" y="104130"/>
                  <a:pt x="403693" y="104915"/>
                  <a:pt x="404724" y="105457"/>
                </a:cubicBezTo>
                <a:cubicBezTo>
                  <a:pt x="406190" y="106271"/>
                  <a:pt x="408308" y="106678"/>
                  <a:pt x="411076" y="106678"/>
                </a:cubicBezTo>
                <a:cubicBezTo>
                  <a:pt x="420143" y="106678"/>
                  <a:pt x="427064" y="103586"/>
                  <a:pt x="431842" y="97402"/>
                </a:cubicBezTo>
                <a:cubicBezTo>
                  <a:pt x="438357" y="89049"/>
                  <a:pt x="441614" y="76085"/>
                  <a:pt x="441614" y="58510"/>
                </a:cubicBezTo>
                <a:cubicBezTo>
                  <a:pt x="441614" y="44353"/>
                  <a:pt x="439388" y="33043"/>
                  <a:pt x="434936" y="24580"/>
                </a:cubicBezTo>
                <a:cubicBezTo>
                  <a:pt x="431408" y="17962"/>
                  <a:pt x="426874" y="13459"/>
                  <a:pt x="421337" y="11072"/>
                </a:cubicBezTo>
                <a:cubicBezTo>
                  <a:pt x="417428" y="9391"/>
                  <a:pt x="410941" y="8578"/>
                  <a:pt x="401874" y="8632"/>
                </a:cubicBezTo>
                <a:close/>
                <a:moveTo>
                  <a:pt x="548129" y="71987"/>
                </a:moveTo>
                <a:lnTo>
                  <a:pt x="506353" y="71987"/>
                </a:lnTo>
                <a:cubicBezTo>
                  <a:pt x="506842" y="82112"/>
                  <a:pt x="509529" y="90114"/>
                  <a:pt x="514415" y="95993"/>
                </a:cubicBezTo>
                <a:cubicBezTo>
                  <a:pt x="518161" y="100510"/>
                  <a:pt x="522667" y="102769"/>
                  <a:pt x="527933" y="102769"/>
                </a:cubicBezTo>
                <a:cubicBezTo>
                  <a:pt x="531190" y="102769"/>
                  <a:pt x="534149" y="101860"/>
                  <a:pt x="536809" y="100041"/>
                </a:cubicBezTo>
                <a:cubicBezTo>
                  <a:pt x="539470" y="98223"/>
                  <a:pt x="542320" y="94952"/>
                  <a:pt x="545360" y="90229"/>
                </a:cubicBezTo>
                <a:lnTo>
                  <a:pt x="548129" y="92020"/>
                </a:lnTo>
                <a:cubicBezTo>
                  <a:pt x="544003" y="100435"/>
                  <a:pt x="539442" y="106393"/>
                  <a:pt x="534448" y="109895"/>
                </a:cubicBezTo>
                <a:cubicBezTo>
                  <a:pt x="529453" y="113396"/>
                  <a:pt x="523671" y="115147"/>
                  <a:pt x="517102" y="115147"/>
                </a:cubicBezTo>
                <a:cubicBezTo>
                  <a:pt x="505810" y="115147"/>
                  <a:pt x="497260" y="110800"/>
                  <a:pt x="491451" y="102105"/>
                </a:cubicBezTo>
                <a:cubicBezTo>
                  <a:pt x="486782" y="95095"/>
                  <a:pt x="484448" y="86400"/>
                  <a:pt x="484448" y="76021"/>
                </a:cubicBezTo>
                <a:cubicBezTo>
                  <a:pt x="484448" y="63304"/>
                  <a:pt x="487881" y="53182"/>
                  <a:pt x="494749" y="45656"/>
                </a:cubicBezTo>
                <a:cubicBezTo>
                  <a:pt x="501616" y="38129"/>
                  <a:pt x="509665" y="34365"/>
                  <a:pt x="518894" y="34365"/>
                </a:cubicBezTo>
                <a:cubicBezTo>
                  <a:pt x="526603" y="34365"/>
                  <a:pt x="533294" y="37527"/>
                  <a:pt x="538967" y="43852"/>
                </a:cubicBezTo>
                <a:cubicBezTo>
                  <a:pt x="544641" y="50177"/>
                  <a:pt x="547694" y="59555"/>
                  <a:pt x="548129" y="71987"/>
                </a:cubicBezTo>
                <a:moveTo>
                  <a:pt x="528096" y="66613"/>
                </a:moveTo>
                <a:cubicBezTo>
                  <a:pt x="528096" y="57872"/>
                  <a:pt x="527621" y="51873"/>
                  <a:pt x="526671" y="48616"/>
                </a:cubicBezTo>
                <a:cubicBezTo>
                  <a:pt x="525721" y="45359"/>
                  <a:pt x="524241" y="42888"/>
                  <a:pt x="522233" y="41205"/>
                </a:cubicBezTo>
                <a:cubicBezTo>
                  <a:pt x="521093" y="40228"/>
                  <a:pt x="519573" y="39740"/>
                  <a:pt x="517672" y="39740"/>
                </a:cubicBezTo>
                <a:cubicBezTo>
                  <a:pt x="514849" y="39740"/>
                  <a:pt x="512542" y="41124"/>
                  <a:pt x="510751" y="43893"/>
                </a:cubicBezTo>
                <a:cubicBezTo>
                  <a:pt x="507548" y="48724"/>
                  <a:pt x="505946" y="55348"/>
                  <a:pt x="505946" y="63763"/>
                </a:cubicBezTo>
                <a:lnTo>
                  <a:pt x="505946" y="66613"/>
                </a:lnTo>
                <a:lnTo>
                  <a:pt x="528096" y="66613"/>
                </a:lnTo>
                <a:close/>
                <a:moveTo>
                  <a:pt x="619790" y="93178"/>
                </a:moveTo>
                <a:lnTo>
                  <a:pt x="622315" y="95130"/>
                </a:lnTo>
                <a:cubicBezTo>
                  <a:pt x="618731" y="101884"/>
                  <a:pt x="614266" y="106909"/>
                  <a:pt x="608919" y="110205"/>
                </a:cubicBezTo>
                <a:cubicBezTo>
                  <a:pt x="603571" y="113500"/>
                  <a:pt x="597884" y="115147"/>
                  <a:pt x="591858" y="115147"/>
                </a:cubicBezTo>
                <a:cubicBezTo>
                  <a:pt x="581706" y="115147"/>
                  <a:pt x="573590" y="111316"/>
                  <a:pt x="567510" y="103655"/>
                </a:cubicBezTo>
                <a:cubicBezTo>
                  <a:pt x="561429" y="95992"/>
                  <a:pt x="558389" y="86780"/>
                  <a:pt x="558389" y="76021"/>
                </a:cubicBezTo>
                <a:cubicBezTo>
                  <a:pt x="558389" y="65640"/>
                  <a:pt x="561158" y="56510"/>
                  <a:pt x="566695" y="48631"/>
                </a:cubicBezTo>
                <a:cubicBezTo>
                  <a:pt x="573373" y="39120"/>
                  <a:pt x="582575" y="34365"/>
                  <a:pt x="594301" y="34365"/>
                </a:cubicBezTo>
                <a:cubicBezTo>
                  <a:pt x="602173" y="34365"/>
                  <a:pt x="608430" y="36353"/>
                  <a:pt x="613072" y="40327"/>
                </a:cubicBezTo>
                <a:cubicBezTo>
                  <a:pt x="617714" y="44301"/>
                  <a:pt x="620034" y="48737"/>
                  <a:pt x="620034" y="53637"/>
                </a:cubicBezTo>
                <a:cubicBezTo>
                  <a:pt x="620034" y="56740"/>
                  <a:pt x="619098" y="59217"/>
                  <a:pt x="617225" y="61068"/>
                </a:cubicBezTo>
                <a:cubicBezTo>
                  <a:pt x="615352" y="62919"/>
                  <a:pt x="612895" y="63844"/>
                  <a:pt x="609855" y="63844"/>
                </a:cubicBezTo>
                <a:cubicBezTo>
                  <a:pt x="606652" y="63844"/>
                  <a:pt x="604006" y="62782"/>
                  <a:pt x="601915" y="60658"/>
                </a:cubicBezTo>
                <a:cubicBezTo>
                  <a:pt x="599825" y="58532"/>
                  <a:pt x="598536" y="54746"/>
                  <a:pt x="598047" y="49298"/>
                </a:cubicBezTo>
                <a:cubicBezTo>
                  <a:pt x="597722" y="45866"/>
                  <a:pt x="596934" y="43469"/>
                  <a:pt x="595686" y="42106"/>
                </a:cubicBezTo>
                <a:cubicBezTo>
                  <a:pt x="594437" y="40746"/>
                  <a:pt x="592971" y="40065"/>
                  <a:pt x="591288" y="40065"/>
                </a:cubicBezTo>
                <a:cubicBezTo>
                  <a:pt x="588682" y="40065"/>
                  <a:pt x="586457" y="41450"/>
                  <a:pt x="584611" y="44219"/>
                </a:cubicBezTo>
                <a:cubicBezTo>
                  <a:pt x="581788" y="48399"/>
                  <a:pt x="580376" y="54805"/>
                  <a:pt x="580376" y="63437"/>
                </a:cubicBezTo>
                <a:cubicBezTo>
                  <a:pt x="580376" y="70603"/>
                  <a:pt x="581516" y="77457"/>
                  <a:pt x="583796" y="83999"/>
                </a:cubicBezTo>
                <a:cubicBezTo>
                  <a:pt x="586077" y="90541"/>
                  <a:pt x="589198" y="95413"/>
                  <a:pt x="593161" y="98616"/>
                </a:cubicBezTo>
                <a:cubicBezTo>
                  <a:pt x="596147" y="100951"/>
                  <a:pt x="599676" y="102118"/>
                  <a:pt x="603748" y="102118"/>
                </a:cubicBezTo>
                <a:cubicBezTo>
                  <a:pt x="606408" y="102118"/>
                  <a:pt x="608932" y="101495"/>
                  <a:pt x="611321" y="100250"/>
                </a:cubicBezTo>
                <a:cubicBezTo>
                  <a:pt x="613710" y="99003"/>
                  <a:pt x="616533" y="96646"/>
                  <a:pt x="619790" y="93178"/>
                </a:cubicBezTo>
                <a:close/>
                <a:moveTo>
                  <a:pt x="667593" y="34365"/>
                </a:moveTo>
                <a:cubicBezTo>
                  <a:pt x="674216" y="34365"/>
                  <a:pt x="680378" y="36077"/>
                  <a:pt x="686078" y="39500"/>
                </a:cubicBezTo>
                <a:cubicBezTo>
                  <a:pt x="691778" y="42924"/>
                  <a:pt x="696108" y="47788"/>
                  <a:pt x="699067" y="54092"/>
                </a:cubicBezTo>
                <a:cubicBezTo>
                  <a:pt x="702025" y="60397"/>
                  <a:pt x="703505" y="67298"/>
                  <a:pt x="703505" y="74797"/>
                </a:cubicBezTo>
                <a:cubicBezTo>
                  <a:pt x="703505" y="85611"/>
                  <a:pt x="700763" y="94659"/>
                  <a:pt x="695280" y="101942"/>
                </a:cubicBezTo>
                <a:cubicBezTo>
                  <a:pt x="688657" y="110746"/>
                  <a:pt x="679509" y="115147"/>
                  <a:pt x="667837" y="115147"/>
                </a:cubicBezTo>
                <a:cubicBezTo>
                  <a:pt x="656382" y="115147"/>
                  <a:pt x="647560" y="111126"/>
                  <a:pt x="641371" y="103082"/>
                </a:cubicBezTo>
                <a:cubicBezTo>
                  <a:pt x="635182" y="95039"/>
                  <a:pt x="632087" y="85719"/>
                  <a:pt x="632087" y="75123"/>
                </a:cubicBezTo>
                <a:cubicBezTo>
                  <a:pt x="632087" y="64200"/>
                  <a:pt x="635250" y="54677"/>
                  <a:pt x="641574" y="46552"/>
                </a:cubicBezTo>
                <a:cubicBezTo>
                  <a:pt x="647899" y="38427"/>
                  <a:pt x="656572" y="34365"/>
                  <a:pt x="667593" y="34365"/>
                </a:cubicBezTo>
                <a:moveTo>
                  <a:pt x="667918" y="40065"/>
                </a:moveTo>
                <a:cubicBezTo>
                  <a:pt x="665150" y="40065"/>
                  <a:pt x="662774" y="41112"/>
                  <a:pt x="660793" y="43206"/>
                </a:cubicBezTo>
                <a:cubicBezTo>
                  <a:pt x="658811" y="45297"/>
                  <a:pt x="657508" y="49428"/>
                  <a:pt x="656884" y="55596"/>
                </a:cubicBezTo>
                <a:cubicBezTo>
                  <a:pt x="656260" y="61765"/>
                  <a:pt x="655948" y="70339"/>
                  <a:pt x="655948" y="81319"/>
                </a:cubicBezTo>
                <a:cubicBezTo>
                  <a:pt x="655948" y="87135"/>
                  <a:pt x="656328" y="92571"/>
                  <a:pt x="657088" y="97626"/>
                </a:cubicBezTo>
                <a:cubicBezTo>
                  <a:pt x="657685" y="101484"/>
                  <a:pt x="658961" y="104419"/>
                  <a:pt x="660915" y="106431"/>
                </a:cubicBezTo>
                <a:cubicBezTo>
                  <a:pt x="662869" y="108442"/>
                  <a:pt x="665095" y="109447"/>
                  <a:pt x="667593" y="109447"/>
                </a:cubicBezTo>
                <a:cubicBezTo>
                  <a:pt x="670036" y="109447"/>
                  <a:pt x="672071" y="108767"/>
                  <a:pt x="673700" y="107409"/>
                </a:cubicBezTo>
                <a:cubicBezTo>
                  <a:pt x="675817" y="105561"/>
                  <a:pt x="677229" y="102979"/>
                  <a:pt x="677935" y="99662"/>
                </a:cubicBezTo>
                <a:cubicBezTo>
                  <a:pt x="679020" y="94500"/>
                  <a:pt x="679563" y="84064"/>
                  <a:pt x="679563" y="68356"/>
                </a:cubicBezTo>
                <a:cubicBezTo>
                  <a:pt x="679563" y="59117"/>
                  <a:pt x="679048" y="52772"/>
                  <a:pt x="678016" y="49321"/>
                </a:cubicBezTo>
                <a:cubicBezTo>
                  <a:pt x="676985" y="45868"/>
                  <a:pt x="675464" y="43354"/>
                  <a:pt x="673456" y="41778"/>
                </a:cubicBezTo>
                <a:cubicBezTo>
                  <a:pt x="672044" y="40636"/>
                  <a:pt x="670198" y="40065"/>
                  <a:pt x="667918" y="40065"/>
                </a:cubicBezTo>
                <a:close/>
                <a:moveTo>
                  <a:pt x="789091" y="2443"/>
                </a:moveTo>
                <a:lnTo>
                  <a:pt x="789091" y="90066"/>
                </a:lnTo>
                <a:cubicBezTo>
                  <a:pt x="789091" y="95924"/>
                  <a:pt x="789253" y="99390"/>
                  <a:pt x="789579" y="100464"/>
                </a:cubicBezTo>
                <a:cubicBezTo>
                  <a:pt x="790013" y="102238"/>
                  <a:pt x="790841" y="103556"/>
                  <a:pt x="792063" y="104416"/>
                </a:cubicBezTo>
                <a:cubicBezTo>
                  <a:pt x="793284" y="105274"/>
                  <a:pt x="795415" y="105811"/>
                  <a:pt x="798455" y="106027"/>
                </a:cubicBezTo>
                <a:lnTo>
                  <a:pt x="798455" y="108958"/>
                </a:lnTo>
                <a:lnTo>
                  <a:pt x="766289" y="115147"/>
                </a:lnTo>
                <a:lnTo>
                  <a:pt x="766289" y="103095"/>
                </a:lnTo>
                <a:cubicBezTo>
                  <a:pt x="762435" y="107764"/>
                  <a:pt x="759001" y="110940"/>
                  <a:pt x="755988" y="112623"/>
                </a:cubicBezTo>
                <a:cubicBezTo>
                  <a:pt x="752975" y="114306"/>
                  <a:pt x="749568" y="115147"/>
                  <a:pt x="745768" y="115147"/>
                </a:cubicBezTo>
                <a:cubicBezTo>
                  <a:pt x="736050" y="115147"/>
                  <a:pt x="728368" y="110800"/>
                  <a:pt x="722722" y="102105"/>
                </a:cubicBezTo>
                <a:cubicBezTo>
                  <a:pt x="718162" y="95041"/>
                  <a:pt x="715882" y="86373"/>
                  <a:pt x="715882" y="76102"/>
                </a:cubicBezTo>
                <a:cubicBezTo>
                  <a:pt x="715882" y="67896"/>
                  <a:pt x="717293" y="60546"/>
                  <a:pt x="720116" y="54052"/>
                </a:cubicBezTo>
                <a:cubicBezTo>
                  <a:pt x="722939" y="47557"/>
                  <a:pt x="726807" y="42653"/>
                  <a:pt x="731720" y="39338"/>
                </a:cubicBezTo>
                <a:cubicBezTo>
                  <a:pt x="736634" y="36023"/>
                  <a:pt x="741913" y="34365"/>
                  <a:pt x="747559" y="34365"/>
                </a:cubicBezTo>
                <a:cubicBezTo>
                  <a:pt x="751197" y="34365"/>
                  <a:pt x="754427" y="35077"/>
                  <a:pt x="757250" y="36500"/>
                </a:cubicBezTo>
                <a:cubicBezTo>
                  <a:pt x="760073" y="37924"/>
                  <a:pt x="763086" y="40415"/>
                  <a:pt x="766289" y="43974"/>
                </a:cubicBezTo>
                <a:lnTo>
                  <a:pt x="766289" y="21010"/>
                </a:lnTo>
                <a:cubicBezTo>
                  <a:pt x="766289" y="15201"/>
                  <a:pt x="766045" y="11699"/>
                  <a:pt x="765556" y="10505"/>
                </a:cubicBezTo>
                <a:cubicBezTo>
                  <a:pt x="764905" y="8931"/>
                  <a:pt x="763927" y="7763"/>
                  <a:pt x="762625" y="7003"/>
                </a:cubicBezTo>
                <a:cubicBezTo>
                  <a:pt x="761322" y="6243"/>
                  <a:pt x="758879" y="5863"/>
                  <a:pt x="755296" y="5863"/>
                </a:cubicBezTo>
                <a:lnTo>
                  <a:pt x="755296" y="2443"/>
                </a:lnTo>
                <a:lnTo>
                  <a:pt x="789091" y="2443"/>
                </a:lnTo>
                <a:moveTo>
                  <a:pt x="766289" y="53909"/>
                </a:moveTo>
                <a:cubicBezTo>
                  <a:pt x="762272" y="46309"/>
                  <a:pt x="757358" y="42508"/>
                  <a:pt x="751550" y="42508"/>
                </a:cubicBezTo>
                <a:cubicBezTo>
                  <a:pt x="749541" y="42508"/>
                  <a:pt x="747885" y="43051"/>
                  <a:pt x="746582" y="44137"/>
                </a:cubicBezTo>
                <a:cubicBezTo>
                  <a:pt x="744573" y="45820"/>
                  <a:pt x="742931" y="48779"/>
                  <a:pt x="741655" y="53013"/>
                </a:cubicBezTo>
                <a:cubicBezTo>
                  <a:pt x="740380" y="57248"/>
                  <a:pt x="739742" y="63735"/>
                  <a:pt x="739742" y="72476"/>
                </a:cubicBezTo>
                <a:cubicBezTo>
                  <a:pt x="739742" y="82085"/>
                  <a:pt x="740447" y="89197"/>
                  <a:pt x="741859" y="93812"/>
                </a:cubicBezTo>
                <a:cubicBezTo>
                  <a:pt x="743270" y="98426"/>
                  <a:pt x="745198" y="101765"/>
                  <a:pt x="747641" y="103828"/>
                </a:cubicBezTo>
                <a:cubicBezTo>
                  <a:pt x="748889" y="104859"/>
                  <a:pt x="750599" y="105375"/>
                  <a:pt x="752771" y="105375"/>
                </a:cubicBezTo>
                <a:cubicBezTo>
                  <a:pt x="757549" y="105375"/>
                  <a:pt x="762055" y="101617"/>
                  <a:pt x="766289" y="94102"/>
                </a:cubicBezTo>
                <a:lnTo>
                  <a:pt x="766289" y="53909"/>
                </a:lnTo>
                <a:close/>
                <a:moveTo>
                  <a:pt x="872316" y="71987"/>
                </a:moveTo>
                <a:lnTo>
                  <a:pt x="830541" y="71987"/>
                </a:lnTo>
                <a:cubicBezTo>
                  <a:pt x="831029" y="82112"/>
                  <a:pt x="833717" y="90114"/>
                  <a:pt x="838603" y="95993"/>
                </a:cubicBezTo>
                <a:cubicBezTo>
                  <a:pt x="842349" y="100510"/>
                  <a:pt x="846855" y="102769"/>
                  <a:pt x="852121" y="102769"/>
                </a:cubicBezTo>
                <a:cubicBezTo>
                  <a:pt x="855378" y="102769"/>
                  <a:pt x="858337" y="101860"/>
                  <a:pt x="860997" y="100041"/>
                </a:cubicBezTo>
                <a:cubicBezTo>
                  <a:pt x="863657" y="98223"/>
                  <a:pt x="866507" y="94952"/>
                  <a:pt x="869548" y="90229"/>
                </a:cubicBezTo>
                <a:lnTo>
                  <a:pt x="872316" y="92020"/>
                </a:lnTo>
                <a:cubicBezTo>
                  <a:pt x="868190" y="100435"/>
                  <a:pt x="863630" y="106393"/>
                  <a:pt x="858635" y="109895"/>
                </a:cubicBezTo>
                <a:cubicBezTo>
                  <a:pt x="853641" y="113396"/>
                  <a:pt x="847859" y="115147"/>
                  <a:pt x="841290" y="115147"/>
                </a:cubicBezTo>
                <a:cubicBezTo>
                  <a:pt x="829998" y="115147"/>
                  <a:pt x="821447" y="110800"/>
                  <a:pt x="815638" y="102105"/>
                </a:cubicBezTo>
                <a:cubicBezTo>
                  <a:pt x="810970" y="95095"/>
                  <a:pt x="808635" y="86400"/>
                  <a:pt x="808635" y="76021"/>
                </a:cubicBezTo>
                <a:cubicBezTo>
                  <a:pt x="808635" y="63304"/>
                  <a:pt x="812069" y="53182"/>
                  <a:pt x="818937" y="45656"/>
                </a:cubicBezTo>
                <a:cubicBezTo>
                  <a:pt x="825804" y="38129"/>
                  <a:pt x="833852" y="34365"/>
                  <a:pt x="843082" y="34365"/>
                </a:cubicBezTo>
                <a:cubicBezTo>
                  <a:pt x="850791" y="34365"/>
                  <a:pt x="857482" y="37527"/>
                  <a:pt x="863155" y="43852"/>
                </a:cubicBezTo>
                <a:cubicBezTo>
                  <a:pt x="868828" y="50177"/>
                  <a:pt x="871882" y="59555"/>
                  <a:pt x="872316" y="71987"/>
                </a:cubicBezTo>
                <a:moveTo>
                  <a:pt x="852284" y="66613"/>
                </a:moveTo>
                <a:cubicBezTo>
                  <a:pt x="852284" y="57872"/>
                  <a:pt x="851809" y="51873"/>
                  <a:pt x="850859" y="48616"/>
                </a:cubicBezTo>
                <a:cubicBezTo>
                  <a:pt x="849909" y="45359"/>
                  <a:pt x="848429" y="42888"/>
                  <a:pt x="846420" y="41205"/>
                </a:cubicBezTo>
                <a:cubicBezTo>
                  <a:pt x="845280" y="40228"/>
                  <a:pt x="843760" y="39740"/>
                  <a:pt x="841860" y="39740"/>
                </a:cubicBezTo>
                <a:cubicBezTo>
                  <a:pt x="839037" y="39740"/>
                  <a:pt x="836730" y="41124"/>
                  <a:pt x="834938" y="43893"/>
                </a:cubicBezTo>
                <a:cubicBezTo>
                  <a:pt x="831735" y="48724"/>
                  <a:pt x="830134" y="55348"/>
                  <a:pt x="830134" y="63763"/>
                </a:cubicBezTo>
                <a:lnTo>
                  <a:pt x="830134" y="66613"/>
                </a:lnTo>
                <a:lnTo>
                  <a:pt x="852284" y="66613"/>
                </a:lnTo>
                <a:close/>
                <a:moveTo>
                  <a:pt x="913440" y="36645"/>
                </a:moveTo>
                <a:lnTo>
                  <a:pt x="913440" y="53909"/>
                </a:lnTo>
                <a:cubicBezTo>
                  <a:pt x="918489" y="46037"/>
                  <a:pt x="922914" y="40812"/>
                  <a:pt x="926714" y="38233"/>
                </a:cubicBezTo>
                <a:cubicBezTo>
                  <a:pt x="930514" y="35654"/>
                  <a:pt x="934179" y="34365"/>
                  <a:pt x="937707" y="34365"/>
                </a:cubicBezTo>
                <a:cubicBezTo>
                  <a:pt x="940748" y="34365"/>
                  <a:pt x="943177" y="35305"/>
                  <a:pt x="944996" y="37185"/>
                </a:cubicBezTo>
                <a:cubicBezTo>
                  <a:pt x="946814" y="39064"/>
                  <a:pt x="947724" y="41720"/>
                  <a:pt x="947724" y="45152"/>
                </a:cubicBezTo>
                <a:cubicBezTo>
                  <a:pt x="947724" y="48803"/>
                  <a:pt x="946841" y="51637"/>
                  <a:pt x="945077" y="53655"/>
                </a:cubicBezTo>
                <a:cubicBezTo>
                  <a:pt x="943313" y="55670"/>
                  <a:pt x="941182" y="56678"/>
                  <a:pt x="938685" y="56678"/>
                </a:cubicBezTo>
                <a:cubicBezTo>
                  <a:pt x="935807" y="56678"/>
                  <a:pt x="933310" y="55755"/>
                  <a:pt x="931193" y="53909"/>
                </a:cubicBezTo>
                <a:cubicBezTo>
                  <a:pt x="929075" y="52063"/>
                  <a:pt x="927827" y="51032"/>
                  <a:pt x="927447" y="50815"/>
                </a:cubicBezTo>
                <a:cubicBezTo>
                  <a:pt x="926904" y="50489"/>
                  <a:pt x="926279" y="50326"/>
                  <a:pt x="925574" y="50326"/>
                </a:cubicBezTo>
                <a:cubicBezTo>
                  <a:pt x="923999" y="50326"/>
                  <a:pt x="922506" y="50923"/>
                  <a:pt x="921095" y="52118"/>
                </a:cubicBezTo>
                <a:cubicBezTo>
                  <a:pt x="918869" y="53963"/>
                  <a:pt x="917186" y="56596"/>
                  <a:pt x="916046" y="60017"/>
                </a:cubicBezTo>
                <a:cubicBezTo>
                  <a:pt x="914309" y="65283"/>
                  <a:pt x="913440" y="71092"/>
                  <a:pt x="913440" y="77443"/>
                </a:cubicBezTo>
                <a:lnTo>
                  <a:pt x="913440" y="94952"/>
                </a:lnTo>
                <a:lnTo>
                  <a:pt x="913522" y="99512"/>
                </a:lnTo>
                <a:cubicBezTo>
                  <a:pt x="913522" y="102606"/>
                  <a:pt x="913712" y="104588"/>
                  <a:pt x="914092" y="105457"/>
                </a:cubicBezTo>
                <a:cubicBezTo>
                  <a:pt x="914743" y="106922"/>
                  <a:pt x="915707" y="107995"/>
                  <a:pt x="916982" y="108673"/>
                </a:cubicBezTo>
                <a:cubicBezTo>
                  <a:pt x="918258" y="109352"/>
                  <a:pt x="920416" y="109773"/>
                  <a:pt x="923456" y="109936"/>
                </a:cubicBezTo>
                <a:lnTo>
                  <a:pt x="923456" y="112867"/>
                </a:lnTo>
                <a:lnTo>
                  <a:pt x="882332" y="112867"/>
                </a:lnTo>
                <a:lnTo>
                  <a:pt x="882332" y="109936"/>
                </a:lnTo>
                <a:cubicBezTo>
                  <a:pt x="885644" y="109664"/>
                  <a:pt x="887883" y="108755"/>
                  <a:pt x="889051" y="107207"/>
                </a:cubicBezTo>
                <a:cubicBezTo>
                  <a:pt x="890218" y="105660"/>
                  <a:pt x="890802" y="101575"/>
                  <a:pt x="890802" y="94952"/>
                </a:cubicBezTo>
                <a:lnTo>
                  <a:pt x="890802" y="52769"/>
                </a:lnTo>
                <a:cubicBezTo>
                  <a:pt x="890802" y="48399"/>
                  <a:pt x="890584" y="45613"/>
                  <a:pt x="890150" y="44412"/>
                </a:cubicBezTo>
                <a:cubicBezTo>
                  <a:pt x="889607" y="42882"/>
                  <a:pt x="888820" y="41762"/>
                  <a:pt x="887788" y="41053"/>
                </a:cubicBezTo>
                <a:cubicBezTo>
                  <a:pt x="886757" y="40342"/>
                  <a:pt x="884938" y="39850"/>
                  <a:pt x="882332" y="39577"/>
                </a:cubicBezTo>
                <a:lnTo>
                  <a:pt x="882332" y="36645"/>
                </a:lnTo>
                <a:lnTo>
                  <a:pt x="913440" y="36645"/>
                </a:lnTo>
                <a:close/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a2b8075c04b01"/>
          <a:stretch xmlns:a="http://schemas.openxmlformats.org/drawingml/2006/main"/>
        </p:blipFill>
        <p:spPr>
          <a:xfrm xmlns:a="http://schemas.openxmlformats.org/drawingml/2006/main">
            <a:off x="2590648" y="3530242"/>
            <a:ext cx="317626" cy="317626"/>
          </a:xfrm>
          <a:prstGeom xmlns:a="http://schemas.openxmlformats.org/drawingml/2006/main" prst="rect">
            <a:avLst/>
          </a:prstGeom>
        </p:spPr>
      </p:pic>
      <p:sp>
        <p:nvSpPr>
          <p:cNvPr id="61" name="Text FieldDecoder">
            <a:extLst xmlns:a="http://schemas.openxmlformats.org/drawingml/2006/main">
              <a:ext uri="{FF2B5EF4-FFF2-40B4-BE49-F238E27FC236}">
                <a16:creationId xmlns:a16="http://schemas.microsoft.com/office/drawing/2014/main" id="{26C1E23A-9BEF-4B20-A9BD-610E296D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984" y="3871971"/>
            <a:ext cx="947725" cy="115147"/>
          </a:xfrm>
          <a:custGeom xmlns:a="http://schemas.openxmlformats.org/drawingml/2006/main">
            <a:pathLst>
              <a:path w="947725" h="115147">
                <a:moveTo>
                  <a:pt x="42101" y="8795"/>
                </a:moveTo>
                <a:lnTo>
                  <a:pt x="42101" y="54072"/>
                </a:lnTo>
                <a:lnTo>
                  <a:pt x="45277" y="54072"/>
                </a:lnTo>
                <a:cubicBezTo>
                  <a:pt x="50163" y="54072"/>
                  <a:pt x="54153" y="53337"/>
                  <a:pt x="57248" y="51866"/>
                </a:cubicBezTo>
                <a:cubicBezTo>
                  <a:pt x="60342" y="50395"/>
                  <a:pt x="62962" y="47916"/>
                  <a:pt x="65106" y="44430"/>
                </a:cubicBezTo>
                <a:cubicBezTo>
                  <a:pt x="67251" y="40943"/>
                  <a:pt x="68649" y="36231"/>
                  <a:pt x="69300" y="30293"/>
                </a:cubicBezTo>
                <a:lnTo>
                  <a:pt x="72150" y="30293"/>
                </a:lnTo>
                <a:lnTo>
                  <a:pt x="72150" y="85831"/>
                </a:lnTo>
                <a:lnTo>
                  <a:pt x="69300" y="85831"/>
                </a:lnTo>
                <a:cubicBezTo>
                  <a:pt x="68269" y="75353"/>
                  <a:pt x="65459" y="68445"/>
                  <a:pt x="60872" y="65106"/>
                </a:cubicBezTo>
                <a:cubicBezTo>
                  <a:pt x="56284" y="61767"/>
                  <a:pt x="51086" y="60098"/>
                  <a:pt x="45277" y="60098"/>
                </a:cubicBezTo>
                <a:lnTo>
                  <a:pt x="42101" y="60098"/>
                </a:lnTo>
                <a:lnTo>
                  <a:pt x="42101" y="93974"/>
                </a:lnTo>
                <a:cubicBezTo>
                  <a:pt x="42101" y="99649"/>
                  <a:pt x="42413" y="103197"/>
                  <a:pt x="43038" y="104617"/>
                </a:cubicBezTo>
                <a:cubicBezTo>
                  <a:pt x="43662" y="106035"/>
                  <a:pt x="44884" y="107276"/>
                  <a:pt x="46702" y="108340"/>
                </a:cubicBezTo>
                <a:cubicBezTo>
                  <a:pt x="48521" y="109404"/>
                  <a:pt x="50978" y="109936"/>
                  <a:pt x="54072" y="109936"/>
                </a:cubicBezTo>
                <a:lnTo>
                  <a:pt x="57737" y="109936"/>
                </a:lnTo>
                <a:lnTo>
                  <a:pt x="57737" y="112867"/>
                </a:lnTo>
                <a:lnTo>
                  <a:pt x="0" y="112867"/>
                </a:lnTo>
                <a:lnTo>
                  <a:pt x="0" y="109936"/>
                </a:lnTo>
                <a:lnTo>
                  <a:pt x="3665" y="109936"/>
                </a:lnTo>
                <a:cubicBezTo>
                  <a:pt x="6868" y="109936"/>
                  <a:pt x="9446" y="109363"/>
                  <a:pt x="11401" y="108218"/>
                </a:cubicBezTo>
                <a:cubicBezTo>
                  <a:pt x="12812" y="107453"/>
                  <a:pt x="13898" y="106143"/>
                  <a:pt x="14658" y="104289"/>
                </a:cubicBezTo>
                <a:cubicBezTo>
                  <a:pt x="15255" y="102979"/>
                  <a:pt x="15554" y="99541"/>
                  <a:pt x="15554" y="93974"/>
                </a:cubicBezTo>
                <a:lnTo>
                  <a:pt x="15554" y="21336"/>
                </a:lnTo>
                <a:cubicBezTo>
                  <a:pt x="15554" y="15661"/>
                  <a:pt x="15255" y="12114"/>
                  <a:pt x="14658" y="10696"/>
                </a:cubicBezTo>
                <a:cubicBezTo>
                  <a:pt x="14061" y="9276"/>
                  <a:pt x="12853" y="8034"/>
                  <a:pt x="11034" y="6970"/>
                </a:cubicBezTo>
                <a:cubicBezTo>
                  <a:pt x="9216" y="5906"/>
                  <a:pt x="6759" y="5375"/>
                  <a:pt x="3665" y="5375"/>
                </a:cubicBezTo>
                <a:lnTo>
                  <a:pt x="0" y="5375"/>
                </a:lnTo>
                <a:lnTo>
                  <a:pt x="0" y="2443"/>
                </a:lnTo>
                <a:lnTo>
                  <a:pt x="93160" y="2443"/>
                </a:lnTo>
                <a:lnTo>
                  <a:pt x="93160" y="34202"/>
                </a:lnTo>
                <a:lnTo>
                  <a:pt x="89821" y="34202"/>
                </a:lnTo>
                <a:cubicBezTo>
                  <a:pt x="89061" y="26741"/>
                  <a:pt x="87120" y="21213"/>
                  <a:pt x="83999" y="17618"/>
                </a:cubicBezTo>
                <a:cubicBezTo>
                  <a:pt x="80877" y="14023"/>
                  <a:pt x="76358" y="11491"/>
                  <a:pt x="70440" y="10021"/>
                </a:cubicBezTo>
                <a:cubicBezTo>
                  <a:pt x="67183" y="9204"/>
                  <a:pt x="61157" y="8795"/>
                  <a:pt x="52362" y="8795"/>
                </a:cubicBezTo>
                <a:lnTo>
                  <a:pt x="42101" y="8795"/>
                </a:lnTo>
                <a:close/>
                <a:moveTo>
                  <a:pt x="122069" y="0"/>
                </a:moveTo>
                <a:cubicBezTo>
                  <a:pt x="125597" y="0"/>
                  <a:pt x="128583" y="1239"/>
                  <a:pt x="131026" y="3718"/>
                </a:cubicBezTo>
                <a:cubicBezTo>
                  <a:pt x="133469" y="6195"/>
                  <a:pt x="134691" y="9177"/>
                  <a:pt x="134691" y="12663"/>
                </a:cubicBezTo>
                <a:cubicBezTo>
                  <a:pt x="134691" y="16149"/>
                  <a:pt x="133456" y="19118"/>
                  <a:pt x="130986" y="21570"/>
                </a:cubicBezTo>
                <a:cubicBezTo>
                  <a:pt x="128515" y="24020"/>
                  <a:pt x="125543" y="25244"/>
                  <a:pt x="122069" y="25244"/>
                </a:cubicBezTo>
                <a:cubicBezTo>
                  <a:pt x="118594" y="25244"/>
                  <a:pt x="115635" y="24020"/>
                  <a:pt x="113192" y="21570"/>
                </a:cubicBezTo>
                <a:cubicBezTo>
                  <a:pt x="110749" y="19118"/>
                  <a:pt x="109528" y="16149"/>
                  <a:pt x="109528" y="12663"/>
                </a:cubicBezTo>
                <a:cubicBezTo>
                  <a:pt x="109528" y="9177"/>
                  <a:pt x="110749" y="6195"/>
                  <a:pt x="113192" y="3718"/>
                </a:cubicBezTo>
                <a:cubicBezTo>
                  <a:pt x="115635" y="1239"/>
                  <a:pt x="118594" y="0"/>
                  <a:pt x="122069" y="0"/>
                </a:cubicBezTo>
                <a:moveTo>
                  <a:pt x="133469" y="36645"/>
                </a:moveTo>
                <a:lnTo>
                  <a:pt x="133469" y="97069"/>
                </a:lnTo>
                <a:cubicBezTo>
                  <a:pt x="133469" y="102444"/>
                  <a:pt x="134094" y="105877"/>
                  <a:pt x="135342" y="107370"/>
                </a:cubicBezTo>
                <a:cubicBezTo>
                  <a:pt x="136591" y="108863"/>
                  <a:pt x="139034" y="109718"/>
                  <a:pt x="142671" y="109936"/>
                </a:cubicBezTo>
                <a:lnTo>
                  <a:pt x="142671" y="112867"/>
                </a:lnTo>
                <a:lnTo>
                  <a:pt x="101547" y="112867"/>
                </a:lnTo>
                <a:lnTo>
                  <a:pt x="101547" y="109936"/>
                </a:lnTo>
                <a:cubicBezTo>
                  <a:pt x="104913" y="109827"/>
                  <a:pt x="107411" y="108850"/>
                  <a:pt x="109039" y="107004"/>
                </a:cubicBezTo>
                <a:cubicBezTo>
                  <a:pt x="110125" y="105755"/>
                  <a:pt x="110668" y="102444"/>
                  <a:pt x="110668" y="97069"/>
                </a:cubicBezTo>
                <a:lnTo>
                  <a:pt x="110668" y="52606"/>
                </a:lnTo>
                <a:cubicBezTo>
                  <a:pt x="110668" y="47164"/>
                  <a:pt x="110044" y="43687"/>
                  <a:pt x="108795" y="42175"/>
                </a:cubicBezTo>
                <a:cubicBezTo>
                  <a:pt x="107546" y="40663"/>
                  <a:pt x="105130" y="39797"/>
                  <a:pt x="101547" y="39577"/>
                </a:cubicBezTo>
                <a:lnTo>
                  <a:pt x="101547" y="36645"/>
                </a:lnTo>
                <a:lnTo>
                  <a:pt x="133469" y="36645"/>
                </a:lnTo>
                <a:close/>
                <a:moveTo>
                  <a:pt x="214577" y="71987"/>
                </a:moveTo>
                <a:lnTo>
                  <a:pt x="172802" y="71987"/>
                </a:lnTo>
                <a:cubicBezTo>
                  <a:pt x="173290" y="82112"/>
                  <a:pt x="175978" y="90114"/>
                  <a:pt x="180864" y="95993"/>
                </a:cubicBezTo>
                <a:cubicBezTo>
                  <a:pt x="184610" y="100510"/>
                  <a:pt x="189116" y="102769"/>
                  <a:pt x="194382" y="102769"/>
                </a:cubicBezTo>
                <a:cubicBezTo>
                  <a:pt x="197639" y="102769"/>
                  <a:pt x="200598" y="101860"/>
                  <a:pt x="203258" y="100041"/>
                </a:cubicBezTo>
                <a:cubicBezTo>
                  <a:pt x="205918" y="98223"/>
                  <a:pt x="208768" y="94952"/>
                  <a:pt x="211809" y="90229"/>
                </a:cubicBezTo>
                <a:lnTo>
                  <a:pt x="214577" y="92020"/>
                </a:lnTo>
                <a:cubicBezTo>
                  <a:pt x="210451" y="100435"/>
                  <a:pt x="205891" y="106393"/>
                  <a:pt x="200896" y="109895"/>
                </a:cubicBezTo>
                <a:cubicBezTo>
                  <a:pt x="195902" y="113396"/>
                  <a:pt x="190120" y="115147"/>
                  <a:pt x="183551" y="115147"/>
                </a:cubicBezTo>
                <a:cubicBezTo>
                  <a:pt x="172259" y="115147"/>
                  <a:pt x="163708" y="110800"/>
                  <a:pt x="157899" y="102105"/>
                </a:cubicBezTo>
                <a:cubicBezTo>
                  <a:pt x="153231" y="95095"/>
                  <a:pt x="150896" y="86400"/>
                  <a:pt x="150896" y="76021"/>
                </a:cubicBezTo>
                <a:cubicBezTo>
                  <a:pt x="150896" y="63304"/>
                  <a:pt x="154330" y="53182"/>
                  <a:pt x="161197" y="45656"/>
                </a:cubicBezTo>
                <a:cubicBezTo>
                  <a:pt x="168065" y="38129"/>
                  <a:pt x="176113" y="34365"/>
                  <a:pt x="185343" y="34365"/>
                </a:cubicBezTo>
                <a:cubicBezTo>
                  <a:pt x="193052" y="34365"/>
                  <a:pt x="199743" y="37527"/>
                  <a:pt x="205416" y="43852"/>
                </a:cubicBezTo>
                <a:cubicBezTo>
                  <a:pt x="211089" y="50177"/>
                  <a:pt x="214143" y="59555"/>
                  <a:pt x="214577" y="71987"/>
                </a:cubicBezTo>
                <a:moveTo>
                  <a:pt x="194545" y="66613"/>
                </a:moveTo>
                <a:cubicBezTo>
                  <a:pt x="194545" y="57872"/>
                  <a:pt x="194070" y="51873"/>
                  <a:pt x="193120" y="48616"/>
                </a:cubicBezTo>
                <a:cubicBezTo>
                  <a:pt x="192169" y="45359"/>
                  <a:pt x="190690" y="42888"/>
                  <a:pt x="188681" y="41205"/>
                </a:cubicBezTo>
                <a:cubicBezTo>
                  <a:pt x="187541" y="40228"/>
                  <a:pt x="186021" y="39740"/>
                  <a:pt x="184121" y="39740"/>
                </a:cubicBezTo>
                <a:cubicBezTo>
                  <a:pt x="181298" y="39740"/>
                  <a:pt x="178991" y="41124"/>
                  <a:pt x="177199" y="43893"/>
                </a:cubicBezTo>
                <a:cubicBezTo>
                  <a:pt x="173996" y="48724"/>
                  <a:pt x="172395" y="55348"/>
                  <a:pt x="172395" y="63763"/>
                </a:cubicBezTo>
                <a:lnTo>
                  <a:pt x="172395" y="66613"/>
                </a:lnTo>
                <a:lnTo>
                  <a:pt x="194545" y="66613"/>
                </a:lnTo>
                <a:close/>
                <a:moveTo>
                  <a:pt x="253909" y="2443"/>
                </a:moveTo>
                <a:lnTo>
                  <a:pt x="253909" y="97069"/>
                </a:lnTo>
                <a:cubicBezTo>
                  <a:pt x="253909" y="102444"/>
                  <a:pt x="254534" y="105877"/>
                  <a:pt x="255782" y="107370"/>
                </a:cubicBezTo>
                <a:cubicBezTo>
                  <a:pt x="257031" y="108863"/>
                  <a:pt x="259474" y="109718"/>
                  <a:pt x="263111" y="109936"/>
                </a:cubicBezTo>
                <a:lnTo>
                  <a:pt x="263111" y="112867"/>
                </a:lnTo>
                <a:lnTo>
                  <a:pt x="221987" y="112867"/>
                </a:lnTo>
                <a:lnTo>
                  <a:pt x="221987" y="109936"/>
                </a:lnTo>
                <a:cubicBezTo>
                  <a:pt x="225353" y="109827"/>
                  <a:pt x="227850" y="108850"/>
                  <a:pt x="229479" y="107004"/>
                </a:cubicBezTo>
                <a:cubicBezTo>
                  <a:pt x="230565" y="105755"/>
                  <a:pt x="231108" y="102444"/>
                  <a:pt x="231108" y="97069"/>
                </a:cubicBezTo>
                <a:lnTo>
                  <a:pt x="231108" y="18241"/>
                </a:lnTo>
                <a:cubicBezTo>
                  <a:pt x="231108" y="12887"/>
                  <a:pt x="230483" y="9459"/>
                  <a:pt x="229235" y="7958"/>
                </a:cubicBezTo>
                <a:cubicBezTo>
                  <a:pt x="227986" y="6454"/>
                  <a:pt x="225570" y="5593"/>
                  <a:pt x="221987" y="5375"/>
                </a:cubicBezTo>
                <a:lnTo>
                  <a:pt x="221987" y="2443"/>
                </a:lnTo>
                <a:lnTo>
                  <a:pt x="253909" y="2443"/>
                </a:lnTo>
                <a:close/>
                <a:moveTo>
                  <a:pt x="344464" y="2443"/>
                </a:moveTo>
                <a:lnTo>
                  <a:pt x="344464" y="90066"/>
                </a:lnTo>
                <a:cubicBezTo>
                  <a:pt x="344464" y="95924"/>
                  <a:pt x="344626" y="99390"/>
                  <a:pt x="344952" y="100464"/>
                </a:cubicBezTo>
                <a:cubicBezTo>
                  <a:pt x="345386" y="102238"/>
                  <a:pt x="346214" y="103556"/>
                  <a:pt x="347436" y="104416"/>
                </a:cubicBezTo>
                <a:cubicBezTo>
                  <a:pt x="348657" y="105274"/>
                  <a:pt x="350788" y="105811"/>
                  <a:pt x="353828" y="106027"/>
                </a:cubicBezTo>
                <a:lnTo>
                  <a:pt x="353828" y="108958"/>
                </a:lnTo>
                <a:lnTo>
                  <a:pt x="321662" y="115147"/>
                </a:lnTo>
                <a:lnTo>
                  <a:pt x="321662" y="103095"/>
                </a:lnTo>
                <a:cubicBezTo>
                  <a:pt x="317808" y="107764"/>
                  <a:pt x="314374" y="110940"/>
                  <a:pt x="311361" y="112623"/>
                </a:cubicBezTo>
                <a:cubicBezTo>
                  <a:pt x="308348" y="114306"/>
                  <a:pt x="304941" y="115147"/>
                  <a:pt x="301141" y="115147"/>
                </a:cubicBezTo>
                <a:cubicBezTo>
                  <a:pt x="291423" y="115147"/>
                  <a:pt x="283741" y="110800"/>
                  <a:pt x="278095" y="102105"/>
                </a:cubicBezTo>
                <a:cubicBezTo>
                  <a:pt x="273535" y="95041"/>
                  <a:pt x="271255" y="86373"/>
                  <a:pt x="271255" y="76102"/>
                </a:cubicBezTo>
                <a:cubicBezTo>
                  <a:pt x="271255" y="67896"/>
                  <a:pt x="272666" y="60546"/>
                  <a:pt x="275489" y="54052"/>
                </a:cubicBezTo>
                <a:cubicBezTo>
                  <a:pt x="278312" y="47557"/>
                  <a:pt x="282180" y="42653"/>
                  <a:pt x="287093" y="39338"/>
                </a:cubicBezTo>
                <a:cubicBezTo>
                  <a:pt x="292007" y="36023"/>
                  <a:pt x="297286" y="34365"/>
                  <a:pt x="302932" y="34365"/>
                </a:cubicBezTo>
                <a:cubicBezTo>
                  <a:pt x="306570" y="34365"/>
                  <a:pt x="309800" y="35077"/>
                  <a:pt x="312623" y="36500"/>
                </a:cubicBezTo>
                <a:cubicBezTo>
                  <a:pt x="315446" y="37924"/>
                  <a:pt x="318459" y="40415"/>
                  <a:pt x="321662" y="43974"/>
                </a:cubicBezTo>
                <a:lnTo>
                  <a:pt x="321662" y="21010"/>
                </a:lnTo>
                <a:cubicBezTo>
                  <a:pt x="321662" y="15201"/>
                  <a:pt x="321418" y="11699"/>
                  <a:pt x="320929" y="10505"/>
                </a:cubicBezTo>
                <a:cubicBezTo>
                  <a:pt x="320278" y="8931"/>
                  <a:pt x="319300" y="7763"/>
                  <a:pt x="317998" y="7003"/>
                </a:cubicBezTo>
                <a:cubicBezTo>
                  <a:pt x="316695" y="6243"/>
                  <a:pt x="314252" y="5863"/>
                  <a:pt x="310669" y="5863"/>
                </a:cubicBezTo>
                <a:lnTo>
                  <a:pt x="310669" y="2443"/>
                </a:lnTo>
                <a:lnTo>
                  <a:pt x="344464" y="2443"/>
                </a:lnTo>
                <a:moveTo>
                  <a:pt x="321662" y="53909"/>
                </a:moveTo>
                <a:cubicBezTo>
                  <a:pt x="317645" y="46309"/>
                  <a:pt x="312731" y="42508"/>
                  <a:pt x="306923" y="42508"/>
                </a:cubicBezTo>
                <a:cubicBezTo>
                  <a:pt x="304914" y="42508"/>
                  <a:pt x="303258" y="43051"/>
                  <a:pt x="301955" y="44137"/>
                </a:cubicBezTo>
                <a:cubicBezTo>
                  <a:pt x="299946" y="45820"/>
                  <a:pt x="298304" y="48779"/>
                  <a:pt x="297028" y="53013"/>
                </a:cubicBezTo>
                <a:cubicBezTo>
                  <a:pt x="295753" y="57248"/>
                  <a:pt x="295115" y="63735"/>
                  <a:pt x="295115" y="72476"/>
                </a:cubicBezTo>
                <a:cubicBezTo>
                  <a:pt x="295115" y="82085"/>
                  <a:pt x="295820" y="89197"/>
                  <a:pt x="297232" y="93812"/>
                </a:cubicBezTo>
                <a:cubicBezTo>
                  <a:pt x="298643" y="98426"/>
                  <a:pt x="300571" y="101765"/>
                  <a:pt x="303014" y="103828"/>
                </a:cubicBezTo>
                <a:cubicBezTo>
                  <a:pt x="304262" y="104859"/>
                  <a:pt x="305972" y="105375"/>
                  <a:pt x="308144" y="105375"/>
                </a:cubicBezTo>
                <a:cubicBezTo>
                  <a:pt x="312922" y="105375"/>
                  <a:pt x="317428" y="101617"/>
                  <a:pt x="321662" y="94102"/>
                </a:cubicBezTo>
                <a:lnTo>
                  <a:pt x="321662" y="53909"/>
                </a:lnTo>
                <a:close/>
                <a:moveTo>
                  <a:pt x="359773" y="112867"/>
                </a:moveTo>
                <a:lnTo>
                  <a:pt x="359773" y="109936"/>
                </a:lnTo>
                <a:lnTo>
                  <a:pt x="363438" y="109936"/>
                </a:lnTo>
                <a:cubicBezTo>
                  <a:pt x="366641" y="109936"/>
                  <a:pt x="369097" y="109431"/>
                  <a:pt x="370807" y="108421"/>
                </a:cubicBezTo>
                <a:cubicBezTo>
                  <a:pt x="372517" y="107412"/>
                  <a:pt x="373780" y="106034"/>
                  <a:pt x="374594" y="104289"/>
                </a:cubicBezTo>
                <a:cubicBezTo>
                  <a:pt x="375083" y="103142"/>
                  <a:pt x="375327" y="99704"/>
                  <a:pt x="375327" y="93974"/>
                </a:cubicBezTo>
                <a:lnTo>
                  <a:pt x="375327" y="21336"/>
                </a:lnTo>
                <a:cubicBezTo>
                  <a:pt x="375327" y="15661"/>
                  <a:pt x="375028" y="12114"/>
                  <a:pt x="374431" y="10696"/>
                </a:cubicBezTo>
                <a:cubicBezTo>
                  <a:pt x="373834" y="9276"/>
                  <a:pt x="372626" y="8034"/>
                  <a:pt x="370807" y="6970"/>
                </a:cubicBezTo>
                <a:cubicBezTo>
                  <a:pt x="368989" y="5906"/>
                  <a:pt x="366532" y="5375"/>
                  <a:pt x="363438" y="5375"/>
                </a:cubicBezTo>
                <a:lnTo>
                  <a:pt x="359773" y="5375"/>
                </a:lnTo>
                <a:lnTo>
                  <a:pt x="359773" y="2443"/>
                </a:lnTo>
                <a:lnTo>
                  <a:pt x="409203" y="2443"/>
                </a:lnTo>
                <a:cubicBezTo>
                  <a:pt x="422396" y="2443"/>
                  <a:pt x="433009" y="4235"/>
                  <a:pt x="441044" y="7818"/>
                </a:cubicBezTo>
                <a:cubicBezTo>
                  <a:pt x="450870" y="12215"/>
                  <a:pt x="458321" y="18865"/>
                  <a:pt x="463397" y="27769"/>
                </a:cubicBezTo>
                <a:cubicBezTo>
                  <a:pt x="468473" y="36672"/>
                  <a:pt x="471011" y="46743"/>
                  <a:pt x="471011" y="57981"/>
                </a:cubicBezTo>
                <a:cubicBezTo>
                  <a:pt x="471011" y="65744"/>
                  <a:pt x="469763" y="72897"/>
                  <a:pt x="467266" y="79439"/>
                </a:cubicBezTo>
                <a:cubicBezTo>
                  <a:pt x="464768" y="85980"/>
                  <a:pt x="461538" y="91382"/>
                  <a:pt x="457575" y="95644"/>
                </a:cubicBezTo>
                <a:cubicBezTo>
                  <a:pt x="453612" y="99906"/>
                  <a:pt x="449038" y="103326"/>
                  <a:pt x="443853" y="105905"/>
                </a:cubicBezTo>
                <a:cubicBezTo>
                  <a:pt x="438669" y="108483"/>
                  <a:pt x="432330" y="110478"/>
                  <a:pt x="424839" y="111890"/>
                </a:cubicBezTo>
                <a:cubicBezTo>
                  <a:pt x="421527" y="112541"/>
                  <a:pt x="416315" y="112867"/>
                  <a:pt x="409203" y="112867"/>
                </a:cubicBezTo>
                <a:lnTo>
                  <a:pt x="359773" y="112867"/>
                </a:lnTo>
                <a:moveTo>
                  <a:pt x="401874" y="8632"/>
                </a:moveTo>
                <a:lnTo>
                  <a:pt x="401874" y="94718"/>
                </a:lnTo>
                <a:cubicBezTo>
                  <a:pt x="401874" y="99274"/>
                  <a:pt x="402091" y="102069"/>
                  <a:pt x="402526" y="103100"/>
                </a:cubicBezTo>
                <a:cubicBezTo>
                  <a:pt x="402960" y="104130"/>
                  <a:pt x="403693" y="104915"/>
                  <a:pt x="404724" y="105457"/>
                </a:cubicBezTo>
                <a:cubicBezTo>
                  <a:pt x="406190" y="106271"/>
                  <a:pt x="408307" y="106678"/>
                  <a:pt x="411076" y="106678"/>
                </a:cubicBezTo>
                <a:cubicBezTo>
                  <a:pt x="420143" y="106678"/>
                  <a:pt x="427064" y="103586"/>
                  <a:pt x="431842" y="97402"/>
                </a:cubicBezTo>
                <a:cubicBezTo>
                  <a:pt x="438357" y="89049"/>
                  <a:pt x="441614" y="76085"/>
                  <a:pt x="441614" y="58510"/>
                </a:cubicBezTo>
                <a:cubicBezTo>
                  <a:pt x="441614" y="44353"/>
                  <a:pt x="439388" y="33043"/>
                  <a:pt x="434936" y="24580"/>
                </a:cubicBezTo>
                <a:cubicBezTo>
                  <a:pt x="431408" y="17962"/>
                  <a:pt x="426874" y="13459"/>
                  <a:pt x="421337" y="11072"/>
                </a:cubicBezTo>
                <a:cubicBezTo>
                  <a:pt x="417428" y="9391"/>
                  <a:pt x="410941" y="8578"/>
                  <a:pt x="401874" y="8632"/>
                </a:cubicBezTo>
                <a:close/>
                <a:moveTo>
                  <a:pt x="548129" y="71987"/>
                </a:moveTo>
                <a:lnTo>
                  <a:pt x="506354" y="71987"/>
                </a:lnTo>
                <a:cubicBezTo>
                  <a:pt x="506842" y="82112"/>
                  <a:pt x="509530" y="90114"/>
                  <a:pt x="514416" y="95993"/>
                </a:cubicBezTo>
                <a:cubicBezTo>
                  <a:pt x="518162" y="100510"/>
                  <a:pt x="522668" y="102769"/>
                  <a:pt x="527934" y="102769"/>
                </a:cubicBezTo>
                <a:cubicBezTo>
                  <a:pt x="531191" y="102769"/>
                  <a:pt x="534150" y="101860"/>
                  <a:pt x="536810" y="100041"/>
                </a:cubicBezTo>
                <a:cubicBezTo>
                  <a:pt x="539470" y="98223"/>
                  <a:pt x="542320" y="94952"/>
                  <a:pt x="545360" y="90229"/>
                </a:cubicBezTo>
                <a:lnTo>
                  <a:pt x="548129" y="92020"/>
                </a:lnTo>
                <a:cubicBezTo>
                  <a:pt x="544003" y="100435"/>
                  <a:pt x="539443" y="106393"/>
                  <a:pt x="534448" y="109895"/>
                </a:cubicBezTo>
                <a:cubicBezTo>
                  <a:pt x="529454" y="113396"/>
                  <a:pt x="523672" y="115147"/>
                  <a:pt x="517103" y="115147"/>
                </a:cubicBezTo>
                <a:cubicBezTo>
                  <a:pt x="505811" y="115147"/>
                  <a:pt x="497260" y="110800"/>
                  <a:pt x="491451" y="102105"/>
                </a:cubicBezTo>
                <a:cubicBezTo>
                  <a:pt x="486782" y="95095"/>
                  <a:pt x="484448" y="86400"/>
                  <a:pt x="484448" y="76021"/>
                </a:cubicBezTo>
                <a:cubicBezTo>
                  <a:pt x="484448" y="63304"/>
                  <a:pt x="487882" y="53182"/>
                  <a:pt x="494749" y="45656"/>
                </a:cubicBezTo>
                <a:cubicBezTo>
                  <a:pt x="501617" y="38129"/>
                  <a:pt x="509665" y="34365"/>
                  <a:pt x="518894" y="34365"/>
                </a:cubicBezTo>
                <a:cubicBezTo>
                  <a:pt x="526604" y="34365"/>
                  <a:pt x="533295" y="37527"/>
                  <a:pt x="538968" y="43852"/>
                </a:cubicBezTo>
                <a:cubicBezTo>
                  <a:pt x="544641" y="50177"/>
                  <a:pt x="547695" y="59555"/>
                  <a:pt x="548129" y="71987"/>
                </a:cubicBezTo>
                <a:moveTo>
                  <a:pt x="528097" y="66613"/>
                </a:moveTo>
                <a:cubicBezTo>
                  <a:pt x="528097" y="57872"/>
                  <a:pt x="527621" y="51873"/>
                  <a:pt x="526671" y="48616"/>
                </a:cubicBezTo>
                <a:cubicBezTo>
                  <a:pt x="525721" y="45359"/>
                  <a:pt x="524242" y="42888"/>
                  <a:pt x="522233" y="41205"/>
                </a:cubicBezTo>
                <a:cubicBezTo>
                  <a:pt x="521093" y="40228"/>
                  <a:pt x="519573" y="39740"/>
                  <a:pt x="517673" y="39740"/>
                </a:cubicBezTo>
                <a:cubicBezTo>
                  <a:pt x="514850" y="39740"/>
                  <a:pt x="512543" y="41124"/>
                  <a:pt x="510751" y="43893"/>
                </a:cubicBezTo>
                <a:cubicBezTo>
                  <a:pt x="507548" y="48724"/>
                  <a:pt x="505947" y="55348"/>
                  <a:pt x="505947" y="63763"/>
                </a:cubicBezTo>
                <a:lnTo>
                  <a:pt x="505947" y="66613"/>
                </a:lnTo>
                <a:lnTo>
                  <a:pt x="528097" y="66613"/>
                </a:lnTo>
                <a:close/>
                <a:moveTo>
                  <a:pt x="619791" y="93178"/>
                </a:moveTo>
                <a:lnTo>
                  <a:pt x="622315" y="95130"/>
                </a:lnTo>
                <a:cubicBezTo>
                  <a:pt x="618732" y="101884"/>
                  <a:pt x="614267" y="106909"/>
                  <a:pt x="608919" y="110205"/>
                </a:cubicBezTo>
                <a:cubicBezTo>
                  <a:pt x="603572" y="113500"/>
                  <a:pt x="597885" y="115147"/>
                  <a:pt x="591859" y="115147"/>
                </a:cubicBezTo>
                <a:cubicBezTo>
                  <a:pt x="581707" y="115147"/>
                  <a:pt x="573591" y="111316"/>
                  <a:pt x="567510" y="103655"/>
                </a:cubicBezTo>
                <a:cubicBezTo>
                  <a:pt x="561430" y="95992"/>
                  <a:pt x="558390" y="86780"/>
                  <a:pt x="558390" y="76021"/>
                </a:cubicBezTo>
                <a:cubicBezTo>
                  <a:pt x="558390" y="65640"/>
                  <a:pt x="561158" y="56510"/>
                  <a:pt x="566696" y="48631"/>
                </a:cubicBezTo>
                <a:cubicBezTo>
                  <a:pt x="573373" y="39120"/>
                  <a:pt x="582575" y="34365"/>
                  <a:pt x="594302" y="34365"/>
                </a:cubicBezTo>
                <a:cubicBezTo>
                  <a:pt x="602174" y="34365"/>
                  <a:pt x="608431" y="36353"/>
                  <a:pt x="613072" y="40327"/>
                </a:cubicBezTo>
                <a:cubicBezTo>
                  <a:pt x="617714" y="44301"/>
                  <a:pt x="620035" y="48737"/>
                  <a:pt x="620035" y="53637"/>
                </a:cubicBezTo>
                <a:cubicBezTo>
                  <a:pt x="620035" y="56740"/>
                  <a:pt x="619098" y="59217"/>
                  <a:pt x="617225" y="61068"/>
                </a:cubicBezTo>
                <a:cubicBezTo>
                  <a:pt x="615353" y="62919"/>
                  <a:pt x="612896" y="63844"/>
                  <a:pt x="609856" y="63844"/>
                </a:cubicBezTo>
                <a:cubicBezTo>
                  <a:pt x="606653" y="63844"/>
                  <a:pt x="604006" y="62782"/>
                  <a:pt x="601916" y="60658"/>
                </a:cubicBezTo>
                <a:cubicBezTo>
                  <a:pt x="599826" y="58532"/>
                  <a:pt x="598536" y="54746"/>
                  <a:pt x="598048" y="49298"/>
                </a:cubicBezTo>
                <a:cubicBezTo>
                  <a:pt x="597722" y="45866"/>
                  <a:pt x="596935" y="43469"/>
                  <a:pt x="595686" y="42106"/>
                </a:cubicBezTo>
                <a:cubicBezTo>
                  <a:pt x="594438" y="40746"/>
                  <a:pt x="592972" y="40065"/>
                  <a:pt x="591289" y="40065"/>
                </a:cubicBezTo>
                <a:cubicBezTo>
                  <a:pt x="588683" y="40065"/>
                  <a:pt x="586457" y="41450"/>
                  <a:pt x="584611" y="44219"/>
                </a:cubicBezTo>
                <a:cubicBezTo>
                  <a:pt x="581788" y="48399"/>
                  <a:pt x="580377" y="54805"/>
                  <a:pt x="580377" y="63437"/>
                </a:cubicBezTo>
                <a:cubicBezTo>
                  <a:pt x="580377" y="70603"/>
                  <a:pt x="581517" y="77457"/>
                  <a:pt x="583797" y="83999"/>
                </a:cubicBezTo>
                <a:cubicBezTo>
                  <a:pt x="586077" y="90541"/>
                  <a:pt x="589199" y="95413"/>
                  <a:pt x="593162" y="98616"/>
                </a:cubicBezTo>
                <a:cubicBezTo>
                  <a:pt x="596148" y="100951"/>
                  <a:pt x="599677" y="102118"/>
                  <a:pt x="603748" y="102118"/>
                </a:cubicBezTo>
                <a:cubicBezTo>
                  <a:pt x="606408" y="102118"/>
                  <a:pt x="608933" y="101495"/>
                  <a:pt x="611322" y="100250"/>
                </a:cubicBezTo>
                <a:cubicBezTo>
                  <a:pt x="613710" y="99003"/>
                  <a:pt x="616533" y="96646"/>
                  <a:pt x="619791" y="93178"/>
                </a:cubicBezTo>
                <a:close/>
                <a:moveTo>
                  <a:pt x="667593" y="34365"/>
                </a:moveTo>
                <a:cubicBezTo>
                  <a:pt x="674216" y="34365"/>
                  <a:pt x="680378" y="36077"/>
                  <a:pt x="686078" y="39500"/>
                </a:cubicBezTo>
                <a:cubicBezTo>
                  <a:pt x="691778" y="42924"/>
                  <a:pt x="696108" y="47788"/>
                  <a:pt x="699067" y="54092"/>
                </a:cubicBezTo>
                <a:cubicBezTo>
                  <a:pt x="702025" y="60397"/>
                  <a:pt x="703505" y="67298"/>
                  <a:pt x="703505" y="74797"/>
                </a:cubicBezTo>
                <a:cubicBezTo>
                  <a:pt x="703505" y="85611"/>
                  <a:pt x="700763" y="94659"/>
                  <a:pt x="695280" y="101942"/>
                </a:cubicBezTo>
                <a:cubicBezTo>
                  <a:pt x="688657" y="110746"/>
                  <a:pt x="679509" y="115147"/>
                  <a:pt x="667837" y="115147"/>
                </a:cubicBezTo>
                <a:cubicBezTo>
                  <a:pt x="656382" y="115147"/>
                  <a:pt x="647560" y="111126"/>
                  <a:pt x="641371" y="103082"/>
                </a:cubicBezTo>
                <a:cubicBezTo>
                  <a:pt x="635182" y="95039"/>
                  <a:pt x="632087" y="85719"/>
                  <a:pt x="632087" y="75123"/>
                </a:cubicBezTo>
                <a:cubicBezTo>
                  <a:pt x="632087" y="64200"/>
                  <a:pt x="635250" y="54677"/>
                  <a:pt x="641574" y="46552"/>
                </a:cubicBezTo>
                <a:cubicBezTo>
                  <a:pt x="647899" y="38427"/>
                  <a:pt x="656572" y="34365"/>
                  <a:pt x="667593" y="34365"/>
                </a:cubicBezTo>
                <a:moveTo>
                  <a:pt x="667918" y="40065"/>
                </a:moveTo>
                <a:cubicBezTo>
                  <a:pt x="665150" y="40065"/>
                  <a:pt x="662774" y="41112"/>
                  <a:pt x="660793" y="43206"/>
                </a:cubicBezTo>
                <a:cubicBezTo>
                  <a:pt x="658811" y="45297"/>
                  <a:pt x="657508" y="49428"/>
                  <a:pt x="656884" y="55596"/>
                </a:cubicBezTo>
                <a:cubicBezTo>
                  <a:pt x="656260" y="61765"/>
                  <a:pt x="655948" y="70339"/>
                  <a:pt x="655948" y="81319"/>
                </a:cubicBezTo>
                <a:cubicBezTo>
                  <a:pt x="655948" y="87135"/>
                  <a:pt x="656328" y="92571"/>
                  <a:pt x="657088" y="97626"/>
                </a:cubicBezTo>
                <a:cubicBezTo>
                  <a:pt x="657685" y="101484"/>
                  <a:pt x="658961" y="104419"/>
                  <a:pt x="660915" y="106431"/>
                </a:cubicBezTo>
                <a:cubicBezTo>
                  <a:pt x="662869" y="108442"/>
                  <a:pt x="665095" y="109447"/>
                  <a:pt x="667593" y="109447"/>
                </a:cubicBezTo>
                <a:cubicBezTo>
                  <a:pt x="670036" y="109447"/>
                  <a:pt x="672071" y="108767"/>
                  <a:pt x="673700" y="107409"/>
                </a:cubicBezTo>
                <a:cubicBezTo>
                  <a:pt x="675817" y="105561"/>
                  <a:pt x="677229" y="102979"/>
                  <a:pt x="677935" y="99662"/>
                </a:cubicBezTo>
                <a:cubicBezTo>
                  <a:pt x="679020" y="94500"/>
                  <a:pt x="679563" y="84064"/>
                  <a:pt x="679563" y="68356"/>
                </a:cubicBezTo>
                <a:cubicBezTo>
                  <a:pt x="679563" y="59117"/>
                  <a:pt x="679048" y="52772"/>
                  <a:pt x="678016" y="49321"/>
                </a:cubicBezTo>
                <a:cubicBezTo>
                  <a:pt x="676985" y="45868"/>
                  <a:pt x="675464" y="43354"/>
                  <a:pt x="673456" y="41778"/>
                </a:cubicBezTo>
                <a:cubicBezTo>
                  <a:pt x="672044" y="40636"/>
                  <a:pt x="670198" y="40065"/>
                  <a:pt x="667918" y="40065"/>
                </a:cubicBezTo>
                <a:close/>
                <a:moveTo>
                  <a:pt x="789091" y="2443"/>
                </a:moveTo>
                <a:lnTo>
                  <a:pt x="789091" y="90066"/>
                </a:lnTo>
                <a:cubicBezTo>
                  <a:pt x="789091" y="95924"/>
                  <a:pt x="789254" y="99390"/>
                  <a:pt x="789580" y="100464"/>
                </a:cubicBezTo>
                <a:cubicBezTo>
                  <a:pt x="790014" y="102238"/>
                  <a:pt x="790842" y="103556"/>
                  <a:pt x="792063" y="104416"/>
                </a:cubicBezTo>
                <a:cubicBezTo>
                  <a:pt x="793285" y="105274"/>
                  <a:pt x="795416" y="105811"/>
                  <a:pt x="798456" y="106027"/>
                </a:cubicBezTo>
                <a:lnTo>
                  <a:pt x="798456" y="108958"/>
                </a:lnTo>
                <a:lnTo>
                  <a:pt x="766290" y="115147"/>
                </a:lnTo>
                <a:lnTo>
                  <a:pt x="766290" y="103095"/>
                </a:lnTo>
                <a:cubicBezTo>
                  <a:pt x="762435" y="107764"/>
                  <a:pt x="759001" y="110940"/>
                  <a:pt x="755988" y="112623"/>
                </a:cubicBezTo>
                <a:cubicBezTo>
                  <a:pt x="752975" y="114306"/>
                  <a:pt x="749569" y="115147"/>
                  <a:pt x="745768" y="115147"/>
                </a:cubicBezTo>
                <a:cubicBezTo>
                  <a:pt x="736051" y="115147"/>
                  <a:pt x="728369" y="110800"/>
                  <a:pt x="722723" y="102105"/>
                </a:cubicBezTo>
                <a:cubicBezTo>
                  <a:pt x="718162" y="95041"/>
                  <a:pt x="715882" y="86373"/>
                  <a:pt x="715882" y="76102"/>
                </a:cubicBezTo>
                <a:cubicBezTo>
                  <a:pt x="715882" y="67896"/>
                  <a:pt x="717294" y="60546"/>
                  <a:pt x="720117" y="54052"/>
                </a:cubicBezTo>
                <a:cubicBezTo>
                  <a:pt x="722940" y="47557"/>
                  <a:pt x="726808" y="42653"/>
                  <a:pt x="731721" y="39338"/>
                </a:cubicBezTo>
                <a:cubicBezTo>
                  <a:pt x="736634" y="36023"/>
                  <a:pt x="741914" y="34365"/>
                  <a:pt x="747560" y="34365"/>
                </a:cubicBezTo>
                <a:cubicBezTo>
                  <a:pt x="751197" y="34365"/>
                  <a:pt x="754427" y="35077"/>
                  <a:pt x="757250" y="36500"/>
                </a:cubicBezTo>
                <a:cubicBezTo>
                  <a:pt x="760074" y="37924"/>
                  <a:pt x="763087" y="40415"/>
                  <a:pt x="766290" y="43974"/>
                </a:cubicBezTo>
                <a:lnTo>
                  <a:pt x="766290" y="21010"/>
                </a:lnTo>
                <a:cubicBezTo>
                  <a:pt x="766290" y="15201"/>
                  <a:pt x="766045" y="11699"/>
                  <a:pt x="765557" y="10505"/>
                </a:cubicBezTo>
                <a:cubicBezTo>
                  <a:pt x="764905" y="8931"/>
                  <a:pt x="763928" y="7763"/>
                  <a:pt x="762625" y="7003"/>
                </a:cubicBezTo>
                <a:cubicBezTo>
                  <a:pt x="761322" y="6243"/>
                  <a:pt x="758879" y="5863"/>
                  <a:pt x="755296" y="5863"/>
                </a:cubicBezTo>
                <a:lnTo>
                  <a:pt x="755296" y="2443"/>
                </a:lnTo>
                <a:lnTo>
                  <a:pt x="789091" y="2443"/>
                </a:lnTo>
                <a:moveTo>
                  <a:pt x="766290" y="53909"/>
                </a:moveTo>
                <a:cubicBezTo>
                  <a:pt x="762272" y="46309"/>
                  <a:pt x="757359" y="42508"/>
                  <a:pt x="751550" y="42508"/>
                </a:cubicBezTo>
                <a:cubicBezTo>
                  <a:pt x="749541" y="42508"/>
                  <a:pt x="747886" y="43051"/>
                  <a:pt x="746583" y="44137"/>
                </a:cubicBezTo>
                <a:cubicBezTo>
                  <a:pt x="744574" y="45820"/>
                  <a:pt x="742932" y="48779"/>
                  <a:pt x="741656" y="53013"/>
                </a:cubicBezTo>
                <a:cubicBezTo>
                  <a:pt x="740380" y="57248"/>
                  <a:pt x="739742" y="63735"/>
                  <a:pt x="739742" y="72476"/>
                </a:cubicBezTo>
                <a:cubicBezTo>
                  <a:pt x="739742" y="82085"/>
                  <a:pt x="740448" y="89197"/>
                  <a:pt x="741860" y="93812"/>
                </a:cubicBezTo>
                <a:cubicBezTo>
                  <a:pt x="743271" y="98426"/>
                  <a:pt x="745198" y="101765"/>
                  <a:pt x="747641" y="103828"/>
                </a:cubicBezTo>
                <a:cubicBezTo>
                  <a:pt x="748890" y="104859"/>
                  <a:pt x="750600" y="105375"/>
                  <a:pt x="752772" y="105375"/>
                </a:cubicBezTo>
                <a:cubicBezTo>
                  <a:pt x="757549" y="105375"/>
                  <a:pt x="762055" y="101617"/>
                  <a:pt x="766290" y="94102"/>
                </a:cubicBezTo>
                <a:lnTo>
                  <a:pt x="766290" y="53909"/>
                </a:lnTo>
                <a:close/>
                <a:moveTo>
                  <a:pt x="872316" y="71987"/>
                </a:moveTo>
                <a:lnTo>
                  <a:pt x="830541" y="71987"/>
                </a:lnTo>
                <a:cubicBezTo>
                  <a:pt x="831029" y="82112"/>
                  <a:pt x="833717" y="90114"/>
                  <a:pt x="838603" y="95993"/>
                </a:cubicBezTo>
                <a:cubicBezTo>
                  <a:pt x="842349" y="100510"/>
                  <a:pt x="846855" y="102769"/>
                  <a:pt x="852121" y="102769"/>
                </a:cubicBezTo>
                <a:cubicBezTo>
                  <a:pt x="855378" y="102769"/>
                  <a:pt x="858337" y="101860"/>
                  <a:pt x="860997" y="100041"/>
                </a:cubicBezTo>
                <a:cubicBezTo>
                  <a:pt x="863657" y="98223"/>
                  <a:pt x="866507" y="94952"/>
                  <a:pt x="869548" y="90229"/>
                </a:cubicBezTo>
                <a:lnTo>
                  <a:pt x="872316" y="92020"/>
                </a:lnTo>
                <a:cubicBezTo>
                  <a:pt x="868190" y="100435"/>
                  <a:pt x="863630" y="106393"/>
                  <a:pt x="858635" y="109895"/>
                </a:cubicBezTo>
                <a:cubicBezTo>
                  <a:pt x="853641" y="113396"/>
                  <a:pt x="847859" y="115147"/>
                  <a:pt x="841290" y="115147"/>
                </a:cubicBezTo>
                <a:cubicBezTo>
                  <a:pt x="829998" y="115147"/>
                  <a:pt x="821447" y="110800"/>
                  <a:pt x="815638" y="102105"/>
                </a:cubicBezTo>
                <a:cubicBezTo>
                  <a:pt x="810970" y="95095"/>
                  <a:pt x="808635" y="86400"/>
                  <a:pt x="808635" y="76021"/>
                </a:cubicBezTo>
                <a:cubicBezTo>
                  <a:pt x="808635" y="63304"/>
                  <a:pt x="812069" y="53182"/>
                  <a:pt x="818937" y="45656"/>
                </a:cubicBezTo>
                <a:cubicBezTo>
                  <a:pt x="825804" y="38129"/>
                  <a:pt x="833852" y="34365"/>
                  <a:pt x="843082" y="34365"/>
                </a:cubicBezTo>
                <a:cubicBezTo>
                  <a:pt x="850791" y="34365"/>
                  <a:pt x="857482" y="37527"/>
                  <a:pt x="863155" y="43852"/>
                </a:cubicBezTo>
                <a:cubicBezTo>
                  <a:pt x="868828" y="50177"/>
                  <a:pt x="871882" y="59555"/>
                  <a:pt x="872316" y="71987"/>
                </a:cubicBezTo>
                <a:moveTo>
                  <a:pt x="852284" y="66613"/>
                </a:moveTo>
                <a:cubicBezTo>
                  <a:pt x="852284" y="57872"/>
                  <a:pt x="851809" y="51873"/>
                  <a:pt x="850859" y="48616"/>
                </a:cubicBezTo>
                <a:cubicBezTo>
                  <a:pt x="849909" y="45359"/>
                  <a:pt x="848429" y="42888"/>
                  <a:pt x="846420" y="41205"/>
                </a:cubicBezTo>
                <a:cubicBezTo>
                  <a:pt x="845280" y="40228"/>
                  <a:pt x="843760" y="39740"/>
                  <a:pt x="841860" y="39740"/>
                </a:cubicBezTo>
                <a:cubicBezTo>
                  <a:pt x="839037" y="39740"/>
                  <a:pt x="836730" y="41124"/>
                  <a:pt x="834938" y="43893"/>
                </a:cubicBezTo>
                <a:cubicBezTo>
                  <a:pt x="831735" y="48724"/>
                  <a:pt x="830134" y="55348"/>
                  <a:pt x="830134" y="63763"/>
                </a:cubicBezTo>
                <a:lnTo>
                  <a:pt x="830134" y="66613"/>
                </a:lnTo>
                <a:lnTo>
                  <a:pt x="852284" y="66613"/>
                </a:lnTo>
                <a:close/>
                <a:moveTo>
                  <a:pt x="913441" y="36645"/>
                </a:moveTo>
                <a:lnTo>
                  <a:pt x="913441" y="53909"/>
                </a:lnTo>
                <a:cubicBezTo>
                  <a:pt x="918490" y="46037"/>
                  <a:pt x="922914" y="40812"/>
                  <a:pt x="926715" y="38233"/>
                </a:cubicBezTo>
                <a:cubicBezTo>
                  <a:pt x="930515" y="35654"/>
                  <a:pt x="934179" y="34365"/>
                  <a:pt x="937708" y="34365"/>
                </a:cubicBezTo>
                <a:cubicBezTo>
                  <a:pt x="940748" y="34365"/>
                  <a:pt x="943178" y="35305"/>
                  <a:pt x="944997" y="37185"/>
                </a:cubicBezTo>
                <a:cubicBezTo>
                  <a:pt x="946815" y="39064"/>
                  <a:pt x="947725" y="41720"/>
                  <a:pt x="947725" y="45152"/>
                </a:cubicBezTo>
                <a:cubicBezTo>
                  <a:pt x="947725" y="48803"/>
                  <a:pt x="946842" y="51637"/>
                  <a:pt x="945078" y="53655"/>
                </a:cubicBezTo>
                <a:cubicBezTo>
                  <a:pt x="943314" y="55670"/>
                  <a:pt x="941183" y="56678"/>
                  <a:pt x="938685" y="56678"/>
                </a:cubicBezTo>
                <a:cubicBezTo>
                  <a:pt x="935808" y="56678"/>
                  <a:pt x="933311" y="55755"/>
                  <a:pt x="931194" y="53909"/>
                </a:cubicBezTo>
                <a:cubicBezTo>
                  <a:pt x="929076" y="52063"/>
                  <a:pt x="927828" y="51032"/>
                  <a:pt x="927448" y="50815"/>
                </a:cubicBezTo>
                <a:cubicBezTo>
                  <a:pt x="926905" y="50489"/>
                  <a:pt x="926280" y="50326"/>
                  <a:pt x="925575" y="50326"/>
                </a:cubicBezTo>
                <a:cubicBezTo>
                  <a:pt x="924000" y="50326"/>
                  <a:pt x="922507" y="50923"/>
                  <a:pt x="921096" y="52118"/>
                </a:cubicBezTo>
                <a:cubicBezTo>
                  <a:pt x="918870" y="53963"/>
                  <a:pt x="917187" y="56596"/>
                  <a:pt x="916047" y="60017"/>
                </a:cubicBezTo>
                <a:cubicBezTo>
                  <a:pt x="914310" y="65283"/>
                  <a:pt x="913441" y="71092"/>
                  <a:pt x="913441" y="77443"/>
                </a:cubicBezTo>
                <a:lnTo>
                  <a:pt x="913441" y="94952"/>
                </a:lnTo>
                <a:lnTo>
                  <a:pt x="913522" y="99512"/>
                </a:lnTo>
                <a:cubicBezTo>
                  <a:pt x="913522" y="102606"/>
                  <a:pt x="913712" y="104588"/>
                  <a:pt x="914092" y="105457"/>
                </a:cubicBezTo>
                <a:cubicBezTo>
                  <a:pt x="914744" y="106922"/>
                  <a:pt x="915708" y="107995"/>
                  <a:pt x="916983" y="108673"/>
                </a:cubicBezTo>
                <a:cubicBezTo>
                  <a:pt x="918259" y="109352"/>
                  <a:pt x="920417" y="109773"/>
                  <a:pt x="923457" y="109936"/>
                </a:cubicBezTo>
                <a:lnTo>
                  <a:pt x="923457" y="112867"/>
                </a:lnTo>
                <a:lnTo>
                  <a:pt x="882333" y="112867"/>
                </a:lnTo>
                <a:lnTo>
                  <a:pt x="882333" y="109936"/>
                </a:lnTo>
                <a:cubicBezTo>
                  <a:pt x="885645" y="109664"/>
                  <a:pt x="887884" y="108755"/>
                  <a:pt x="889052" y="107207"/>
                </a:cubicBezTo>
                <a:cubicBezTo>
                  <a:pt x="890219" y="105660"/>
                  <a:pt x="890802" y="101575"/>
                  <a:pt x="890802" y="94952"/>
                </a:cubicBezTo>
                <a:lnTo>
                  <a:pt x="890802" y="52769"/>
                </a:lnTo>
                <a:cubicBezTo>
                  <a:pt x="890802" y="48399"/>
                  <a:pt x="890585" y="45613"/>
                  <a:pt x="890151" y="44412"/>
                </a:cubicBezTo>
                <a:cubicBezTo>
                  <a:pt x="889608" y="42882"/>
                  <a:pt x="888821" y="41762"/>
                  <a:pt x="887789" y="41053"/>
                </a:cubicBezTo>
                <a:cubicBezTo>
                  <a:pt x="886758" y="40342"/>
                  <a:pt x="884939" y="39850"/>
                  <a:pt x="882333" y="39577"/>
                </a:cubicBezTo>
                <a:lnTo>
                  <a:pt x="882333" y="36645"/>
                </a:lnTo>
                <a:lnTo>
                  <a:pt x="913441" y="36645"/>
                </a:lnTo>
                <a:close/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03641-4006-4A3D-AB2A-C696DA7D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91" y="3718633"/>
            <a:ext cx="496347" cy="10"/>
          </a:xfrm>
          <a:custGeom xmlns:a="http://schemas.openxmlformats.org/drawingml/2006/main">
            <a:pathLst>
              <a:path w="496347" h="1" fill="none">
                <a:moveTo>
                  <a:pt x="0" y="0"/>
                </a:moveTo>
                <a:lnTo>
                  <a:pt x="4963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2C5BD-2C18-4571-87B2-0B2FFFBD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029" y="3678816"/>
            <a:ext cx="79634" cy="79634"/>
          </a:xfrm>
          <a:custGeom xmlns:a="http://schemas.openxmlformats.org/drawingml/2006/main">
            <a:pathLst>
              <a:path w="79634" h="79634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08906-702B-4E49-8826-498B07C4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029" y="3678816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7CD58-EF25-4F69-9709-6C94F739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948" y="1658389"/>
            <a:ext cx="838545" cy="284407"/>
          </a:xfrm>
          <a:custGeom xmlns:a="http://schemas.openxmlformats.org/drawingml/2006/main">
            <a:pathLst>
              <a:path w="838545" h="284407" fill="none">
                <a:moveTo>
                  <a:pt x="0" y="283042"/>
                </a:moveTo>
                <a:lnTo>
                  <a:pt x="455961" y="284407"/>
                </a:lnTo>
                <a:lnTo>
                  <a:pt x="455961" y="0"/>
                </a:lnTo>
                <a:lnTo>
                  <a:pt x="8385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1A9D9-96D4-43EE-93D8-148A6D67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585" y="1618572"/>
            <a:ext cx="79634" cy="79634"/>
          </a:xfrm>
          <a:custGeom xmlns:a="http://schemas.openxmlformats.org/drawingml/2006/main">
            <a:pathLst>
              <a:path w="79634" h="79634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3703A-DEE2-4BC4-8DA7-C09BC984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585" y="1618572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ACF0C-C326-4B42-B97C-1E70EB95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806" y="1940976"/>
            <a:ext cx="925688" cy="286227"/>
          </a:xfrm>
          <a:custGeom xmlns:a="http://schemas.openxmlformats.org/drawingml/2006/main">
            <a:pathLst>
              <a:path w="925688" h="286227" fill="none">
                <a:moveTo>
                  <a:pt x="0" y="0"/>
                </a:moveTo>
                <a:lnTo>
                  <a:pt x="543104" y="1820"/>
                </a:lnTo>
                <a:lnTo>
                  <a:pt x="543104" y="286227"/>
                </a:lnTo>
                <a:lnTo>
                  <a:pt x="925688" y="286227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32018-6DE0-41D2-B115-506CE3F8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585" y="2187386"/>
            <a:ext cx="79634" cy="79634"/>
          </a:xfrm>
          <a:custGeom xmlns:a="http://schemas.openxmlformats.org/drawingml/2006/main">
            <a:pathLst>
              <a:path w="79634" h="79634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480A2-0F64-4C53-9839-77B6CC46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585" y="2187386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2B560-FA5E-4C27-873F-8016B011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720" y="1079223"/>
            <a:ext cx="326272" cy="579166"/>
          </a:xfrm>
          <a:custGeom xmlns:a="http://schemas.openxmlformats.org/drawingml/2006/main">
            <a:pathLst>
              <a:path w="326272" h="579166" fill="none">
                <a:moveTo>
                  <a:pt x="326272" y="0"/>
                </a:moveTo>
                <a:lnTo>
                  <a:pt x="325703" y="579166"/>
                </a:lnTo>
                <a:lnTo>
                  <a:pt x="0" y="579166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E5C8DE-7B57-474E-838F-0A7BE141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995" y="1618572"/>
            <a:ext cx="79634" cy="79634"/>
          </a:xfrm>
          <a:custGeom xmlns:a="http://schemas.openxmlformats.org/drawingml/2006/main">
            <a:pathLst>
              <a:path w="79634" h="79634">
                <a:moveTo>
                  <a:pt x="0" y="39817"/>
                </a:moveTo>
                <a:lnTo>
                  <a:pt x="79634" y="0"/>
                </a:lnTo>
                <a:lnTo>
                  <a:pt x="59725" y="39817"/>
                </a:lnTo>
                <a:lnTo>
                  <a:pt x="79634" y="79634"/>
                </a:lnTo>
                <a:lnTo>
                  <a:pt x="0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77CFA-4CEA-4707-8CE5-8CE555C2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995" y="1618572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0" y="39817"/>
                </a:moveTo>
                <a:lnTo>
                  <a:pt x="79634" y="0"/>
                </a:lnTo>
                <a:lnTo>
                  <a:pt x="59725" y="39817"/>
                </a:lnTo>
                <a:lnTo>
                  <a:pt x="79634" y="79634"/>
                </a:lnTo>
                <a:lnTo>
                  <a:pt x="0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E2B382-7E31-4FD6-90D9-BAF83D06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180" y="3012166"/>
            <a:ext cx="790196" cy="341288"/>
          </a:xfrm>
          <a:custGeom xmlns:a="http://schemas.openxmlformats.org/drawingml/2006/main">
            <a:pathLst>
              <a:path w="790196" h="341288" fill="none">
                <a:moveTo>
                  <a:pt x="0" y="341288"/>
                </a:moveTo>
                <a:lnTo>
                  <a:pt x="455051" y="341288"/>
                </a:lnTo>
                <a:lnTo>
                  <a:pt x="455051" y="0"/>
                </a:lnTo>
                <a:lnTo>
                  <a:pt x="790196" y="2617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ED3BE-13DF-4203-91E3-BFA26823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240" y="2974852"/>
            <a:ext cx="79861" cy="79634"/>
          </a:xfrm>
          <a:custGeom xmlns:a="http://schemas.openxmlformats.org/drawingml/2006/main">
            <a:pathLst>
              <a:path w="79861" h="79634">
                <a:moveTo>
                  <a:pt x="79861" y="40386"/>
                </a:moveTo>
                <a:lnTo>
                  <a:pt x="0" y="79634"/>
                </a:lnTo>
                <a:lnTo>
                  <a:pt x="20136" y="39931"/>
                </a:lnTo>
                <a:lnTo>
                  <a:pt x="569" y="0"/>
                </a:lnTo>
                <a:lnTo>
                  <a:pt x="79861" y="40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D8350-05D2-4F20-8A44-41CBC69C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240" y="2974852"/>
            <a:ext cx="79861" cy="79634"/>
          </a:xfrm>
          <a:custGeom xmlns:a="http://schemas.openxmlformats.org/drawingml/2006/main">
            <a:pathLst>
              <a:path w="79861" h="79634" fill="none">
                <a:moveTo>
                  <a:pt x="79861" y="40386"/>
                </a:moveTo>
                <a:lnTo>
                  <a:pt x="0" y="79634"/>
                </a:lnTo>
                <a:lnTo>
                  <a:pt x="20136" y="39931"/>
                </a:lnTo>
                <a:lnTo>
                  <a:pt x="569" y="0"/>
                </a:lnTo>
                <a:lnTo>
                  <a:pt x="79861" y="403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1134B-D7B7-4E54-8649-0AE00A52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180" y="3353454"/>
            <a:ext cx="809195" cy="341288"/>
          </a:xfrm>
          <a:custGeom xmlns:a="http://schemas.openxmlformats.org/drawingml/2006/main">
            <a:pathLst>
              <a:path w="809195" h="341288" fill="none">
                <a:moveTo>
                  <a:pt x="341288" y="0"/>
                </a:moveTo>
                <a:lnTo>
                  <a:pt x="0" y="0"/>
                </a:lnTo>
                <a:lnTo>
                  <a:pt x="455051" y="0"/>
                </a:lnTo>
                <a:lnTo>
                  <a:pt x="455051" y="341288"/>
                </a:lnTo>
                <a:lnTo>
                  <a:pt x="809195" y="341288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46505-74FB-46A4-BBC6-089AAF59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466" y="3654926"/>
            <a:ext cx="79634" cy="79634"/>
          </a:xfrm>
          <a:custGeom xmlns:a="http://schemas.openxmlformats.org/drawingml/2006/main">
            <a:pathLst>
              <a:path w="79634" h="79634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4EE76-621A-4FA4-9797-7E3C9017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466" y="3654926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6F024-3B23-4CC2-9C05-D5DDC29C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07" y="3012166"/>
            <a:ext cx="1065161" cy="341288"/>
          </a:xfrm>
          <a:custGeom xmlns:a="http://schemas.openxmlformats.org/drawingml/2006/main">
            <a:pathLst>
              <a:path w="1065161" h="341288" fill="none">
                <a:moveTo>
                  <a:pt x="0" y="0"/>
                </a:moveTo>
                <a:lnTo>
                  <a:pt x="273031" y="0"/>
                </a:lnTo>
                <a:lnTo>
                  <a:pt x="273031" y="341288"/>
                </a:lnTo>
                <a:lnTo>
                  <a:pt x="1065161" y="341288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F5109-10E7-44AF-9856-AFAECA45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59" y="3313637"/>
            <a:ext cx="79634" cy="79634"/>
          </a:xfrm>
          <a:custGeom xmlns:a="http://schemas.openxmlformats.org/drawingml/2006/main">
            <a:pathLst>
              <a:path w="79634" h="79634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4711A-828A-4FD4-8F72-97B9B284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59" y="3313637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838C7-EC8B-49AD-BD3C-099A4E15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07" y="3353454"/>
            <a:ext cx="1065161" cy="341288"/>
          </a:xfrm>
          <a:custGeom xmlns:a="http://schemas.openxmlformats.org/drawingml/2006/main">
            <a:pathLst>
              <a:path w="1065161" h="341288" fill="none">
                <a:moveTo>
                  <a:pt x="0" y="341288"/>
                </a:moveTo>
                <a:lnTo>
                  <a:pt x="273031" y="341288"/>
                </a:lnTo>
                <a:lnTo>
                  <a:pt x="273031" y="0"/>
                </a:lnTo>
                <a:lnTo>
                  <a:pt x="10651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F4BFD-82BD-4EFA-BABC-4DF2392A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59" y="3313637"/>
            <a:ext cx="79634" cy="79634"/>
          </a:xfrm>
          <a:custGeom xmlns:a="http://schemas.openxmlformats.org/drawingml/2006/main">
            <a:pathLst>
              <a:path w="79634" h="79634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7739A-D8F5-44E3-B9AB-9DCE1DCB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59" y="3313637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86" name="Text Phase2:Fine-tuning">
            <a:extLst xmlns:a="http://schemas.openxmlformats.org/drawingml/2006/main">
              <a:ext uri="{FF2B5EF4-FFF2-40B4-BE49-F238E27FC236}">
                <a16:creationId xmlns:a16="http://schemas.microsoft.com/office/drawing/2014/main" id="{840CB836-38D1-4C67-AE6E-89775F21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052" y="2424565"/>
            <a:ext cx="1500055" cy="152313"/>
          </a:xfrm>
          <a:custGeom xmlns:a="http://schemas.openxmlformats.org/drawingml/2006/main">
            <a:pathLst>
              <a:path w="1500055" h="152313">
                <a:moveTo>
                  <a:pt x="41744" y="64325"/>
                </a:moveTo>
                <a:lnTo>
                  <a:pt x="41744" y="95654"/>
                </a:lnTo>
                <a:cubicBezTo>
                  <a:pt x="41744" y="101796"/>
                  <a:pt x="42119" y="105662"/>
                  <a:pt x="42869" y="107254"/>
                </a:cubicBezTo>
                <a:cubicBezTo>
                  <a:pt x="43619" y="108844"/>
                  <a:pt x="44952" y="110114"/>
                  <a:pt x="46869" y="111063"/>
                </a:cubicBezTo>
                <a:cubicBezTo>
                  <a:pt x="48785" y="112011"/>
                  <a:pt x="52299" y="112485"/>
                  <a:pt x="57409" y="112485"/>
                </a:cubicBezTo>
                <a:lnTo>
                  <a:pt x="57409" y="115485"/>
                </a:lnTo>
                <a:lnTo>
                  <a:pt x="0" y="115485"/>
                </a:lnTo>
                <a:lnTo>
                  <a:pt x="0" y="112485"/>
                </a:lnTo>
                <a:cubicBezTo>
                  <a:pt x="5222" y="112485"/>
                  <a:pt x="8763" y="111997"/>
                  <a:pt x="10624" y="111019"/>
                </a:cubicBezTo>
                <a:cubicBezTo>
                  <a:pt x="12484" y="110042"/>
                  <a:pt x="13790" y="108772"/>
                  <a:pt x="14540" y="107210"/>
                </a:cubicBezTo>
                <a:cubicBezTo>
                  <a:pt x="15290" y="105648"/>
                  <a:pt x="15665" y="101796"/>
                  <a:pt x="15665" y="95654"/>
                </a:cubicBezTo>
                <a:lnTo>
                  <a:pt x="15665" y="22330"/>
                </a:lnTo>
                <a:cubicBezTo>
                  <a:pt x="15665" y="16189"/>
                  <a:pt x="15290" y="12323"/>
                  <a:pt x="14540" y="10733"/>
                </a:cubicBezTo>
                <a:cubicBezTo>
                  <a:pt x="13790" y="9141"/>
                  <a:pt x="12471" y="7871"/>
                  <a:pt x="10582" y="6924"/>
                </a:cubicBezTo>
                <a:cubicBezTo>
                  <a:pt x="8693" y="5974"/>
                  <a:pt x="5166" y="5499"/>
                  <a:pt x="0" y="5499"/>
                </a:cubicBezTo>
                <a:lnTo>
                  <a:pt x="0" y="2500"/>
                </a:lnTo>
                <a:lnTo>
                  <a:pt x="49244" y="2500"/>
                </a:lnTo>
                <a:cubicBezTo>
                  <a:pt x="65464" y="2500"/>
                  <a:pt x="77101" y="5388"/>
                  <a:pt x="84156" y="11165"/>
                </a:cubicBezTo>
                <a:cubicBezTo>
                  <a:pt x="91210" y="16942"/>
                  <a:pt x="94738" y="24163"/>
                  <a:pt x="94738" y="32829"/>
                </a:cubicBezTo>
                <a:cubicBezTo>
                  <a:pt x="94738" y="40161"/>
                  <a:pt x="92460" y="46438"/>
                  <a:pt x="87905" y="51660"/>
                </a:cubicBezTo>
                <a:cubicBezTo>
                  <a:pt x="83350" y="56881"/>
                  <a:pt x="77073" y="60436"/>
                  <a:pt x="69074" y="62325"/>
                </a:cubicBezTo>
                <a:cubicBezTo>
                  <a:pt x="63686" y="63658"/>
                  <a:pt x="54576" y="64325"/>
                  <a:pt x="41744" y="64325"/>
                </a:cubicBezTo>
                <a:moveTo>
                  <a:pt x="41744" y="8999"/>
                </a:moveTo>
                <a:lnTo>
                  <a:pt x="41744" y="57826"/>
                </a:lnTo>
                <a:cubicBezTo>
                  <a:pt x="43578" y="57937"/>
                  <a:pt x="44966" y="57992"/>
                  <a:pt x="45911" y="57992"/>
                </a:cubicBezTo>
                <a:cubicBezTo>
                  <a:pt x="52688" y="57992"/>
                  <a:pt x="57909" y="55979"/>
                  <a:pt x="61575" y="51951"/>
                </a:cubicBezTo>
                <a:cubicBezTo>
                  <a:pt x="65241" y="47924"/>
                  <a:pt x="67074" y="41689"/>
                  <a:pt x="67074" y="33246"/>
                </a:cubicBezTo>
                <a:cubicBezTo>
                  <a:pt x="67074" y="24858"/>
                  <a:pt x="65241" y="18720"/>
                  <a:pt x="61575" y="14831"/>
                </a:cubicBezTo>
                <a:cubicBezTo>
                  <a:pt x="57909" y="10943"/>
                  <a:pt x="52438" y="8999"/>
                  <a:pt x="45161" y="8999"/>
                </a:cubicBezTo>
                <a:lnTo>
                  <a:pt x="41744" y="8999"/>
                </a:lnTo>
                <a:close/>
                <a:moveTo>
                  <a:pt x="137509" y="2500"/>
                </a:moveTo>
                <a:lnTo>
                  <a:pt x="137509" y="47577"/>
                </a:lnTo>
                <a:cubicBezTo>
                  <a:pt x="141786" y="43046"/>
                  <a:pt x="145702" y="39845"/>
                  <a:pt x="149257" y="37972"/>
                </a:cubicBezTo>
                <a:cubicBezTo>
                  <a:pt x="152812" y="36099"/>
                  <a:pt x="156506" y="35162"/>
                  <a:pt x="160339" y="35162"/>
                </a:cubicBezTo>
                <a:cubicBezTo>
                  <a:pt x="165227" y="35162"/>
                  <a:pt x="169407" y="36551"/>
                  <a:pt x="172879" y="39328"/>
                </a:cubicBezTo>
                <a:cubicBezTo>
                  <a:pt x="176351" y="42106"/>
                  <a:pt x="178656" y="45369"/>
                  <a:pt x="179795" y="49119"/>
                </a:cubicBezTo>
                <a:cubicBezTo>
                  <a:pt x="180933" y="52868"/>
                  <a:pt x="181503" y="59187"/>
                  <a:pt x="181503" y="68074"/>
                </a:cubicBezTo>
                <a:lnTo>
                  <a:pt x="181503" y="98487"/>
                </a:lnTo>
                <a:cubicBezTo>
                  <a:pt x="181503" y="104467"/>
                  <a:pt x="182058" y="108198"/>
                  <a:pt x="183169" y="109678"/>
                </a:cubicBezTo>
                <a:cubicBezTo>
                  <a:pt x="184280" y="111159"/>
                  <a:pt x="186530" y="112095"/>
                  <a:pt x="189918" y="112485"/>
                </a:cubicBezTo>
                <a:lnTo>
                  <a:pt x="189918" y="115485"/>
                </a:lnTo>
                <a:lnTo>
                  <a:pt x="150424" y="115485"/>
                </a:lnTo>
                <a:lnTo>
                  <a:pt x="150424" y="112485"/>
                </a:lnTo>
                <a:cubicBezTo>
                  <a:pt x="153201" y="112095"/>
                  <a:pt x="155284" y="110977"/>
                  <a:pt x="156673" y="109131"/>
                </a:cubicBezTo>
                <a:cubicBezTo>
                  <a:pt x="157673" y="107679"/>
                  <a:pt x="158173" y="104130"/>
                  <a:pt x="158173" y="98487"/>
                </a:cubicBezTo>
                <a:lnTo>
                  <a:pt x="158173" y="63796"/>
                </a:lnTo>
                <a:cubicBezTo>
                  <a:pt x="158173" y="57363"/>
                  <a:pt x="157923" y="53329"/>
                  <a:pt x="157423" y="51694"/>
                </a:cubicBezTo>
                <a:cubicBezTo>
                  <a:pt x="156923" y="50057"/>
                  <a:pt x="156076" y="48781"/>
                  <a:pt x="154881" y="47866"/>
                </a:cubicBezTo>
                <a:cubicBezTo>
                  <a:pt x="153687" y="46951"/>
                  <a:pt x="152340" y="46494"/>
                  <a:pt x="150840" y="46494"/>
                </a:cubicBezTo>
                <a:cubicBezTo>
                  <a:pt x="148618" y="46494"/>
                  <a:pt x="146452" y="47258"/>
                  <a:pt x="144341" y="48785"/>
                </a:cubicBezTo>
                <a:cubicBezTo>
                  <a:pt x="142230" y="50313"/>
                  <a:pt x="139953" y="52993"/>
                  <a:pt x="137509" y="56826"/>
                </a:cubicBezTo>
                <a:lnTo>
                  <a:pt x="137509" y="98487"/>
                </a:lnTo>
                <a:cubicBezTo>
                  <a:pt x="137509" y="104075"/>
                  <a:pt x="137925" y="107567"/>
                  <a:pt x="138758" y="108965"/>
                </a:cubicBezTo>
                <a:cubicBezTo>
                  <a:pt x="139814" y="110864"/>
                  <a:pt x="141980" y="112037"/>
                  <a:pt x="145258" y="112485"/>
                </a:cubicBezTo>
                <a:lnTo>
                  <a:pt x="145258" y="115485"/>
                </a:lnTo>
                <a:lnTo>
                  <a:pt x="105763" y="115485"/>
                </a:lnTo>
                <a:lnTo>
                  <a:pt x="105763" y="112485"/>
                </a:lnTo>
                <a:cubicBezTo>
                  <a:pt x="109040" y="112150"/>
                  <a:pt x="111373" y="111089"/>
                  <a:pt x="112762" y="109301"/>
                </a:cubicBezTo>
                <a:cubicBezTo>
                  <a:pt x="113706" y="108072"/>
                  <a:pt x="114178" y="104467"/>
                  <a:pt x="114178" y="98487"/>
                </a:cubicBezTo>
                <a:lnTo>
                  <a:pt x="114178" y="19497"/>
                </a:lnTo>
                <a:cubicBezTo>
                  <a:pt x="114178" y="13538"/>
                  <a:pt x="113637" y="9828"/>
                  <a:pt x="112554" y="8366"/>
                </a:cubicBezTo>
                <a:cubicBezTo>
                  <a:pt x="111470" y="6904"/>
                  <a:pt x="109207" y="5949"/>
                  <a:pt x="105763" y="5499"/>
                </a:cubicBezTo>
                <a:lnTo>
                  <a:pt x="105763" y="2500"/>
                </a:lnTo>
                <a:lnTo>
                  <a:pt x="137509" y="2500"/>
                </a:lnTo>
                <a:close/>
                <a:moveTo>
                  <a:pt x="243553" y="103986"/>
                </a:moveTo>
                <a:cubicBezTo>
                  <a:pt x="234054" y="112430"/>
                  <a:pt x="225527" y="116651"/>
                  <a:pt x="217973" y="116651"/>
                </a:cubicBezTo>
                <a:cubicBezTo>
                  <a:pt x="213529" y="116651"/>
                  <a:pt x="209835" y="115189"/>
                  <a:pt x="206891" y="112264"/>
                </a:cubicBezTo>
                <a:cubicBezTo>
                  <a:pt x="203947" y="109337"/>
                  <a:pt x="202475" y="105673"/>
                  <a:pt x="202475" y="101271"/>
                </a:cubicBezTo>
                <a:cubicBezTo>
                  <a:pt x="202475" y="95306"/>
                  <a:pt x="205030" y="89941"/>
                  <a:pt x="210140" y="85176"/>
                </a:cubicBezTo>
                <a:cubicBezTo>
                  <a:pt x="215251" y="80411"/>
                  <a:pt x="226388" y="74072"/>
                  <a:pt x="243553" y="66158"/>
                </a:cubicBezTo>
                <a:lnTo>
                  <a:pt x="243553" y="58326"/>
                </a:lnTo>
                <a:cubicBezTo>
                  <a:pt x="243553" y="52438"/>
                  <a:pt x="243233" y="48730"/>
                  <a:pt x="242594" y="47202"/>
                </a:cubicBezTo>
                <a:cubicBezTo>
                  <a:pt x="241956" y="45675"/>
                  <a:pt x="240747" y="44341"/>
                  <a:pt x="238970" y="43203"/>
                </a:cubicBezTo>
                <a:cubicBezTo>
                  <a:pt x="237192" y="42064"/>
                  <a:pt x="235193" y="41495"/>
                  <a:pt x="232971" y="41495"/>
                </a:cubicBezTo>
                <a:cubicBezTo>
                  <a:pt x="229360" y="41495"/>
                  <a:pt x="226388" y="42300"/>
                  <a:pt x="224055" y="43911"/>
                </a:cubicBezTo>
                <a:cubicBezTo>
                  <a:pt x="222611" y="44911"/>
                  <a:pt x="221889" y="46077"/>
                  <a:pt x="221889" y="47410"/>
                </a:cubicBezTo>
                <a:cubicBezTo>
                  <a:pt x="221889" y="48577"/>
                  <a:pt x="222666" y="50021"/>
                  <a:pt x="224222" y="51743"/>
                </a:cubicBezTo>
                <a:cubicBezTo>
                  <a:pt x="226333" y="54132"/>
                  <a:pt x="227388" y="56437"/>
                  <a:pt x="227388" y="58659"/>
                </a:cubicBezTo>
                <a:cubicBezTo>
                  <a:pt x="227388" y="61381"/>
                  <a:pt x="226374" y="63700"/>
                  <a:pt x="224347" y="65616"/>
                </a:cubicBezTo>
                <a:cubicBezTo>
                  <a:pt x="222319" y="67533"/>
                  <a:pt x="219667" y="68491"/>
                  <a:pt x="216389" y="68491"/>
                </a:cubicBezTo>
                <a:cubicBezTo>
                  <a:pt x="212890" y="68491"/>
                  <a:pt x="209960" y="67436"/>
                  <a:pt x="207599" y="65325"/>
                </a:cubicBezTo>
                <a:cubicBezTo>
                  <a:pt x="205238" y="63214"/>
                  <a:pt x="204058" y="60742"/>
                  <a:pt x="204058" y="57909"/>
                </a:cubicBezTo>
                <a:cubicBezTo>
                  <a:pt x="204058" y="53910"/>
                  <a:pt x="205641" y="50091"/>
                  <a:pt x="208807" y="46452"/>
                </a:cubicBezTo>
                <a:cubicBezTo>
                  <a:pt x="211973" y="42814"/>
                  <a:pt x="216389" y="40022"/>
                  <a:pt x="222055" y="38078"/>
                </a:cubicBezTo>
                <a:cubicBezTo>
                  <a:pt x="227721" y="36134"/>
                  <a:pt x="233609" y="35162"/>
                  <a:pt x="239720" y="35162"/>
                </a:cubicBezTo>
                <a:cubicBezTo>
                  <a:pt x="247108" y="35162"/>
                  <a:pt x="252954" y="36736"/>
                  <a:pt x="257259" y="39883"/>
                </a:cubicBezTo>
                <a:cubicBezTo>
                  <a:pt x="261564" y="43028"/>
                  <a:pt x="264355" y="46438"/>
                  <a:pt x="265633" y="50113"/>
                </a:cubicBezTo>
                <a:cubicBezTo>
                  <a:pt x="266411" y="52451"/>
                  <a:pt x="266799" y="57824"/>
                  <a:pt x="266799" y="66231"/>
                </a:cubicBezTo>
                <a:lnTo>
                  <a:pt x="266799" y="96547"/>
                </a:lnTo>
                <a:cubicBezTo>
                  <a:pt x="266799" y="100111"/>
                  <a:pt x="266938" y="102353"/>
                  <a:pt x="267216" y="103273"/>
                </a:cubicBezTo>
                <a:cubicBezTo>
                  <a:pt x="267494" y="104191"/>
                  <a:pt x="267910" y="104873"/>
                  <a:pt x="268466" y="105319"/>
                </a:cubicBezTo>
                <a:cubicBezTo>
                  <a:pt x="269021" y="105764"/>
                  <a:pt x="269660" y="105986"/>
                  <a:pt x="270382" y="105986"/>
                </a:cubicBezTo>
                <a:cubicBezTo>
                  <a:pt x="271827" y="105986"/>
                  <a:pt x="273299" y="104958"/>
                  <a:pt x="274798" y="102903"/>
                </a:cubicBezTo>
                <a:lnTo>
                  <a:pt x="277298" y="104903"/>
                </a:lnTo>
                <a:cubicBezTo>
                  <a:pt x="274521" y="109013"/>
                  <a:pt x="271646" y="111999"/>
                  <a:pt x="268674" y="113860"/>
                </a:cubicBezTo>
                <a:cubicBezTo>
                  <a:pt x="265702" y="115721"/>
                  <a:pt x="262328" y="116651"/>
                  <a:pt x="258551" y="116651"/>
                </a:cubicBezTo>
                <a:cubicBezTo>
                  <a:pt x="254107" y="116651"/>
                  <a:pt x="250635" y="115603"/>
                  <a:pt x="248135" y="113506"/>
                </a:cubicBezTo>
                <a:cubicBezTo>
                  <a:pt x="245636" y="111409"/>
                  <a:pt x="244108" y="108236"/>
                  <a:pt x="243553" y="103986"/>
                </a:cubicBezTo>
                <a:moveTo>
                  <a:pt x="243553" y="97820"/>
                </a:moveTo>
                <a:lnTo>
                  <a:pt x="243553" y="71756"/>
                </a:lnTo>
                <a:cubicBezTo>
                  <a:pt x="236831" y="75719"/>
                  <a:pt x="231832" y="79962"/>
                  <a:pt x="228555" y="84484"/>
                </a:cubicBezTo>
                <a:cubicBezTo>
                  <a:pt x="226388" y="87497"/>
                  <a:pt x="225305" y="90539"/>
                  <a:pt x="225305" y="93610"/>
                </a:cubicBezTo>
                <a:cubicBezTo>
                  <a:pt x="225305" y="96177"/>
                  <a:pt x="226222" y="98438"/>
                  <a:pt x="228055" y="100393"/>
                </a:cubicBezTo>
                <a:cubicBezTo>
                  <a:pt x="229443" y="101900"/>
                  <a:pt x="231387" y="102653"/>
                  <a:pt x="233887" y="102653"/>
                </a:cubicBezTo>
                <a:cubicBezTo>
                  <a:pt x="236665" y="102653"/>
                  <a:pt x="239886" y="101042"/>
                  <a:pt x="243553" y="97820"/>
                </a:cubicBezTo>
                <a:close/>
                <a:moveTo>
                  <a:pt x="335124" y="35495"/>
                </a:moveTo>
                <a:lnTo>
                  <a:pt x="336374" y="62158"/>
                </a:lnTo>
                <a:lnTo>
                  <a:pt x="333541" y="62158"/>
                </a:lnTo>
                <a:cubicBezTo>
                  <a:pt x="330152" y="54206"/>
                  <a:pt x="326639" y="48775"/>
                  <a:pt x="323000" y="45864"/>
                </a:cubicBezTo>
                <a:cubicBezTo>
                  <a:pt x="319362" y="42951"/>
                  <a:pt x="315737" y="41495"/>
                  <a:pt x="312127" y="41495"/>
                </a:cubicBezTo>
                <a:cubicBezTo>
                  <a:pt x="309849" y="41495"/>
                  <a:pt x="307905" y="42258"/>
                  <a:pt x="306294" y="43786"/>
                </a:cubicBezTo>
                <a:cubicBezTo>
                  <a:pt x="304683" y="45313"/>
                  <a:pt x="303878" y="47077"/>
                  <a:pt x="303878" y="49077"/>
                </a:cubicBezTo>
                <a:cubicBezTo>
                  <a:pt x="303878" y="50577"/>
                  <a:pt x="304433" y="52021"/>
                  <a:pt x="305544" y="53410"/>
                </a:cubicBezTo>
                <a:cubicBezTo>
                  <a:pt x="307322" y="55687"/>
                  <a:pt x="312294" y="59589"/>
                  <a:pt x="320459" y="65116"/>
                </a:cubicBezTo>
                <a:cubicBezTo>
                  <a:pt x="328625" y="70643"/>
                  <a:pt x="333999" y="75337"/>
                  <a:pt x="336582" y="79198"/>
                </a:cubicBezTo>
                <a:cubicBezTo>
                  <a:pt x="339165" y="83058"/>
                  <a:pt x="340456" y="87377"/>
                  <a:pt x="340456" y="92155"/>
                </a:cubicBezTo>
                <a:cubicBezTo>
                  <a:pt x="340456" y="96487"/>
                  <a:pt x="339373" y="100737"/>
                  <a:pt x="337207" y="104903"/>
                </a:cubicBezTo>
                <a:cubicBezTo>
                  <a:pt x="335041" y="109069"/>
                  <a:pt x="331985" y="112263"/>
                  <a:pt x="328041" y="114485"/>
                </a:cubicBezTo>
                <a:cubicBezTo>
                  <a:pt x="324098" y="116707"/>
                  <a:pt x="319737" y="117818"/>
                  <a:pt x="314960" y="117818"/>
                </a:cubicBezTo>
                <a:cubicBezTo>
                  <a:pt x="311238" y="117818"/>
                  <a:pt x="306267" y="116630"/>
                  <a:pt x="300045" y="114253"/>
                </a:cubicBezTo>
                <a:cubicBezTo>
                  <a:pt x="298379" y="113630"/>
                  <a:pt x="297240" y="113318"/>
                  <a:pt x="296629" y="113318"/>
                </a:cubicBezTo>
                <a:cubicBezTo>
                  <a:pt x="294796" y="113318"/>
                  <a:pt x="293268" y="114707"/>
                  <a:pt x="292046" y="117485"/>
                </a:cubicBezTo>
                <a:lnTo>
                  <a:pt x="289297" y="117485"/>
                </a:lnTo>
                <a:lnTo>
                  <a:pt x="287963" y="89488"/>
                </a:lnTo>
                <a:lnTo>
                  <a:pt x="290796" y="89488"/>
                </a:lnTo>
                <a:cubicBezTo>
                  <a:pt x="293296" y="96821"/>
                  <a:pt x="296726" y="102320"/>
                  <a:pt x="301087" y="105986"/>
                </a:cubicBezTo>
                <a:cubicBezTo>
                  <a:pt x="305447" y="109652"/>
                  <a:pt x="309572" y="111485"/>
                  <a:pt x="313460" y="111485"/>
                </a:cubicBezTo>
                <a:cubicBezTo>
                  <a:pt x="316126" y="111485"/>
                  <a:pt x="318307" y="110666"/>
                  <a:pt x="320001" y="109027"/>
                </a:cubicBezTo>
                <a:cubicBezTo>
                  <a:pt x="321695" y="107389"/>
                  <a:pt x="322542" y="105403"/>
                  <a:pt x="322542" y="103070"/>
                </a:cubicBezTo>
                <a:cubicBezTo>
                  <a:pt x="322542" y="100403"/>
                  <a:pt x="321709" y="98098"/>
                  <a:pt x="320042" y="96154"/>
                </a:cubicBezTo>
                <a:cubicBezTo>
                  <a:pt x="318376" y="94210"/>
                  <a:pt x="314654" y="91266"/>
                  <a:pt x="308877" y="87322"/>
                </a:cubicBezTo>
                <a:cubicBezTo>
                  <a:pt x="300378" y="81434"/>
                  <a:pt x="294879" y="76934"/>
                  <a:pt x="292379" y="73824"/>
                </a:cubicBezTo>
                <a:cubicBezTo>
                  <a:pt x="288713" y="69269"/>
                  <a:pt x="286880" y="64242"/>
                  <a:pt x="286880" y="58742"/>
                </a:cubicBezTo>
                <a:cubicBezTo>
                  <a:pt x="286880" y="52743"/>
                  <a:pt x="288949" y="47313"/>
                  <a:pt x="293088" y="42453"/>
                </a:cubicBezTo>
                <a:cubicBezTo>
                  <a:pt x="297226" y="37592"/>
                  <a:pt x="303211" y="35162"/>
                  <a:pt x="311044" y="35162"/>
                </a:cubicBezTo>
                <a:cubicBezTo>
                  <a:pt x="315265" y="35162"/>
                  <a:pt x="319348" y="36230"/>
                  <a:pt x="323292" y="38365"/>
                </a:cubicBezTo>
                <a:cubicBezTo>
                  <a:pt x="324792" y="39229"/>
                  <a:pt x="326014" y="39661"/>
                  <a:pt x="326958" y="39661"/>
                </a:cubicBezTo>
                <a:cubicBezTo>
                  <a:pt x="327958" y="39661"/>
                  <a:pt x="328764" y="39453"/>
                  <a:pt x="329375" y="39037"/>
                </a:cubicBezTo>
                <a:cubicBezTo>
                  <a:pt x="329986" y="38620"/>
                  <a:pt x="330958" y="37440"/>
                  <a:pt x="332291" y="35495"/>
                </a:cubicBezTo>
                <a:lnTo>
                  <a:pt x="335124" y="35495"/>
                </a:lnTo>
                <a:close/>
                <a:moveTo>
                  <a:pt x="418252" y="73657"/>
                </a:moveTo>
                <a:lnTo>
                  <a:pt x="375508" y="73657"/>
                </a:lnTo>
                <a:cubicBezTo>
                  <a:pt x="376008" y="84017"/>
                  <a:pt x="378757" y="92204"/>
                  <a:pt x="383757" y="98219"/>
                </a:cubicBezTo>
                <a:cubicBezTo>
                  <a:pt x="387590" y="102841"/>
                  <a:pt x="392200" y="105153"/>
                  <a:pt x="397588" y="105153"/>
                </a:cubicBezTo>
                <a:cubicBezTo>
                  <a:pt x="400921" y="105153"/>
                  <a:pt x="403949" y="104222"/>
                  <a:pt x="406670" y="102362"/>
                </a:cubicBezTo>
                <a:cubicBezTo>
                  <a:pt x="409392" y="100501"/>
                  <a:pt x="412309" y="97154"/>
                  <a:pt x="415419" y="92321"/>
                </a:cubicBezTo>
                <a:lnTo>
                  <a:pt x="418252" y="94154"/>
                </a:lnTo>
                <a:cubicBezTo>
                  <a:pt x="414031" y="102764"/>
                  <a:pt x="409364" y="108861"/>
                  <a:pt x="404254" y="112444"/>
                </a:cubicBezTo>
                <a:cubicBezTo>
                  <a:pt x="399144" y="116026"/>
                  <a:pt x="393228" y="117818"/>
                  <a:pt x="386506" y="117818"/>
                </a:cubicBezTo>
                <a:cubicBezTo>
                  <a:pt x="374952" y="117818"/>
                  <a:pt x="366204" y="113370"/>
                  <a:pt x="360260" y="104473"/>
                </a:cubicBezTo>
                <a:cubicBezTo>
                  <a:pt x="355483" y="97301"/>
                  <a:pt x="353094" y="88404"/>
                  <a:pt x="353094" y="77784"/>
                </a:cubicBezTo>
                <a:cubicBezTo>
                  <a:pt x="353094" y="64772"/>
                  <a:pt x="356608" y="54416"/>
                  <a:pt x="363634" y="46715"/>
                </a:cubicBezTo>
                <a:cubicBezTo>
                  <a:pt x="370661" y="39013"/>
                  <a:pt x="378896" y="35162"/>
                  <a:pt x="388339" y="35162"/>
                </a:cubicBezTo>
                <a:cubicBezTo>
                  <a:pt x="396227" y="35162"/>
                  <a:pt x="403074" y="38398"/>
                  <a:pt x="408878" y="44869"/>
                </a:cubicBezTo>
                <a:cubicBezTo>
                  <a:pt x="414683" y="51340"/>
                  <a:pt x="417808" y="60936"/>
                  <a:pt x="418252" y="73657"/>
                </a:cubicBezTo>
                <a:moveTo>
                  <a:pt x="397755" y="68158"/>
                </a:moveTo>
                <a:cubicBezTo>
                  <a:pt x="397755" y="59214"/>
                  <a:pt x="397269" y="53076"/>
                  <a:pt x="396297" y="49743"/>
                </a:cubicBezTo>
                <a:cubicBezTo>
                  <a:pt x="395325" y="46411"/>
                  <a:pt x="393811" y="43883"/>
                  <a:pt x="391756" y="42161"/>
                </a:cubicBezTo>
                <a:cubicBezTo>
                  <a:pt x="390589" y="41161"/>
                  <a:pt x="389034" y="40661"/>
                  <a:pt x="387090" y="40661"/>
                </a:cubicBezTo>
                <a:cubicBezTo>
                  <a:pt x="384201" y="40661"/>
                  <a:pt x="381840" y="42078"/>
                  <a:pt x="380007" y="44911"/>
                </a:cubicBezTo>
                <a:cubicBezTo>
                  <a:pt x="376730" y="49855"/>
                  <a:pt x="375091" y="56631"/>
                  <a:pt x="375091" y="65241"/>
                </a:cubicBezTo>
                <a:lnTo>
                  <a:pt x="375091" y="68158"/>
                </a:lnTo>
                <a:lnTo>
                  <a:pt x="397755" y="68158"/>
                </a:lnTo>
                <a:close/>
                <a:moveTo>
                  <a:pt x="535596" y="115485"/>
                </a:moveTo>
                <a:lnTo>
                  <a:pt x="469105" y="115485"/>
                </a:lnTo>
                <a:lnTo>
                  <a:pt x="469105" y="113652"/>
                </a:lnTo>
                <a:cubicBezTo>
                  <a:pt x="489491" y="89398"/>
                  <a:pt x="501865" y="73082"/>
                  <a:pt x="506225" y="64702"/>
                </a:cubicBezTo>
                <a:cubicBezTo>
                  <a:pt x="510586" y="56322"/>
                  <a:pt x="512766" y="48135"/>
                  <a:pt x="512766" y="40143"/>
                </a:cubicBezTo>
                <a:cubicBezTo>
                  <a:pt x="512766" y="34316"/>
                  <a:pt x="510961" y="29474"/>
                  <a:pt x="507350" y="25616"/>
                </a:cubicBezTo>
                <a:cubicBezTo>
                  <a:pt x="503739" y="21759"/>
                  <a:pt x="499323" y="19831"/>
                  <a:pt x="494102" y="19831"/>
                </a:cubicBezTo>
                <a:cubicBezTo>
                  <a:pt x="485547" y="19831"/>
                  <a:pt x="478909" y="24102"/>
                  <a:pt x="474188" y="32644"/>
                </a:cubicBezTo>
                <a:lnTo>
                  <a:pt x="471105" y="31564"/>
                </a:lnTo>
                <a:cubicBezTo>
                  <a:pt x="474104" y="20876"/>
                  <a:pt x="478659" y="12971"/>
                  <a:pt x="484770" y="7851"/>
                </a:cubicBezTo>
                <a:cubicBezTo>
                  <a:pt x="490880" y="2728"/>
                  <a:pt x="497935" y="167"/>
                  <a:pt x="505934" y="167"/>
                </a:cubicBezTo>
                <a:cubicBezTo>
                  <a:pt x="511655" y="167"/>
                  <a:pt x="516877" y="1500"/>
                  <a:pt x="521598" y="4166"/>
                </a:cubicBezTo>
                <a:cubicBezTo>
                  <a:pt x="526320" y="6832"/>
                  <a:pt x="530014" y="10485"/>
                  <a:pt x="532680" y="15123"/>
                </a:cubicBezTo>
                <a:cubicBezTo>
                  <a:pt x="535346" y="19761"/>
                  <a:pt x="536680" y="24108"/>
                  <a:pt x="536680" y="28163"/>
                </a:cubicBezTo>
                <a:cubicBezTo>
                  <a:pt x="536680" y="35551"/>
                  <a:pt x="534624" y="43050"/>
                  <a:pt x="530514" y="50660"/>
                </a:cubicBezTo>
                <a:cubicBezTo>
                  <a:pt x="524903" y="60936"/>
                  <a:pt x="512655" y="75268"/>
                  <a:pt x="493769" y="93654"/>
                </a:cubicBezTo>
                <a:lnTo>
                  <a:pt x="518182" y="93654"/>
                </a:lnTo>
                <a:cubicBezTo>
                  <a:pt x="524181" y="93654"/>
                  <a:pt x="528083" y="93404"/>
                  <a:pt x="529889" y="92904"/>
                </a:cubicBezTo>
                <a:cubicBezTo>
                  <a:pt x="531694" y="92404"/>
                  <a:pt x="533180" y="91557"/>
                  <a:pt x="534347" y="90363"/>
                </a:cubicBezTo>
                <a:cubicBezTo>
                  <a:pt x="535513" y="89169"/>
                  <a:pt x="537041" y="86655"/>
                  <a:pt x="538929" y="82822"/>
                </a:cubicBezTo>
                <a:lnTo>
                  <a:pt x="541929" y="82822"/>
                </a:lnTo>
                <a:lnTo>
                  <a:pt x="535596" y="115485"/>
                </a:lnTo>
                <a:close/>
                <a:moveTo>
                  <a:pt x="578757" y="35329"/>
                </a:moveTo>
                <a:cubicBezTo>
                  <a:pt x="582590" y="35329"/>
                  <a:pt x="585854" y="36676"/>
                  <a:pt x="588548" y="39370"/>
                </a:cubicBezTo>
                <a:cubicBezTo>
                  <a:pt x="591242" y="42064"/>
                  <a:pt x="592589" y="45327"/>
                  <a:pt x="592589" y="49160"/>
                </a:cubicBezTo>
                <a:cubicBezTo>
                  <a:pt x="592589" y="52993"/>
                  <a:pt x="591242" y="56256"/>
                  <a:pt x="588548" y="58951"/>
                </a:cubicBezTo>
                <a:cubicBezTo>
                  <a:pt x="585854" y="61645"/>
                  <a:pt x="582590" y="62992"/>
                  <a:pt x="578757" y="62992"/>
                </a:cubicBezTo>
                <a:cubicBezTo>
                  <a:pt x="574925" y="62992"/>
                  <a:pt x="571661" y="61645"/>
                  <a:pt x="568967" y="58951"/>
                </a:cubicBezTo>
                <a:cubicBezTo>
                  <a:pt x="566273" y="56256"/>
                  <a:pt x="564926" y="52993"/>
                  <a:pt x="564926" y="49160"/>
                </a:cubicBezTo>
                <a:cubicBezTo>
                  <a:pt x="564926" y="45327"/>
                  <a:pt x="566273" y="42064"/>
                  <a:pt x="568967" y="39370"/>
                </a:cubicBezTo>
                <a:cubicBezTo>
                  <a:pt x="571661" y="36676"/>
                  <a:pt x="574925" y="35329"/>
                  <a:pt x="578757" y="35329"/>
                </a:cubicBezTo>
                <a:moveTo>
                  <a:pt x="578674" y="89821"/>
                </a:moveTo>
                <a:cubicBezTo>
                  <a:pt x="582562" y="89821"/>
                  <a:pt x="585854" y="91187"/>
                  <a:pt x="588548" y="93917"/>
                </a:cubicBezTo>
                <a:cubicBezTo>
                  <a:pt x="591242" y="96646"/>
                  <a:pt x="592589" y="99933"/>
                  <a:pt x="592589" y="103778"/>
                </a:cubicBezTo>
                <a:cubicBezTo>
                  <a:pt x="592589" y="107623"/>
                  <a:pt x="591228" y="110897"/>
                  <a:pt x="588506" y="113600"/>
                </a:cubicBezTo>
                <a:cubicBezTo>
                  <a:pt x="585784" y="116301"/>
                  <a:pt x="582507" y="117651"/>
                  <a:pt x="578674" y="117651"/>
                </a:cubicBezTo>
                <a:cubicBezTo>
                  <a:pt x="574841" y="117651"/>
                  <a:pt x="571578" y="116301"/>
                  <a:pt x="568884" y="113600"/>
                </a:cubicBezTo>
                <a:cubicBezTo>
                  <a:pt x="566190" y="110897"/>
                  <a:pt x="564843" y="107623"/>
                  <a:pt x="564843" y="103778"/>
                </a:cubicBezTo>
                <a:cubicBezTo>
                  <a:pt x="564843" y="99933"/>
                  <a:pt x="566190" y="96646"/>
                  <a:pt x="568884" y="93917"/>
                </a:cubicBezTo>
                <a:cubicBezTo>
                  <a:pt x="571578" y="91187"/>
                  <a:pt x="574841" y="89821"/>
                  <a:pt x="578674" y="89821"/>
                </a:cubicBezTo>
                <a:close/>
                <a:moveTo>
                  <a:pt x="696657" y="8999"/>
                </a:moveTo>
                <a:lnTo>
                  <a:pt x="696657" y="55326"/>
                </a:lnTo>
                <a:lnTo>
                  <a:pt x="699906" y="55326"/>
                </a:lnTo>
                <a:cubicBezTo>
                  <a:pt x="704906" y="55326"/>
                  <a:pt x="708988" y="54574"/>
                  <a:pt x="712155" y="53069"/>
                </a:cubicBezTo>
                <a:cubicBezTo>
                  <a:pt x="715321" y="51564"/>
                  <a:pt x="718001" y="49027"/>
                  <a:pt x="720195" y="45460"/>
                </a:cubicBezTo>
                <a:cubicBezTo>
                  <a:pt x="722389" y="41893"/>
                  <a:pt x="723820" y="37071"/>
                  <a:pt x="724486" y="30996"/>
                </a:cubicBezTo>
                <a:lnTo>
                  <a:pt x="727403" y="30996"/>
                </a:lnTo>
                <a:lnTo>
                  <a:pt x="727403" y="87822"/>
                </a:lnTo>
                <a:lnTo>
                  <a:pt x="724486" y="87822"/>
                </a:lnTo>
                <a:cubicBezTo>
                  <a:pt x="723431" y="77101"/>
                  <a:pt x="720556" y="70032"/>
                  <a:pt x="715862" y="66616"/>
                </a:cubicBezTo>
                <a:cubicBezTo>
                  <a:pt x="711169" y="63200"/>
                  <a:pt x="705850" y="61492"/>
                  <a:pt x="699906" y="61492"/>
                </a:cubicBezTo>
                <a:lnTo>
                  <a:pt x="696657" y="61492"/>
                </a:lnTo>
                <a:lnTo>
                  <a:pt x="696657" y="96154"/>
                </a:lnTo>
                <a:cubicBezTo>
                  <a:pt x="696657" y="101961"/>
                  <a:pt x="696976" y="105590"/>
                  <a:pt x="697615" y="107043"/>
                </a:cubicBezTo>
                <a:cubicBezTo>
                  <a:pt x="698254" y="108494"/>
                  <a:pt x="699503" y="109764"/>
                  <a:pt x="701364" y="110853"/>
                </a:cubicBezTo>
                <a:cubicBezTo>
                  <a:pt x="703225" y="111941"/>
                  <a:pt x="705739" y="112485"/>
                  <a:pt x="708905" y="112485"/>
                </a:cubicBezTo>
                <a:lnTo>
                  <a:pt x="712655" y="112485"/>
                </a:lnTo>
                <a:lnTo>
                  <a:pt x="712655" y="115485"/>
                </a:lnTo>
                <a:lnTo>
                  <a:pt x="653579" y="115485"/>
                </a:lnTo>
                <a:lnTo>
                  <a:pt x="653579" y="112485"/>
                </a:lnTo>
                <a:lnTo>
                  <a:pt x="657328" y="112485"/>
                </a:lnTo>
                <a:cubicBezTo>
                  <a:pt x="660606" y="112485"/>
                  <a:pt x="663244" y="111899"/>
                  <a:pt x="665244" y="110728"/>
                </a:cubicBezTo>
                <a:cubicBezTo>
                  <a:pt x="666688" y="109945"/>
                  <a:pt x="667799" y="108605"/>
                  <a:pt x="668577" y="106707"/>
                </a:cubicBezTo>
                <a:cubicBezTo>
                  <a:pt x="669188" y="105367"/>
                  <a:pt x="669494" y="101849"/>
                  <a:pt x="669494" y="96154"/>
                </a:cubicBezTo>
                <a:lnTo>
                  <a:pt x="669494" y="21830"/>
                </a:lnTo>
                <a:cubicBezTo>
                  <a:pt x="669494" y="16024"/>
                  <a:pt x="669188" y="12395"/>
                  <a:pt x="668577" y="10944"/>
                </a:cubicBezTo>
                <a:cubicBezTo>
                  <a:pt x="667966" y="9491"/>
                  <a:pt x="666730" y="8220"/>
                  <a:pt x="664869" y="7132"/>
                </a:cubicBezTo>
                <a:cubicBezTo>
                  <a:pt x="663008" y="6043"/>
                  <a:pt x="660495" y="5499"/>
                  <a:pt x="657328" y="5499"/>
                </a:cubicBezTo>
                <a:lnTo>
                  <a:pt x="653579" y="5499"/>
                </a:lnTo>
                <a:lnTo>
                  <a:pt x="653579" y="2500"/>
                </a:lnTo>
                <a:lnTo>
                  <a:pt x="748900" y="2500"/>
                </a:lnTo>
                <a:lnTo>
                  <a:pt x="748900" y="34995"/>
                </a:lnTo>
                <a:lnTo>
                  <a:pt x="745484" y="34995"/>
                </a:lnTo>
                <a:cubicBezTo>
                  <a:pt x="744706" y="27361"/>
                  <a:pt x="742720" y="21705"/>
                  <a:pt x="739526" y="18026"/>
                </a:cubicBezTo>
                <a:cubicBezTo>
                  <a:pt x="736332" y="14348"/>
                  <a:pt x="731708" y="11757"/>
                  <a:pt x="725653" y="10254"/>
                </a:cubicBezTo>
                <a:cubicBezTo>
                  <a:pt x="722320" y="9417"/>
                  <a:pt x="716154" y="8999"/>
                  <a:pt x="707155" y="8999"/>
                </a:cubicBezTo>
                <a:lnTo>
                  <a:pt x="696657" y="8999"/>
                </a:lnTo>
                <a:close/>
                <a:moveTo>
                  <a:pt x="778507" y="0"/>
                </a:moveTo>
                <a:cubicBezTo>
                  <a:pt x="782117" y="0"/>
                  <a:pt x="785172" y="1268"/>
                  <a:pt x="787672" y="3804"/>
                </a:cubicBezTo>
                <a:cubicBezTo>
                  <a:pt x="790172" y="6339"/>
                  <a:pt x="791421" y="9389"/>
                  <a:pt x="791421" y="12957"/>
                </a:cubicBezTo>
                <a:cubicBezTo>
                  <a:pt x="791421" y="16524"/>
                  <a:pt x="790158" y="19562"/>
                  <a:pt x="787630" y="22070"/>
                </a:cubicBezTo>
                <a:cubicBezTo>
                  <a:pt x="785103" y="24577"/>
                  <a:pt x="782062" y="25830"/>
                  <a:pt x="778507" y="25830"/>
                </a:cubicBezTo>
                <a:cubicBezTo>
                  <a:pt x="774951" y="25830"/>
                  <a:pt x="771924" y="24577"/>
                  <a:pt x="769424" y="22070"/>
                </a:cubicBezTo>
                <a:cubicBezTo>
                  <a:pt x="766925" y="19562"/>
                  <a:pt x="765675" y="16524"/>
                  <a:pt x="765675" y="12957"/>
                </a:cubicBezTo>
                <a:cubicBezTo>
                  <a:pt x="765675" y="9389"/>
                  <a:pt x="766925" y="6339"/>
                  <a:pt x="769424" y="3804"/>
                </a:cubicBezTo>
                <a:cubicBezTo>
                  <a:pt x="771924" y="1268"/>
                  <a:pt x="774951" y="0"/>
                  <a:pt x="778507" y="0"/>
                </a:cubicBezTo>
                <a:moveTo>
                  <a:pt x="790172" y="37495"/>
                </a:moveTo>
                <a:lnTo>
                  <a:pt x="790172" y="99320"/>
                </a:lnTo>
                <a:cubicBezTo>
                  <a:pt x="790172" y="104820"/>
                  <a:pt x="790810" y="108333"/>
                  <a:pt x="792088" y="109861"/>
                </a:cubicBezTo>
                <a:cubicBezTo>
                  <a:pt x="793366" y="111388"/>
                  <a:pt x="795865" y="112263"/>
                  <a:pt x="799587" y="112485"/>
                </a:cubicBezTo>
                <a:lnTo>
                  <a:pt x="799587" y="115485"/>
                </a:lnTo>
                <a:lnTo>
                  <a:pt x="757509" y="115485"/>
                </a:lnTo>
                <a:lnTo>
                  <a:pt x="757509" y="112485"/>
                </a:lnTo>
                <a:cubicBezTo>
                  <a:pt x="760953" y="112374"/>
                  <a:pt x="763508" y="111374"/>
                  <a:pt x="765175" y="109486"/>
                </a:cubicBezTo>
                <a:cubicBezTo>
                  <a:pt x="766286" y="108208"/>
                  <a:pt x="766841" y="104820"/>
                  <a:pt x="766841" y="99320"/>
                </a:cubicBezTo>
                <a:lnTo>
                  <a:pt x="766841" y="53826"/>
                </a:lnTo>
                <a:cubicBezTo>
                  <a:pt x="766841" y="48258"/>
                  <a:pt x="766203" y="44700"/>
                  <a:pt x="764925" y="43153"/>
                </a:cubicBezTo>
                <a:cubicBezTo>
                  <a:pt x="763647" y="41606"/>
                  <a:pt x="761175" y="40720"/>
                  <a:pt x="757509" y="40495"/>
                </a:cubicBezTo>
                <a:lnTo>
                  <a:pt x="757509" y="37495"/>
                </a:lnTo>
                <a:lnTo>
                  <a:pt x="790172" y="37495"/>
                </a:lnTo>
                <a:close/>
                <a:moveTo>
                  <a:pt x="839027" y="37495"/>
                </a:moveTo>
                <a:lnTo>
                  <a:pt x="839027" y="47660"/>
                </a:lnTo>
                <a:cubicBezTo>
                  <a:pt x="843027" y="43298"/>
                  <a:pt x="846859" y="40125"/>
                  <a:pt x="850526" y="38141"/>
                </a:cubicBezTo>
                <a:cubicBezTo>
                  <a:pt x="854192" y="36155"/>
                  <a:pt x="858136" y="35162"/>
                  <a:pt x="862357" y="35162"/>
                </a:cubicBezTo>
                <a:cubicBezTo>
                  <a:pt x="867412" y="35162"/>
                  <a:pt x="871606" y="36566"/>
                  <a:pt x="874939" y="39375"/>
                </a:cubicBezTo>
                <a:cubicBezTo>
                  <a:pt x="878272" y="42184"/>
                  <a:pt x="880494" y="45674"/>
                  <a:pt x="881605" y="49845"/>
                </a:cubicBezTo>
                <a:cubicBezTo>
                  <a:pt x="882494" y="53016"/>
                  <a:pt x="882938" y="59108"/>
                  <a:pt x="882938" y="68119"/>
                </a:cubicBezTo>
                <a:lnTo>
                  <a:pt x="882938" y="98487"/>
                </a:lnTo>
                <a:cubicBezTo>
                  <a:pt x="882938" y="104486"/>
                  <a:pt x="883480" y="108222"/>
                  <a:pt x="884563" y="109694"/>
                </a:cubicBezTo>
                <a:cubicBezTo>
                  <a:pt x="885646" y="111166"/>
                  <a:pt x="887910" y="112096"/>
                  <a:pt x="891354" y="112485"/>
                </a:cubicBezTo>
                <a:lnTo>
                  <a:pt x="891354" y="115485"/>
                </a:lnTo>
                <a:lnTo>
                  <a:pt x="851942" y="115485"/>
                </a:lnTo>
                <a:lnTo>
                  <a:pt x="851942" y="112485"/>
                </a:lnTo>
                <a:cubicBezTo>
                  <a:pt x="854886" y="112096"/>
                  <a:pt x="856997" y="110874"/>
                  <a:pt x="858275" y="108819"/>
                </a:cubicBezTo>
                <a:cubicBezTo>
                  <a:pt x="859163" y="107430"/>
                  <a:pt x="859608" y="103986"/>
                  <a:pt x="859608" y="98487"/>
                </a:cubicBezTo>
                <a:lnTo>
                  <a:pt x="859608" y="63825"/>
                </a:lnTo>
                <a:cubicBezTo>
                  <a:pt x="859608" y="57437"/>
                  <a:pt x="859358" y="53410"/>
                  <a:pt x="858858" y="51743"/>
                </a:cubicBezTo>
                <a:cubicBezTo>
                  <a:pt x="858358" y="50077"/>
                  <a:pt x="857511" y="48785"/>
                  <a:pt x="856317" y="47869"/>
                </a:cubicBezTo>
                <a:cubicBezTo>
                  <a:pt x="855122" y="46952"/>
                  <a:pt x="853803" y="46494"/>
                  <a:pt x="852359" y="46494"/>
                </a:cubicBezTo>
                <a:cubicBezTo>
                  <a:pt x="847582" y="46494"/>
                  <a:pt x="843138" y="49938"/>
                  <a:pt x="839027" y="56826"/>
                </a:cubicBezTo>
                <a:lnTo>
                  <a:pt x="839027" y="98487"/>
                </a:lnTo>
                <a:cubicBezTo>
                  <a:pt x="839027" y="104320"/>
                  <a:pt x="839569" y="108014"/>
                  <a:pt x="840652" y="109569"/>
                </a:cubicBezTo>
                <a:cubicBezTo>
                  <a:pt x="841735" y="111124"/>
                  <a:pt x="843749" y="112096"/>
                  <a:pt x="846693" y="112485"/>
                </a:cubicBezTo>
                <a:lnTo>
                  <a:pt x="846693" y="115485"/>
                </a:lnTo>
                <a:lnTo>
                  <a:pt x="807281" y="115485"/>
                </a:lnTo>
                <a:lnTo>
                  <a:pt x="807281" y="112485"/>
                </a:lnTo>
                <a:cubicBezTo>
                  <a:pt x="810559" y="112152"/>
                  <a:pt x="812892" y="111096"/>
                  <a:pt x="814280" y="109319"/>
                </a:cubicBezTo>
                <a:cubicBezTo>
                  <a:pt x="815225" y="108097"/>
                  <a:pt x="815697" y="104486"/>
                  <a:pt x="815697" y="98487"/>
                </a:cubicBezTo>
                <a:lnTo>
                  <a:pt x="815697" y="54493"/>
                </a:lnTo>
                <a:cubicBezTo>
                  <a:pt x="815697" y="48534"/>
                  <a:pt x="815155" y="44823"/>
                  <a:pt x="814072" y="43361"/>
                </a:cubicBezTo>
                <a:cubicBezTo>
                  <a:pt x="812989" y="41900"/>
                  <a:pt x="810725" y="40944"/>
                  <a:pt x="807281" y="40495"/>
                </a:cubicBezTo>
                <a:lnTo>
                  <a:pt x="807281" y="37495"/>
                </a:lnTo>
                <a:lnTo>
                  <a:pt x="839027" y="37495"/>
                </a:lnTo>
                <a:close/>
                <a:moveTo>
                  <a:pt x="968067" y="73657"/>
                </a:moveTo>
                <a:lnTo>
                  <a:pt x="925323" y="73657"/>
                </a:lnTo>
                <a:cubicBezTo>
                  <a:pt x="925823" y="84017"/>
                  <a:pt x="928572" y="92204"/>
                  <a:pt x="933572" y="98219"/>
                </a:cubicBezTo>
                <a:cubicBezTo>
                  <a:pt x="937405" y="102841"/>
                  <a:pt x="942015" y="105153"/>
                  <a:pt x="947403" y="105153"/>
                </a:cubicBezTo>
                <a:cubicBezTo>
                  <a:pt x="950736" y="105153"/>
                  <a:pt x="953764" y="104222"/>
                  <a:pt x="956485" y="102362"/>
                </a:cubicBezTo>
                <a:cubicBezTo>
                  <a:pt x="959207" y="100501"/>
                  <a:pt x="962124" y="97154"/>
                  <a:pt x="965234" y="92321"/>
                </a:cubicBezTo>
                <a:lnTo>
                  <a:pt x="968067" y="94154"/>
                </a:lnTo>
                <a:cubicBezTo>
                  <a:pt x="963846" y="102764"/>
                  <a:pt x="959179" y="108861"/>
                  <a:pt x="954069" y="112444"/>
                </a:cubicBezTo>
                <a:cubicBezTo>
                  <a:pt x="948959" y="116026"/>
                  <a:pt x="943043" y="117818"/>
                  <a:pt x="936321" y="117818"/>
                </a:cubicBezTo>
                <a:cubicBezTo>
                  <a:pt x="924767" y="117818"/>
                  <a:pt x="916019" y="113370"/>
                  <a:pt x="910075" y="104473"/>
                </a:cubicBezTo>
                <a:cubicBezTo>
                  <a:pt x="905298" y="97301"/>
                  <a:pt x="902909" y="88404"/>
                  <a:pt x="902909" y="77784"/>
                </a:cubicBezTo>
                <a:cubicBezTo>
                  <a:pt x="902909" y="64772"/>
                  <a:pt x="906423" y="54416"/>
                  <a:pt x="913449" y="46715"/>
                </a:cubicBezTo>
                <a:cubicBezTo>
                  <a:pt x="920476" y="39013"/>
                  <a:pt x="928711" y="35162"/>
                  <a:pt x="938154" y="35162"/>
                </a:cubicBezTo>
                <a:cubicBezTo>
                  <a:pt x="946042" y="35162"/>
                  <a:pt x="952889" y="38398"/>
                  <a:pt x="958693" y="44869"/>
                </a:cubicBezTo>
                <a:cubicBezTo>
                  <a:pt x="964498" y="51340"/>
                  <a:pt x="967623" y="60936"/>
                  <a:pt x="968067" y="73657"/>
                </a:cubicBezTo>
                <a:moveTo>
                  <a:pt x="947570" y="68158"/>
                </a:moveTo>
                <a:cubicBezTo>
                  <a:pt x="947570" y="59214"/>
                  <a:pt x="947084" y="53076"/>
                  <a:pt x="946112" y="49743"/>
                </a:cubicBezTo>
                <a:cubicBezTo>
                  <a:pt x="945140" y="46411"/>
                  <a:pt x="943626" y="43883"/>
                  <a:pt x="941571" y="42161"/>
                </a:cubicBezTo>
                <a:cubicBezTo>
                  <a:pt x="940404" y="41161"/>
                  <a:pt x="938849" y="40661"/>
                  <a:pt x="936905" y="40661"/>
                </a:cubicBezTo>
                <a:cubicBezTo>
                  <a:pt x="934016" y="40661"/>
                  <a:pt x="931655" y="42078"/>
                  <a:pt x="929822" y="44911"/>
                </a:cubicBezTo>
                <a:cubicBezTo>
                  <a:pt x="926545" y="49855"/>
                  <a:pt x="924906" y="56631"/>
                  <a:pt x="924906" y="65241"/>
                </a:cubicBezTo>
                <a:lnTo>
                  <a:pt x="924906" y="68158"/>
                </a:lnTo>
                <a:lnTo>
                  <a:pt x="947570" y="68158"/>
                </a:lnTo>
                <a:close/>
                <a:moveTo>
                  <a:pt x="1024836" y="84822"/>
                </a:moveTo>
                <a:lnTo>
                  <a:pt x="976259" y="84822"/>
                </a:lnTo>
                <a:lnTo>
                  <a:pt x="976259" y="67491"/>
                </a:lnTo>
                <a:lnTo>
                  <a:pt x="1024836" y="67491"/>
                </a:lnTo>
                <a:lnTo>
                  <a:pt x="1024836" y="84822"/>
                </a:lnTo>
                <a:close/>
                <a:moveTo>
                  <a:pt x="1065578" y="8832"/>
                </a:moveTo>
                <a:lnTo>
                  <a:pt x="1065578" y="37495"/>
                </a:lnTo>
                <a:lnTo>
                  <a:pt x="1084076" y="37495"/>
                </a:lnTo>
                <a:lnTo>
                  <a:pt x="1084076" y="45661"/>
                </a:lnTo>
                <a:lnTo>
                  <a:pt x="1065578" y="45661"/>
                </a:lnTo>
                <a:lnTo>
                  <a:pt x="1065578" y="93868"/>
                </a:lnTo>
                <a:cubicBezTo>
                  <a:pt x="1065578" y="98379"/>
                  <a:pt x="1065787" y="101290"/>
                  <a:pt x="1066203" y="102598"/>
                </a:cubicBezTo>
                <a:cubicBezTo>
                  <a:pt x="1066620" y="103907"/>
                  <a:pt x="1067356" y="104966"/>
                  <a:pt x="1068411" y="105775"/>
                </a:cubicBezTo>
                <a:cubicBezTo>
                  <a:pt x="1069467" y="106582"/>
                  <a:pt x="1070439" y="106986"/>
                  <a:pt x="1071328" y="106986"/>
                </a:cubicBezTo>
                <a:cubicBezTo>
                  <a:pt x="1074938" y="106986"/>
                  <a:pt x="1078355" y="104208"/>
                  <a:pt x="1081576" y="98654"/>
                </a:cubicBezTo>
                <a:lnTo>
                  <a:pt x="1084076" y="100505"/>
                </a:lnTo>
                <a:cubicBezTo>
                  <a:pt x="1079577" y="111269"/>
                  <a:pt x="1072272" y="116651"/>
                  <a:pt x="1062162" y="116651"/>
                </a:cubicBezTo>
                <a:cubicBezTo>
                  <a:pt x="1057218" y="116651"/>
                  <a:pt x="1053038" y="115272"/>
                  <a:pt x="1049622" y="112514"/>
                </a:cubicBezTo>
                <a:cubicBezTo>
                  <a:pt x="1046206" y="109754"/>
                  <a:pt x="1044026" y="106673"/>
                  <a:pt x="1043081" y="103273"/>
                </a:cubicBezTo>
                <a:cubicBezTo>
                  <a:pt x="1042526" y="101377"/>
                  <a:pt x="1042248" y="96249"/>
                  <a:pt x="1042248" y="87887"/>
                </a:cubicBezTo>
                <a:lnTo>
                  <a:pt x="1042248" y="45661"/>
                </a:lnTo>
                <a:lnTo>
                  <a:pt x="1032083" y="45661"/>
                </a:lnTo>
                <a:lnTo>
                  <a:pt x="1032083" y="42737"/>
                </a:lnTo>
                <a:cubicBezTo>
                  <a:pt x="1039082" y="37782"/>
                  <a:pt x="1045040" y="32577"/>
                  <a:pt x="1049956" y="27121"/>
                </a:cubicBezTo>
                <a:cubicBezTo>
                  <a:pt x="1054872" y="21666"/>
                  <a:pt x="1059163" y="15569"/>
                  <a:pt x="1062829" y="8832"/>
                </a:cubicBezTo>
                <a:lnTo>
                  <a:pt x="1065578" y="8832"/>
                </a:lnTo>
                <a:close/>
                <a:moveTo>
                  <a:pt x="1166731" y="37495"/>
                </a:moveTo>
                <a:lnTo>
                  <a:pt x="1166731" y="98487"/>
                </a:lnTo>
                <a:cubicBezTo>
                  <a:pt x="1166731" y="104467"/>
                  <a:pt x="1167286" y="108198"/>
                  <a:pt x="1168397" y="109678"/>
                </a:cubicBezTo>
                <a:cubicBezTo>
                  <a:pt x="1169508" y="111159"/>
                  <a:pt x="1171758" y="112095"/>
                  <a:pt x="1175146" y="112485"/>
                </a:cubicBezTo>
                <a:lnTo>
                  <a:pt x="1175146" y="115485"/>
                </a:lnTo>
                <a:lnTo>
                  <a:pt x="1143401" y="115485"/>
                </a:lnTo>
                <a:lnTo>
                  <a:pt x="1143401" y="105069"/>
                </a:lnTo>
                <a:cubicBezTo>
                  <a:pt x="1139679" y="109513"/>
                  <a:pt x="1135957" y="112749"/>
                  <a:pt x="1132235" y="114777"/>
                </a:cubicBezTo>
                <a:cubicBezTo>
                  <a:pt x="1128514" y="116804"/>
                  <a:pt x="1124348" y="117818"/>
                  <a:pt x="1119737" y="117818"/>
                </a:cubicBezTo>
                <a:cubicBezTo>
                  <a:pt x="1115349" y="117818"/>
                  <a:pt x="1111446" y="116471"/>
                  <a:pt x="1108030" y="113777"/>
                </a:cubicBezTo>
                <a:cubicBezTo>
                  <a:pt x="1104614" y="111083"/>
                  <a:pt x="1102323" y="107930"/>
                  <a:pt x="1101156" y="104320"/>
                </a:cubicBezTo>
                <a:cubicBezTo>
                  <a:pt x="1099990" y="100709"/>
                  <a:pt x="1099406" y="94404"/>
                  <a:pt x="1099406" y="85405"/>
                </a:cubicBezTo>
                <a:lnTo>
                  <a:pt x="1099406" y="54493"/>
                </a:lnTo>
                <a:cubicBezTo>
                  <a:pt x="1099406" y="48534"/>
                  <a:pt x="1098865" y="44823"/>
                  <a:pt x="1097782" y="43361"/>
                </a:cubicBezTo>
                <a:cubicBezTo>
                  <a:pt x="1096698" y="41900"/>
                  <a:pt x="1094435" y="40944"/>
                  <a:pt x="1090991" y="40495"/>
                </a:cubicBezTo>
                <a:lnTo>
                  <a:pt x="1090991" y="37495"/>
                </a:lnTo>
                <a:lnTo>
                  <a:pt x="1122737" y="37495"/>
                </a:lnTo>
                <a:lnTo>
                  <a:pt x="1122737" y="90803"/>
                </a:lnTo>
                <a:cubicBezTo>
                  <a:pt x="1122737" y="96365"/>
                  <a:pt x="1123000" y="99952"/>
                  <a:pt x="1123528" y="101565"/>
                </a:cubicBezTo>
                <a:cubicBezTo>
                  <a:pt x="1124056" y="103177"/>
                  <a:pt x="1124889" y="104401"/>
                  <a:pt x="1126028" y="105236"/>
                </a:cubicBezTo>
                <a:cubicBezTo>
                  <a:pt x="1127167" y="106069"/>
                  <a:pt x="1128486" y="106486"/>
                  <a:pt x="1129986" y="106486"/>
                </a:cubicBezTo>
                <a:cubicBezTo>
                  <a:pt x="1131985" y="106486"/>
                  <a:pt x="1133791" y="105958"/>
                  <a:pt x="1135402" y="104903"/>
                </a:cubicBezTo>
                <a:cubicBezTo>
                  <a:pt x="1137624" y="103459"/>
                  <a:pt x="1140290" y="100542"/>
                  <a:pt x="1143401" y="96154"/>
                </a:cubicBezTo>
                <a:lnTo>
                  <a:pt x="1143401" y="54493"/>
                </a:lnTo>
                <a:cubicBezTo>
                  <a:pt x="1143401" y="48534"/>
                  <a:pt x="1142859" y="44823"/>
                  <a:pt x="1141776" y="43361"/>
                </a:cubicBezTo>
                <a:cubicBezTo>
                  <a:pt x="1140693" y="41900"/>
                  <a:pt x="1138429" y="40944"/>
                  <a:pt x="1134985" y="40495"/>
                </a:cubicBezTo>
                <a:lnTo>
                  <a:pt x="1134985" y="37495"/>
                </a:lnTo>
                <a:lnTo>
                  <a:pt x="1166731" y="37495"/>
                </a:lnTo>
                <a:close/>
                <a:moveTo>
                  <a:pt x="1218199" y="37495"/>
                </a:moveTo>
                <a:lnTo>
                  <a:pt x="1218199" y="47660"/>
                </a:lnTo>
                <a:cubicBezTo>
                  <a:pt x="1222198" y="43298"/>
                  <a:pt x="1226031" y="40125"/>
                  <a:pt x="1229697" y="38141"/>
                </a:cubicBezTo>
                <a:cubicBezTo>
                  <a:pt x="1233363" y="36155"/>
                  <a:pt x="1237307" y="35162"/>
                  <a:pt x="1241529" y="35162"/>
                </a:cubicBezTo>
                <a:cubicBezTo>
                  <a:pt x="1246584" y="35162"/>
                  <a:pt x="1250778" y="36566"/>
                  <a:pt x="1254111" y="39375"/>
                </a:cubicBezTo>
                <a:cubicBezTo>
                  <a:pt x="1257443" y="42184"/>
                  <a:pt x="1259665" y="45674"/>
                  <a:pt x="1260776" y="49845"/>
                </a:cubicBezTo>
                <a:cubicBezTo>
                  <a:pt x="1261665" y="53016"/>
                  <a:pt x="1262109" y="59108"/>
                  <a:pt x="1262109" y="68119"/>
                </a:cubicBezTo>
                <a:lnTo>
                  <a:pt x="1262109" y="98487"/>
                </a:lnTo>
                <a:cubicBezTo>
                  <a:pt x="1262109" y="104486"/>
                  <a:pt x="1262651" y="108222"/>
                  <a:pt x="1263734" y="109694"/>
                </a:cubicBezTo>
                <a:cubicBezTo>
                  <a:pt x="1264817" y="111166"/>
                  <a:pt x="1267081" y="112096"/>
                  <a:pt x="1270525" y="112485"/>
                </a:cubicBezTo>
                <a:lnTo>
                  <a:pt x="1270525" y="115485"/>
                </a:lnTo>
                <a:lnTo>
                  <a:pt x="1231114" y="115485"/>
                </a:lnTo>
                <a:lnTo>
                  <a:pt x="1231114" y="112485"/>
                </a:lnTo>
                <a:cubicBezTo>
                  <a:pt x="1234058" y="112096"/>
                  <a:pt x="1236168" y="110874"/>
                  <a:pt x="1237446" y="108819"/>
                </a:cubicBezTo>
                <a:cubicBezTo>
                  <a:pt x="1238335" y="107430"/>
                  <a:pt x="1238779" y="103986"/>
                  <a:pt x="1238779" y="98487"/>
                </a:cubicBezTo>
                <a:lnTo>
                  <a:pt x="1238779" y="63825"/>
                </a:lnTo>
                <a:cubicBezTo>
                  <a:pt x="1238779" y="57437"/>
                  <a:pt x="1238529" y="53410"/>
                  <a:pt x="1238029" y="51743"/>
                </a:cubicBezTo>
                <a:cubicBezTo>
                  <a:pt x="1237529" y="50077"/>
                  <a:pt x="1236682" y="48785"/>
                  <a:pt x="1235488" y="47869"/>
                </a:cubicBezTo>
                <a:cubicBezTo>
                  <a:pt x="1234294" y="46952"/>
                  <a:pt x="1232974" y="46494"/>
                  <a:pt x="1231530" y="46494"/>
                </a:cubicBezTo>
                <a:cubicBezTo>
                  <a:pt x="1226753" y="46494"/>
                  <a:pt x="1222309" y="49938"/>
                  <a:pt x="1218199" y="56826"/>
                </a:cubicBezTo>
                <a:lnTo>
                  <a:pt x="1218199" y="98487"/>
                </a:lnTo>
                <a:cubicBezTo>
                  <a:pt x="1218199" y="104320"/>
                  <a:pt x="1218740" y="108014"/>
                  <a:pt x="1219823" y="109569"/>
                </a:cubicBezTo>
                <a:cubicBezTo>
                  <a:pt x="1220907" y="111124"/>
                  <a:pt x="1222920" y="112096"/>
                  <a:pt x="1225864" y="112485"/>
                </a:cubicBezTo>
                <a:lnTo>
                  <a:pt x="1225864" y="115485"/>
                </a:lnTo>
                <a:lnTo>
                  <a:pt x="1186453" y="115485"/>
                </a:lnTo>
                <a:lnTo>
                  <a:pt x="1186453" y="112485"/>
                </a:lnTo>
                <a:cubicBezTo>
                  <a:pt x="1189730" y="112152"/>
                  <a:pt x="1192063" y="111096"/>
                  <a:pt x="1193452" y="109319"/>
                </a:cubicBezTo>
                <a:cubicBezTo>
                  <a:pt x="1194396" y="108097"/>
                  <a:pt x="1194868" y="104486"/>
                  <a:pt x="1194868" y="98487"/>
                </a:cubicBezTo>
                <a:lnTo>
                  <a:pt x="1194868" y="54493"/>
                </a:lnTo>
                <a:cubicBezTo>
                  <a:pt x="1194868" y="48534"/>
                  <a:pt x="1194327" y="44823"/>
                  <a:pt x="1193244" y="43361"/>
                </a:cubicBezTo>
                <a:cubicBezTo>
                  <a:pt x="1192160" y="41900"/>
                  <a:pt x="1189897" y="40944"/>
                  <a:pt x="1186453" y="40495"/>
                </a:cubicBezTo>
                <a:lnTo>
                  <a:pt x="1186453" y="37495"/>
                </a:lnTo>
                <a:lnTo>
                  <a:pt x="1218199" y="37495"/>
                </a:lnTo>
                <a:close/>
                <a:moveTo>
                  <a:pt x="1299995" y="0"/>
                </a:moveTo>
                <a:cubicBezTo>
                  <a:pt x="1303606" y="0"/>
                  <a:pt x="1306661" y="1268"/>
                  <a:pt x="1309161" y="3804"/>
                </a:cubicBezTo>
                <a:cubicBezTo>
                  <a:pt x="1311660" y="6339"/>
                  <a:pt x="1312910" y="9389"/>
                  <a:pt x="1312910" y="12957"/>
                </a:cubicBezTo>
                <a:cubicBezTo>
                  <a:pt x="1312910" y="16524"/>
                  <a:pt x="1311646" y="19562"/>
                  <a:pt x="1309119" y="22070"/>
                </a:cubicBezTo>
                <a:cubicBezTo>
                  <a:pt x="1306591" y="24577"/>
                  <a:pt x="1303550" y="25830"/>
                  <a:pt x="1299995" y="25830"/>
                </a:cubicBezTo>
                <a:cubicBezTo>
                  <a:pt x="1296440" y="25830"/>
                  <a:pt x="1293413" y="24577"/>
                  <a:pt x="1290913" y="22070"/>
                </a:cubicBezTo>
                <a:cubicBezTo>
                  <a:pt x="1288413" y="19562"/>
                  <a:pt x="1287163" y="16524"/>
                  <a:pt x="1287163" y="12957"/>
                </a:cubicBezTo>
                <a:cubicBezTo>
                  <a:pt x="1287163" y="9389"/>
                  <a:pt x="1288413" y="6339"/>
                  <a:pt x="1290913" y="3804"/>
                </a:cubicBezTo>
                <a:cubicBezTo>
                  <a:pt x="1293413" y="1268"/>
                  <a:pt x="1296440" y="0"/>
                  <a:pt x="1299995" y="0"/>
                </a:cubicBezTo>
                <a:moveTo>
                  <a:pt x="1311660" y="37495"/>
                </a:moveTo>
                <a:lnTo>
                  <a:pt x="1311660" y="99320"/>
                </a:lnTo>
                <a:cubicBezTo>
                  <a:pt x="1311660" y="104820"/>
                  <a:pt x="1312299" y="108333"/>
                  <a:pt x="1313577" y="109861"/>
                </a:cubicBezTo>
                <a:cubicBezTo>
                  <a:pt x="1314854" y="111388"/>
                  <a:pt x="1317354" y="112263"/>
                  <a:pt x="1321076" y="112485"/>
                </a:cubicBezTo>
                <a:lnTo>
                  <a:pt x="1321076" y="115485"/>
                </a:lnTo>
                <a:lnTo>
                  <a:pt x="1278998" y="115485"/>
                </a:lnTo>
                <a:lnTo>
                  <a:pt x="1278998" y="112485"/>
                </a:lnTo>
                <a:cubicBezTo>
                  <a:pt x="1282442" y="112374"/>
                  <a:pt x="1284997" y="111374"/>
                  <a:pt x="1286664" y="109486"/>
                </a:cubicBezTo>
                <a:cubicBezTo>
                  <a:pt x="1287774" y="108208"/>
                  <a:pt x="1288330" y="104820"/>
                  <a:pt x="1288330" y="99320"/>
                </a:cubicBezTo>
                <a:lnTo>
                  <a:pt x="1288330" y="53826"/>
                </a:lnTo>
                <a:cubicBezTo>
                  <a:pt x="1288330" y="48258"/>
                  <a:pt x="1287691" y="44700"/>
                  <a:pt x="1286414" y="43153"/>
                </a:cubicBezTo>
                <a:cubicBezTo>
                  <a:pt x="1285136" y="41606"/>
                  <a:pt x="1282664" y="40720"/>
                  <a:pt x="1278998" y="40495"/>
                </a:cubicBezTo>
                <a:lnTo>
                  <a:pt x="1278998" y="37495"/>
                </a:lnTo>
                <a:lnTo>
                  <a:pt x="1311660" y="37495"/>
                </a:lnTo>
                <a:close/>
                <a:moveTo>
                  <a:pt x="1360516" y="37495"/>
                </a:moveTo>
                <a:lnTo>
                  <a:pt x="1360516" y="47660"/>
                </a:lnTo>
                <a:cubicBezTo>
                  <a:pt x="1364515" y="43298"/>
                  <a:pt x="1368348" y="40125"/>
                  <a:pt x="1372014" y="38141"/>
                </a:cubicBezTo>
                <a:cubicBezTo>
                  <a:pt x="1375680" y="36155"/>
                  <a:pt x="1379624" y="35162"/>
                  <a:pt x="1383846" y="35162"/>
                </a:cubicBezTo>
                <a:cubicBezTo>
                  <a:pt x="1388901" y="35162"/>
                  <a:pt x="1393095" y="36566"/>
                  <a:pt x="1396427" y="39375"/>
                </a:cubicBezTo>
                <a:cubicBezTo>
                  <a:pt x="1399760" y="42184"/>
                  <a:pt x="1401982" y="45674"/>
                  <a:pt x="1403093" y="49845"/>
                </a:cubicBezTo>
                <a:cubicBezTo>
                  <a:pt x="1403982" y="53016"/>
                  <a:pt x="1404426" y="59108"/>
                  <a:pt x="1404426" y="68119"/>
                </a:cubicBezTo>
                <a:lnTo>
                  <a:pt x="1404426" y="98487"/>
                </a:lnTo>
                <a:cubicBezTo>
                  <a:pt x="1404426" y="104486"/>
                  <a:pt x="1404968" y="108222"/>
                  <a:pt x="1406051" y="109694"/>
                </a:cubicBezTo>
                <a:cubicBezTo>
                  <a:pt x="1407134" y="111166"/>
                  <a:pt x="1409398" y="112096"/>
                  <a:pt x="1412842" y="112485"/>
                </a:cubicBezTo>
                <a:lnTo>
                  <a:pt x="1412842" y="115485"/>
                </a:lnTo>
                <a:lnTo>
                  <a:pt x="1373430" y="115485"/>
                </a:lnTo>
                <a:lnTo>
                  <a:pt x="1373430" y="112485"/>
                </a:lnTo>
                <a:cubicBezTo>
                  <a:pt x="1376375" y="112096"/>
                  <a:pt x="1378485" y="110874"/>
                  <a:pt x="1379763" y="108819"/>
                </a:cubicBezTo>
                <a:cubicBezTo>
                  <a:pt x="1380652" y="107430"/>
                  <a:pt x="1381096" y="103986"/>
                  <a:pt x="1381096" y="98487"/>
                </a:cubicBezTo>
                <a:lnTo>
                  <a:pt x="1381096" y="63825"/>
                </a:lnTo>
                <a:cubicBezTo>
                  <a:pt x="1381096" y="57437"/>
                  <a:pt x="1380846" y="53410"/>
                  <a:pt x="1380346" y="51743"/>
                </a:cubicBezTo>
                <a:cubicBezTo>
                  <a:pt x="1379846" y="50077"/>
                  <a:pt x="1378999" y="48785"/>
                  <a:pt x="1377805" y="47869"/>
                </a:cubicBezTo>
                <a:cubicBezTo>
                  <a:pt x="1376611" y="46952"/>
                  <a:pt x="1375291" y="46494"/>
                  <a:pt x="1373847" y="46494"/>
                </a:cubicBezTo>
                <a:cubicBezTo>
                  <a:pt x="1369070" y="46494"/>
                  <a:pt x="1364626" y="49938"/>
                  <a:pt x="1360516" y="56826"/>
                </a:cubicBezTo>
                <a:lnTo>
                  <a:pt x="1360516" y="98487"/>
                </a:lnTo>
                <a:cubicBezTo>
                  <a:pt x="1360516" y="104320"/>
                  <a:pt x="1361057" y="108014"/>
                  <a:pt x="1362140" y="109569"/>
                </a:cubicBezTo>
                <a:cubicBezTo>
                  <a:pt x="1363223" y="111124"/>
                  <a:pt x="1365237" y="112096"/>
                  <a:pt x="1368181" y="112485"/>
                </a:cubicBezTo>
                <a:lnTo>
                  <a:pt x="1368181" y="115485"/>
                </a:lnTo>
                <a:lnTo>
                  <a:pt x="1328770" y="115485"/>
                </a:lnTo>
                <a:lnTo>
                  <a:pt x="1328770" y="112485"/>
                </a:lnTo>
                <a:cubicBezTo>
                  <a:pt x="1332047" y="112152"/>
                  <a:pt x="1334380" y="111096"/>
                  <a:pt x="1335769" y="109319"/>
                </a:cubicBezTo>
                <a:cubicBezTo>
                  <a:pt x="1336713" y="108097"/>
                  <a:pt x="1337185" y="104486"/>
                  <a:pt x="1337185" y="98487"/>
                </a:cubicBezTo>
                <a:lnTo>
                  <a:pt x="1337185" y="54493"/>
                </a:lnTo>
                <a:cubicBezTo>
                  <a:pt x="1337185" y="48534"/>
                  <a:pt x="1336644" y="44823"/>
                  <a:pt x="1335560" y="43361"/>
                </a:cubicBezTo>
                <a:cubicBezTo>
                  <a:pt x="1334477" y="41900"/>
                  <a:pt x="1332214" y="40944"/>
                  <a:pt x="1328770" y="40495"/>
                </a:cubicBezTo>
                <a:lnTo>
                  <a:pt x="1328770" y="37495"/>
                </a:lnTo>
                <a:lnTo>
                  <a:pt x="1360516" y="37495"/>
                </a:lnTo>
                <a:close/>
                <a:moveTo>
                  <a:pt x="1473559" y="38495"/>
                </a:moveTo>
                <a:lnTo>
                  <a:pt x="1499805" y="38495"/>
                </a:lnTo>
                <a:lnTo>
                  <a:pt x="1499805" y="47660"/>
                </a:lnTo>
                <a:lnTo>
                  <a:pt x="1484891" y="47660"/>
                </a:lnTo>
                <a:cubicBezTo>
                  <a:pt x="1487612" y="50382"/>
                  <a:pt x="1489501" y="52854"/>
                  <a:pt x="1490557" y="55076"/>
                </a:cubicBezTo>
                <a:cubicBezTo>
                  <a:pt x="1491890" y="58076"/>
                  <a:pt x="1492556" y="61214"/>
                  <a:pt x="1492556" y="64491"/>
                </a:cubicBezTo>
                <a:cubicBezTo>
                  <a:pt x="1492556" y="70046"/>
                  <a:pt x="1491015" y="74865"/>
                  <a:pt x="1487932" y="78948"/>
                </a:cubicBezTo>
                <a:cubicBezTo>
                  <a:pt x="1484849" y="83031"/>
                  <a:pt x="1480655" y="86225"/>
                  <a:pt x="1475350" y="88530"/>
                </a:cubicBezTo>
                <a:cubicBezTo>
                  <a:pt x="1470045" y="90835"/>
                  <a:pt x="1465338" y="91988"/>
                  <a:pt x="1461227" y="91988"/>
                </a:cubicBezTo>
                <a:cubicBezTo>
                  <a:pt x="1460894" y="91988"/>
                  <a:pt x="1457561" y="91849"/>
                  <a:pt x="1451228" y="91571"/>
                </a:cubicBezTo>
                <a:cubicBezTo>
                  <a:pt x="1448729" y="91571"/>
                  <a:pt x="1446632" y="92386"/>
                  <a:pt x="1444938" y="94016"/>
                </a:cubicBezTo>
                <a:cubicBezTo>
                  <a:pt x="1443243" y="95646"/>
                  <a:pt x="1442396" y="97593"/>
                  <a:pt x="1442396" y="99857"/>
                </a:cubicBezTo>
                <a:cubicBezTo>
                  <a:pt x="1442396" y="101846"/>
                  <a:pt x="1443160" y="103476"/>
                  <a:pt x="1444688" y="104747"/>
                </a:cubicBezTo>
                <a:cubicBezTo>
                  <a:pt x="1446215" y="106017"/>
                  <a:pt x="1448701" y="106653"/>
                  <a:pt x="1452145" y="106653"/>
                </a:cubicBezTo>
                <a:lnTo>
                  <a:pt x="1466560" y="106486"/>
                </a:lnTo>
                <a:cubicBezTo>
                  <a:pt x="1478225" y="106486"/>
                  <a:pt x="1486252" y="107766"/>
                  <a:pt x="1490640" y="110327"/>
                </a:cubicBezTo>
                <a:cubicBezTo>
                  <a:pt x="1496917" y="113887"/>
                  <a:pt x="1500055" y="119368"/>
                  <a:pt x="1500055" y="126770"/>
                </a:cubicBezTo>
                <a:cubicBezTo>
                  <a:pt x="1500055" y="131500"/>
                  <a:pt x="1498611" y="135799"/>
                  <a:pt x="1495723" y="139666"/>
                </a:cubicBezTo>
                <a:cubicBezTo>
                  <a:pt x="1492834" y="143534"/>
                  <a:pt x="1489029" y="146386"/>
                  <a:pt x="1484307" y="148223"/>
                </a:cubicBezTo>
                <a:cubicBezTo>
                  <a:pt x="1477142" y="150950"/>
                  <a:pt x="1468893" y="152313"/>
                  <a:pt x="1459561" y="152313"/>
                </a:cubicBezTo>
                <a:cubicBezTo>
                  <a:pt x="1452562" y="152313"/>
                  <a:pt x="1446174" y="151633"/>
                  <a:pt x="1440396" y="150272"/>
                </a:cubicBezTo>
                <a:cubicBezTo>
                  <a:pt x="1434619" y="148911"/>
                  <a:pt x="1430481" y="147021"/>
                  <a:pt x="1427981" y="144603"/>
                </a:cubicBezTo>
                <a:cubicBezTo>
                  <a:pt x="1425482" y="142187"/>
                  <a:pt x="1424232" y="139645"/>
                  <a:pt x="1424232" y="136977"/>
                </a:cubicBezTo>
                <a:cubicBezTo>
                  <a:pt x="1424232" y="134422"/>
                  <a:pt x="1425190" y="132129"/>
                  <a:pt x="1427107" y="130100"/>
                </a:cubicBezTo>
                <a:cubicBezTo>
                  <a:pt x="1429023" y="128073"/>
                  <a:pt x="1432592" y="126364"/>
                  <a:pt x="1437813" y="124976"/>
                </a:cubicBezTo>
                <a:cubicBezTo>
                  <a:pt x="1430592" y="121421"/>
                  <a:pt x="1426982" y="116478"/>
                  <a:pt x="1426982" y="110147"/>
                </a:cubicBezTo>
                <a:cubicBezTo>
                  <a:pt x="1426982" y="106314"/>
                  <a:pt x="1428454" y="102593"/>
                  <a:pt x="1431398" y="98984"/>
                </a:cubicBezTo>
                <a:cubicBezTo>
                  <a:pt x="1434342" y="95374"/>
                  <a:pt x="1439008" y="92235"/>
                  <a:pt x="1445396" y="89569"/>
                </a:cubicBezTo>
                <a:cubicBezTo>
                  <a:pt x="1437952" y="86844"/>
                  <a:pt x="1432564" y="83256"/>
                  <a:pt x="1429231" y="78805"/>
                </a:cubicBezTo>
                <a:cubicBezTo>
                  <a:pt x="1425898" y="74354"/>
                  <a:pt x="1424232" y="69208"/>
                  <a:pt x="1424232" y="63367"/>
                </a:cubicBezTo>
                <a:cubicBezTo>
                  <a:pt x="1424232" y="55746"/>
                  <a:pt x="1427343" y="49140"/>
                  <a:pt x="1433564" y="43549"/>
                </a:cubicBezTo>
                <a:cubicBezTo>
                  <a:pt x="1439785" y="37958"/>
                  <a:pt x="1447784" y="35162"/>
                  <a:pt x="1457561" y="35162"/>
                </a:cubicBezTo>
                <a:cubicBezTo>
                  <a:pt x="1462727" y="35162"/>
                  <a:pt x="1468060" y="36273"/>
                  <a:pt x="1473559" y="38495"/>
                </a:cubicBezTo>
                <a:moveTo>
                  <a:pt x="1459144" y="40495"/>
                </a:moveTo>
                <a:cubicBezTo>
                  <a:pt x="1455922" y="40495"/>
                  <a:pt x="1453200" y="42117"/>
                  <a:pt x="1450978" y="45361"/>
                </a:cubicBezTo>
                <a:cubicBezTo>
                  <a:pt x="1448756" y="48604"/>
                  <a:pt x="1447646" y="55327"/>
                  <a:pt x="1447646" y="65530"/>
                </a:cubicBezTo>
                <a:cubicBezTo>
                  <a:pt x="1447646" y="73791"/>
                  <a:pt x="1448743" y="79461"/>
                  <a:pt x="1450937" y="82539"/>
                </a:cubicBezTo>
                <a:cubicBezTo>
                  <a:pt x="1453131" y="85616"/>
                  <a:pt x="1455728" y="87155"/>
                  <a:pt x="1458727" y="87155"/>
                </a:cubicBezTo>
                <a:cubicBezTo>
                  <a:pt x="1462060" y="87155"/>
                  <a:pt x="1464838" y="85630"/>
                  <a:pt x="1467060" y="82580"/>
                </a:cubicBezTo>
                <a:cubicBezTo>
                  <a:pt x="1469282" y="79530"/>
                  <a:pt x="1470393" y="73597"/>
                  <a:pt x="1470393" y="64781"/>
                </a:cubicBezTo>
                <a:cubicBezTo>
                  <a:pt x="1470393" y="54856"/>
                  <a:pt x="1469143" y="48092"/>
                  <a:pt x="1466643" y="44486"/>
                </a:cubicBezTo>
                <a:cubicBezTo>
                  <a:pt x="1464865" y="41825"/>
                  <a:pt x="1462366" y="40495"/>
                  <a:pt x="1459144" y="40495"/>
                </a:cubicBezTo>
                <a:moveTo>
                  <a:pt x="1454228" y="126983"/>
                </a:moveTo>
                <a:cubicBezTo>
                  <a:pt x="1448562" y="126983"/>
                  <a:pt x="1444813" y="127454"/>
                  <a:pt x="1442979" y="128395"/>
                </a:cubicBezTo>
                <a:cubicBezTo>
                  <a:pt x="1439813" y="130108"/>
                  <a:pt x="1438230" y="132430"/>
                  <a:pt x="1438230" y="135362"/>
                </a:cubicBezTo>
                <a:cubicBezTo>
                  <a:pt x="1438230" y="138183"/>
                  <a:pt x="1439869" y="140741"/>
                  <a:pt x="1443146" y="143036"/>
                </a:cubicBezTo>
                <a:cubicBezTo>
                  <a:pt x="1446423" y="145332"/>
                  <a:pt x="1452589" y="146481"/>
                  <a:pt x="1461644" y="146481"/>
                </a:cubicBezTo>
                <a:cubicBezTo>
                  <a:pt x="1469365" y="146481"/>
                  <a:pt x="1475434" y="145457"/>
                  <a:pt x="1479850" y="143411"/>
                </a:cubicBezTo>
                <a:cubicBezTo>
                  <a:pt x="1484266" y="141364"/>
                  <a:pt x="1486474" y="138488"/>
                  <a:pt x="1486474" y="134782"/>
                </a:cubicBezTo>
                <a:cubicBezTo>
                  <a:pt x="1486474" y="133400"/>
                  <a:pt x="1486057" y="132239"/>
                  <a:pt x="1485224" y="131298"/>
                </a:cubicBezTo>
                <a:cubicBezTo>
                  <a:pt x="1483724" y="129638"/>
                  <a:pt x="1481461" y="128504"/>
                  <a:pt x="1478433" y="127895"/>
                </a:cubicBezTo>
                <a:cubicBezTo>
                  <a:pt x="1475406" y="127287"/>
                  <a:pt x="1467337" y="126983"/>
                  <a:pt x="1454228" y="126983"/>
                </a:cubicBez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385c5af2c4676"/>
          <a:stretch xmlns:a="http://schemas.openxmlformats.org/drawingml/2006/main"/>
        </p:blipFill>
        <p:spPr>
          <a:xfrm xmlns:a="http://schemas.openxmlformats.org/drawingml/2006/main">
            <a:off x="4325531" y="1518347"/>
            <a:ext cx="341288" cy="341288"/>
          </a:xfrm>
          <a:prstGeom xmlns:a="http://schemas.openxmlformats.org/drawingml/2006/main" prst="rect">
            <a:avLst/>
          </a:prstGeom>
        </p:spPr>
      </p:pic>
      <p:sp>
        <p:nvSpPr>
          <p:cNvPr id="88" name="Text V">
            <a:extLst xmlns:a="http://schemas.openxmlformats.org/drawingml/2006/main">
              <a:ext uri="{FF2B5EF4-FFF2-40B4-BE49-F238E27FC236}">
                <a16:creationId xmlns:a16="http://schemas.microsoft.com/office/drawing/2014/main" id="{C6D95F2E-CE92-4196-9D28-3BC750D4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98" y="1667416"/>
            <a:ext cx="117427" cy="112867"/>
          </a:xfrm>
          <a:custGeom xmlns:a="http://schemas.openxmlformats.org/drawingml/2006/main">
            <a:pathLst>
              <a:path w="117427" h="112867">
                <a:moveTo>
                  <a:pt x="117427" y="0"/>
                </a:moveTo>
                <a:lnTo>
                  <a:pt x="117427" y="2932"/>
                </a:lnTo>
                <a:cubicBezTo>
                  <a:pt x="113410" y="3583"/>
                  <a:pt x="109827" y="5729"/>
                  <a:pt x="106678" y="9370"/>
                </a:cubicBezTo>
                <a:cubicBezTo>
                  <a:pt x="104398" y="12084"/>
                  <a:pt x="101005" y="18467"/>
                  <a:pt x="96499" y="28517"/>
                </a:cubicBezTo>
                <a:lnTo>
                  <a:pt x="58469" y="112867"/>
                </a:lnTo>
                <a:lnTo>
                  <a:pt x="55782" y="112867"/>
                </a:lnTo>
                <a:lnTo>
                  <a:pt x="17915" y="25115"/>
                </a:lnTo>
                <a:cubicBezTo>
                  <a:pt x="13355" y="14513"/>
                  <a:pt x="10301" y="8288"/>
                  <a:pt x="8754" y="6438"/>
                </a:cubicBezTo>
                <a:cubicBezTo>
                  <a:pt x="7207" y="4589"/>
                  <a:pt x="4289" y="3420"/>
                  <a:pt x="0" y="2932"/>
                </a:cubicBezTo>
                <a:lnTo>
                  <a:pt x="0" y="0"/>
                </a:lnTo>
                <a:lnTo>
                  <a:pt x="52932" y="0"/>
                </a:lnTo>
                <a:lnTo>
                  <a:pt x="52932" y="2932"/>
                </a:lnTo>
                <a:lnTo>
                  <a:pt x="51140" y="2932"/>
                </a:lnTo>
                <a:cubicBezTo>
                  <a:pt x="46363" y="2932"/>
                  <a:pt x="43106" y="3533"/>
                  <a:pt x="41368" y="4736"/>
                </a:cubicBezTo>
                <a:cubicBezTo>
                  <a:pt x="40120" y="5555"/>
                  <a:pt x="39495" y="6757"/>
                  <a:pt x="39495" y="8342"/>
                </a:cubicBezTo>
                <a:cubicBezTo>
                  <a:pt x="39495" y="9326"/>
                  <a:pt x="39713" y="10487"/>
                  <a:pt x="40147" y="11826"/>
                </a:cubicBezTo>
                <a:cubicBezTo>
                  <a:pt x="40581" y="13164"/>
                  <a:pt x="42047" y="16742"/>
                  <a:pt x="44544" y="22560"/>
                </a:cubicBezTo>
                <a:lnTo>
                  <a:pt x="68079" y="77469"/>
                </a:lnTo>
                <a:lnTo>
                  <a:pt x="89903" y="28563"/>
                </a:lnTo>
                <a:cubicBezTo>
                  <a:pt x="92509" y="22649"/>
                  <a:pt x="94110" y="18684"/>
                  <a:pt x="94707" y="16668"/>
                </a:cubicBezTo>
                <a:cubicBezTo>
                  <a:pt x="95305" y="14651"/>
                  <a:pt x="95603" y="12934"/>
                  <a:pt x="95603" y="11515"/>
                </a:cubicBezTo>
                <a:cubicBezTo>
                  <a:pt x="95603" y="9881"/>
                  <a:pt x="95169" y="8438"/>
                  <a:pt x="94300" y="7184"/>
                </a:cubicBezTo>
                <a:cubicBezTo>
                  <a:pt x="93432" y="5930"/>
                  <a:pt x="92156" y="4976"/>
                  <a:pt x="90473" y="4321"/>
                </a:cubicBezTo>
                <a:cubicBezTo>
                  <a:pt x="88138" y="3395"/>
                  <a:pt x="85044" y="2932"/>
                  <a:pt x="81189" y="2932"/>
                </a:cubicBezTo>
                <a:lnTo>
                  <a:pt x="81189" y="0"/>
                </a:lnTo>
                <a:lnTo>
                  <a:pt x="117427" y="0"/>
                </a:lnTo>
                <a:close/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arDecoder">
            <a:extLst xmlns:a="http://schemas.openxmlformats.org/drawingml/2006/main">
              <a:ext uri="{FF2B5EF4-FFF2-40B4-BE49-F238E27FC236}">
                <a16:creationId xmlns:a16="http://schemas.microsoft.com/office/drawing/2014/main" id="{DA705575-0EBB-4FBE-A3A6-A60ED950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0818" y="1667416"/>
            <a:ext cx="740069" cy="112704"/>
          </a:xfrm>
          <a:custGeom xmlns:a="http://schemas.openxmlformats.org/drawingml/2006/main">
            <a:pathLst>
              <a:path w="740069" h="112704">
                <a:moveTo>
                  <a:pt x="40147" y="99186"/>
                </a:moveTo>
                <a:cubicBezTo>
                  <a:pt x="30863" y="107438"/>
                  <a:pt x="22530" y="111564"/>
                  <a:pt x="15147" y="111564"/>
                </a:cubicBezTo>
                <a:cubicBezTo>
                  <a:pt x="10804" y="111564"/>
                  <a:pt x="7193" y="110135"/>
                  <a:pt x="4316" y="107276"/>
                </a:cubicBezTo>
                <a:cubicBezTo>
                  <a:pt x="1439" y="104416"/>
                  <a:pt x="0" y="100834"/>
                  <a:pt x="0" y="96532"/>
                </a:cubicBezTo>
                <a:cubicBezTo>
                  <a:pt x="0" y="90703"/>
                  <a:pt x="2497" y="85460"/>
                  <a:pt x="7492" y="80803"/>
                </a:cubicBezTo>
                <a:cubicBezTo>
                  <a:pt x="12487" y="76146"/>
                  <a:pt x="23371" y="69950"/>
                  <a:pt x="40147" y="62215"/>
                </a:cubicBezTo>
                <a:lnTo>
                  <a:pt x="40147" y="54561"/>
                </a:lnTo>
                <a:cubicBezTo>
                  <a:pt x="40147" y="48806"/>
                  <a:pt x="39835" y="45182"/>
                  <a:pt x="39210" y="43689"/>
                </a:cubicBezTo>
                <a:cubicBezTo>
                  <a:pt x="38586" y="42196"/>
                  <a:pt x="37405" y="40893"/>
                  <a:pt x="35668" y="39780"/>
                </a:cubicBezTo>
                <a:cubicBezTo>
                  <a:pt x="33931" y="38667"/>
                  <a:pt x="31976" y="38111"/>
                  <a:pt x="29805" y="38111"/>
                </a:cubicBezTo>
                <a:cubicBezTo>
                  <a:pt x="26276" y="38111"/>
                  <a:pt x="23371" y="38898"/>
                  <a:pt x="21091" y="40473"/>
                </a:cubicBezTo>
                <a:cubicBezTo>
                  <a:pt x="19680" y="41450"/>
                  <a:pt x="18974" y="42590"/>
                  <a:pt x="18974" y="43893"/>
                </a:cubicBezTo>
                <a:cubicBezTo>
                  <a:pt x="18974" y="45033"/>
                  <a:pt x="19734" y="46444"/>
                  <a:pt x="21254" y="48127"/>
                </a:cubicBezTo>
                <a:cubicBezTo>
                  <a:pt x="23317" y="50462"/>
                  <a:pt x="24349" y="52715"/>
                  <a:pt x="24349" y="54886"/>
                </a:cubicBezTo>
                <a:cubicBezTo>
                  <a:pt x="24349" y="57546"/>
                  <a:pt x="23358" y="59813"/>
                  <a:pt x="21376" y="61686"/>
                </a:cubicBezTo>
                <a:cubicBezTo>
                  <a:pt x="19395" y="63559"/>
                  <a:pt x="16802" y="64496"/>
                  <a:pt x="13599" y="64496"/>
                </a:cubicBezTo>
                <a:cubicBezTo>
                  <a:pt x="10179" y="64496"/>
                  <a:pt x="7315" y="63464"/>
                  <a:pt x="5008" y="61401"/>
                </a:cubicBezTo>
                <a:cubicBezTo>
                  <a:pt x="2701" y="59338"/>
                  <a:pt x="1547" y="56922"/>
                  <a:pt x="1547" y="54153"/>
                </a:cubicBezTo>
                <a:cubicBezTo>
                  <a:pt x="1547" y="50245"/>
                  <a:pt x="3094" y="46512"/>
                  <a:pt x="6189" y="42956"/>
                </a:cubicBezTo>
                <a:cubicBezTo>
                  <a:pt x="9283" y="39400"/>
                  <a:pt x="13599" y="36672"/>
                  <a:pt x="19137" y="34772"/>
                </a:cubicBezTo>
                <a:cubicBezTo>
                  <a:pt x="24674" y="32872"/>
                  <a:pt x="30429" y="31922"/>
                  <a:pt x="36401" y="31922"/>
                </a:cubicBezTo>
                <a:cubicBezTo>
                  <a:pt x="43621" y="31922"/>
                  <a:pt x="49335" y="33460"/>
                  <a:pt x="53543" y="36536"/>
                </a:cubicBezTo>
                <a:cubicBezTo>
                  <a:pt x="57750" y="39610"/>
                  <a:pt x="60478" y="42943"/>
                  <a:pt x="61727" y="46534"/>
                </a:cubicBezTo>
                <a:cubicBezTo>
                  <a:pt x="62487" y="48820"/>
                  <a:pt x="62867" y="54070"/>
                  <a:pt x="62867" y="62287"/>
                </a:cubicBezTo>
                <a:lnTo>
                  <a:pt x="62867" y="91916"/>
                </a:lnTo>
                <a:cubicBezTo>
                  <a:pt x="62867" y="95399"/>
                  <a:pt x="63003" y="97590"/>
                  <a:pt x="63274" y="98489"/>
                </a:cubicBezTo>
                <a:cubicBezTo>
                  <a:pt x="63545" y="99386"/>
                  <a:pt x="63953" y="100053"/>
                  <a:pt x="64495" y="100489"/>
                </a:cubicBezTo>
                <a:cubicBezTo>
                  <a:pt x="65038" y="100924"/>
                  <a:pt x="65663" y="101141"/>
                  <a:pt x="66368" y="101141"/>
                </a:cubicBezTo>
                <a:cubicBezTo>
                  <a:pt x="67780" y="101141"/>
                  <a:pt x="69219" y="100136"/>
                  <a:pt x="70684" y="98128"/>
                </a:cubicBezTo>
                <a:lnTo>
                  <a:pt x="73127" y="100082"/>
                </a:lnTo>
                <a:cubicBezTo>
                  <a:pt x="70413" y="104099"/>
                  <a:pt x="67604" y="107017"/>
                  <a:pt x="64699" y="108836"/>
                </a:cubicBezTo>
                <a:cubicBezTo>
                  <a:pt x="61795" y="110655"/>
                  <a:pt x="58497" y="111564"/>
                  <a:pt x="54805" y="111564"/>
                </a:cubicBezTo>
                <a:cubicBezTo>
                  <a:pt x="50462" y="111564"/>
                  <a:pt x="47069" y="110539"/>
                  <a:pt x="44626" y="108490"/>
                </a:cubicBezTo>
                <a:cubicBezTo>
                  <a:pt x="42183" y="106441"/>
                  <a:pt x="40690" y="103339"/>
                  <a:pt x="40147" y="99186"/>
                </a:cubicBezTo>
                <a:moveTo>
                  <a:pt x="40147" y="93160"/>
                </a:moveTo>
                <a:lnTo>
                  <a:pt x="40147" y="67687"/>
                </a:lnTo>
                <a:cubicBezTo>
                  <a:pt x="33578" y="71560"/>
                  <a:pt x="28692" y="75706"/>
                  <a:pt x="25489" y="80126"/>
                </a:cubicBezTo>
                <a:cubicBezTo>
                  <a:pt x="23371" y="83071"/>
                  <a:pt x="22313" y="86044"/>
                  <a:pt x="22313" y="89045"/>
                </a:cubicBezTo>
                <a:cubicBezTo>
                  <a:pt x="22313" y="91554"/>
                  <a:pt x="23209" y="93764"/>
                  <a:pt x="25000" y="95674"/>
                </a:cubicBezTo>
                <a:cubicBezTo>
                  <a:pt x="26357" y="97147"/>
                  <a:pt x="28257" y="97883"/>
                  <a:pt x="30701" y="97883"/>
                </a:cubicBezTo>
                <a:cubicBezTo>
                  <a:pt x="33415" y="97883"/>
                  <a:pt x="36564" y="96309"/>
                  <a:pt x="40147" y="93160"/>
                </a:cubicBezTo>
                <a:close/>
                <a:moveTo>
                  <a:pt x="113110" y="34202"/>
                </a:moveTo>
                <a:lnTo>
                  <a:pt x="113110" y="51466"/>
                </a:lnTo>
                <a:cubicBezTo>
                  <a:pt x="118159" y="43594"/>
                  <a:pt x="122584" y="38369"/>
                  <a:pt x="126384" y="35790"/>
                </a:cubicBezTo>
                <a:cubicBezTo>
                  <a:pt x="130184" y="33211"/>
                  <a:pt x="133849" y="31922"/>
                  <a:pt x="137378" y="31922"/>
                </a:cubicBezTo>
                <a:cubicBezTo>
                  <a:pt x="140418" y="31922"/>
                  <a:pt x="142847" y="32862"/>
                  <a:pt x="144666" y="34742"/>
                </a:cubicBezTo>
                <a:cubicBezTo>
                  <a:pt x="146485" y="36621"/>
                  <a:pt x="147394" y="39277"/>
                  <a:pt x="147394" y="42709"/>
                </a:cubicBezTo>
                <a:cubicBezTo>
                  <a:pt x="147394" y="46360"/>
                  <a:pt x="146512" y="49194"/>
                  <a:pt x="144747" y="51212"/>
                </a:cubicBezTo>
                <a:cubicBezTo>
                  <a:pt x="142983" y="53227"/>
                  <a:pt x="140852" y="54235"/>
                  <a:pt x="138355" y="54235"/>
                </a:cubicBezTo>
                <a:cubicBezTo>
                  <a:pt x="135477" y="54235"/>
                  <a:pt x="132980" y="53312"/>
                  <a:pt x="130863" y="51466"/>
                </a:cubicBezTo>
                <a:cubicBezTo>
                  <a:pt x="128746" y="49620"/>
                  <a:pt x="127497" y="48589"/>
                  <a:pt x="127117" y="48372"/>
                </a:cubicBezTo>
                <a:cubicBezTo>
                  <a:pt x="126574" y="48046"/>
                  <a:pt x="125950" y="47883"/>
                  <a:pt x="125244" y="47883"/>
                </a:cubicBezTo>
                <a:cubicBezTo>
                  <a:pt x="123670" y="47883"/>
                  <a:pt x="122177" y="48480"/>
                  <a:pt x="120765" y="49675"/>
                </a:cubicBezTo>
                <a:cubicBezTo>
                  <a:pt x="118539" y="51520"/>
                  <a:pt x="116856" y="54153"/>
                  <a:pt x="115716" y="57574"/>
                </a:cubicBezTo>
                <a:cubicBezTo>
                  <a:pt x="113979" y="62840"/>
                  <a:pt x="113110" y="68649"/>
                  <a:pt x="113110" y="75000"/>
                </a:cubicBezTo>
                <a:lnTo>
                  <a:pt x="113110" y="92509"/>
                </a:lnTo>
                <a:lnTo>
                  <a:pt x="113192" y="97069"/>
                </a:lnTo>
                <a:cubicBezTo>
                  <a:pt x="113192" y="100163"/>
                  <a:pt x="113382" y="102145"/>
                  <a:pt x="113762" y="103014"/>
                </a:cubicBezTo>
                <a:cubicBezTo>
                  <a:pt x="114413" y="104479"/>
                  <a:pt x="115377" y="105552"/>
                  <a:pt x="116653" y="106230"/>
                </a:cubicBezTo>
                <a:cubicBezTo>
                  <a:pt x="117928" y="106909"/>
                  <a:pt x="120086" y="107330"/>
                  <a:pt x="123127" y="107493"/>
                </a:cubicBezTo>
                <a:lnTo>
                  <a:pt x="123127" y="110424"/>
                </a:lnTo>
                <a:lnTo>
                  <a:pt x="82003" y="110424"/>
                </a:lnTo>
                <a:lnTo>
                  <a:pt x="82003" y="107493"/>
                </a:lnTo>
                <a:cubicBezTo>
                  <a:pt x="85314" y="107221"/>
                  <a:pt x="87554" y="106312"/>
                  <a:pt x="88721" y="104764"/>
                </a:cubicBezTo>
                <a:cubicBezTo>
                  <a:pt x="89888" y="103217"/>
                  <a:pt x="90472" y="99132"/>
                  <a:pt x="90472" y="92509"/>
                </a:cubicBezTo>
                <a:lnTo>
                  <a:pt x="90472" y="50326"/>
                </a:lnTo>
                <a:cubicBezTo>
                  <a:pt x="90472" y="45956"/>
                  <a:pt x="90255" y="43170"/>
                  <a:pt x="89820" y="41969"/>
                </a:cubicBezTo>
                <a:cubicBezTo>
                  <a:pt x="89277" y="40439"/>
                  <a:pt x="88490" y="39319"/>
                  <a:pt x="87459" y="38610"/>
                </a:cubicBezTo>
                <a:cubicBezTo>
                  <a:pt x="86427" y="37899"/>
                  <a:pt x="84608" y="37407"/>
                  <a:pt x="82003" y="37134"/>
                </a:cubicBezTo>
                <a:lnTo>
                  <a:pt x="82003" y="34202"/>
                </a:lnTo>
                <a:lnTo>
                  <a:pt x="113110" y="34202"/>
                </a:lnTo>
                <a:close/>
                <a:moveTo>
                  <a:pt x="152118" y="110424"/>
                </a:moveTo>
                <a:lnTo>
                  <a:pt x="152118" y="107493"/>
                </a:lnTo>
                <a:lnTo>
                  <a:pt x="155782" y="107493"/>
                </a:lnTo>
                <a:cubicBezTo>
                  <a:pt x="158985" y="107493"/>
                  <a:pt x="161442" y="106988"/>
                  <a:pt x="163152" y="105978"/>
                </a:cubicBezTo>
                <a:cubicBezTo>
                  <a:pt x="164862" y="104969"/>
                  <a:pt x="166125" y="103591"/>
                  <a:pt x="166939" y="101846"/>
                </a:cubicBezTo>
                <a:cubicBezTo>
                  <a:pt x="167427" y="100699"/>
                  <a:pt x="167672" y="97261"/>
                  <a:pt x="167672" y="91531"/>
                </a:cubicBezTo>
                <a:lnTo>
                  <a:pt x="167672" y="18893"/>
                </a:lnTo>
                <a:cubicBezTo>
                  <a:pt x="167672" y="13218"/>
                  <a:pt x="167373" y="9671"/>
                  <a:pt x="166776" y="8253"/>
                </a:cubicBezTo>
                <a:cubicBezTo>
                  <a:pt x="166179" y="6833"/>
                  <a:pt x="164971" y="5591"/>
                  <a:pt x="163152" y="4527"/>
                </a:cubicBezTo>
                <a:cubicBezTo>
                  <a:pt x="161333" y="3463"/>
                  <a:pt x="158877" y="2932"/>
                  <a:pt x="155782" y="2932"/>
                </a:cubicBezTo>
                <a:lnTo>
                  <a:pt x="152118" y="2932"/>
                </a:lnTo>
                <a:lnTo>
                  <a:pt x="152118" y="0"/>
                </a:lnTo>
                <a:lnTo>
                  <a:pt x="201548" y="0"/>
                </a:lnTo>
                <a:cubicBezTo>
                  <a:pt x="214740" y="0"/>
                  <a:pt x="225354" y="1792"/>
                  <a:pt x="233389" y="5375"/>
                </a:cubicBezTo>
                <a:cubicBezTo>
                  <a:pt x="243215" y="9772"/>
                  <a:pt x="250666" y="16422"/>
                  <a:pt x="255742" y="25326"/>
                </a:cubicBezTo>
                <a:cubicBezTo>
                  <a:pt x="260818" y="34229"/>
                  <a:pt x="263356" y="44300"/>
                  <a:pt x="263356" y="55538"/>
                </a:cubicBezTo>
                <a:cubicBezTo>
                  <a:pt x="263356" y="63301"/>
                  <a:pt x="262108" y="70454"/>
                  <a:pt x="259610" y="76996"/>
                </a:cubicBezTo>
                <a:cubicBezTo>
                  <a:pt x="257113" y="83537"/>
                  <a:pt x="253883" y="88939"/>
                  <a:pt x="249920" y="93201"/>
                </a:cubicBezTo>
                <a:cubicBezTo>
                  <a:pt x="245957" y="97463"/>
                  <a:pt x="241383" y="100883"/>
                  <a:pt x="236198" y="103462"/>
                </a:cubicBezTo>
                <a:cubicBezTo>
                  <a:pt x="231014" y="106040"/>
                  <a:pt x="224675" y="108035"/>
                  <a:pt x="217183" y="109447"/>
                </a:cubicBezTo>
                <a:cubicBezTo>
                  <a:pt x="213872" y="110098"/>
                  <a:pt x="208660" y="110424"/>
                  <a:pt x="201548" y="110424"/>
                </a:cubicBezTo>
                <a:lnTo>
                  <a:pt x="152118" y="110424"/>
                </a:lnTo>
                <a:moveTo>
                  <a:pt x="194219" y="6189"/>
                </a:moveTo>
                <a:lnTo>
                  <a:pt x="194219" y="92275"/>
                </a:lnTo>
                <a:cubicBezTo>
                  <a:pt x="194219" y="96831"/>
                  <a:pt x="194436" y="99626"/>
                  <a:pt x="194871" y="100657"/>
                </a:cubicBezTo>
                <a:cubicBezTo>
                  <a:pt x="195305" y="101687"/>
                  <a:pt x="196038" y="102472"/>
                  <a:pt x="197069" y="103014"/>
                </a:cubicBezTo>
                <a:cubicBezTo>
                  <a:pt x="198535" y="103828"/>
                  <a:pt x="200652" y="104235"/>
                  <a:pt x="203421" y="104235"/>
                </a:cubicBezTo>
                <a:cubicBezTo>
                  <a:pt x="212487" y="104235"/>
                  <a:pt x="219409" y="101143"/>
                  <a:pt x="224187" y="94959"/>
                </a:cubicBezTo>
                <a:cubicBezTo>
                  <a:pt x="230701" y="86606"/>
                  <a:pt x="233959" y="73642"/>
                  <a:pt x="233959" y="56067"/>
                </a:cubicBezTo>
                <a:cubicBezTo>
                  <a:pt x="233959" y="41910"/>
                  <a:pt x="231733" y="30600"/>
                  <a:pt x="227281" y="22137"/>
                </a:cubicBezTo>
                <a:cubicBezTo>
                  <a:pt x="223752" y="15519"/>
                  <a:pt x="219219" y="11016"/>
                  <a:pt x="213682" y="8629"/>
                </a:cubicBezTo>
                <a:cubicBezTo>
                  <a:pt x="209773" y="6948"/>
                  <a:pt x="203285" y="6135"/>
                  <a:pt x="194219" y="6189"/>
                </a:cubicBezTo>
                <a:close/>
                <a:moveTo>
                  <a:pt x="340474" y="69544"/>
                </a:moveTo>
                <a:lnTo>
                  <a:pt x="298698" y="69544"/>
                </a:lnTo>
                <a:cubicBezTo>
                  <a:pt x="299187" y="79669"/>
                  <a:pt x="301874" y="87671"/>
                  <a:pt x="306760" y="93550"/>
                </a:cubicBezTo>
                <a:cubicBezTo>
                  <a:pt x="310506" y="98067"/>
                  <a:pt x="315012" y="100326"/>
                  <a:pt x="320278" y="100326"/>
                </a:cubicBezTo>
                <a:cubicBezTo>
                  <a:pt x="323535" y="100326"/>
                  <a:pt x="326494" y="99417"/>
                  <a:pt x="329154" y="97598"/>
                </a:cubicBezTo>
                <a:cubicBezTo>
                  <a:pt x="331814" y="95780"/>
                  <a:pt x="334665" y="92509"/>
                  <a:pt x="337705" y="87786"/>
                </a:cubicBezTo>
                <a:lnTo>
                  <a:pt x="340474" y="89577"/>
                </a:lnTo>
                <a:cubicBezTo>
                  <a:pt x="336348" y="97992"/>
                  <a:pt x="331787" y="103950"/>
                  <a:pt x="326793" y="107452"/>
                </a:cubicBezTo>
                <a:cubicBezTo>
                  <a:pt x="321798" y="110953"/>
                  <a:pt x="316016" y="112704"/>
                  <a:pt x="309447" y="112704"/>
                </a:cubicBezTo>
                <a:cubicBezTo>
                  <a:pt x="298155" y="112704"/>
                  <a:pt x="289605" y="108357"/>
                  <a:pt x="283796" y="99662"/>
                </a:cubicBezTo>
                <a:cubicBezTo>
                  <a:pt x="279127" y="92652"/>
                  <a:pt x="276792" y="83957"/>
                  <a:pt x="276792" y="73578"/>
                </a:cubicBezTo>
                <a:cubicBezTo>
                  <a:pt x="276792" y="60861"/>
                  <a:pt x="280226" y="50739"/>
                  <a:pt x="287094" y="43213"/>
                </a:cubicBezTo>
                <a:cubicBezTo>
                  <a:pt x="293961" y="35686"/>
                  <a:pt x="302010" y="31922"/>
                  <a:pt x="311239" y="31922"/>
                </a:cubicBezTo>
                <a:cubicBezTo>
                  <a:pt x="318948" y="31922"/>
                  <a:pt x="325639" y="35084"/>
                  <a:pt x="331312" y="41409"/>
                </a:cubicBezTo>
                <a:cubicBezTo>
                  <a:pt x="336985" y="47734"/>
                  <a:pt x="340039" y="57112"/>
                  <a:pt x="340474" y="69544"/>
                </a:cubicBezTo>
                <a:moveTo>
                  <a:pt x="320441" y="64170"/>
                </a:moveTo>
                <a:cubicBezTo>
                  <a:pt x="320441" y="55429"/>
                  <a:pt x="319966" y="49430"/>
                  <a:pt x="319016" y="46173"/>
                </a:cubicBezTo>
                <a:cubicBezTo>
                  <a:pt x="318066" y="42916"/>
                  <a:pt x="316586" y="40445"/>
                  <a:pt x="314578" y="38762"/>
                </a:cubicBezTo>
                <a:cubicBezTo>
                  <a:pt x="313438" y="37785"/>
                  <a:pt x="311917" y="37297"/>
                  <a:pt x="310017" y="37297"/>
                </a:cubicBezTo>
                <a:cubicBezTo>
                  <a:pt x="307194" y="37297"/>
                  <a:pt x="304887" y="38681"/>
                  <a:pt x="303095" y="41450"/>
                </a:cubicBezTo>
                <a:cubicBezTo>
                  <a:pt x="299892" y="46281"/>
                  <a:pt x="298291" y="52905"/>
                  <a:pt x="298291" y="61320"/>
                </a:cubicBezTo>
                <a:lnTo>
                  <a:pt x="298291" y="64170"/>
                </a:lnTo>
                <a:lnTo>
                  <a:pt x="320441" y="64170"/>
                </a:lnTo>
                <a:close/>
                <a:moveTo>
                  <a:pt x="412135" y="90735"/>
                </a:moveTo>
                <a:lnTo>
                  <a:pt x="414660" y="92687"/>
                </a:lnTo>
                <a:cubicBezTo>
                  <a:pt x="411077" y="99441"/>
                  <a:pt x="406611" y="104466"/>
                  <a:pt x="401264" y="107762"/>
                </a:cubicBezTo>
                <a:cubicBezTo>
                  <a:pt x="395916" y="111057"/>
                  <a:pt x="390230" y="112704"/>
                  <a:pt x="384203" y="112704"/>
                </a:cubicBezTo>
                <a:cubicBezTo>
                  <a:pt x="374051" y="112704"/>
                  <a:pt x="365935" y="108873"/>
                  <a:pt x="359855" y="101212"/>
                </a:cubicBezTo>
                <a:cubicBezTo>
                  <a:pt x="353774" y="93549"/>
                  <a:pt x="350734" y="84337"/>
                  <a:pt x="350734" y="73578"/>
                </a:cubicBezTo>
                <a:cubicBezTo>
                  <a:pt x="350734" y="63197"/>
                  <a:pt x="353503" y="54067"/>
                  <a:pt x="359040" y="46188"/>
                </a:cubicBezTo>
                <a:cubicBezTo>
                  <a:pt x="365718" y="36677"/>
                  <a:pt x="374920" y="31922"/>
                  <a:pt x="386646" y="31922"/>
                </a:cubicBezTo>
                <a:cubicBezTo>
                  <a:pt x="394518" y="31922"/>
                  <a:pt x="400775" y="33910"/>
                  <a:pt x="405417" y="37884"/>
                </a:cubicBezTo>
                <a:cubicBezTo>
                  <a:pt x="410059" y="41858"/>
                  <a:pt x="412380" y="46294"/>
                  <a:pt x="412380" y="51194"/>
                </a:cubicBezTo>
                <a:cubicBezTo>
                  <a:pt x="412380" y="54297"/>
                  <a:pt x="411443" y="56774"/>
                  <a:pt x="409570" y="58625"/>
                </a:cubicBezTo>
                <a:cubicBezTo>
                  <a:pt x="407697" y="60476"/>
                  <a:pt x="405240" y="61401"/>
                  <a:pt x="402200" y="61401"/>
                </a:cubicBezTo>
                <a:cubicBezTo>
                  <a:pt x="398997" y="61401"/>
                  <a:pt x="396351" y="60339"/>
                  <a:pt x="394261" y="58215"/>
                </a:cubicBezTo>
                <a:cubicBezTo>
                  <a:pt x="392170" y="56089"/>
                  <a:pt x="390881" y="52302"/>
                  <a:pt x="390392" y="46855"/>
                </a:cubicBezTo>
                <a:cubicBezTo>
                  <a:pt x="390067" y="43423"/>
                  <a:pt x="389279" y="41026"/>
                  <a:pt x="388031" y="39663"/>
                </a:cubicBezTo>
                <a:cubicBezTo>
                  <a:pt x="386782" y="38303"/>
                  <a:pt x="385316" y="37622"/>
                  <a:pt x="383633" y="37622"/>
                </a:cubicBezTo>
                <a:cubicBezTo>
                  <a:pt x="381028" y="37622"/>
                  <a:pt x="378802" y="39007"/>
                  <a:pt x="376956" y="41775"/>
                </a:cubicBezTo>
                <a:cubicBezTo>
                  <a:pt x="374133" y="45956"/>
                  <a:pt x="372721" y="52362"/>
                  <a:pt x="372721" y="60994"/>
                </a:cubicBezTo>
                <a:cubicBezTo>
                  <a:pt x="372721" y="68160"/>
                  <a:pt x="373861" y="75014"/>
                  <a:pt x="376142" y="81556"/>
                </a:cubicBezTo>
                <a:cubicBezTo>
                  <a:pt x="378422" y="88098"/>
                  <a:pt x="381543" y="92970"/>
                  <a:pt x="385506" y="96173"/>
                </a:cubicBezTo>
                <a:cubicBezTo>
                  <a:pt x="388492" y="98508"/>
                  <a:pt x="392021" y="99675"/>
                  <a:pt x="396093" y="99675"/>
                </a:cubicBezTo>
                <a:cubicBezTo>
                  <a:pt x="398753" y="99675"/>
                  <a:pt x="401277" y="99052"/>
                  <a:pt x="403666" y="97807"/>
                </a:cubicBezTo>
                <a:cubicBezTo>
                  <a:pt x="406055" y="96560"/>
                  <a:pt x="408878" y="94203"/>
                  <a:pt x="412135" y="90735"/>
                </a:cubicBezTo>
                <a:close/>
                <a:moveTo>
                  <a:pt x="459937" y="31922"/>
                </a:moveTo>
                <a:cubicBezTo>
                  <a:pt x="466561" y="31922"/>
                  <a:pt x="472722" y="33634"/>
                  <a:pt x="478423" y="37057"/>
                </a:cubicBezTo>
                <a:cubicBezTo>
                  <a:pt x="484123" y="40481"/>
                  <a:pt x="488453" y="45345"/>
                  <a:pt x="491412" y="51649"/>
                </a:cubicBezTo>
                <a:cubicBezTo>
                  <a:pt x="494370" y="57954"/>
                  <a:pt x="495850" y="64855"/>
                  <a:pt x="495850" y="72354"/>
                </a:cubicBezTo>
                <a:cubicBezTo>
                  <a:pt x="495850" y="83168"/>
                  <a:pt x="493108" y="92216"/>
                  <a:pt x="487625" y="99499"/>
                </a:cubicBezTo>
                <a:cubicBezTo>
                  <a:pt x="481002" y="108303"/>
                  <a:pt x="471854" y="112704"/>
                  <a:pt x="460182" y="112704"/>
                </a:cubicBezTo>
                <a:cubicBezTo>
                  <a:pt x="448727" y="112704"/>
                  <a:pt x="439905" y="108683"/>
                  <a:pt x="433716" y="100639"/>
                </a:cubicBezTo>
                <a:cubicBezTo>
                  <a:pt x="427527" y="92596"/>
                  <a:pt x="424432" y="83276"/>
                  <a:pt x="424432" y="72680"/>
                </a:cubicBezTo>
                <a:cubicBezTo>
                  <a:pt x="424432" y="61757"/>
                  <a:pt x="427595" y="52234"/>
                  <a:pt x="433919" y="44109"/>
                </a:cubicBezTo>
                <a:cubicBezTo>
                  <a:pt x="440244" y="35984"/>
                  <a:pt x="448917" y="31922"/>
                  <a:pt x="459937" y="31922"/>
                </a:cubicBezTo>
                <a:moveTo>
                  <a:pt x="460263" y="37622"/>
                </a:moveTo>
                <a:cubicBezTo>
                  <a:pt x="457494" y="37622"/>
                  <a:pt x="455119" y="38669"/>
                  <a:pt x="453138" y="40763"/>
                </a:cubicBezTo>
                <a:cubicBezTo>
                  <a:pt x="451156" y="42854"/>
                  <a:pt x="449853" y="46985"/>
                  <a:pt x="449229" y="53153"/>
                </a:cubicBezTo>
                <a:cubicBezTo>
                  <a:pt x="448605" y="59322"/>
                  <a:pt x="448292" y="67896"/>
                  <a:pt x="448292" y="78876"/>
                </a:cubicBezTo>
                <a:cubicBezTo>
                  <a:pt x="448292" y="84692"/>
                  <a:pt x="448672" y="90128"/>
                  <a:pt x="449432" y="95183"/>
                </a:cubicBezTo>
                <a:cubicBezTo>
                  <a:pt x="450030" y="99041"/>
                  <a:pt x="451305" y="101976"/>
                  <a:pt x="453260" y="103988"/>
                </a:cubicBezTo>
                <a:cubicBezTo>
                  <a:pt x="455214" y="105999"/>
                  <a:pt x="457440" y="107004"/>
                  <a:pt x="459937" y="107004"/>
                </a:cubicBezTo>
                <a:cubicBezTo>
                  <a:pt x="462380" y="107004"/>
                  <a:pt x="464416" y="106324"/>
                  <a:pt x="466045" y="104966"/>
                </a:cubicBezTo>
                <a:cubicBezTo>
                  <a:pt x="468162" y="103118"/>
                  <a:pt x="469574" y="100536"/>
                  <a:pt x="470279" y="97219"/>
                </a:cubicBezTo>
                <a:cubicBezTo>
                  <a:pt x="471365" y="92057"/>
                  <a:pt x="471908" y="81621"/>
                  <a:pt x="471908" y="65913"/>
                </a:cubicBezTo>
                <a:cubicBezTo>
                  <a:pt x="471908" y="56674"/>
                  <a:pt x="471392" y="50329"/>
                  <a:pt x="470361" y="46878"/>
                </a:cubicBezTo>
                <a:cubicBezTo>
                  <a:pt x="469329" y="43425"/>
                  <a:pt x="467809" y="40911"/>
                  <a:pt x="465801" y="39335"/>
                </a:cubicBezTo>
                <a:cubicBezTo>
                  <a:pt x="464389" y="38193"/>
                  <a:pt x="462543" y="37622"/>
                  <a:pt x="460263" y="37622"/>
                </a:cubicBezTo>
                <a:close/>
                <a:moveTo>
                  <a:pt x="581435" y="0"/>
                </a:moveTo>
                <a:lnTo>
                  <a:pt x="581435" y="87623"/>
                </a:lnTo>
                <a:cubicBezTo>
                  <a:pt x="581435" y="93481"/>
                  <a:pt x="581598" y="96947"/>
                  <a:pt x="581924" y="98021"/>
                </a:cubicBezTo>
                <a:cubicBezTo>
                  <a:pt x="582358" y="99795"/>
                  <a:pt x="583186" y="101113"/>
                  <a:pt x="584408" y="101973"/>
                </a:cubicBezTo>
                <a:cubicBezTo>
                  <a:pt x="585629" y="102831"/>
                  <a:pt x="587760" y="103368"/>
                  <a:pt x="590800" y="103584"/>
                </a:cubicBezTo>
                <a:lnTo>
                  <a:pt x="590800" y="106515"/>
                </a:lnTo>
                <a:lnTo>
                  <a:pt x="558634" y="112704"/>
                </a:lnTo>
                <a:lnTo>
                  <a:pt x="558634" y="100652"/>
                </a:lnTo>
                <a:cubicBezTo>
                  <a:pt x="554779" y="105321"/>
                  <a:pt x="551346" y="108497"/>
                  <a:pt x="548333" y="110180"/>
                </a:cubicBezTo>
                <a:cubicBezTo>
                  <a:pt x="545319" y="111863"/>
                  <a:pt x="541913" y="112704"/>
                  <a:pt x="538113" y="112704"/>
                </a:cubicBezTo>
                <a:cubicBezTo>
                  <a:pt x="528395" y="112704"/>
                  <a:pt x="520713" y="108357"/>
                  <a:pt x="515067" y="99662"/>
                </a:cubicBezTo>
                <a:cubicBezTo>
                  <a:pt x="510507" y="92598"/>
                  <a:pt x="508226" y="83930"/>
                  <a:pt x="508226" y="73659"/>
                </a:cubicBezTo>
                <a:cubicBezTo>
                  <a:pt x="508226" y="65453"/>
                  <a:pt x="509638" y="58103"/>
                  <a:pt x="512461" y="51609"/>
                </a:cubicBezTo>
                <a:cubicBezTo>
                  <a:pt x="515284" y="45114"/>
                  <a:pt x="519152" y="40210"/>
                  <a:pt x="524065" y="36895"/>
                </a:cubicBezTo>
                <a:cubicBezTo>
                  <a:pt x="528978" y="33580"/>
                  <a:pt x="534258" y="31922"/>
                  <a:pt x="539904" y="31922"/>
                </a:cubicBezTo>
                <a:cubicBezTo>
                  <a:pt x="543542" y="31922"/>
                  <a:pt x="546772" y="32634"/>
                  <a:pt x="549595" y="34057"/>
                </a:cubicBezTo>
                <a:cubicBezTo>
                  <a:pt x="552418" y="35481"/>
                  <a:pt x="555431" y="37972"/>
                  <a:pt x="558634" y="41531"/>
                </a:cubicBezTo>
                <a:lnTo>
                  <a:pt x="558634" y="18567"/>
                </a:lnTo>
                <a:cubicBezTo>
                  <a:pt x="558634" y="12758"/>
                  <a:pt x="558390" y="9256"/>
                  <a:pt x="557901" y="8062"/>
                </a:cubicBezTo>
                <a:cubicBezTo>
                  <a:pt x="557250" y="6488"/>
                  <a:pt x="556272" y="5320"/>
                  <a:pt x="554969" y="4560"/>
                </a:cubicBezTo>
                <a:cubicBezTo>
                  <a:pt x="553666" y="3800"/>
                  <a:pt x="551223" y="3420"/>
                  <a:pt x="547640" y="3420"/>
                </a:cubicBezTo>
                <a:lnTo>
                  <a:pt x="547640" y="0"/>
                </a:lnTo>
                <a:lnTo>
                  <a:pt x="581435" y="0"/>
                </a:lnTo>
                <a:moveTo>
                  <a:pt x="558634" y="51466"/>
                </a:moveTo>
                <a:cubicBezTo>
                  <a:pt x="554617" y="43866"/>
                  <a:pt x="549703" y="40065"/>
                  <a:pt x="543894" y="40065"/>
                </a:cubicBezTo>
                <a:cubicBezTo>
                  <a:pt x="541886" y="40065"/>
                  <a:pt x="540230" y="40608"/>
                  <a:pt x="538927" y="41694"/>
                </a:cubicBezTo>
                <a:cubicBezTo>
                  <a:pt x="536918" y="43377"/>
                  <a:pt x="535276" y="46336"/>
                  <a:pt x="534000" y="50570"/>
                </a:cubicBezTo>
                <a:cubicBezTo>
                  <a:pt x="532724" y="54805"/>
                  <a:pt x="532087" y="61292"/>
                  <a:pt x="532087" y="70033"/>
                </a:cubicBezTo>
                <a:cubicBezTo>
                  <a:pt x="532087" y="79642"/>
                  <a:pt x="532792" y="86754"/>
                  <a:pt x="534204" y="91369"/>
                </a:cubicBezTo>
                <a:cubicBezTo>
                  <a:pt x="535615" y="95983"/>
                  <a:pt x="537543" y="99322"/>
                  <a:pt x="539986" y="101385"/>
                </a:cubicBezTo>
                <a:cubicBezTo>
                  <a:pt x="541234" y="102416"/>
                  <a:pt x="542944" y="102932"/>
                  <a:pt x="545116" y="102932"/>
                </a:cubicBezTo>
                <a:cubicBezTo>
                  <a:pt x="549893" y="102932"/>
                  <a:pt x="554399" y="99174"/>
                  <a:pt x="558634" y="91659"/>
                </a:cubicBezTo>
                <a:lnTo>
                  <a:pt x="558634" y="51466"/>
                </a:lnTo>
                <a:close/>
                <a:moveTo>
                  <a:pt x="664661" y="69544"/>
                </a:moveTo>
                <a:lnTo>
                  <a:pt x="622886" y="69544"/>
                </a:lnTo>
                <a:cubicBezTo>
                  <a:pt x="623374" y="79669"/>
                  <a:pt x="626062" y="87671"/>
                  <a:pt x="630948" y="93550"/>
                </a:cubicBezTo>
                <a:cubicBezTo>
                  <a:pt x="634694" y="98067"/>
                  <a:pt x="639200" y="100326"/>
                  <a:pt x="644466" y="100326"/>
                </a:cubicBezTo>
                <a:cubicBezTo>
                  <a:pt x="647723" y="100326"/>
                  <a:pt x="650682" y="99417"/>
                  <a:pt x="653342" y="97598"/>
                </a:cubicBezTo>
                <a:cubicBezTo>
                  <a:pt x="656002" y="95780"/>
                  <a:pt x="658852" y="92509"/>
                  <a:pt x="661892" y="87786"/>
                </a:cubicBezTo>
                <a:lnTo>
                  <a:pt x="664661" y="89577"/>
                </a:lnTo>
                <a:cubicBezTo>
                  <a:pt x="660535" y="97992"/>
                  <a:pt x="655975" y="103950"/>
                  <a:pt x="650980" y="107452"/>
                </a:cubicBezTo>
                <a:cubicBezTo>
                  <a:pt x="645986" y="110953"/>
                  <a:pt x="640204" y="112704"/>
                  <a:pt x="633635" y="112704"/>
                </a:cubicBezTo>
                <a:cubicBezTo>
                  <a:pt x="622343" y="112704"/>
                  <a:pt x="613792" y="108357"/>
                  <a:pt x="607983" y="99662"/>
                </a:cubicBezTo>
                <a:cubicBezTo>
                  <a:pt x="603314" y="92652"/>
                  <a:pt x="600980" y="83957"/>
                  <a:pt x="600980" y="73578"/>
                </a:cubicBezTo>
                <a:cubicBezTo>
                  <a:pt x="600980" y="60861"/>
                  <a:pt x="604414" y="50739"/>
                  <a:pt x="611281" y="43213"/>
                </a:cubicBezTo>
                <a:cubicBezTo>
                  <a:pt x="618149" y="35686"/>
                  <a:pt x="626197" y="31922"/>
                  <a:pt x="635426" y="31922"/>
                </a:cubicBezTo>
                <a:cubicBezTo>
                  <a:pt x="643136" y="31922"/>
                  <a:pt x="649827" y="35084"/>
                  <a:pt x="655500" y="41409"/>
                </a:cubicBezTo>
                <a:cubicBezTo>
                  <a:pt x="661173" y="47734"/>
                  <a:pt x="664227" y="57112"/>
                  <a:pt x="664661" y="69544"/>
                </a:cubicBezTo>
                <a:moveTo>
                  <a:pt x="644629" y="64170"/>
                </a:moveTo>
                <a:cubicBezTo>
                  <a:pt x="644629" y="55429"/>
                  <a:pt x="644153" y="49430"/>
                  <a:pt x="643203" y="46173"/>
                </a:cubicBezTo>
                <a:cubicBezTo>
                  <a:pt x="642253" y="42916"/>
                  <a:pt x="640774" y="40445"/>
                  <a:pt x="638765" y="38762"/>
                </a:cubicBezTo>
                <a:cubicBezTo>
                  <a:pt x="637625" y="37785"/>
                  <a:pt x="636105" y="37297"/>
                  <a:pt x="634205" y="37297"/>
                </a:cubicBezTo>
                <a:cubicBezTo>
                  <a:pt x="631382" y="37297"/>
                  <a:pt x="629075" y="38681"/>
                  <a:pt x="627283" y="41450"/>
                </a:cubicBezTo>
                <a:cubicBezTo>
                  <a:pt x="624080" y="46281"/>
                  <a:pt x="622479" y="52905"/>
                  <a:pt x="622479" y="61320"/>
                </a:cubicBezTo>
                <a:lnTo>
                  <a:pt x="622479" y="64170"/>
                </a:lnTo>
                <a:lnTo>
                  <a:pt x="644629" y="64170"/>
                </a:lnTo>
                <a:close/>
                <a:moveTo>
                  <a:pt x="705785" y="34202"/>
                </a:moveTo>
                <a:lnTo>
                  <a:pt x="705785" y="51466"/>
                </a:lnTo>
                <a:cubicBezTo>
                  <a:pt x="710834" y="43594"/>
                  <a:pt x="715259" y="38369"/>
                  <a:pt x="719059" y="35790"/>
                </a:cubicBezTo>
                <a:cubicBezTo>
                  <a:pt x="722859" y="33211"/>
                  <a:pt x="726524" y="31922"/>
                  <a:pt x="730052" y="31922"/>
                </a:cubicBezTo>
                <a:cubicBezTo>
                  <a:pt x="733093" y="31922"/>
                  <a:pt x="735522" y="32862"/>
                  <a:pt x="737341" y="34742"/>
                </a:cubicBezTo>
                <a:cubicBezTo>
                  <a:pt x="739159" y="36621"/>
                  <a:pt x="740069" y="39277"/>
                  <a:pt x="740069" y="42709"/>
                </a:cubicBezTo>
                <a:cubicBezTo>
                  <a:pt x="740069" y="46360"/>
                  <a:pt x="739187" y="49194"/>
                  <a:pt x="737422" y="51212"/>
                </a:cubicBezTo>
                <a:cubicBezTo>
                  <a:pt x="735658" y="53227"/>
                  <a:pt x="733527" y="54235"/>
                  <a:pt x="731030" y="54235"/>
                </a:cubicBezTo>
                <a:cubicBezTo>
                  <a:pt x="728152" y="54235"/>
                  <a:pt x="725655" y="53312"/>
                  <a:pt x="723538" y="51466"/>
                </a:cubicBezTo>
                <a:cubicBezTo>
                  <a:pt x="721421" y="49620"/>
                  <a:pt x="720172" y="48589"/>
                  <a:pt x="719792" y="48372"/>
                </a:cubicBezTo>
                <a:cubicBezTo>
                  <a:pt x="719249" y="48046"/>
                  <a:pt x="718625" y="47883"/>
                  <a:pt x="717919" y="47883"/>
                </a:cubicBezTo>
                <a:cubicBezTo>
                  <a:pt x="716344" y="47883"/>
                  <a:pt x="714852" y="48480"/>
                  <a:pt x="713440" y="49675"/>
                </a:cubicBezTo>
                <a:cubicBezTo>
                  <a:pt x="711214" y="51520"/>
                  <a:pt x="709531" y="54153"/>
                  <a:pt x="708391" y="57574"/>
                </a:cubicBezTo>
                <a:cubicBezTo>
                  <a:pt x="706654" y="62840"/>
                  <a:pt x="705785" y="68649"/>
                  <a:pt x="705785" y="75000"/>
                </a:cubicBezTo>
                <a:lnTo>
                  <a:pt x="705785" y="92509"/>
                </a:lnTo>
                <a:lnTo>
                  <a:pt x="705867" y="97069"/>
                </a:lnTo>
                <a:cubicBezTo>
                  <a:pt x="705867" y="100163"/>
                  <a:pt x="706057" y="102145"/>
                  <a:pt x="706437" y="103014"/>
                </a:cubicBezTo>
                <a:cubicBezTo>
                  <a:pt x="707088" y="104479"/>
                  <a:pt x="708052" y="105552"/>
                  <a:pt x="709328" y="106230"/>
                </a:cubicBezTo>
                <a:cubicBezTo>
                  <a:pt x="710603" y="106909"/>
                  <a:pt x="712761" y="107330"/>
                  <a:pt x="715802" y="107493"/>
                </a:cubicBezTo>
                <a:lnTo>
                  <a:pt x="715802" y="110424"/>
                </a:lnTo>
                <a:lnTo>
                  <a:pt x="674678" y="110424"/>
                </a:lnTo>
                <a:lnTo>
                  <a:pt x="674678" y="107493"/>
                </a:lnTo>
                <a:cubicBezTo>
                  <a:pt x="677989" y="107221"/>
                  <a:pt x="680229" y="106312"/>
                  <a:pt x="681396" y="104764"/>
                </a:cubicBezTo>
                <a:cubicBezTo>
                  <a:pt x="682563" y="103217"/>
                  <a:pt x="683147" y="99132"/>
                  <a:pt x="683147" y="92509"/>
                </a:cubicBezTo>
                <a:lnTo>
                  <a:pt x="683147" y="50326"/>
                </a:lnTo>
                <a:cubicBezTo>
                  <a:pt x="683147" y="45956"/>
                  <a:pt x="682930" y="43170"/>
                  <a:pt x="682495" y="41969"/>
                </a:cubicBezTo>
                <a:cubicBezTo>
                  <a:pt x="681952" y="40439"/>
                  <a:pt x="681165" y="39319"/>
                  <a:pt x="680134" y="38610"/>
                </a:cubicBezTo>
                <a:cubicBezTo>
                  <a:pt x="679102" y="37899"/>
                  <a:pt x="677283" y="37407"/>
                  <a:pt x="674678" y="37134"/>
                </a:cubicBezTo>
                <a:lnTo>
                  <a:pt x="674678" y="34202"/>
                </a:lnTo>
                <a:lnTo>
                  <a:pt x="705785" y="34202"/>
                </a:lnTo>
                <a:close/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Decompiled">
            <a:extLst xmlns:a="http://schemas.openxmlformats.org/drawingml/2006/main">
              <a:ext uri="{FF2B5EF4-FFF2-40B4-BE49-F238E27FC236}">
                <a16:creationId xmlns:a16="http://schemas.microsoft.com/office/drawing/2014/main" id="{93C9C6AE-39E2-4301-9483-DC27FAFE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373" y="2051766"/>
            <a:ext cx="837057" cy="148535"/>
          </a:xfrm>
          <a:custGeom xmlns:a="http://schemas.openxmlformats.org/drawingml/2006/main">
            <a:pathLst>
              <a:path w="837057" h="148535">
                <a:moveTo>
                  <a:pt x="0" y="112867"/>
                </a:moveTo>
                <a:lnTo>
                  <a:pt x="0" y="109936"/>
                </a:lnTo>
                <a:lnTo>
                  <a:pt x="3665" y="109936"/>
                </a:lnTo>
                <a:cubicBezTo>
                  <a:pt x="6868" y="109936"/>
                  <a:pt x="9324" y="109431"/>
                  <a:pt x="11034" y="108421"/>
                </a:cubicBezTo>
                <a:cubicBezTo>
                  <a:pt x="12744" y="107412"/>
                  <a:pt x="14007" y="106034"/>
                  <a:pt x="14821" y="104289"/>
                </a:cubicBezTo>
                <a:cubicBezTo>
                  <a:pt x="15310" y="103142"/>
                  <a:pt x="15554" y="99704"/>
                  <a:pt x="15554" y="93974"/>
                </a:cubicBezTo>
                <a:lnTo>
                  <a:pt x="15554" y="21336"/>
                </a:lnTo>
                <a:cubicBezTo>
                  <a:pt x="15554" y="15661"/>
                  <a:pt x="15255" y="12114"/>
                  <a:pt x="14658" y="10696"/>
                </a:cubicBezTo>
                <a:cubicBezTo>
                  <a:pt x="14061" y="9276"/>
                  <a:pt x="12853" y="8034"/>
                  <a:pt x="11034" y="6970"/>
                </a:cubicBezTo>
                <a:cubicBezTo>
                  <a:pt x="9216" y="5906"/>
                  <a:pt x="6759" y="5375"/>
                  <a:pt x="3665" y="5375"/>
                </a:cubicBezTo>
                <a:lnTo>
                  <a:pt x="0" y="5375"/>
                </a:lnTo>
                <a:lnTo>
                  <a:pt x="0" y="2443"/>
                </a:lnTo>
                <a:lnTo>
                  <a:pt x="49430" y="2443"/>
                </a:lnTo>
                <a:cubicBezTo>
                  <a:pt x="62623" y="2443"/>
                  <a:pt x="73236" y="4235"/>
                  <a:pt x="81271" y="7818"/>
                </a:cubicBezTo>
                <a:cubicBezTo>
                  <a:pt x="91097" y="12215"/>
                  <a:pt x="98548" y="18865"/>
                  <a:pt x="103624" y="27769"/>
                </a:cubicBezTo>
                <a:cubicBezTo>
                  <a:pt x="108700" y="36672"/>
                  <a:pt x="111238" y="46743"/>
                  <a:pt x="111238" y="57981"/>
                </a:cubicBezTo>
                <a:cubicBezTo>
                  <a:pt x="111238" y="65744"/>
                  <a:pt x="109990" y="72897"/>
                  <a:pt x="107493" y="79439"/>
                </a:cubicBezTo>
                <a:cubicBezTo>
                  <a:pt x="104995" y="85980"/>
                  <a:pt x="101765" y="91382"/>
                  <a:pt x="97802" y="95644"/>
                </a:cubicBezTo>
                <a:cubicBezTo>
                  <a:pt x="93839" y="99906"/>
                  <a:pt x="89265" y="103326"/>
                  <a:pt x="84080" y="105905"/>
                </a:cubicBezTo>
                <a:cubicBezTo>
                  <a:pt x="78896" y="108483"/>
                  <a:pt x="72557" y="110478"/>
                  <a:pt x="65066" y="111890"/>
                </a:cubicBezTo>
                <a:cubicBezTo>
                  <a:pt x="61754" y="112541"/>
                  <a:pt x="56542" y="112867"/>
                  <a:pt x="49430" y="112867"/>
                </a:cubicBezTo>
                <a:lnTo>
                  <a:pt x="0" y="112867"/>
                </a:lnTo>
                <a:moveTo>
                  <a:pt x="42101" y="8632"/>
                </a:moveTo>
                <a:lnTo>
                  <a:pt x="42101" y="94718"/>
                </a:lnTo>
                <a:cubicBezTo>
                  <a:pt x="42101" y="99274"/>
                  <a:pt x="42318" y="102069"/>
                  <a:pt x="42753" y="103100"/>
                </a:cubicBezTo>
                <a:cubicBezTo>
                  <a:pt x="43187" y="104130"/>
                  <a:pt x="43920" y="104915"/>
                  <a:pt x="44951" y="105457"/>
                </a:cubicBezTo>
                <a:cubicBezTo>
                  <a:pt x="46417" y="106271"/>
                  <a:pt x="48534" y="106678"/>
                  <a:pt x="51303" y="106678"/>
                </a:cubicBezTo>
                <a:cubicBezTo>
                  <a:pt x="60370" y="106678"/>
                  <a:pt x="67291" y="103586"/>
                  <a:pt x="72069" y="97402"/>
                </a:cubicBezTo>
                <a:cubicBezTo>
                  <a:pt x="78584" y="89049"/>
                  <a:pt x="81841" y="76085"/>
                  <a:pt x="81841" y="58510"/>
                </a:cubicBezTo>
                <a:cubicBezTo>
                  <a:pt x="81841" y="44353"/>
                  <a:pt x="79615" y="33043"/>
                  <a:pt x="75163" y="24580"/>
                </a:cubicBezTo>
                <a:cubicBezTo>
                  <a:pt x="71635" y="17962"/>
                  <a:pt x="67101" y="13459"/>
                  <a:pt x="61564" y="11072"/>
                </a:cubicBezTo>
                <a:cubicBezTo>
                  <a:pt x="57655" y="9391"/>
                  <a:pt x="51168" y="8578"/>
                  <a:pt x="42101" y="8632"/>
                </a:cubicBezTo>
                <a:close/>
                <a:moveTo>
                  <a:pt x="188356" y="71987"/>
                </a:moveTo>
                <a:lnTo>
                  <a:pt x="146581" y="71987"/>
                </a:lnTo>
                <a:cubicBezTo>
                  <a:pt x="147069" y="82112"/>
                  <a:pt x="149757" y="90114"/>
                  <a:pt x="154643" y="95993"/>
                </a:cubicBezTo>
                <a:cubicBezTo>
                  <a:pt x="158389" y="100510"/>
                  <a:pt x="162895" y="102769"/>
                  <a:pt x="168161" y="102769"/>
                </a:cubicBezTo>
                <a:cubicBezTo>
                  <a:pt x="171418" y="102769"/>
                  <a:pt x="174377" y="101860"/>
                  <a:pt x="177037" y="100041"/>
                </a:cubicBezTo>
                <a:cubicBezTo>
                  <a:pt x="179697" y="98223"/>
                  <a:pt x="182547" y="94952"/>
                  <a:pt x="185587" y="90229"/>
                </a:cubicBezTo>
                <a:lnTo>
                  <a:pt x="188356" y="92020"/>
                </a:lnTo>
                <a:cubicBezTo>
                  <a:pt x="184230" y="100435"/>
                  <a:pt x="179670" y="106393"/>
                  <a:pt x="174675" y="109895"/>
                </a:cubicBezTo>
                <a:cubicBezTo>
                  <a:pt x="169681" y="113396"/>
                  <a:pt x="163899" y="115147"/>
                  <a:pt x="157330" y="115147"/>
                </a:cubicBezTo>
                <a:cubicBezTo>
                  <a:pt x="146038" y="115147"/>
                  <a:pt x="137487" y="110800"/>
                  <a:pt x="131678" y="102105"/>
                </a:cubicBezTo>
                <a:cubicBezTo>
                  <a:pt x="127009" y="95095"/>
                  <a:pt x="124675" y="86400"/>
                  <a:pt x="124675" y="76021"/>
                </a:cubicBezTo>
                <a:cubicBezTo>
                  <a:pt x="124675" y="63304"/>
                  <a:pt x="128109" y="53182"/>
                  <a:pt x="134976" y="45656"/>
                </a:cubicBezTo>
                <a:cubicBezTo>
                  <a:pt x="141844" y="38129"/>
                  <a:pt x="149892" y="34365"/>
                  <a:pt x="159121" y="34365"/>
                </a:cubicBezTo>
                <a:cubicBezTo>
                  <a:pt x="166831" y="34365"/>
                  <a:pt x="173522" y="37527"/>
                  <a:pt x="179195" y="43852"/>
                </a:cubicBezTo>
                <a:cubicBezTo>
                  <a:pt x="184868" y="50177"/>
                  <a:pt x="187922" y="59555"/>
                  <a:pt x="188356" y="71987"/>
                </a:cubicBezTo>
                <a:moveTo>
                  <a:pt x="168324" y="66613"/>
                </a:moveTo>
                <a:cubicBezTo>
                  <a:pt x="168324" y="57872"/>
                  <a:pt x="167848" y="51873"/>
                  <a:pt x="166898" y="48616"/>
                </a:cubicBezTo>
                <a:cubicBezTo>
                  <a:pt x="165948" y="45359"/>
                  <a:pt x="164469" y="42888"/>
                  <a:pt x="162460" y="41205"/>
                </a:cubicBezTo>
                <a:cubicBezTo>
                  <a:pt x="161320" y="40228"/>
                  <a:pt x="159800" y="39740"/>
                  <a:pt x="157900" y="39740"/>
                </a:cubicBezTo>
                <a:cubicBezTo>
                  <a:pt x="155077" y="39740"/>
                  <a:pt x="152770" y="41124"/>
                  <a:pt x="150978" y="43893"/>
                </a:cubicBezTo>
                <a:cubicBezTo>
                  <a:pt x="147775" y="48724"/>
                  <a:pt x="146174" y="55348"/>
                  <a:pt x="146174" y="63763"/>
                </a:cubicBezTo>
                <a:lnTo>
                  <a:pt x="146174" y="66613"/>
                </a:lnTo>
                <a:lnTo>
                  <a:pt x="168324" y="66613"/>
                </a:lnTo>
                <a:close/>
                <a:moveTo>
                  <a:pt x="260018" y="93178"/>
                </a:moveTo>
                <a:lnTo>
                  <a:pt x="262542" y="95130"/>
                </a:lnTo>
                <a:cubicBezTo>
                  <a:pt x="258959" y="101884"/>
                  <a:pt x="254494" y="106909"/>
                  <a:pt x="249146" y="110205"/>
                </a:cubicBezTo>
                <a:cubicBezTo>
                  <a:pt x="243799" y="113500"/>
                  <a:pt x="238112" y="115147"/>
                  <a:pt x="232086" y="115147"/>
                </a:cubicBezTo>
                <a:cubicBezTo>
                  <a:pt x="221934" y="115147"/>
                  <a:pt x="213818" y="111316"/>
                  <a:pt x="207737" y="103655"/>
                </a:cubicBezTo>
                <a:cubicBezTo>
                  <a:pt x="201657" y="95992"/>
                  <a:pt x="198617" y="86780"/>
                  <a:pt x="198617" y="76021"/>
                </a:cubicBezTo>
                <a:cubicBezTo>
                  <a:pt x="198617" y="65640"/>
                  <a:pt x="201385" y="56510"/>
                  <a:pt x="206923" y="48631"/>
                </a:cubicBezTo>
                <a:cubicBezTo>
                  <a:pt x="213600" y="39120"/>
                  <a:pt x="222802" y="34365"/>
                  <a:pt x="234529" y="34365"/>
                </a:cubicBezTo>
                <a:cubicBezTo>
                  <a:pt x="242401" y="34365"/>
                  <a:pt x="248658" y="36353"/>
                  <a:pt x="253299" y="40327"/>
                </a:cubicBezTo>
                <a:cubicBezTo>
                  <a:pt x="257941" y="44301"/>
                  <a:pt x="260262" y="48737"/>
                  <a:pt x="260262" y="53637"/>
                </a:cubicBezTo>
                <a:cubicBezTo>
                  <a:pt x="260262" y="56740"/>
                  <a:pt x="259325" y="59217"/>
                  <a:pt x="257452" y="61068"/>
                </a:cubicBezTo>
                <a:cubicBezTo>
                  <a:pt x="255579" y="62919"/>
                  <a:pt x="253123" y="63844"/>
                  <a:pt x="250083" y="63844"/>
                </a:cubicBezTo>
                <a:cubicBezTo>
                  <a:pt x="246880" y="63844"/>
                  <a:pt x="244233" y="62782"/>
                  <a:pt x="242143" y="60658"/>
                </a:cubicBezTo>
                <a:cubicBezTo>
                  <a:pt x="240053" y="58532"/>
                  <a:pt x="238763" y="54746"/>
                  <a:pt x="238275" y="49298"/>
                </a:cubicBezTo>
                <a:cubicBezTo>
                  <a:pt x="237949" y="45866"/>
                  <a:pt x="237162" y="43469"/>
                  <a:pt x="235913" y="42106"/>
                </a:cubicBezTo>
                <a:cubicBezTo>
                  <a:pt x="234665" y="40746"/>
                  <a:pt x="233199" y="40065"/>
                  <a:pt x="231516" y="40065"/>
                </a:cubicBezTo>
                <a:cubicBezTo>
                  <a:pt x="228910" y="40065"/>
                  <a:pt x="226684" y="41450"/>
                  <a:pt x="224838" y="44219"/>
                </a:cubicBezTo>
                <a:cubicBezTo>
                  <a:pt x="222015" y="48399"/>
                  <a:pt x="220604" y="54805"/>
                  <a:pt x="220604" y="63437"/>
                </a:cubicBezTo>
                <a:cubicBezTo>
                  <a:pt x="220604" y="70603"/>
                  <a:pt x="221744" y="77457"/>
                  <a:pt x="224024" y="83999"/>
                </a:cubicBezTo>
                <a:cubicBezTo>
                  <a:pt x="226304" y="90541"/>
                  <a:pt x="229426" y="95413"/>
                  <a:pt x="233389" y="98616"/>
                </a:cubicBezTo>
                <a:cubicBezTo>
                  <a:pt x="236375" y="100951"/>
                  <a:pt x="239903" y="102118"/>
                  <a:pt x="243975" y="102118"/>
                </a:cubicBezTo>
                <a:cubicBezTo>
                  <a:pt x="246635" y="102118"/>
                  <a:pt x="249160" y="101495"/>
                  <a:pt x="251548" y="100250"/>
                </a:cubicBezTo>
                <a:cubicBezTo>
                  <a:pt x="253937" y="99003"/>
                  <a:pt x="256760" y="96646"/>
                  <a:pt x="260018" y="93178"/>
                </a:cubicBezTo>
                <a:close/>
                <a:moveTo>
                  <a:pt x="307819" y="34365"/>
                </a:moveTo>
                <a:cubicBezTo>
                  <a:pt x="314443" y="34365"/>
                  <a:pt x="320605" y="36077"/>
                  <a:pt x="326305" y="39500"/>
                </a:cubicBezTo>
                <a:cubicBezTo>
                  <a:pt x="332005" y="42924"/>
                  <a:pt x="336335" y="47788"/>
                  <a:pt x="339294" y="54092"/>
                </a:cubicBezTo>
                <a:cubicBezTo>
                  <a:pt x="342252" y="60397"/>
                  <a:pt x="343732" y="67298"/>
                  <a:pt x="343732" y="74797"/>
                </a:cubicBezTo>
                <a:cubicBezTo>
                  <a:pt x="343732" y="85611"/>
                  <a:pt x="340990" y="94659"/>
                  <a:pt x="335507" y="101942"/>
                </a:cubicBezTo>
                <a:cubicBezTo>
                  <a:pt x="328884" y="110746"/>
                  <a:pt x="319736" y="115147"/>
                  <a:pt x="308064" y="115147"/>
                </a:cubicBezTo>
                <a:cubicBezTo>
                  <a:pt x="296609" y="115147"/>
                  <a:pt x="287787" y="111126"/>
                  <a:pt x="281598" y="103082"/>
                </a:cubicBezTo>
                <a:cubicBezTo>
                  <a:pt x="275409" y="95039"/>
                  <a:pt x="272314" y="85719"/>
                  <a:pt x="272314" y="75123"/>
                </a:cubicBezTo>
                <a:cubicBezTo>
                  <a:pt x="272314" y="64200"/>
                  <a:pt x="275477" y="54677"/>
                  <a:pt x="281801" y="46552"/>
                </a:cubicBezTo>
                <a:cubicBezTo>
                  <a:pt x="288126" y="38427"/>
                  <a:pt x="296799" y="34365"/>
                  <a:pt x="307819" y="34365"/>
                </a:cubicBezTo>
                <a:moveTo>
                  <a:pt x="308145" y="40065"/>
                </a:moveTo>
                <a:cubicBezTo>
                  <a:pt x="305376" y="40065"/>
                  <a:pt x="303001" y="41112"/>
                  <a:pt x="301020" y="43206"/>
                </a:cubicBezTo>
                <a:cubicBezTo>
                  <a:pt x="299038" y="45297"/>
                  <a:pt x="297735" y="49428"/>
                  <a:pt x="297111" y="55596"/>
                </a:cubicBezTo>
                <a:cubicBezTo>
                  <a:pt x="296487" y="61765"/>
                  <a:pt x="296174" y="70339"/>
                  <a:pt x="296174" y="81319"/>
                </a:cubicBezTo>
                <a:cubicBezTo>
                  <a:pt x="296174" y="87135"/>
                  <a:pt x="296554" y="92571"/>
                  <a:pt x="297315" y="97626"/>
                </a:cubicBezTo>
                <a:cubicBezTo>
                  <a:pt x="297912" y="101484"/>
                  <a:pt x="299187" y="104419"/>
                  <a:pt x="301142" y="106431"/>
                </a:cubicBezTo>
                <a:cubicBezTo>
                  <a:pt x="303096" y="108442"/>
                  <a:pt x="305322" y="109447"/>
                  <a:pt x="307819" y="109447"/>
                </a:cubicBezTo>
                <a:cubicBezTo>
                  <a:pt x="310262" y="109447"/>
                  <a:pt x="312298" y="108767"/>
                  <a:pt x="313927" y="107409"/>
                </a:cubicBezTo>
                <a:cubicBezTo>
                  <a:pt x="316044" y="105561"/>
                  <a:pt x="317456" y="102979"/>
                  <a:pt x="318162" y="99662"/>
                </a:cubicBezTo>
                <a:cubicBezTo>
                  <a:pt x="319247" y="94500"/>
                  <a:pt x="319790" y="84064"/>
                  <a:pt x="319790" y="68356"/>
                </a:cubicBezTo>
                <a:cubicBezTo>
                  <a:pt x="319790" y="59117"/>
                  <a:pt x="319274" y="52772"/>
                  <a:pt x="318243" y="49321"/>
                </a:cubicBezTo>
                <a:cubicBezTo>
                  <a:pt x="317211" y="45868"/>
                  <a:pt x="315691" y="43354"/>
                  <a:pt x="313683" y="41778"/>
                </a:cubicBezTo>
                <a:cubicBezTo>
                  <a:pt x="312271" y="40636"/>
                  <a:pt x="310425" y="40065"/>
                  <a:pt x="308145" y="40065"/>
                </a:cubicBezTo>
                <a:close/>
                <a:moveTo>
                  <a:pt x="386891" y="36645"/>
                </a:moveTo>
                <a:lnTo>
                  <a:pt x="386891" y="46743"/>
                </a:lnTo>
                <a:cubicBezTo>
                  <a:pt x="391071" y="42152"/>
                  <a:pt x="394939" y="38941"/>
                  <a:pt x="398495" y="37111"/>
                </a:cubicBezTo>
                <a:cubicBezTo>
                  <a:pt x="402051" y="35280"/>
                  <a:pt x="405947" y="34365"/>
                  <a:pt x="410181" y="34365"/>
                </a:cubicBezTo>
                <a:cubicBezTo>
                  <a:pt x="415067" y="34365"/>
                  <a:pt x="419166" y="35512"/>
                  <a:pt x="422478" y="37806"/>
                </a:cubicBezTo>
                <a:cubicBezTo>
                  <a:pt x="425789" y="40099"/>
                  <a:pt x="428341" y="43594"/>
                  <a:pt x="430132" y="48290"/>
                </a:cubicBezTo>
                <a:cubicBezTo>
                  <a:pt x="434475" y="43375"/>
                  <a:pt x="438642" y="39826"/>
                  <a:pt x="442632" y="37643"/>
                </a:cubicBezTo>
                <a:cubicBezTo>
                  <a:pt x="446623" y="35458"/>
                  <a:pt x="450789" y="34365"/>
                  <a:pt x="455132" y="34365"/>
                </a:cubicBezTo>
                <a:cubicBezTo>
                  <a:pt x="460399" y="34365"/>
                  <a:pt x="464592" y="35575"/>
                  <a:pt x="467714" y="37994"/>
                </a:cubicBezTo>
                <a:cubicBezTo>
                  <a:pt x="470836" y="40413"/>
                  <a:pt x="473007" y="43485"/>
                  <a:pt x="474229" y="47209"/>
                </a:cubicBezTo>
                <a:cubicBezTo>
                  <a:pt x="475450" y="50933"/>
                  <a:pt x="476061" y="56871"/>
                  <a:pt x="476061" y="65025"/>
                </a:cubicBezTo>
                <a:lnTo>
                  <a:pt x="476061" y="96255"/>
                </a:lnTo>
                <a:cubicBezTo>
                  <a:pt x="476061" y="102118"/>
                  <a:pt x="476590" y="105755"/>
                  <a:pt x="477649" y="107167"/>
                </a:cubicBezTo>
                <a:cubicBezTo>
                  <a:pt x="478708" y="108578"/>
                  <a:pt x="480920" y="109501"/>
                  <a:pt x="484286" y="109936"/>
                </a:cubicBezTo>
                <a:lnTo>
                  <a:pt x="484286" y="112867"/>
                </a:lnTo>
                <a:lnTo>
                  <a:pt x="444953" y="112867"/>
                </a:lnTo>
                <a:lnTo>
                  <a:pt x="444953" y="109936"/>
                </a:lnTo>
                <a:cubicBezTo>
                  <a:pt x="448048" y="109664"/>
                  <a:pt x="450328" y="108470"/>
                  <a:pt x="451794" y="106352"/>
                </a:cubicBezTo>
                <a:cubicBezTo>
                  <a:pt x="452771" y="104887"/>
                  <a:pt x="453260" y="101521"/>
                  <a:pt x="453260" y="96255"/>
                </a:cubicBezTo>
                <a:lnTo>
                  <a:pt x="453260" y="63518"/>
                </a:lnTo>
                <a:cubicBezTo>
                  <a:pt x="453260" y="56732"/>
                  <a:pt x="452988" y="52416"/>
                  <a:pt x="452445" y="50570"/>
                </a:cubicBezTo>
                <a:cubicBezTo>
                  <a:pt x="451902" y="48724"/>
                  <a:pt x="451047" y="47354"/>
                  <a:pt x="449880" y="46458"/>
                </a:cubicBezTo>
                <a:cubicBezTo>
                  <a:pt x="448713" y="45562"/>
                  <a:pt x="447342" y="45114"/>
                  <a:pt x="445768" y="45114"/>
                </a:cubicBezTo>
                <a:cubicBezTo>
                  <a:pt x="443433" y="45114"/>
                  <a:pt x="441072" y="45969"/>
                  <a:pt x="438683" y="47679"/>
                </a:cubicBezTo>
                <a:cubicBezTo>
                  <a:pt x="436294" y="49390"/>
                  <a:pt x="433878" y="51955"/>
                  <a:pt x="431435" y="55375"/>
                </a:cubicBezTo>
                <a:lnTo>
                  <a:pt x="431435" y="96255"/>
                </a:lnTo>
                <a:cubicBezTo>
                  <a:pt x="431435" y="101738"/>
                  <a:pt x="431897" y="105185"/>
                  <a:pt x="432820" y="106597"/>
                </a:cubicBezTo>
                <a:cubicBezTo>
                  <a:pt x="434068" y="108605"/>
                  <a:pt x="436457" y="109718"/>
                  <a:pt x="439986" y="109936"/>
                </a:cubicBezTo>
                <a:lnTo>
                  <a:pt x="439986" y="112867"/>
                </a:lnTo>
                <a:lnTo>
                  <a:pt x="400572" y="112867"/>
                </a:lnTo>
                <a:lnTo>
                  <a:pt x="400572" y="109936"/>
                </a:lnTo>
                <a:cubicBezTo>
                  <a:pt x="402689" y="109827"/>
                  <a:pt x="404359" y="109298"/>
                  <a:pt x="405580" y="108348"/>
                </a:cubicBezTo>
                <a:cubicBezTo>
                  <a:pt x="406802" y="107397"/>
                  <a:pt x="407616" y="106257"/>
                  <a:pt x="408023" y="104927"/>
                </a:cubicBezTo>
                <a:cubicBezTo>
                  <a:pt x="408430" y="103597"/>
                  <a:pt x="408634" y="100706"/>
                  <a:pt x="408634" y="96255"/>
                </a:cubicBezTo>
                <a:lnTo>
                  <a:pt x="408634" y="63467"/>
                </a:lnTo>
                <a:cubicBezTo>
                  <a:pt x="408634" y="56561"/>
                  <a:pt x="408362" y="52238"/>
                  <a:pt x="407820" y="50499"/>
                </a:cubicBezTo>
                <a:cubicBezTo>
                  <a:pt x="407277" y="48758"/>
                  <a:pt x="406367" y="47399"/>
                  <a:pt x="405091" y="46420"/>
                </a:cubicBezTo>
                <a:cubicBezTo>
                  <a:pt x="403816" y="45441"/>
                  <a:pt x="402445" y="44951"/>
                  <a:pt x="400979" y="44951"/>
                </a:cubicBezTo>
                <a:cubicBezTo>
                  <a:pt x="398808" y="44951"/>
                  <a:pt x="396826" y="45526"/>
                  <a:pt x="395034" y="46674"/>
                </a:cubicBezTo>
                <a:cubicBezTo>
                  <a:pt x="392483" y="48371"/>
                  <a:pt x="389768" y="51271"/>
                  <a:pt x="386891" y="55375"/>
                </a:cubicBezTo>
                <a:lnTo>
                  <a:pt x="386891" y="96255"/>
                </a:lnTo>
                <a:cubicBezTo>
                  <a:pt x="386891" y="101629"/>
                  <a:pt x="387420" y="105172"/>
                  <a:pt x="388479" y="106882"/>
                </a:cubicBezTo>
                <a:cubicBezTo>
                  <a:pt x="389538" y="108592"/>
                  <a:pt x="391750" y="109610"/>
                  <a:pt x="395116" y="109936"/>
                </a:cubicBezTo>
                <a:lnTo>
                  <a:pt x="395116" y="112867"/>
                </a:lnTo>
                <a:lnTo>
                  <a:pt x="355865" y="112867"/>
                </a:lnTo>
                <a:lnTo>
                  <a:pt x="355865" y="109936"/>
                </a:lnTo>
                <a:cubicBezTo>
                  <a:pt x="359068" y="109610"/>
                  <a:pt x="361348" y="108578"/>
                  <a:pt x="362705" y="106841"/>
                </a:cubicBezTo>
                <a:cubicBezTo>
                  <a:pt x="363628" y="105647"/>
                  <a:pt x="364090" y="102118"/>
                  <a:pt x="364090" y="96255"/>
                </a:cubicBezTo>
                <a:lnTo>
                  <a:pt x="364090" y="53258"/>
                </a:lnTo>
                <a:cubicBezTo>
                  <a:pt x="364090" y="47433"/>
                  <a:pt x="363560" y="43807"/>
                  <a:pt x="362502" y="42379"/>
                </a:cubicBezTo>
                <a:cubicBezTo>
                  <a:pt x="361443" y="40950"/>
                  <a:pt x="359231" y="40016"/>
                  <a:pt x="355865" y="39577"/>
                </a:cubicBezTo>
                <a:lnTo>
                  <a:pt x="355865" y="36645"/>
                </a:lnTo>
                <a:lnTo>
                  <a:pt x="386891" y="36645"/>
                </a:lnTo>
                <a:close/>
                <a:moveTo>
                  <a:pt x="523700" y="105131"/>
                </a:moveTo>
                <a:lnTo>
                  <a:pt x="523700" y="133388"/>
                </a:lnTo>
                <a:cubicBezTo>
                  <a:pt x="523700" y="137350"/>
                  <a:pt x="524012" y="140046"/>
                  <a:pt x="524636" y="141476"/>
                </a:cubicBezTo>
                <a:cubicBezTo>
                  <a:pt x="525261" y="142908"/>
                  <a:pt x="526224" y="143954"/>
                  <a:pt x="527527" y="144614"/>
                </a:cubicBezTo>
                <a:cubicBezTo>
                  <a:pt x="528830" y="145273"/>
                  <a:pt x="531382" y="145603"/>
                  <a:pt x="535182" y="145603"/>
                </a:cubicBezTo>
                <a:lnTo>
                  <a:pt x="535182" y="148535"/>
                </a:lnTo>
                <a:lnTo>
                  <a:pt x="491778" y="148535"/>
                </a:lnTo>
                <a:lnTo>
                  <a:pt x="491778" y="145603"/>
                </a:lnTo>
                <a:cubicBezTo>
                  <a:pt x="495144" y="145493"/>
                  <a:pt x="497641" y="144530"/>
                  <a:pt x="499270" y="142715"/>
                </a:cubicBezTo>
                <a:cubicBezTo>
                  <a:pt x="500355" y="141451"/>
                  <a:pt x="500898" y="138179"/>
                  <a:pt x="500898" y="132900"/>
                </a:cubicBezTo>
                <a:lnTo>
                  <a:pt x="500898" y="52606"/>
                </a:lnTo>
                <a:cubicBezTo>
                  <a:pt x="500898" y="47164"/>
                  <a:pt x="500274" y="43687"/>
                  <a:pt x="499025" y="42175"/>
                </a:cubicBezTo>
                <a:cubicBezTo>
                  <a:pt x="497777" y="40663"/>
                  <a:pt x="495361" y="39797"/>
                  <a:pt x="491778" y="39577"/>
                </a:cubicBezTo>
                <a:lnTo>
                  <a:pt x="491778" y="36645"/>
                </a:lnTo>
                <a:lnTo>
                  <a:pt x="523700" y="36645"/>
                </a:lnTo>
                <a:lnTo>
                  <a:pt x="523700" y="46662"/>
                </a:lnTo>
                <a:cubicBezTo>
                  <a:pt x="526360" y="42753"/>
                  <a:pt x="529074" y="39930"/>
                  <a:pt x="531843" y="38192"/>
                </a:cubicBezTo>
                <a:cubicBezTo>
                  <a:pt x="535806" y="35641"/>
                  <a:pt x="540122" y="34365"/>
                  <a:pt x="544791" y="34365"/>
                </a:cubicBezTo>
                <a:cubicBezTo>
                  <a:pt x="550383" y="34365"/>
                  <a:pt x="555472" y="36131"/>
                  <a:pt x="560060" y="39663"/>
                </a:cubicBezTo>
                <a:cubicBezTo>
                  <a:pt x="564647" y="43195"/>
                  <a:pt x="568135" y="48073"/>
                  <a:pt x="570524" y="54296"/>
                </a:cubicBezTo>
                <a:cubicBezTo>
                  <a:pt x="572913" y="60519"/>
                  <a:pt x="574107" y="67217"/>
                  <a:pt x="574107" y="74390"/>
                </a:cubicBezTo>
                <a:cubicBezTo>
                  <a:pt x="574107" y="82106"/>
                  <a:pt x="572872" y="89156"/>
                  <a:pt x="570402" y="95542"/>
                </a:cubicBezTo>
                <a:cubicBezTo>
                  <a:pt x="567932" y="101928"/>
                  <a:pt x="564349" y="106792"/>
                  <a:pt x="559653" y="110134"/>
                </a:cubicBezTo>
                <a:cubicBezTo>
                  <a:pt x="554957" y="113476"/>
                  <a:pt x="549731" y="115147"/>
                  <a:pt x="543977" y="115147"/>
                </a:cubicBezTo>
                <a:cubicBezTo>
                  <a:pt x="539796" y="115147"/>
                  <a:pt x="535888" y="114224"/>
                  <a:pt x="532250" y="112379"/>
                </a:cubicBezTo>
                <a:cubicBezTo>
                  <a:pt x="529536" y="110967"/>
                  <a:pt x="526686" y="108551"/>
                  <a:pt x="523700" y="105131"/>
                </a:cubicBezTo>
                <a:moveTo>
                  <a:pt x="523700" y="96893"/>
                </a:moveTo>
                <a:cubicBezTo>
                  <a:pt x="528369" y="103525"/>
                  <a:pt x="533363" y="106841"/>
                  <a:pt x="538684" y="106841"/>
                </a:cubicBezTo>
                <a:cubicBezTo>
                  <a:pt x="541615" y="106841"/>
                  <a:pt x="544031" y="105292"/>
                  <a:pt x="545931" y="102194"/>
                </a:cubicBezTo>
                <a:cubicBezTo>
                  <a:pt x="548754" y="97627"/>
                  <a:pt x="550166" y="88929"/>
                  <a:pt x="550166" y="76100"/>
                </a:cubicBezTo>
                <a:cubicBezTo>
                  <a:pt x="550166" y="62945"/>
                  <a:pt x="548618" y="53948"/>
                  <a:pt x="545524" y="49110"/>
                </a:cubicBezTo>
                <a:cubicBezTo>
                  <a:pt x="543461" y="45903"/>
                  <a:pt x="540692" y="44300"/>
                  <a:pt x="537218" y="44300"/>
                </a:cubicBezTo>
                <a:cubicBezTo>
                  <a:pt x="531734" y="44300"/>
                  <a:pt x="527228" y="48268"/>
                  <a:pt x="523700" y="56205"/>
                </a:cubicBezTo>
                <a:lnTo>
                  <a:pt x="523700" y="96893"/>
                </a:lnTo>
                <a:close/>
                <a:moveTo>
                  <a:pt x="605297" y="0"/>
                </a:moveTo>
                <a:cubicBezTo>
                  <a:pt x="608825" y="0"/>
                  <a:pt x="611811" y="1239"/>
                  <a:pt x="614254" y="3718"/>
                </a:cubicBezTo>
                <a:cubicBezTo>
                  <a:pt x="616697" y="6195"/>
                  <a:pt x="617919" y="9177"/>
                  <a:pt x="617919" y="12663"/>
                </a:cubicBezTo>
                <a:cubicBezTo>
                  <a:pt x="617919" y="16149"/>
                  <a:pt x="616684" y="19118"/>
                  <a:pt x="614214" y="21570"/>
                </a:cubicBezTo>
                <a:cubicBezTo>
                  <a:pt x="611743" y="24020"/>
                  <a:pt x="608771" y="25244"/>
                  <a:pt x="605297" y="25244"/>
                </a:cubicBezTo>
                <a:cubicBezTo>
                  <a:pt x="601822" y="25244"/>
                  <a:pt x="598863" y="24020"/>
                  <a:pt x="596420" y="21570"/>
                </a:cubicBezTo>
                <a:cubicBezTo>
                  <a:pt x="593977" y="19118"/>
                  <a:pt x="592756" y="16149"/>
                  <a:pt x="592756" y="12663"/>
                </a:cubicBezTo>
                <a:cubicBezTo>
                  <a:pt x="592756" y="9177"/>
                  <a:pt x="593977" y="6195"/>
                  <a:pt x="596420" y="3718"/>
                </a:cubicBezTo>
                <a:cubicBezTo>
                  <a:pt x="598863" y="1239"/>
                  <a:pt x="601822" y="0"/>
                  <a:pt x="605297" y="0"/>
                </a:cubicBezTo>
                <a:moveTo>
                  <a:pt x="616697" y="36645"/>
                </a:moveTo>
                <a:lnTo>
                  <a:pt x="616697" y="97069"/>
                </a:lnTo>
                <a:cubicBezTo>
                  <a:pt x="616697" y="102444"/>
                  <a:pt x="617322" y="105877"/>
                  <a:pt x="618570" y="107370"/>
                </a:cubicBezTo>
                <a:cubicBezTo>
                  <a:pt x="619819" y="108863"/>
                  <a:pt x="622262" y="109718"/>
                  <a:pt x="625899" y="109936"/>
                </a:cubicBezTo>
                <a:lnTo>
                  <a:pt x="625899" y="112867"/>
                </a:lnTo>
                <a:lnTo>
                  <a:pt x="584775" y="112867"/>
                </a:lnTo>
                <a:lnTo>
                  <a:pt x="584775" y="109936"/>
                </a:lnTo>
                <a:cubicBezTo>
                  <a:pt x="588141" y="109827"/>
                  <a:pt x="590639" y="108850"/>
                  <a:pt x="592267" y="107004"/>
                </a:cubicBezTo>
                <a:cubicBezTo>
                  <a:pt x="593353" y="105755"/>
                  <a:pt x="593896" y="102444"/>
                  <a:pt x="593896" y="97069"/>
                </a:cubicBezTo>
                <a:lnTo>
                  <a:pt x="593896" y="52606"/>
                </a:lnTo>
                <a:cubicBezTo>
                  <a:pt x="593896" y="47164"/>
                  <a:pt x="593272" y="43687"/>
                  <a:pt x="592023" y="42175"/>
                </a:cubicBezTo>
                <a:cubicBezTo>
                  <a:pt x="590774" y="40663"/>
                  <a:pt x="588358" y="39797"/>
                  <a:pt x="584775" y="39577"/>
                </a:cubicBezTo>
                <a:lnTo>
                  <a:pt x="584775" y="36645"/>
                </a:lnTo>
                <a:lnTo>
                  <a:pt x="616697" y="36645"/>
                </a:lnTo>
                <a:close/>
                <a:moveTo>
                  <a:pt x="663114" y="2443"/>
                </a:moveTo>
                <a:lnTo>
                  <a:pt x="663114" y="97069"/>
                </a:lnTo>
                <a:cubicBezTo>
                  <a:pt x="663114" y="102444"/>
                  <a:pt x="663738" y="105877"/>
                  <a:pt x="664987" y="107370"/>
                </a:cubicBezTo>
                <a:cubicBezTo>
                  <a:pt x="666236" y="108863"/>
                  <a:pt x="668679" y="109718"/>
                  <a:pt x="672316" y="109936"/>
                </a:cubicBezTo>
                <a:lnTo>
                  <a:pt x="672316" y="112867"/>
                </a:lnTo>
                <a:lnTo>
                  <a:pt x="631192" y="112867"/>
                </a:lnTo>
                <a:lnTo>
                  <a:pt x="631192" y="109936"/>
                </a:lnTo>
                <a:cubicBezTo>
                  <a:pt x="634558" y="109827"/>
                  <a:pt x="637055" y="108850"/>
                  <a:pt x="638684" y="107004"/>
                </a:cubicBezTo>
                <a:cubicBezTo>
                  <a:pt x="639770" y="105755"/>
                  <a:pt x="640313" y="102444"/>
                  <a:pt x="640313" y="97069"/>
                </a:cubicBezTo>
                <a:lnTo>
                  <a:pt x="640313" y="18241"/>
                </a:lnTo>
                <a:cubicBezTo>
                  <a:pt x="640313" y="12887"/>
                  <a:pt x="639688" y="9459"/>
                  <a:pt x="638440" y="7958"/>
                </a:cubicBezTo>
                <a:cubicBezTo>
                  <a:pt x="637191" y="6454"/>
                  <a:pt x="634775" y="5593"/>
                  <a:pt x="631192" y="5375"/>
                </a:cubicBezTo>
                <a:lnTo>
                  <a:pt x="631192" y="2443"/>
                </a:lnTo>
                <a:lnTo>
                  <a:pt x="663114" y="2443"/>
                </a:lnTo>
                <a:close/>
                <a:moveTo>
                  <a:pt x="744141" y="71987"/>
                </a:moveTo>
                <a:lnTo>
                  <a:pt x="702365" y="71987"/>
                </a:lnTo>
                <a:cubicBezTo>
                  <a:pt x="702854" y="82112"/>
                  <a:pt x="705541" y="90114"/>
                  <a:pt x="710427" y="95993"/>
                </a:cubicBezTo>
                <a:cubicBezTo>
                  <a:pt x="714173" y="100510"/>
                  <a:pt x="718679" y="102769"/>
                  <a:pt x="723945" y="102769"/>
                </a:cubicBezTo>
                <a:cubicBezTo>
                  <a:pt x="727203" y="102769"/>
                  <a:pt x="730161" y="101860"/>
                  <a:pt x="732821" y="100041"/>
                </a:cubicBezTo>
                <a:cubicBezTo>
                  <a:pt x="735482" y="98223"/>
                  <a:pt x="738332" y="94952"/>
                  <a:pt x="741372" y="90229"/>
                </a:cubicBezTo>
                <a:lnTo>
                  <a:pt x="744141" y="92020"/>
                </a:lnTo>
                <a:cubicBezTo>
                  <a:pt x="740015" y="100435"/>
                  <a:pt x="735454" y="106393"/>
                  <a:pt x="730460" y="109895"/>
                </a:cubicBezTo>
                <a:cubicBezTo>
                  <a:pt x="725465" y="113396"/>
                  <a:pt x="719683" y="115147"/>
                  <a:pt x="713115" y="115147"/>
                </a:cubicBezTo>
                <a:cubicBezTo>
                  <a:pt x="701822" y="115147"/>
                  <a:pt x="693272" y="110800"/>
                  <a:pt x="687463" y="102105"/>
                </a:cubicBezTo>
                <a:cubicBezTo>
                  <a:pt x="682794" y="95095"/>
                  <a:pt x="680460" y="86400"/>
                  <a:pt x="680460" y="76021"/>
                </a:cubicBezTo>
                <a:cubicBezTo>
                  <a:pt x="680460" y="63304"/>
                  <a:pt x="683893" y="53182"/>
                  <a:pt x="690761" y="45656"/>
                </a:cubicBezTo>
                <a:cubicBezTo>
                  <a:pt x="697629" y="38129"/>
                  <a:pt x="705677" y="34365"/>
                  <a:pt x="714906" y="34365"/>
                </a:cubicBezTo>
                <a:cubicBezTo>
                  <a:pt x="722615" y="34365"/>
                  <a:pt x="729306" y="37527"/>
                  <a:pt x="734979" y="43852"/>
                </a:cubicBezTo>
                <a:cubicBezTo>
                  <a:pt x="740653" y="50177"/>
                  <a:pt x="743706" y="59555"/>
                  <a:pt x="744141" y="71987"/>
                </a:cubicBezTo>
                <a:moveTo>
                  <a:pt x="724108" y="66613"/>
                </a:moveTo>
                <a:cubicBezTo>
                  <a:pt x="724108" y="57872"/>
                  <a:pt x="723633" y="51873"/>
                  <a:pt x="722683" y="48616"/>
                </a:cubicBezTo>
                <a:cubicBezTo>
                  <a:pt x="721733" y="45359"/>
                  <a:pt x="720254" y="42888"/>
                  <a:pt x="718245" y="41205"/>
                </a:cubicBezTo>
                <a:cubicBezTo>
                  <a:pt x="717105" y="40228"/>
                  <a:pt x="715585" y="39740"/>
                  <a:pt x="713685" y="39740"/>
                </a:cubicBezTo>
                <a:cubicBezTo>
                  <a:pt x="710862" y="39740"/>
                  <a:pt x="708554" y="41124"/>
                  <a:pt x="706763" y="43893"/>
                </a:cubicBezTo>
                <a:cubicBezTo>
                  <a:pt x="703560" y="48724"/>
                  <a:pt x="701958" y="55348"/>
                  <a:pt x="701958" y="63763"/>
                </a:cubicBezTo>
                <a:lnTo>
                  <a:pt x="701958" y="66613"/>
                </a:lnTo>
                <a:lnTo>
                  <a:pt x="724108" y="66613"/>
                </a:lnTo>
                <a:close/>
                <a:moveTo>
                  <a:pt x="827692" y="2443"/>
                </a:moveTo>
                <a:lnTo>
                  <a:pt x="827692" y="90066"/>
                </a:lnTo>
                <a:cubicBezTo>
                  <a:pt x="827692" y="95924"/>
                  <a:pt x="827855" y="99390"/>
                  <a:pt x="828181" y="100464"/>
                </a:cubicBezTo>
                <a:cubicBezTo>
                  <a:pt x="828615" y="102238"/>
                  <a:pt x="829443" y="103556"/>
                  <a:pt x="830664" y="104416"/>
                </a:cubicBezTo>
                <a:cubicBezTo>
                  <a:pt x="831886" y="105274"/>
                  <a:pt x="834017" y="105811"/>
                  <a:pt x="837057" y="106027"/>
                </a:cubicBezTo>
                <a:lnTo>
                  <a:pt x="837057" y="108958"/>
                </a:lnTo>
                <a:lnTo>
                  <a:pt x="804891" y="115147"/>
                </a:lnTo>
                <a:lnTo>
                  <a:pt x="804891" y="103095"/>
                </a:lnTo>
                <a:cubicBezTo>
                  <a:pt x="801036" y="107764"/>
                  <a:pt x="797602" y="110940"/>
                  <a:pt x="794589" y="112623"/>
                </a:cubicBezTo>
                <a:cubicBezTo>
                  <a:pt x="791576" y="114306"/>
                  <a:pt x="788170" y="115147"/>
                  <a:pt x="784369" y="115147"/>
                </a:cubicBezTo>
                <a:cubicBezTo>
                  <a:pt x="774652" y="115147"/>
                  <a:pt x="766970" y="110800"/>
                  <a:pt x="761324" y="102105"/>
                </a:cubicBezTo>
                <a:cubicBezTo>
                  <a:pt x="756763" y="95041"/>
                  <a:pt x="754483" y="86373"/>
                  <a:pt x="754483" y="76102"/>
                </a:cubicBezTo>
                <a:cubicBezTo>
                  <a:pt x="754483" y="67896"/>
                  <a:pt x="755895" y="60546"/>
                  <a:pt x="758718" y="54052"/>
                </a:cubicBezTo>
                <a:cubicBezTo>
                  <a:pt x="761541" y="47557"/>
                  <a:pt x="765409" y="42653"/>
                  <a:pt x="770322" y="39338"/>
                </a:cubicBezTo>
                <a:cubicBezTo>
                  <a:pt x="775235" y="36023"/>
                  <a:pt x="780515" y="34365"/>
                  <a:pt x="786161" y="34365"/>
                </a:cubicBezTo>
                <a:cubicBezTo>
                  <a:pt x="789798" y="34365"/>
                  <a:pt x="793028" y="35077"/>
                  <a:pt x="795851" y="36500"/>
                </a:cubicBezTo>
                <a:cubicBezTo>
                  <a:pt x="798674" y="37924"/>
                  <a:pt x="801688" y="40415"/>
                  <a:pt x="804891" y="43974"/>
                </a:cubicBezTo>
                <a:lnTo>
                  <a:pt x="804891" y="21010"/>
                </a:lnTo>
                <a:cubicBezTo>
                  <a:pt x="804891" y="15201"/>
                  <a:pt x="804646" y="11699"/>
                  <a:pt x="804158" y="10505"/>
                </a:cubicBezTo>
                <a:cubicBezTo>
                  <a:pt x="803506" y="8931"/>
                  <a:pt x="802529" y="7763"/>
                  <a:pt x="801226" y="7003"/>
                </a:cubicBezTo>
                <a:cubicBezTo>
                  <a:pt x="799923" y="6243"/>
                  <a:pt x="797480" y="5863"/>
                  <a:pt x="793897" y="5863"/>
                </a:cubicBezTo>
                <a:lnTo>
                  <a:pt x="793897" y="2443"/>
                </a:lnTo>
                <a:lnTo>
                  <a:pt x="827692" y="2443"/>
                </a:lnTo>
                <a:moveTo>
                  <a:pt x="804891" y="53909"/>
                </a:moveTo>
                <a:cubicBezTo>
                  <a:pt x="800873" y="46309"/>
                  <a:pt x="795960" y="42508"/>
                  <a:pt x="790151" y="42508"/>
                </a:cubicBezTo>
                <a:cubicBezTo>
                  <a:pt x="788142" y="42508"/>
                  <a:pt x="786487" y="43051"/>
                  <a:pt x="785184" y="44137"/>
                </a:cubicBezTo>
                <a:cubicBezTo>
                  <a:pt x="783175" y="45820"/>
                  <a:pt x="781533" y="48779"/>
                  <a:pt x="780257" y="53013"/>
                </a:cubicBezTo>
                <a:cubicBezTo>
                  <a:pt x="778981" y="57248"/>
                  <a:pt x="778343" y="63735"/>
                  <a:pt x="778343" y="72476"/>
                </a:cubicBezTo>
                <a:cubicBezTo>
                  <a:pt x="778343" y="82085"/>
                  <a:pt x="779049" y="89197"/>
                  <a:pt x="780460" y="93812"/>
                </a:cubicBezTo>
                <a:cubicBezTo>
                  <a:pt x="781872" y="98426"/>
                  <a:pt x="783799" y="101765"/>
                  <a:pt x="786242" y="103828"/>
                </a:cubicBezTo>
                <a:cubicBezTo>
                  <a:pt x="787491" y="104859"/>
                  <a:pt x="789201" y="105375"/>
                  <a:pt x="791373" y="105375"/>
                </a:cubicBezTo>
                <a:cubicBezTo>
                  <a:pt x="796150" y="105375"/>
                  <a:pt x="800656" y="101617"/>
                  <a:pt x="804891" y="94102"/>
                </a:cubicBezTo>
                <a:lnTo>
                  <a:pt x="804891" y="539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Code">
            <a:extLst xmlns:a="http://schemas.openxmlformats.org/drawingml/2006/main">
              <a:ext uri="{FF2B5EF4-FFF2-40B4-BE49-F238E27FC236}">
                <a16:creationId xmlns:a16="http://schemas.microsoft.com/office/drawing/2014/main" id="{3BB60E99-5889-4440-A78A-B3F334BB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006" y="2256539"/>
            <a:ext cx="360100" cy="115310"/>
          </a:xfrm>
          <a:custGeom xmlns:a="http://schemas.openxmlformats.org/drawingml/2006/main">
            <a:pathLst>
              <a:path w="360100" h="115310">
                <a:moveTo>
                  <a:pt x="104724" y="0"/>
                </a:moveTo>
                <a:lnTo>
                  <a:pt x="104724" y="38274"/>
                </a:lnTo>
                <a:lnTo>
                  <a:pt x="101548" y="38274"/>
                </a:lnTo>
                <a:cubicBezTo>
                  <a:pt x="99159" y="28232"/>
                  <a:pt x="94707" y="20537"/>
                  <a:pt x="88193" y="15190"/>
                </a:cubicBezTo>
                <a:cubicBezTo>
                  <a:pt x="81678" y="9841"/>
                  <a:pt x="74295" y="7166"/>
                  <a:pt x="66043" y="7166"/>
                </a:cubicBezTo>
                <a:cubicBezTo>
                  <a:pt x="59148" y="7166"/>
                  <a:pt x="52823" y="9148"/>
                  <a:pt x="47069" y="13111"/>
                </a:cubicBezTo>
                <a:cubicBezTo>
                  <a:pt x="41314" y="17074"/>
                  <a:pt x="37107" y="22259"/>
                  <a:pt x="34446" y="28665"/>
                </a:cubicBezTo>
                <a:cubicBezTo>
                  <a:pt x="31026" y="36862"/>
                  <a:pt x="29316" y="45983"/>
                  <a:pt x="29316" y="56026"/>
                </a:cubicBezTo>
                <a:cubicBezTo>
                  <a:pt x="29316" y="65907"/>
                  <a:pt x="30565" y="74905"/>
                  <a:pt x="33062" y="83022"/>
                </a:cubicBezTo>
                <a:cubicBezTo>
                  <a:pt x="35559" y="91138"/>
                  <a:pt x="39468" y="97273"/>
                  <a:pt x="44789" y="101426"/>
                </a:cubicBezTo>
                <a:cubicBezTo>
                  <a:pt x="50109" y="105579"/>
                  <a:pt x="57004" y="107655"/>
                  <a:pt x="65473" y="107655"/>
                </a:cubicBezTo>
                <a:cubicBezTo>
                  <a:pt x="72422" y="107655"/>
                  <a:pt x="78787" y="106135"/>
                  <a:pt x="84569" y="103095"/>
                </a:cubicBezTo>
                <a:cubicBezTo>
                  <a:pt x="90351" y="100055"/>
                  <a:pt x="96445" y="94816"/>
                  <a:pt x="102851" y="87378"/>
                </a:cubicBezTo>
                <a:lnTo>
                  <a:pt x="102851" y="96906"/>
                </a:lnTo>
                <a:cubicBezTo>
                  <a:pt x="96662" y="103367"/>
                  <a:pt x="90215" y="108049"/>
                  <a:pt x="83510" y="110953"/>
                </a:cubicBezTo>
                <a:cubicBezTo>
                  <a:pt x="76806" y="113858"/>
                  <a:pt x="68974" y="115310"/>
                  <a:pt x="60017" y="115310"/>
                </a:cubicBezTo>
                <a:cubicBezTo>
                  <a:pt x="48236" y="115310"/>
                  <a:pt x="37772" y="112952"/>
                  <a:pt x="28624" y="108236"/>
                </a:cubicBezTo>
                <a:cubicBezTo>
                  <a:pt x="19476" y="103519"/>
                  <a:pt x="12419" y="96743"/>
                  <a:pt x="7451" y="87908"/>
                </a:cubicBezTo>
                <a:cubicBezTo>
                  <a:pt x="2484" y="79070"/>
                  <a:pt x="0" y="69664"/>
                  <a:pt x="0" y="59688"/>
                </a:cubicBezTo>
                <a:cubicBezTo>
                  <a:pt x="0" y="49172"/>
                  <a:pt x="2755" y="39197"/>
                  <a:pt x="8266" y="29764"/>
                </a:cubicBezTo>
                <a:cubicBezTo>
                  <a:pt x="13776" y="20330"/>
                  <a:pt x="21213" y="13011"/>
                  <a:pt x="30578" y="7807"/>
                </a:cubicBezTo>
                <a:cubicBezTo>
                  <a:pt x="39943" y="2602"/>
                  <a:pt x="49892" y="0"/>
                  <a:pt x="60424" y="0"/>
                </a:cubicBezTo>
                <a:cubicBezTo>
                  <a:pt x="68187" y="0"/>
                  <a:pt x="76385" y="1683"/>
                  <a:pt x="85017" y="5049"/>
                </a:cubicBezTo>
                <a:cubicBezTo>
                  <a:pt x="90011" y="7003"/>
                  <a:pt x="93187" y="7980"/>
                  <a:pt x="94545" y="7980"/>
                </a:cubicBezTo>
                <a:cubicBezTo>
                  <a:pt x="96282" y="7980"/>
                  <a:pt x="97788" y="7343"/>
                  <a:pt x="99064" y="6067"/>
                </a:cubicBezTo>
                <a:cubicBezTo>
                  <a:pt x="100340" y="4791"/>
                  <a:pt x="101168" y="2769"/>
                  <a:pt x="101548" y="0"/>
                </a:cubicBezTo>
                <a:lnTo>
                  <a:pt x="104724" y="0"/>
                </a:lnTo>
                <a:close/>
                <a:moveTo>
                  <a:pt x="155376" y="34365"/>
                </a:moveTo>
                <a:cubicBezTo>
                  <a:pt x="161999" y="34365"/>
                  <a:pt x="168161" y="36077"/>
                  <a:pt x="173861" y="39500"/>
                </a:cubicBezTo>
                <a:cubicBezTo>
                  <a:pt x="179561" y="42924"/>
                  <a:pt x="183891" y="47788"/>
                  <a:pt x="186850" y="54092"/>
                </a:cubicBezTo>
                <a:cubicBezTo>
                  <a:pt x="189808" y="60397"/>
                  <a:pt x="191288" y="67298"/>
                  <a:pt x="191288" y="74797"/>
                </a:cubicBezTo>
                <a:cubicBezTo>
                  <a:pt x="191288" y="85611"/>
                  <a:pt x="188546" y="94659"/>
                  <a:pt x="183063" y="101942"/>
                </a:cubicBezTo>
                <a:cubicBezTo>
                  <a:pt x="176440" y="110746"/>
                  <a:pt x="167292" y="115147"/>
                  <a:pt x="155620" y="115147"/>
                </a:cubicBezTo>
                <a:cubicBezTo>
                  <a:pt x="144165" y="115147"/>
                  <a:pt x="135343" y="111126"/>
                  <a:pt x="129154" y="103082"/>
                </a:cubicBezTo>
                <a:cubicBezTo>
                  <a:pt x="122965" y="95039"/>
                  <a:pt x="119870" y="85719"/>
                  <a:pt x="119870" y="75123"/>
                </a:cubicBezTo>
                <a:cubicBezTo>
                  <a:pt x="119870" y="64200"/>
                  <a:pt x="123033" y="54677"/>
                  <a:pt x="129357" y="46552"/>
                </a:cubicBezTo>
                <a:cubicBezTo>
                  <a:pt x="135682" y="38427"/>
                  <a:pt x="144355" y="34365"/>
                  <a:pt x="155376" y="34365"/>
                </a:cubicBezTo>
                <a:moveTo>
                  <a:pt x="155701" y="40065"/>
                </a:moveTo>
                <a:cubicBezTo>
                  <a:pt x="152933" y="40065"/>
                  <a:pt x="150557" y="41112"/>
                  <a:pt x="148576" y="43206"/>
                </a:cubicBezTo>
                <a:cubicBezTo>
                  <a:pt x="146594" y="45297"/>
                  <a:pt x="145291" y="49428"/>
                  <a:pt x="144667" y="55596"/>
                </a:cubicBezTo>
                <a:cubicBezTo>
                  <a:pt x="144043" y="61765"/>
                  <a:pt x="143731" y="70339"/>
                  <a:pt x="143731" y="81319"/>
                </a:cubicBezTo>
                <a:cubicBezTo>
                  <a:pt x="143731" y="87135"/>
                  <a:pt x="144111" y="92571"/>
                  <a:pt x="144871" y="97626"/>
                </a:cubicBezTo>
                <a:cubicBezTo>
                  <a:pt x="145468" y="101484"/>
                  <a:pt x="146744" y="104419"/>
                  <a:pt x="148698" y="106431"/>
                </a:cubicBezTo>
                <a:cubicBezTo>
                  <a:pt x="150652" y="108442"/>
                  <a:pt x="152878" y="109447"/>
                  <a:pt x="155376" y="109447"/>
                </a:cubicBezTo>
                <a:cubicBezTo>
                  <a:pt x="157819" y="109447"/>
                  <a:pt x="159854" y="108767"/>
                  <a:pt x="161483" y="107409"/>
                </a:cubicBezTo>
                <a:cubicBezTo>
                  <a:pt x="163600" y="105561"/>
                  <a:pt x="165012" y="102979"/>
                  <a:pt x="165718" y="99662"/>
                </a:cubicBezTo>
                <a:cubicBezTo>
                  <a:pt x="166803" y="94500"/>
                  <a:pt x="167346" y="84064"/>
                  <a:pt x="167346" y="68356"/>
                </a:cubicBezTo>
                <a:cubicBezTo>
                  <a:pt x="167346" y="59117"/>
                  <a:pt x="166831" y="52772"/>
                  <a:pt x="165799" y="49321"/>
                </a:cubicBezTo>
                <a:cubicBezTo>
                  <a:pt x="164768" y="45868"/>
                  <a:pt x="163247" y="43354"/>
                  <a:pt x="161239" y="41778"/>
                </a:cubicBezTo>
                <a:cubicBezTo>
                  <a:pt x="159827" y="40636"/>
                  <a:pt x="157981" y="40065"/>
                  <a:pt x="155701" y="40065"/>
                </a:cubicBezTo>
                <a:close/>
                <a:moveTo>
                  <a:pt x="276875" y="2443"/>
                </a:moveTo>
                <a:lnTo>
                  <a:pt x="276875" y="90066"/>
                </a:lnTo>
                <a:cubicBezTo>
                  <a:pt x="276875" y="95924"/>
                  <a:pt x="277038" y="99390"/>
                  <a:pt x="277364" y="100464"/>
                </a:cubicBezTo>
                <a:cubicBezTo>
                  <a:pt x="277798" y="102238"/>
                  <a:pt x="278626" y="103556"/>
                  <a:pt x="279847" y="104416"/>
                </a:cubicBezTo>
                <a:cubicBezTo>
                  <a:pt x="281069" y="105274"/>
                  <a:pt x="283200" y="105811"/>
                  <a:pt x="286240" y="106027"/>
                </a:cubicBezTo>
                <a:lnTo>
                  <a:pt x="286240" y="108958"/>
                </a:lnTo>
                <a:lnTo>
                  <a:pt x="254074" y="115147"/>
                </a:lnTo>
                <a:lnTo>
                  <a:pt x="254074" y="103095"/>
                </a:lnTo>
                <a:cubicBezTo>
                  <a:pt x="250219" y="107764"/>
                  <a:pt x="246785" y="110940"/>
                  <a:pt x="243772" y="112623"/>
                </a:cubicBezTo>
                <a:cubicBezTo>
                  <a:pt x="240759" y="114306"/>
                  <a:pt x="237352" y="115147"/>
                  <a:pt x="233552" y="115147"/>
                </a:cubicBezTo>
                <a:cubicBezTo>
                  <a:pt x="223834" y="115147"/>
                  <a:pt x="216153" y="110800"/>
                  <a:pt x="210506" y="102105"/>
                </a:cubicBezTo>
                <a:cubicBezTo>
                  <a:pt x="205946" y="95041"/>
                  <a:pt x="203666" y="86373"/>
                  <a:pt x="203666" y="76102"/>
                </a:cubicBezTo>
                <a:cubicBezTo>
                  <a:pt x="203666" y="67896"/>
                  <a:pt x="205078" y="60546"/>
                  <a:pt x="207901" y="54052"/>
                </a:cubicBezTo>
                <a:cubicBezTo>
                  <a:pt x="210724" y="47557"/>
                  <a:pt x="214592" y="42653"/>
                  <a:pt x="219505" y="39338"/>
                </a:cubicBezTo>
                <a:cubicBezTo>
                  <a:pt x="224418" y="36023"/>
                  <a:pt x="229698" y="34365"/>
                  <a:pt x="235344" y="34365"/>
                </a:cubicBezTo>
                <a:cubicBezTo>
                  <a:pt x="238981" y="34365"/>
                  <a:pt x="242211" y="35077"/>
                  <a:pt x="245034" y="36500"/>
                </a:cubicBezTo>
                <a:cubicBezTo>
                  <a:pt x="247857" y="37924"/>
                  <a:pt x="250870" y="40415"/>
                  <a:pt x="254074" y="43974"/>
                </a:cubicBezTo>
                <a:lnTo>
                  <a:pt x="254074" y="21010"/>
                </a:lnTo>
                <a:cubicBezTo>
                  <a:pt x="254074" y="15201"/>
                  <a:pt x="253829" y="11699"/>
                  <a:pt x="253341" y="10505"/>
                </a:cubicBezTo>
                <a:cubicBezTo>
                  <a:pt x="252689" y="8931"/>
                  <a:pt x="251712" y="7763"/>
                  <a:pt x="250409" y="7003"/>
                </a:cubicBezTo>
                <a:cubicBezTo>
                  <a:pt x="249106" y="6243"/>
                  <a:pt x="246663" y="5863"/>
                  <a:pt x="243080" y="5863"/>
                </a:cubicBezTo>
                <a:lnTo>
                  <a:pt x="243080" y="2443"/>
                </a:lnTo>
                <a:lnTo>
                  <a:pt x="276875" y="2443"/>
                </a:lnTo>
                <a:moveTo>
                  <a:pt x="254074" y="53909"/>
                </a:moveTo>
                <a:cubicBezTo>
                  <a:pt x="250056" y="46309"/>
                  <a:pt x="245143" y="42508"/>
                  <a:pt x="239334" y="42508"/>
                </a:cubicBezTo>
                <a:cubicBezTo>
                  <a:pt x="237325" y="42508"/>
                  <a:pt x="235669" y="43051"/>
                  <a:pt x="234367" y="44137"/>
                </a:cubicBezTo>
                <a:cubicBezTo>
                  <a:pt x="232358" y="45820"/>
                  <a:pt x="230716" y="48779"/>
                  <a:pt x="229440" y="53013"/>
                </a:cubicBezTo>
                <a:cubicBezTo>
                  <a:pt x="228164" y="57248"/>
                  <a:pt x="227526" y="63735"/>
                  <a:pt x="227526" y="72476"/>
                </a:cubicBezTo>
                <a:cubicBezTo>
                  <a:pt x="227526" y="82085"/>
                  <a:pt x="228232" y="89197"/>
                  <a:pt x="229643" y="93812"/>
                </a:cubicBezTo>
                <a:cubicBezTo>
                  <a:pt x="231055" y="98426"/>
                  <a:pt x="232982" y="101765"/>
                  <a:pt x="235425" y="103828"/>
                </a:cubicBezTo>
                <a:cubicBezTo>
                  <a:pt x="236674" y="104859"/>
                  <a:pt x="238384" y="105375"/>
                  <a:pt x="240556" y="105375"/>
                </a:cubicBezTo>
                <a:cubicBezTo>
                  <a:pt x="245333" y="105375"/>
                  <a:pt x="249839" y="101617"/>
                  <a:pt x="254074" y="94102"/>
                </a:cubicBezTo>
                <a:lnTo>
                  <a:pt x="254074" y="53909"/>
                </a:lnTo>
                <a:close/>
                <a:moveTo>
                  <a:pt x="360100" y="71987"/>
                </a:moveTo>
                <a:lnTo>
                  <a:pt x="318325" y="71987"/>
                </a:lnTo>
                <a:cubicBezTo>
                  <a:pt x="318814" y="82112"/>
                  <a:pt x="321501" y="90114"/>
                  <a:pt x="326387" y="95993"/>
                </a:cubicBezTo>
                <a:cubicBezTo>
                  <a:pt x="330133" y="100510"/>
                  <a:pt x="334639" y="102769"/>
                  <a:pt x="339905" y="102769"/>
                </a:cubicBezTo>
                <a:cubicBezTo>
                  <a:pt x="343162" y="102769"/>
                  <a:pt x="346121" y="101860"/>
                  <a:pt x="348781" y="100041"/>
                </a:cubicBezTo>
                <a:cubicBezTo>
                  <a:pt x="351441" y="98223"/>
                  <a:pt x="354292" y="94952"/>
                  <a:pt x="357332" y="90229"/>
                </a:cubicBezTo>
                <a:lnTo>
                  <a:pt x="360100" y="92020"/>
                </a:lnTo>
                <a:cubicBezTo>
                  <a:pt x="355974" y="100435"/>
                  <a:pt x="351414" y="106393"/>
                  <a:pt x="346420" y="109895"/>
                </a:cubicBezTo>
                <a:cubicBezTo>
                  <a:pt x="341425" y="113396"/>
                  <a:pt x="335643" y="115147"/>
                  <a:pt x="329074" y="115147"/>
                </a:cubicBezTo>
                <a:cubicBezTo>
                  <a:pt x="317782" y="115147"/>
                  <a:pt x="309232" y="110800"/>
                  <a:pt x="303423" y="102105"/>
                </a:cubicBezTo>
                <a:cubicBezTo>
                  <a:pt x="298754" y="95095"/>
                  <a:pt x="296419" y="86400"/>
                  <a:pt x="296419" y="76021"/>
                </a:cubicBezTo>
                <a:cubicBezTo>
                  <a:pt x="296419" y="63304"/>
                  <a:pt x="299853" y="53182"/>
                  <a:pt x="306721" y="45656"/>
                </a:cubicBezTo>
                <a:cubicBezTo>
                  <a:pt x="313588" y="38129"/>
                  <a:pt x="321637" y="34365"/>
                  <a:pt x="330866" y="34365"/>
                </a:cubicBezTo>
                <a:cubicBezTo>
                  <a:pt x="338575" y="34365"/>
                  <a:pt x="345266" y="37527"/>
                  <a:pt x="350939" y="43852"/>
                </a:cubicBezTo>
                <a:cubicBezTo>
                  <a:pt x="356612" y="50177"/>
                  <a:pt x="359666" y="59555"/>
                  <a:pt x="360100" y="71987"/>
                </a:cubicBezTo>
                <a:moveTo>
                  <a:pt x="340068" y="66613"/>
                </a:moveTo>
                <a:cubicBezTo>
                  <a:pt x="340068" y="57872"/>
                  <a:pt x="339593" y="51873"/>
                  <a:pt x="338643" y="48616"/>
                </a:cubicBezTo>
                <a:cubicBezTo>
                  <a:pt x="337693" y="45359"/>
                  <a:pt x="336213" y="42888"/>
                  <a:pt x="334205" y="41205"/>
                </a:cubicBezTo>
                <a:cubicBezTo>
                  <a:pt x="333064" y="40228"/>
                  <a:pt x="331544" y="39740"/>
                  <a:pt x="329644" y="39740"/>
                </a:cubicBezTo>
                <a:cubicBezTo>
                  <a:pt x="326821" y="39740"/>
                  <a:pt x="324514" y="41124"/>
                  <a:pt x="322722" y="43893"/>
                </a:cubicBezTo>
                <a:cubicBezTo>
                  <a:pt x="319519" y="48724"/>
                  <a:pt x="317918" y="55348"/>
                  <a:pt x="317918" y="63763"/>
                </a:cubicBezTo>
                <a:lnTo>
                  <a:pt x="317918" y="66613"/>
                </a:lnTo>
                <a:lnTo>
                  <a:pt x="340068" y="666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899B5-27E7-4A79-A0EB-7DFE2D1C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011" y="694136"/>
            <a:ext cx="10" cy="966415"/>
          </a:xfrm>
          <a:custGeom xmlns:a="http://schemas.openxmlformats.org/drawingml/2006/main">
            <a:pathLst>
              <a:path w="1" h="966415" fill="none">
                <a:moveTo>
                  <a:pt x="0" y="9664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94896-A970-4924-A9FB-FE20FF65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377" y="534868"/>
            <a:ext cx="159268" cy="159268"/>
          </a:xfrm>
          <a:custGeom xmlns:a="http://schemas.openxmlformats.org/drawingml/2006/main">
            <a:pathLst>
              <a:path w="159268" h="159268" fill="none">
                <a:moveTo>
                  <a:pt x="159268" y="79634"/>
                </a:moveTo>
                <a:cubicBezTo>
                  <a:pt x="159267" y="84862"/>
                  <a:pt x="158757" y="90041"/>
                  <a:pt x="157737" y="95169"/>
                </a:cubicBezTo>
                <a:cubicBezTo>
                  <a:pt x="156717" y="100297"/>
                  <a:pt x="155206" y="105277"/>
                  <a:pt x="153205" y="110108"/>
                </a:cubicBezTo>
                <a:cubicBezTo>
                  <a:pt x="151204" y="114939"/>
                  <a:pt x="148751" y="119528"/>
                  <a:pt x="145846" y="123876"/>
                </a:cubicBezTo>
                <a:cubicBezTo>
                  <a:pt x="142942" y="128223"/>
                  <a:pt x="139640" y="132246"/>
                  <a:pt x="135943" y="135943"/>
                </a:cubicBezTo>
                <a:cubicBezTo>
                  <a:pt x="132246" y="139640"/>
                  <a:pt x="128223" y="142942"/>
                  <a:pt x="123875" y="145846"/>
                </a:cubicBezTo>
                <a:cubicBezTo>
                  <a:pt x="119527" y="148752"/>
                  <a:pt x="114938" y="151205"/>
                  <a:pt x="110108" y="153205"/>
                </a:cubicBezTo>
                <a:cubicBezTo>
                  <a:pt x="105277" y="155206"/>
                  <a:pt x="100297" y="156717"/>
                  <a:pt x="95169" y="157738"/>
                </a:cubicBezTo>
                <a:cubicBezTo>
                  <a:pt x="90041" y="158758"/>
                  <a:pt x="84862" y="159268"/>
                  <a:pt x="79634" y="159268"/>
                </a:cubicBezTo>
                <a:cubicBezTo>
                  <a:pt x="74405" y="159268"/>
                  <a:pt x="69226" y="158758"/>
                  <a:pt x="64097" y="157738"/>
                </a:cubicBezTo>
                <a:cubicBezTo>
                  <a:pt x="58969" y="156717"/>
                  <a:pt x="53988" y="155206"/>
                  <a:pt x="49158" y="153205"/>
                </a:cubicBezTo>
                <a:cubicBezTo>
                  <a:pt x="44328" y="151205"/>
                  <a:pt x="39738" y="148752"/>
                  <a:pt x="35390" y="145847"/>
                </a:cubicBezTo>
                <a:cubicBezTo>
                  <a:pt x="31043" y="142942"/>
                  <a:pt x="27021" y="139640"/>
                  <a:pt x="23324" y="135943"/>
                </a:cubicBezTo>
                <a:cubicBezTo>
                  <a:pt x="19626" y="132246"/>
                  <a:pt x="16325" y="128223"/>
                  <a:pt x="13419" y="123876"/>
                </a:cubicBezTo>
                <a:cubicBezTo>
                  <a:pt x="10515" y="119528"/>
                  <a:pt x="8061" y="114939"/>
                  <a:pt x="6061" y="110108"/>
                </a:cubicBezTo>
                <a:cubicBezTo>
                  <a:pt x="4060" y="105277"/>
                  <a:pt x="2549" y="100297"/>
                  <a:pt x="1530" y="95169"/>
                </a:cubicBezTo>
                <a:cubicBezTo>
                  <a:pt x="510" y="90041"/>
                  <a:pt x="0" y="84862"/>
                  <a:pt x="0" y="79634"/>
                </a:cubicBezTo>
                <a:cubicBezTo>
                  <a:pt x="0" y="74405"/>
                  <a:pt x="510" y="69226"/>
                  <a:pt x="1530" y="64097"/>
                </a:cubicBezTo>
                <a:cubicBezTo>
                  <a:pt x="2549" y="58969"/>
                  <a:pt x="4060" y="53990"/>
                  <a:pt x="6061" y="49159"/>
                </a:cubicBezTo>
                <a:cubicBezTo>
                  <a:pt x="8061" y="44328"/>
                  <a:pt x="10515" y="39739"/>
                  <a:pt x="13419" y="35391"/>
                </a:cubicBezTo>
                <a:cubicBezTo>
                  <a:pt x="16325" y="31044"/>
                  <a:pt x="19626" y="27021"/>
                  <a:pt x="23324" y="23324"/>
                </a:cubicBezTo>
                <a:cubicBezTo>
                  <a:pt x="27021" y="19626"/>
                  <a:pt x="31043" y="16325"/>
                  <a:pt x="35390" y="13420"/>
                </a:cubicBezTo>
                <a:cubicBezTo>
                  <a:pt x="39738" y="10516"/>
                  <a:pt x="44328" y="8062"/>
                  <a:pt x="49158" y="6061"/>
                </a:cubicBezTo>
                <a:cubicBezTo>
                  <a:pt x="53988" y="4060"/>
                  <a:pt x="58969" y="2549"/>
                  <a:pt x="64097" y="1530"/>
                </a:cubicBezTo>
                <a:cubicBezTo>
                  <a:pt x="69226" y="510"/>
                  <a:pt x="74405" y="0"/>
                  <a:pt x="79634" y="0"/>
                </a:cubicBezTo>
                <a:cubicBezTo>
                  <a:pt x="84862" y="0"/>
                  <a:pt x="90041" y="510"/>
                  <a:pt x="95169" y="1530"/>
                </a:cubicBezTo>
                <a:cubicBezTo>
                  <a:pt x="100297" y="2549"/>
                  <a:pt x="105277" y="4060"/>
                  <a:pt x="110108" y="6061"/>
                </a:cubicBezTo>
                <a:cubicBezTo>
                  <a:pt x="114938" y="8062"/>
                  <a:pt x="119527" y="10516"/>
                  <a:pt x="123875" y="13420"/>
                </a:cubicBezTo>
                <a:cubicBezTo>
                  <a:pt x="128223" y="16325"/>
                  <a:pt x="132246" y="19626"/>
                  <a:pt x="135943" y="23324"/>
                </a:cubicBezTo>
                <a:cubicBezTo>
                  <a:pt x="139640" y="27021"/>
                  <a:pt x="142942" y="31044"/>
                  <a:pt x="145846" y="35391"/>
                </a:cubicBezTo>
                <a:cubicBezTo>
                  <a:pt x="148751" y="39739"/>
                  <a:pt x="151204" y="44328"/>
                  <a:pt x="153205" y="49159"/>
                </a:cubicBezTo>
                <a:cubicBezTo>
                  <a:pt x="155206" y="53990"/>
                  <a:pt x="156717" y="58969"/>
                  <a:pt x="157737" y="64097"/>
                </a:cubicBezTo>
                <a:cubicBezTo>
                  <a:pt x="158757" y="69226"/>
                  <a:pt x="159267" y="74405"/>
                  <a:pt x="159268" y="7963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BD397-FA09-4A3C-AE23-DDB9830A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377" y="534868"/>
            <a:ext cx="159268" cy="159268"/>
          </a:xfrm>
          <a:custGeom xmlns:a="http://schemas.openxmlformats.org/drawingml/2006/main">
            <a:pathLst>
              <a:path w="159268" h="159268" fill="none">
                <a:moveTo>
                  <a:pt x="79634" y="0"/>
                </a:moveTo>
                <a:lnTo>
                  <a:pt x="79634" y="159268"/>
                </a:lnTo>
                <a:moveTo>
                  <a:pt x="159268" y="79634"/>
                </a:moveTo>
                <a:lnTo>
                  <a:pt x="0" y="79634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1EF72-452B-4077-8842-C761AF9A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69" y="1941203"/>
            <a:ext cx="1415550" cy="569"/>
          </a:xfrm>
          <a:custGeom xmlns:a="http://schemas.openxmlformats.org/drawingml/2006/main">
            <a:pathLst>
              <a:path w="1415550" h="569" fill="none">
                <a:moveTo>
                  <a:pt x="0" y="0"/>
                </a:moveTo>
                <a:lnTo>
                  <a:pt x="1415550" y="569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45EF7-1227-4BC5-BCCB-EC6054F9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611" y="1901955"/>
            <a:ext cx="79634" cy="79634"/>
          </a:xfrm>
          <a:custGeom xmlns:a="http://schemas.openxmlformats.org/drawingml/2006/main">
            <a:pathLst>
              <a:path w="79634" h="79634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29A7E-1866-47D4-ABFF-3B7F0BEF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611" y="1901955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ab69de2d943d5"/>
          <a:stretch xmlns:a="http://schemas.openxmlformats.org/drawingml/2006/main"/>
        </p:blipFill>
        <p:spPr>
          <a:xfrm xmlns:a="http://schemas.openxmlformats.org/drawingml/2006/main">
            <a:off x="4243052" y="405974"/>
            <a:ext cx="255966" cy="255966"/>
          </a:xfrm>
          <a:prstGeom xmlns:a="http://schemas.openxmlformats.org/drawingml/2006/main" prst="rect">
            <a:avLst/>
          </a:prstGeom>
        </p:spPr>
      </p:pic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3CF33-33C8-46E3-AC0A-40EFA7CD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527" y="628836"/>
            <a:ext cx="723873" cy="10"/>
          </a:xfrm>
          <a:custGeom xmlns:a="http://schemas.openxmlformats.org/drawingml/2006/main">
            <a:pathLst>
              <a:path w="723873" h="1" fill="none">
                <a:moveTo>
                  <a:pt x="0" y="0"/>
                </a:moveTo>
                <a:lnTo>
                  <a:pt x="7238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B1ECA-3F5A-48FF-BA90-4AB6C24B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491" y="589019"/>
            <a:ext cx="79634" cy="79634"/>
          </a:xfrm>
          <a:custGeom xmlns:a="http://schemas.openxmlformats.org/drawingml/2006/main">
            <a:pathLst>
              <a:path w="79634" h="79634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1CBA6-B7DA-4649-832B-7C1FE82C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491" y="589019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02" name="Text Align">
            <a:extLst xmlns:a="http://schemas.openxmlformats.org/drawingml/2006/main">
              <a:ext uri="{FF2B5EF4-FFF2-40B4-BE49-F238E27FC236}">
                <a16:creationId xmlns:a16="http://schemas.microsoft.com/office/drawing/2014/main" id="{D6AC638C-3EF6-487D-82A9-15310705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487" y="431251"/>
            <a:ext cx="358653" cy="121106"/>
          </a:xfrm>
          <a:custGeom xmlns:a="http://schemas.openxmlformats.org/drawingml/2006/main">
            <a:pathLst>
              <a:path w="358653" h="121106">
                <a:moveTo>
                  <a:pt x="94343" y="95199"/>
                </a:moveTo>
                <a:lnTo>
                  <a:pt x="70696" y="95199"/>
                </a:lnTo>
                <a:lnTo>
                  <a:pt x="68619" y="76623"/>
                </a:lnTo>
                <a:lnTo>
                  <a:pt x="35134" y="76623"/>
                </a:lnTo>
                <a:lnTo>
                  <a:pt x="24502" y="95199"/>
                </a:lnTo>
                <a:lnTo>
                  <a:pt x="0" y="95199"/>
                </a:lnTo>
                <a:lnTo>
                  <a:pt x="54565" y="4155"/>
                </a:lnTo>
                <a:lnTo>
                  <a:pt x="81695" y="4155"/>
                </a:lnTo>
                <a:lnTo>
                  <a:pt x="94343" y="95199"/>
                </a:lnTo>
                <a:moveTo>
                  <a:pt x="66847" y="60248"/>
                </a:moveTo>
                <a:lnTo>
                  <a:pt x="63181" y="27573"/>
                </a:lnTo>
                <a:lnTo>
                  <a:pt x="44422" y="60248"/>
                </a:lnTo>
                <a:lnTo>
                  <a:pt x="66847" y="60248"/>
                </a:lnTo>
                <a:close/>
                <a:moveTo>
                  <a:pt x="149351" y="122"/>
                </a:moveTo>
                <a:lnTo>
                  <a:pt x="127354" y="95199"/>
                </a:lnTo>
                <a:lnTo>
                  <a:pt x="105235" y="95199"/>
                </a:lnTo>
                <a:lnTo>
                  <a:pt x="127232" y="122"/>
                </a:lnTo>
                <a:lnTo>
                  <a:pt x="149351" y="122"/>
                </a:lnTo>
                <a:close/>
                <a:moveTo>
                  <a:pt x="186039" y="26519"/>
                </a:moveTo>
                <a:lnTo>
                  <a:pt x="170152" y="95199"/>
                </a:lnTo>
                <a:lnTo>
                  <a:pt x="148033" y="95199"/>
                </a:lnTo>
                <a:lnTo>
                  <a:pt x="163920" y="26519"/>
                </a:lnTo>
                <a:lnTo>
                  <a:pt x="186039" y="26519"/>
                </a:lnTo>
                <a:moveTo>
                  <a:pt x="192760" y="0"/>
                </a:moveTo>
                <a:lnTo>
                  <a:pt x="188911" y="16742"/>
                </a:lnTo>
                <a:lnTo>
                  <a:pt x="165569" y="16742"/>
                </a:lnTo>
                <a:lnTo>
                  <a:pt x="169419" y="0"/>
                </a:lnTo>
                <a:lnTo>
                  <a:pt x="192760" y="0"/>
                </a:lnTo>
                <a:close/>
                <a:moveTo>
                  <a:pt x="273503" y="26519"/>
                </a:moveTo>
                <a:lnTo>
                  <a:pt x="259694" y="87333"/>
                </a:lnTo>
                <a:cubicBezTo>
                  <a:pt x="258186" y="93860"/>
                  <a:pt x="256048" y="99285"/>
                  <a:pt x="253278" y="103608"/>
                </a:cubicBezTo>
                <a:cubicBezTo>
                  <a:pt x="250508" y="107932"/>
                  <a:pt x="247147" y="111379"/>
                  <a:pt x="243196" y="113948"/>
                </a:cubicBezTo>
                <a:cubicBezTo>
                  <a:pt x="239122" y="116599"/>
                  <a:pt x="234702" y="118455"/>
                  <a:pt x="229936" y="119516"/>
                </a:cubicBezTo>
                <a:cubicBezTo>
                  <a:pt x="225170" y="120576"/>
                  <a:pt x="219814" y="121106"/>
                  <a:pt x="213866" y="121106"/>
                </a:cubicBezTo>
                <a:cubicBezTo>
                  <a:pt x="208937" y="121106"/>
                  <a:pt x="204212" y="120811"/>
                  <a:pt x="199690" y="120220"/>
                </a:cubicBezTo>
                <a:cubicBezTo>
                  <a:pt x="195169" y="119630"/>
                  <a:pt x="191360" y="118947"/>
                  <a:pt x="188264" y="118173"/>
                </a:cubicBezTo>
                <a:lnTo>
                  <a:pt x="191625" y="101309"/>
                </a:lnTo>
                <a:lnTo>
                  <a:pt x="194313" y="101309"/>
                </a:lnTo>
                <a:cubicBezTo>
                  <a:pt x="197694" y="102612"/>
                  <a:pt x="201116" y="103651"/>
                  <a:pt x="204579" y="104425"/>
                </a:cubicBezTo>
                <a:cubicBezTo>
                  <a:pt x="208041" y="105199"/>
                  <a:pt x="211117" y="105586"/>
                  <a:pt x="213805" y="105586"/>
                </a:cubicBezTo>
                <a:cubicBezTo>
                  <a:pt x="217675" y="105586"/>
                  <a:pt x="221036" y="105228"/>
                  <a:pt x="223887" y="104511"/>
                </a:cubicBezTo>
                <a:cubicBezTo>
                  <a:pt x="226739" y="103794"/>
                  <a:pt x="228979" y="102760"/>
                  <a:pt x="230608" y="101408"/>
                </a:cubicBezTo>
                <a:cubicBezTo>
                  <a:pt x="232360" y="99975"/>
                  <a:pt x="233755" y="98215"/>
                  <a:pt x="234794" y="96128"/>
                </a:cubicBezTo>
                <a:cubicBezTo>
                  <a:pt x="235833" y="94042"/>
                  <a:pt x="236678" y="91492"/>
                  <a:pt x="237330" y="88477"/>
                </a:cubicBezTo>
                <a:lnTo>
                  <a:pt x="237635" y="87194"/>
                </a:lnTo>
                <a:cubicBezTo>
                  <a:pt x="234458" y="89353"/>
                  <a:pt x="231301" y="91064"/>
                  <a:pt x="228164" y="92327"/>
                </a:cubicBezTo>
                <a:cubicBezTo>
                  <a:pt x="225028" y="93590"/>
                  <a:pt x="221484" y="94221"/>
                  <a:pt x="217532" y="94221"/>
                </a:cubicBezTo>
                <a:cubicBezTo>
                  <a:pt x="209833" y="94221"/>
                  <a:pt x="203815" y="92286"/>
                  <a:pt x="199476" y="88416"/>
                </a:cubicBezTo>
                <a:cubicBezTo>
                  <a:pt x="195138" y="84546"/>
                  <a:pt x="192969" y="78701"/>
                  <a:pt x="192969" y="70880"/>
                </a:cubicBezTo>
                <a:cubicBezTo>
                  <a:pt x="192969" y="57396"/>
                  <a:pt x="196778" y="46326"/>
                  <a:pt x="204395" y="37670"/>
                </a:cubicBezTo>
                <a:cubicBezTo>
                  <a:pt x="212013" y="29014"/>
                  <a:pt x="221260" y="24686"/>
                  <a:pt x="232136" y="24686"/>
                </a:cubicBezTo>
                <a:cubicBezTo>
                  <a:pt x="236047" y="24686"/>
                  <a:pt x="239601" y="25144"/>
                  <a:pt x="242799" y="26060"/>
                </a:cubicBezTo>
                <a:cubicBezTo>
                  <a:pt x="245996" y="26977"/>
                  <a:pt x="248573" y="28148"/>
                  <a:pt x="250528" y="29574"/>
                </a:cubicBezTo>
                <a:lnTo>
                  <a:pt x="252056" y="26519"/>
                </a:lnTo>
                <a:lnTo>
                  <a:pt x="273503" y="26519"/>
                </a:lnTo>
                <a:moveTo>
                  <a:pt x="247717" y="42635"/>
                </a:moveTo>
                <a:cubicBezTo>
                  <a:pt x="246536" y="42109"/>
                  <a:pt x="244978" y="41614"/>
                  <a:pt x="243043" y="41149"/>
                </a:cubicBezTo>
                <a:cubicBezTo>
                  <a:pt x="241108" y="40683"/>
                  <a:pt x="239407" y="40450"/>
                  <a:pt x="237941" y="40450"/>
                </a:cubicBezTo>
                <a:cubicBezTo>
                  <a:pt x="231382" y="40450"/>
                  <a:pt x="226107" y="42899"/>
                  <a:pt x="222115" y="47796"/>
                </a:cubicBezTo>
                <a:cubicBezTo>
                  <a:pt x="218123" y="52693"/>
                  <a:pt x="216127" y="58986"/>
                  <a:pt x="216127" y="66675"/>
                </a:cubicBezTo>
                <a:cubicBezTo>
                  <a:pt x="216127" y="70155"/>
                  <a:pt x="216982" y="72867"/>
                  <a:pt x="218693" y="74809"/>
                </a:cubicBezTo>
                <a:cubicBezTo>
                  <a:pt x="220404" y="76752"/>
                  <a:pt x="223480" y="77723"/>
                  <a:pt x="227920" y="77723"/>
                </a:cubicBezTo>
                <a:cubicBezTo>
                  <a:pt x="230079" y="77723"/>
                  <a:pt x="232268" y="77309"/>
                  <a:pt x="234489" y="76480"/>
                </a:cubicBezTo>
                <a:cubicBezTo>
                  <a:pt x="236709" y="75650"/>
                  <a:pt x="238796" y="74668"/>
                  <a:pt x="240752" y="73534"/>
                </a:cubicBezTo>
                <a:lnTo>
                  <a:pt x="247717" y="42635"/>
                </a:lnTo>
                <a:close/>
                <a:moveTo>
                  <a:pt x="358653" y="42100"/>
                </a:moveTo>
                <a:cubicBezTo>
                  <a:pt x="358653" y="43322"/>
                  <a:pt x="358572" y="44646"/>
                  <a:pt x="358409" y="46072"/>
                </a:cubicBezTo>
                <a:cubicBezTo>
                  <a:pt x="358246" y="47497"/>
                  <a:pt x="357981" y="48984"/>
                  <a:pt x="357615" y="50532"/>
                </a:cubicBezTo>
                <a:lnTo>
                  <a:pt x="347349" y="95199"/>
                </a:lnTo>
                <a:lnTo>
                  <a:pt x="325108" y="95199"/>
                </a:lnTo>
                <a:lnTo>
                  <a:pt x="332929" y="61164"/>
                </a:lnTo>
                <a:cubicBezTo>
                  <a:pt x="333499" y="58639"/>
                  <a:pt x="333947" y="56481"/>
                  <a:pt x="334273" y="54691"/>
                </a:cubicBezTo>
                <a:cubicBezTo>
                  <a:pt x="334599" y="52900"/>
                  <a:pt x="334762" y="51229"/>
                  <a:pt x="334762" y="49677"/>
                </a:cubicBezTo>
                <a:cubicBezTo>
                  <a:pt x="334762" y="47029"/>
                  <a:pt x="334090" y="45094"/>
                  <a:pt x="332746" y="43872"/>
                </a:cubicBezTo>
                <a:cubicBezTo>
                  <a:pt x="331401" y="42650"/>
                  <a:pt x="328937" y="42039"/>
                  <a:pt x="325352" y="42039"/>
                </a:cubicBezTo>
                <a:cubicBezTo>
                  <a:pt x="323601" y="42039"/>
                  <a:pt x="321584" y="42416"/>
                  <a:pt x="319303" y="43169"/>
                </a:cubicBezTo>
                <a:cubicBezTo>
                  <a:pt x="317022" y="43923"/>
                  <a:pt x="314455" y="45053"/>
                  <a:pt x="311604" y="46561"/>
                </a:cubicBezTo>
                <a:lnTo>
                  <a:pt x="300422" y="95199"/>
                </a:lnTo>
                <a:lnTo>
                  <a:pt x="278303" y="95199"/>
                </a:lnTo>
                <a:lnTo>
                  <a:pt x="294129" y="26519"/>
                </a:lnTo>
                <a:lnTo>
                  <a:pt x="316248" y="26519"/>
                </a:lnTo>
                <a:lnTo>
                  <a:pt x="314476" y="34096"/>
                </a:lnTo>
                <a:cubicBezTo>
                  <a:pt x="318997" y="31122"/>
                  <a:pt x="323122" y="28810"/>
                  <a:pt x="326849" y="27160"/>
                </a:cubicBezTo>
                <a:cubicBezTo>
                  <a:pt x="330576" y="25511"/>
                  <a:pt x="334681" y="24686"/>
                  <a:pt x="339161" y="24686"/>
                </a:cubicBezTo>
                <a:cubicBezTo>
                  <a:pt x="345313" y="24686"/>
                  <a:pt x="350099" y="26172"/>
                  <a:pt x="353521" y="29146"/>
                </a:cubicBezTo>
                <a:cubicBezTo>
                  <a:pt x="356942" y="32120"/>
                  <a:pt x="358653" y="36438"/>
                  <a:pt x="358653" y="42100"/>
                </a:cubicBez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Stri">
            <a:extLst xmlns:a="http://schemas.openxmlformats.org/drawingml/2006/main">
              <a:ext uri="{FF2B5EF4-FFF2-40B4-BE49-F238E27FC236}">
                <a16:creationId xmlns:a16="http://schemas.microsoft.com/office/drawing/2014/main" id="{A92C5D59-CAA1-4EEF-990C-EAA75433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59" y="1204838"/>
            <a:ext cx="254850" cy="96909"/>
          </a:xfrm>
          <a:custGeom xmlns:a="http://schemas.openxmlformats.org/drawingml/2006/main">
            <a:pathLst>
              <a:path w="254850" h="96909">
                <a:moveTo>
                  <a:pt x="36601" y="96909"/>
                </a:moveTo>
                <a:cubicBezTo>
                  <a:pt x="28820" y="96909"/>
                  <a:pt x="21885" y="96237"/>
                  <a:pt x="15795" y="94893"/>
                </a:cubicBezTo>
                <a:cubicBezTo>
                  <a:pt x="9705" y="93549"/>
                  <a:pt x="4440" y="91879"/>
                  <a:pt x="0" y="89883"/>
                </a:cubicBezTo>
                <a:lnTo>
                  <a:pt x="4705" y="68069"/>
                </a:lnTo>
                <a:lnTo>
                  <a:pt x="7271" y="68069"/>
                </a:lnTo>
                <a:cubicBezTo>
                  <a:pt x="11467" y="71879"/>
                  <a:pt x="16396" y="74828"/>
                  <a:pt x="22058" y="76915"/>
                </a:cubicBezTo>
                <a:cubicBezTo>
                  <a:pt x="27720" y="79002"/>
                  <a:pt x="33810" y="80045"/>
                  <a:pt x="40328" y="80045"/>
                </a:cubicBezTo>
                <a:cubicBezTo>
                  <a:pt x="47009" y="80045"/>
                  <a:pt x="51917" y="79142"/>
                  <a:pt x="55054" y="77337"/>
                </a:cubicBezTo>
                <a:cubicBezTo>
                  <a:pt x="58190" y="75532"/>
                  <a:pt x="59759" y="72946"/>
                  <a:pt x="59759" y="69579"/>
                </a:cubicBezTo>
                <a:cubicBezTo>
                  <a:pt x="59759" y="68315"/>
                  <a:pt x="59504" y="67225"/>
                  <a:pt x="58995" y="66308"/>
                </a:cubicBezTo>
                <a:cubicBezTo>
                  <a:pt x="58486" y="65390"/>
                  <a:pt x="57498" y="64483"/>
                  <a:pt x="56032" y="63587"/>
                </a:cubicBezTo>
                <a:cubicBezTo>
                  <a:pt x="54565" y="62690"/>
                  <a:pt x="52559" y="61803"/>
                  <a:pt x="50013" y="60927"/>
                </a:cubicBezTo>
                <a:cubicBezTo>
                  <a:pt x="47467" y="60050"/>
                  <a:pt x="44178" y="59041"/>
                  <a:pt x="40145" y="57901"/>
                </a:cubicBezTo>
                <a:cubicBezTo>
                  <a:pt x="35705" y="56678"/>
                  <a:pt x="31723" y="55353"/>
                  <a:pt x="28199" y="53927"/>
                </a:cubicBezTo>
                <a:cubicBezTo>
                  <a:pt x="24675" y="52500"/>
                  <a:pt x="21671" y="50808"/>
                  <a:pt x="19186" y="48852"/>
                </a:cubicBezTo>
                <a:cubicBezTo>
                  <a:pt x="16702" y="46855"/>
                  <a:pt x="14817" y="44552"/>
                  <a:pt x="13534" y="41943"/>
                </a:cubicBezTo>
                <a:cubicBezTo>
                  <a:pt x="12251" y="39334"/>
                  <a:pt x="11610" y="36215"/>
                  <a:pt x="11610" y="32587"/>
                </a:cubicBezTo>
                <a:cubicBezTo>
                  <a:pt x="11610" y="23456"/>
                  <a:pt x="15632" y="16170"/>
                  <a:pt x="23677" y="10729"/>
                </a:cubicBezTo>
                <a:cubicBezTo>
                  <a:pt x="31723" y="5287"/>
                  <a:pt x="42731" y="2566"/>
                  <a:pt x="56704" y="2566"/>
                </a:cubicBezTo>
                <a:cubicBezTo>
                  <a:pt x="63425" y="2566"/>
                  <a:pt x="69770" y="3115"/>
                  <a:pt x="75737" y="4212"/>
                </a:cubicBezTo>
                <a:cubicBezTo>
                  <a:pt x="81705" y="5310"/>
                  <a:pt x="86766" y="6793"/>
                  <a:pt x="90921" y="8663"/>
                </a:cubicBezTo>
                <a:lnTo>
                  <a:pt x="86461" y="29574"/>
                </a:lnTo>
                <a:lnTo>
                  <a:pt x="83956" y="29574"/>
                </a:lnTo>
                <a:cubicBezTo>
                  <a:pt x="80778" y="26693"/>
                  <a:pt x="76593" y="24283"/>
                  <a:pt x="71399" y="22343"/>
                </a:cubicBezTo>
                <a:cubicBezTo>
                  <a:pt x="66205" y="20401"/>
                  <a:pt x="60533" y="19431"/>
                  <a:pt x="54382" y="19431"/>
                </a:cubicBezTo>
                <a:cubicBezTo>
                  <a:pt x="48353" y="19431"/>
                  <a:pt x="43689" y="20298"/>
                  <a:pt x="40389" y="22031"/>
                </a:cubicBezTo>
                <a:cubicBezTo>
                  <a:pt x="37090" y="23764"/>
                  <a:pt x="35440" y="26162"/>
                  <a:pt x="35440" y="29224"/>
                </a:cubicBezTo>
                <a:cubicBezTo>
                  <a:pt x="35440" y="30651"/>
                  <a:pt x="35684" y="31834"/>
                  <a:pt x="36173" y="32772"/>
                </a:cubicBezTo>
                <a:cubicBezTo>
                  <a:pt x="36662" y="33709"/>
                  <a:pt x="37660" y="34626"/>
                  <a:pt x="39167" y="35522"/>
                </a:cubicBezTo>
                <a:cubicBezTo>
                  <a:pt x="40471" y="36337"/>
                  <a:pt x="42528" y="37223"/>
                  <a:pt x="45338" y="38182"/>
                </a:cubicBezTo>
                <a:cubicBezTo>
                  <a:pt x="48149" y="39139"/>
                  <a:pt x="51449" y="40128"/>
                  <a:pt x="55237" y="41147"/>
                </a:cubicBezTo>
                <a:cubicBezTo>
                  <a:pt x="65421" y="43878"/>
                  <a:pt x="72692" y="47077"/>
                  <a:pt x="77051" y="50746"/>
                </a:cubicBezTo>
                <a:cubicBezTo>
                  <a:pt x="81410" y="54415"/>
                  <a:pt x="83589" y="59388"/>
                  <a:pt x="83589" y="65665"/>
                </a:cubicBezTo>
                <a:cubicBezTo>
                  <a:pt x="83589" y="70923"/>
                  <a:pt x="82408" y="75550"/>
                  <a:pt x="80045" y="79545"/>
                </a:cubicBezTo>
                <a:cubicBezTo>
                  <a:pt x="77682" y="83539"/>
                  <a:pt x="74424" y="86780"/>
                  <a:pt x="70269" y="89266"/>
                </a:cubicBezTo>
                <a:cubicBezTo>
                  <a:pt x="65910" y="91916"/>
                  <a:pt x="60960" y="93853"/>
                  <a:pt x="55420" y="95076"/>
                </a:cubicBezTo>
                <a:cubicBezTo>
                  <a:pt x="49880" y="96298"/>
                  <a:pt x="43607" y="96909"/>
                  <a:pt x="36601" y="96909"/>
                </a:cubicBezTo>
                <a:close/>
                <a:moveTo>
                  <a:pt x="117200" y="96543"/>
                </a:moveTo>
                <a:cubicBezTo>
                  <a:pt x="109583" y="96543"/>
                  <a:pt x="104145" y="95290"/>
                  <a:pt x="100886" y="92785"/>
                </a:cubicBezTo>
                <a:cubicBezTo>
                  <a:pt x="97627" y="90280"/>
                  <a:pt x="95998" y="86563"/>
                  <a:pt x="95998" y="81634"/>
                </a:cubicBezTo>
                <a:cubicBezTo>
                  <a:pt x="95998" y="80330"/>
                  <a:pt x="96100" y="79067"/>
                  <a:pt x="96303" y="77845"/>
                </a:cubicBezTo>
                <a:cubicBezTo>
                  <a:pt x="96507" y="76623"/>
                  <a:pt x="96772" y="75197"/>
                  <a:pt x="97098" y="73568"/>
                </a:cubicBezTo>
                <a:lnTo>
                  <a:pt x="104552" y="41061"/>
                </a:lnTo>
                <a:lnTo>
                  <a:pt x="95509" y="41061"/>
                </a:lnTo>
                <a:lnTo>
                  <a:pt x="98870" y="26519"/>
                </a:lnTo>
                <a:lnTo>
                  <a:pt x="107913" y="26519"/>
                </a:lnTo>
                <a:lnTo>
                  <a:pt x="112434" y="6844"/>
                </a:lnTo>
                <a:lnTo>
                  <a:pt x="134493" y="6844"/>
                </a:lnTo>
                <a:lnTo>
                  <a:pt x="129971" y="26519"/>
                </a:lnTo>
                <a:lnTo>
                  <a:pt x="150624" y="26519"/>
                </a:lnTo>
                <a:lnTo>
                  <a:pt x="147263" y="41061"/>
                </a:lnTo>
                <a:lnTo>
                  <a:pt x="126610" y="41061"/>
                </a:lnTo>
                <a:lnTo>
                  <a:pt x="120928" y="65844"/>
                </a:lnTo>
                <a:cubicBezTo>
                  <a:pt x="120520" y="67558"/>
                  <a:pt x="120133" y="69281"/>
                  <a:pt x="119767" y="71015"/>
                </a:cubicBezTo>
                <a:cubicBezTo>
                  <a:pt x="119400" y="72749"/>
                  <a:pt x="119217" y="74228"/>
                  <a:pt x="119217" y="75453"/>
                </a:cubicBezTo>
                <a:cubicBezTo>
                  <a:pt x="119217" y="77901"/>
                  <a:pt x="119899" y="79604"/>
                  <a:pt x="121264" y="80562"/>
                </a:cubicBezTo>
                <a:cubicBezTo>
                  <a:pt x="122628" y="81521"/>
                  <a:pt x="124737" y="82000"/>
                  <a:pt x="127588" y="82000"/>
                </a:cubicBezTo>
                <a:cubicBezTo>
                  <a:pt x="128729" y="82000"/>
                  <a:pt x="130226" y="81786"/>
                  <a:pt x="132079" y="81359"/>
                </a:cubicBezTo>
                <a:cubicBezTo>
                  <a:pt x="133933" y="80931"/>
                  <a:pt x="135409" y="80452"/>
                  <a:pt x="136509" y="79923"/>
                </a:cubicBezTo>
                <a:lnTo>
                  <a:pt x="138342" y="79923"/>
                </a:lnTo>
                <a:lnTo>
                  <a:pt x="134920" y="94595"/>
                </a:lnTo>
                <a:cubicBezTo>
                  <a:pt x="132435" y="95204"/>
                  <a:pt x="129818" y="95680"/>
                  <a:pt x="127069" y="96025"/>
                </a:cubicBezTo>
                <a:cubicBezTo>
                  <a:pt x="124319" y="96370"/>
                  <a:pt x="121030" y="96543"/>
                  <a:pt x="117200" y="96543"/>
                </a:cubicBezTo>
                <a:close/>
                <a:moveTo>
                  <a:pt x="208787" y="47416"/>
                </a:moveTo>
                <a:lnTo>
                  <a:pt x="206832" y="47416"/>
                </a:lnTo>
                <a:cubicBezTo>
                  <a:pt x="205854" y="47090"/>
                  <a:pt x="204469" y="46846"/>
                  <a:pt x="202677" y="46683"/>
                </a:cubicBezTo>
                <a:cubicBezTo>
                  <a:pt x="200884" y="46520"/>
                  <a:pt x="199112" y="46438"/>
                  <a:pt x="197361" y="46438"/>
                </a:cubicBezTo>
                <a:cubicBezTo>
                  <a:pt x="194468" y="46438"/>
                  <a:pt x="191678" y="46653"/>
                  <a:pt x="188990" y="47082"/>
                </a:cubicBezTo>
                <a:cubicBezTo>
                  <a:pt x="186301" y="47511"/>
                  <a:pt x="183531" y="48195"/>
                  <a:pt x="180680" y="49134"/>
                </a:cubicBezTo>
                <a:lnTo>
                  <a:pt x="170048" y="95199"/>
                </a:lnTo>
                <a:lnTo>
                  <a:pt x="147928" y="95199"/>
                </a:lnTo>
                <a:lnTo>
                  <a:pt x="163815" y="26519"/>
                </a:lnTo>
                <a:lnTo>
                  <a:pt x="185934" y="26519"/>
                </a:lnTo>
                <a:lnTo>
                  <a:pt x="183612" y="36601"/>
                </a:lnTo>
                <a:cubicBezTo>
                  <a:pt x="187767" y="33546"/>
                  <a:pt x="191912" y="31061"/>
                  <a:pt x="196047" y="29146"/>
                </a:cubicBezTo>
                <a:cubicBezTo>
                  <a:pt x="200182" y="27232"/>
                  <a:pt x="204347" y="26274"/>
                  <a:pt x="208543" y="26274"/>
                </a:cubicBezTo>
                <a:cubicBezTo>
                  <a:pt x="209316" y="26274"/>
                  <a:pt x="210182" y="26295"/>
                  <a:pt x="211139" y="26335"/>
                </a:cubicBezTo>
                <a:cubicBezTo>
                  <a:pt x="212097" y="26376"/>
                  <a:pt x="212942" y="26437"/>
                  <a:pt x="213675" y="26519"/>
                </a:cubicBezTo>
                <a:lnTo>
                  <a:pt x="208787" y="47416"/>
                </a:lnTo>
                <a:close/>
                <a:moveTo>
                  <a:pt x="248129" y="26519"/>
                </a:moveTo>
                <a:lnTo>
                  <a:pt x="232242" y="95199"/>
                </a:lnTo>
                <a:lnTo>
                  <a:pt x="210123" y="95199"/>
                </a:lnTo>
                <a:lnTo>
                  <a:pt x="226009" y="26519"/>
                </a:lnTo>
                <a:lnTo>
                  <a:pt x="248129" y="26519"/>
                </a:lnTo>
                <a:moveTo>
                  <a:pt x="254850" y="0"/>
                </a:moveTo>
                <a:lnTo>
                  <a:pt x="251001" y="16742"/>
                </a:lnTo>
                <a:lnTo>
                  <a:pt x="227659" y="16742"/>
                </a:lnTo>
                <a:lnTo>
                  <a:pt x="231509" y="0"/>
                </a:lnTo>
                <a:lnTo>
                  <a:pt x="254850" y="0"/>
                </a:ln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p">
            <a:extLst xmlns:a="http://schemas.openxmlformats.org/drawingml/2006/main">
              <a:ext uri="{FF2B5EF4-FFF2-40B4-BE49-F238E27FC236}">
                <a16:creationId xmlns:a16="http://schemas.microsoft.com/office/drawing/2014/main" id="{47475054-EC4A-4AB9-A9FD-8FA8E500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14" y="1229523"/>
            <a:ext cx="86889" cy="95687"/>
          </a:xfrm>
          <a:custGeom xmlns:a="http://schemas.openxmlformats.org/drawingml/2006/main">
            <a:pathLst>
              <a:path w="86889" h="95687">
                <a:moveTo>
                  <a:pt x="86889" y="23830"/>
                </a:moveTo>
                <a:cubicBezTo>
                  <a:pt x="86889" y="30144"/>
                  <a:pt x="85860" y="36265"/>
                  <a:pt x="83803" y="42192"/>
                </a:cubicBezTo>
                <a:cubicBezTo>
                  <a:pt x="81746" y="48119"/>
                  <a:pt x="78945" y="53221"/>
                  <a:pt x="75401" y="57498"/>
                </a:cubicBezTo>
                <a:cubicBezTo>
                  <a:pt x="71694" y="62020"/>
                  <a:pt x="67509" y="65543"/>
                  <a:pt x="62844" y="68069"/>
                </a:cubicBezTo>
                <a:cubicBezTo>
                  <a:pt x="58180" y="70594"/>
                  <a:pt x="52956" y="71857"/>
                  <a:pt x="47172" y="71857"/>
                </a:cubicBezTo>
                <a:cubicBezTo>
                  <a:pt x="43505" y="71857"/>
                  <a:pt x="40135" y="71440"/>
                  <a:pt x="37059" y="70605"/>
                </a:cubicBezTo>
                <a:cubicBezTo>
                  <a:pt x="33983" y="69770"/>
                  <a:pt x="31203" y="68598"/>
                  <a:pt x="28718" y="67091"/>
                </a:cubicBezTo>
                <a:lnTo>
                  <a:pt x="22119" y="95687"/>
                </a:lnTo>
                <a:lnTo>
                  <a:pt x="0" y="95687"/>
                </a:lnTo>
                <a:lnTo>
                  <a:pt x="21692" y="1833"/>
                </a:lnTo>
                <a:lnTo>
                  <a:pt x="43811" y="1833"/>
                </a:lnTo>
                <a:lnTo>
                  <a:pt x="42161" y="8982"/>
                </a:lnTo>
                <a:cubicBezTo>
                  <a:pt x="46316" y="6131"/>
                  <a:pt x="50155" y="3921"/>
                  <a:pt x="53679" y="2352"/>
                </a:cubicBezTo>
                <a:cubicBezTo>
                  <a:pt x="57203" y="784"/>
                  <a:pt x="61103" y="0"/>
                  <a:pt x="65380" y="0"/>
                </a:cubicBezTo>
                <a:cubicBezTo>
                  <a:pt x="72305" y="0"/>
                  <a:pt x="77621" y="2108"/>
                  <a:pt x="81328" y="6324"/>
                </a:cubicBezTo>
                <a:cubicBezTo>
                  <a:pt x="85035" y="10540"/>
                  <a:pt x="86889" y="16376"/>
                  <a:pt x="86889" y="23830"/>
                </a:cubicBezTo>
                <a:moveTo>
                  <a:pt x="58231" y="47918"/>
                </a:moveTo>
                <a:cubicBezTo>
                  <a:pt x="59983" y="45356"/>
                  <a:pt x="61327" y="42356"/>
                  <a:pt x="62264" y="38919"/>
                </a:cubicBezTo>
                <a:cubicBezTo>
                  <a:pt x="63201" y="35482"/>
                  <a:pt x="63669" y="31750"/>
                  <a:pt x="63669" y="27724"/>
                </a:cubicBezTo>
                <a:cubicBezTo>
                  <a:pt x="63669" y="24022"/>
                  <a:pt x="62855" y="21185"/>
                  <a:pt x="61225" y="19213"/>
                </a:cubicBezTo>
                <a:cubicBezTo>
                  <a:pt x="59596" y="17240"/>
                  <a:pt x="56683" y="16253"/>
                  <a:pt x="52488" y="16253"/>
                </a:cubicBezTo>
                <a:cubicBezTo>
                  <a:pt x="50329" y="16253"/>
                  <a:pt x="48210" y="16630"/>
                  <a:pt x="46133" y="17382"/>
                </a:cubicBezTo>
                <a:cubicBezTo>
                  <a:pt x="44055" y="18134"/>
                  <a:pt x="41856" y="19121"/>
                  <a:pt x="39534" y="20342"/>
                </a:cubicBezTo>
                <a:lnTo>
                  <a:pt x="31590" y="54811"/>
                </a:lnTo>
                <a:cubicBezTo>
                  <a:pt x="32894" y="55382"/>
                  <a:pt x="34411" y="55820"/>
                  <a:pt x="36142" y="56125"/>
                </a:cubicBezTo>
                <a:cubicBezTo>
                  <a:pt x="37874" y="56429"/>
                  <a:pt x="39656" y="56581"/>
                  <a:pt x="41489" y="56581"/>
                </a:cubicBezTo>
                <a:cubicBezTo>
                  <a:pt x="45196" y="56581"/>
                  <a:pt x="48475" y="55788"/>
                  <a:pt x="51327" y="54202"/>
                </a:cubicBezTo>
                <a:cubicBezTo>
                  <a:pt x="54178" y="52616"/>
                  <a:pt x="56480" y="50521"/>
                  <a:pt x="58231" y="47918"/>
                </a:cubicBez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627DF-95F2-4196-935E-07FA53D0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5" y="1157833"/>
            <a:ext cx="170644" cy="170644"/>
          </a:xfrm>
          <a:custGeom xmlns:a="http://schemas.openxmlformats.org/drawingml/2006/main">
            <a:pathLst>
              <a:path w="170644" h="170644" fill="none">
                <a:moveTo>
                  <a:pt x="170644" y="85322"/>
                </a:moveTo>
                <a:cubicBezTo>
                  <a:pt x="170644" y="90925"/>
                  <a:pt x="170098" y="96473"/>
                  <a:pt x="169005" y="101967"/>
                </a:cubicBezTo>
                <a:cubicBezTo>
                  <a:pt x="167912" y="107462"/>
                  <a:pt x="166293" y="112797"/>
                  <a:pt x="164149" y="117973"/>
                </a:cubicBezTo>
                <a:cubicBezTo>
                  <a:pt x="162005" y="123149"/>
                  <a:pt x="159377" y="128066"/>
                  <a:pt x="156265" y="132724"/>
                </a:cubicBezTo>
                <a:cubicBezTo>
                  <a:pt x="153152" y="137382"/>
                  <a:pt x="149615" y="141692"/>
                  <a:pt x="145654" y="145654"/>
                </a:cubicBezTo>
                <a:cubicBezTo>
                  <a:pt x="141692" y="149615"/>
                  <a:pt x="137383" y="153152"/>
                  <a:pt x="132725" y="156265"/>
                </a:cubicBezTo>
                <a:cubicBezTo>
                  <a:pt x="128066" y="159377"/>
                  <a:pt x="123149" y="162005"/>
                  <a:pt x="117973" y="164149"/>
                </a:cubicBezTo>
                <a:cubicBezTo>
                  <a:pt x="112798" y="166293"/>
                  <a:pt x="107463" y="167911"/>
                  <a:pt x="101968" y="169005"/>
                </a:cubicBezTo>
                <a:cubicBezTo>
                  <a:pt x="96473" y="170098"/>
                  <a:pt x="90925" y="170644"/>
                  <a:pt x="85322" y="170644"/>
                </a:cubicBezTo>
                <a:cubicBezTo>
                  <a:pt x="79720" y="170644"/>
                  <a:pt x="74171" y="170098"/>
                  <a:pt x="68676" y="169005"/>
                </a:cubicBezTo>
                <a:cubicBezTo>
                  <a:pt x="63181" y="167911"/>
                  <a:pt x="57846" y="166292"/>
                  <a:pt x="52671" y="164149"/>
                </a:cubicBezTo>
                <a:cubicBezTo>
                  <a:pt x="47495" y="162005"/>
                  <a:pt x="42578" y="159377"/>
                  <a:pt x="37919" y="156264"/>
                </a:cubicBezTo>
                <a:cubicBezTo>
                  <a:pt x="33261" y="153152"/>
                  <a:pt x="28951" y="149615"/>
                  <a:pt x="24990" y="145654"/>
                </a:cubicBezTo>
                <a:cubicBezTo>
                  <a:pt x="21029" y="141692"/>
                  <a:pt x="17492" y="137383"/>
                  <a:pt x="14379" y="132725"/>
                </a:cubicBezTo>
                <a:cubicBezTo>
                  <a:pt x="11266" y="128066"/>
                  <a:pt x="8638" y="123149"/>
                  <a:pt x="6494" y="117973"/>
                </a:cubicBezTo>
                <a:cubicBezTo>
                  <a:pt x="4351" y="112797"/>
                  <a:pt x="2732" y="107462"/>
                  <a:pt x="1639" y="101968"/>
                </a:cubicBezTo>
                <a:cubicBezTo>
                  <a:pt x="547" y="96473"/>
                  <a:pt x="0" y="90925"/>
                  <a:pt x="0" y="85322"/>
                </a:cubicBezTo>
                <a:cubicBezTo>
                  <a:pt x="0" y="79720"/>
                  <a:pt x="547" y="74171"/>
                  <a:pt x="1639" y="68676"/>
                </a:cubicBezTo>
                <a:cubicBezTo>
                  <a:pt x="2732" y="63181"/>
                  <a:pt x="4351" y="57846"/>
                  <a:pt x="6494" y="52670"/>
                </a:cubicBezTo>
                <a:cubicBezTo>
                  <a:pt x="8638" y="47494"/>
                  <a:pt x="11267" y="42577"/>
                  <a:pt x="14379" y="37919"/>
                </a:cubicBezTo>
                <a:cubicBezTo>
                  <a:pt x="17492" y="33261"/>
                  <a:pt x="21029" y="28951"/>
                  <a:pt x="24990" y="24990"/>
                </a:cubicBezTo>
                <a:cubicBezTo>
                  <a:pt x="28951" y="21029"/>
                  <a:pt x="33261" y="17492"/>
                  <a:pt x="37919" y="14379"/>
                </a:cubicBezTo>
                <a:cubicBezTo>
                  <a:pt x="42578" y="11266"/>
                  <a:pt x="47495" y="8638"/>
                  <a:pt x="52671" y="6494"/>
                </a:cubicBezTo>
                <a:cubicBezTo>
                  <a:pt x="57846" y="4351"/>
                  <a:pt x="63181" y="2732"/>
                  <a:pt x="68676" y="1639"/>
                </a:cubicBezTo>
                <a:cubicBezTo>
                  <a:pt x="74171" y="547"/>
                  <a:pt x="79720" y="0"/>
                  <a:pt x="85322" y="0"/>
                </a:cubicBezTo>
                <a:cubicBezTo>
                  <a:pt x="90925" y="0"/>
                  <a:pt x="96473" y="547"/>
                  <a:pt x="101968" y="1639"/>
                </a:cubicBezTo>
                <a:cubicBezTo>
                  <a:pt x="107463" y="2732"/>
                  <a:pt x="112798" y="4351"/>
                  <a:pt x="117973" y="6494"/>
                </a:cubicBezTo>
                <a:cubicBezTo>
                  <a:pt x="123149" y="8638"/>
                  <a:pt x="128066" y="11267"/>
                  <a:pt x="132725" y="14379"/>
                </a:cubicBezTo>
                <a:cubicBezTo>
                  <a:pt x="137383" y="17492"/>
                  <a:pt x="141692" y="21029"/>
                  <a:pt x="145654" y="24990"/>
                </a:cubicBezTo>
                <a:cubicBezTo>
                  <a:pt x="149615" y="28951"/>
                  <a:pt x="153152" y="33261"/>
                  <a:pt x="156265" y="37919"/>
                </a:cubicBezTo>
                <a:cubicBezTo>
                  <a:pt x="159377" y="42577"/>
                  <a:pt x="162005" y="47494"/>
                  <a:pt x="164149" y="52670"/>
                </a:cubicBezTo>
                <a:cubicBezTo>
                  <a:pt x="166293" y="57846"/>
                  <a:pt x="167912" y="63181"/>
                  <a:pt x="169005" y="68676"/>
                </a:cubicBezTo>
                <a:cubicBezTo>
                  <a:pt x="170098" y="74171"/>
                  <a:pt x="170644" y="79720"/>
                  <a:pt x="170644" y="853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06" name="Text 2">
            <a:extLst xmlns:a="http://schemas.openxmlformats.org/drawingml/2006/main">
              <a:ext uri="{FF2B5EF4-FFF2-40B4-BE49-F238E27FC236}">
                <a16:creationId xmlns:a16="http://schemas.microsoft.com/office/drawing/2014/main" id="{8C242153-3C44-4426-A410-C323A4EF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55" y="1198716"/>
            <a:ext cx="60187" cy="89944"/>
          </a:xfrm>
          <a:custGeom xmlns:a="http://schemas.openxmlformats.org/drawingml/2006/main">
            <a:pathLst>
              <a:path w="60187" h="89944">
                <a:moveTo>
                  <a:pt x="60187" y="73935"/>
                </a:moveTo>
                <a:lnTo>
                  <a:pt x="60187" y="89944"/>
                </a:lnTo>
                <a:lnTo>
                  <a:pt x="0" y="89944"/>
                </a:lnTo>
                <a:cubicBezTo>
                  <a:pt x="652" y="83920"/>
                  <a:pt x="2607" y="78212"/>
                  <a:pt x="5866" y="72820"/>
                </a:cubicBezTo>
                <a:cubicBezTo>
                  <a:pt x="9125" y="67426"/>
                  <a:pt x="15561" y="60272"/>
                  <a:pt x="25174" y="51357"/>
                </a:cubicBezTo>
                <a:cubicBezTo>
                  <a:pt x="32914" y="44153"/>
                  <a:pt x="37660" y="39270"/>
                  <a:pt x="39411" y="36706"/>
                </a:cubicBezTo>
                <a:cubicBezTo>
                  <a:pt x="41774" y="33164"/>
                  <a:pt x="42955" y="29664"/>
                  <a:pt x="42955" y="26204"/>
                </a:cubicBezTo>
                <a:cubicBezTo>
                  <a:pt x="42955" y="22377"/>
                  <a:pt x="41927" y="19436"/>
                  <a:pt x="39870" y="17382"/>
                </a:cubicBezTo>
                <a:cubicBezTo>
                  <a:pt x="37813" y="15326"/>
                  <a:pt x="34971" y="14298"/>
                  <a:pt x="31346" y="14298"/>
                </a:cubicBezTo>
                <a:cubicBezTo>
                  <a:pt x="27761" y="14298"/>
                  <a:pt x="24910" y="15383"/>
                  <a:pt x="22791" y="17552"/>
                </a:cubicBezTo>
                <a:cubicBezTo>
                  <a:pt x="20673" y="19720"/>
                  <a:pt x="19451" y="23320"/>
                  <a:pt x="19125" y="28352"/>
                </a:cubicBezTo>
                <a:lnTo>
                  <a:pt x="2016" y="26633"/>
                </a:lnTo>
                <a:cubicBezTo>
                  <a:pt x="3035" y="17142"/>
                  <a:pt x="6233" y="10330"/>
                  <a:pt x="11610" y="6198"/>
                </a:cubicBezTo>
                <a:cubicBezTo>
                  <a:pt x="16987" y="2066"/>
                  <a:pt x="23708" y="0"/>
                  <a:pt x="31774" y="0"/>
                </a:cubicBezTo>
                <a:cubicBezTo>
                  <a:pt x="40613" y="0"/>
                  <a:pt x="47559" y="2381"/>
                  <a:pt x="52610" y="7143"/>
                </a:cubicBezTo>
                <a:cubicBezTo>
                  <a:pt x="57661" y="11906"/>
                  <a:pt x="60187" y="17827"/>
                  <a:pt x="60187" y="24909"/>
                </a:cubicBezTo>
                <a:cubicBezTo>
                  <a:pt x="60187" y="28939"/>
                  <a:pt x="59463" y="32776"/>
                  <a:pt x="58017" y="36419"/>
                </a:cubicBezTo>
                <a:cubicBezTo>
                  <a:pt x="56571" y="40061"/>
                  <a:pt x="54280" y="43876"/>
                  <a:pt x="51143" y="47865"/>
                </a:cubicBezTo>
                <a:cubicBezTo>
                  <a:pt x="49066" y="50511"/>
                  <a:pt x="45318" y="54317"/>
                  <a:pt x="39900" y="59283"/>
                </a:cubicBezTo>
                <a:cubicBezTo>
                  <a:pt x="34482" y="64248"/>
                  <a:pt x="31051" y="67544"/>
                  <a:pt x="29604" y="69172"/>
                </a:cubicBezTo>
                <a:cubicBezTo>
                  <a:pt x="28158" y="70801"/>
                  <a:pt x="26987" y="72388"/>
                  <a:pt x="26091" y="73935"/>
                </a:cubicBezTo>
                <a:lnTo>
                  <a:pt x="60187" y="739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Decompile">
            <a:extLst xmlns:a="http://schemas.openxmlformats.org/drawingml/2006/main">
              <a:ext uri="{FF2B5EF4-FFF2-40B4-BE49-F238E27FC236}">
                <a16:creationId xmlns:a16="http://schemas.microsoft.com/office/drawing/2014/main" id="{04500D84-276F-4017-96DF-5EFC479E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01" y="1739523"/>
            <a:ext cx="728411" cy="120373"/>
          </a:xfrm>
          <a:custGeom xmlns:a="http://schemas.openxmlformats.org/drawingml/2006/main">
            <a:pathLst>
              <a:path w="728411" h="120373">
                <a:moveTo>
                  <a:pt x="98009" y="39679"/>
                </a:moveTo>
                <a:cubicBezTo>
                  <a:pt x="98009" y="49992"/>
                  <a:pt x="95300" y="59511"/>
                  <a:pt x="89883" y="68235"/>
                </a:cubicBezTo>
                <a:cubicBezTo>
                  <a:pt x="84465" y="76957"/>
                  <a:pt x="77519" y="83642"/>
                  <a:pt x="69046" y="88290"/>
                </a:cubicBezTo>
                <a:cubicBezTo>
                  <a:pt x="63914" y="91061"/>
                  <a:pt x="58557" y="92906"/>
                  <a:pt x="52976" y="93824"/>
                </a:cubicBezTo>
                <a:cubicBezTo>
                  <a:pt x="47396" y="94740"/>
                  <a:pt x="40715" y="95199"/>
                  <a:pt x="32935" y="95199"/>
                </a:cubicBezTo>
                <a:lnTo>
                  <a:pt x="0" y="95199"/>
                </a:lnTo>
                <a:lnTo>
                  <a:pt x="21019" y="4155"/>
                </a:lnTo>
                <a:lnTo>
                  <a:pt x="50471" y="4155"/>
                </a:lnTo>
                <a:cubicBezTo>
                  <a:pt x="59148" y="4155"/>
                  <a:pt x="66134" y="4828"/>
                  <a:pt x="71429" y="6173"/>
                </a:cubicBezTo>
                <a:cubicBezTo>
                  <a:pt x="76725" y="7518"/>
                  <a:pt x="81002" y="9332"/>
                  <a:pt x="84261" y="11615"/>
                </a:cubicBezTo>
                <a:cubicBezTo>
                  <a:pt x="88742" y="14712"/>
                  <a:pt x="92154" y="18575"/>
                  <a:pt x="94496" y="23202"/>
                </a:cubicBezTo>
                <a:cubicBezTo>
                  <a:pt x="96838" y="27828"/>
                  <a:pt x="98009" y="33320"/>
                  <a:pt x="98009" y="39679"/>
                </a:cubicBezTo>
                <a:moveTo>
                  <a:pt x="73446" y="41751"/>
                </a:moveTo>
                <a:cubicBezTo>
                  <a:pt x="73446" y="37604"/>
                  <a:pt x="72672" y="34038"/>
                  <a:pt x="71124" y="31050"/>
                </a:cubicBezTo>
                <a:cubicBezTo>
                  <a:pt x="69576" y="28062"/>
                  <a:pt x="67213" y="25654"/>
                  <a:pt x="64036" y="23824"/>
                </a:cubicBezTo>
                <a:cubicBezTo>
                  <a:pt x="62570" y="23011"/>
                  <a:pt x="61073" y="22391"/>
                  <a:pt x="59545" y="21965"/>
                </a:cubicBezTo>
                <a:cubicBezTo>
                  <a:pt x="58017" y="21537"/>
                  <a:pt x="56276" y="21222"/>
                  <a:pt x="54321" y="21019"/>
                </a:cubicBezTo>
                <a:cubicBezTo>
                  <a:pt x="52447" y="20857"/>
                  <a:pt x="50308" y="20775"/>
                  <a:pt x="47905" y="20775"/>
                </a:cubicBezTo>
                <a:cubicBezTo>
                  <a:pt x="45501" y="20775"/>
                  <a:pt x="43404" y="20775"/>
                  <a:pt x="41611" y="20775"/>
                </a:cubicBezTo>
                <a:lnTo>
                  <a:pt x="40817" y="20775"/>
                </a:lnTo>
                <a:lnTo>
                  <a:pt x="27374" y="78334"/>
                </a:lnTo>
                <a:lnTo>
                  <a:pt x="29513" y="78334"/>
                </a:lnTo>
                <a:cubicBezTo>
                  <a:pt x="31875" y="78334"/>
                  <a:pt x="34401" y="78334"/>
                  <a:pt x="37090" y="78334"/>
                </a:cubicBezTo>
                <a:cubicBezTo>
                  <a:pt x="39778" y="78334"/>
                  <a:pt x="41957" y="78232"/>
                  <a:pt x="43628" y="78029"/>
                </a:cubicBezTo>
                <a:cubicBezTo>
                  <a:pt x="45787" y="77826"/>
                  <a:pt x="47732" y="77502"/>
                  <a:pt x="49463" y="77055"/>
                </a:cubicBezTo>
                <a:cubicBezTo>
                  <a:pt x="51194" y="76607"/>
                  <a:pt x="53099" y="75854"/>
                  <a:pt x="55176" y="74798"/>
                </a:cubicBezTo>
                <a:cubicBezTo>
                  <a:pt x="61042" y="71790"/>
                  <a:pt x="65553" y="67298"/>
                  <a:pt x="68710" y="61323"/>
                </a:cubicBezTo>
                <a:cubicBezTo>
                  <a:pt x="71867" y="55347"/>
                  <a:pt x="73446" y="48823"/>
                  <a:pt x="73446" y="41751"/>
                </a:cubicBezTo>
                <a:close/>
                <a:moveTo>
                  <a:pt x="158247" y="52060"/>
                </a:moveTo>
                <a:cubicBezTo>
                  <a:pt x="158369" y="51330"/>
                  <a:pt x="158461" y="50661"/>
                  <a:pt x="158522" y="50053"/>
                </a:cubicBezTo>
                <a:cubicBezTo>
                  <a:pt x="158583" y="49444"/>
                  <a:pt x="158613" y="48816"/>
                  <a:pt x="158613" y="48166"/>
                </a:cubicBezTo>
                <a:cubicBezTo>
                  <a:pt x="158613" y="44962"/>
                  <a:pt x="157615" y="42509"/>
                  <a:pt x="155619" y="40805"/>
                </a:cubicBezTo>
                <a:cubicBezTo>
                  <a:pt x="153623" y="39102"/>
                  <a:pt x="150752" y="38251"/>
                  <a:pt x="147004" y="38251"/>
                </a:cubicBezTo>
                <a:cubicBezTo>
                  <a:pt x="142482" y="38251"/>
                  <a:pt x="138684" y="39467"/>
                  <a:pt x="135608" y="41901"/>
                </a:cubicBezTo>
                <a:cubicBezTo>
                  <a:pt x="132533" y="44334"/>
                  <a:pt x="130201" y="47720"/>
                  <a:pt x="128612" y="52060"/>
                </a:cubicBezTo>
                <a:lnTo>
                  <a:pt x="158247" y="52060"/>
                </a:lnTo>
                <a:moveTo>
                  <a:pt x="141443" y="97154"/>
                </a:moveTo>
                <a:cubicBezTo>
                  <a:pt x="129752" y="97154"/>
                  <a:pt x="120730" y="94563"/>
                  <a:pt x="114375" y="89380"/>
                </a:cubicBezTo>
                <a:cubicBezTo>
                  <a:pt x="108020" y="84198"/>
                  <a:pt x="104843" y="77037"/>
                  <a:pt x="104843" y="67897"/>
                </a:cubicBezTo>
                <a:cubicBezTo>
                  <a:pt x="104843" y="61654"/>
                  <a:pt x="105881" y="55921"/>
                  <a:pt x="107959" y="50698"/>
                </a:cubicBezTo>
                <a:cubicBezTo>
                  <a:pt x="110037" y="45475"/>
                  <a:pt x="113031" y="40885"/>
                  <a:pt x="116941" y="36927"/>
                </a:cubicBezTo>
                <a:cubicBezTo>
                  <a:pt x="120689" y="33092"/>
                  <a:pt x="125373" y="30052"/>
                  <a:pt x="130995" y="27808"/>
                </a:cubicBezTo>
                <a:cubicBezTo>
                  <a:pt x="136616" y="25563"/>
                  <a:pt x="142788" y="24441"/>
                  <a:pt x="149509" y="24441"/>
                </a:cubicBezTo>
                <a:cubicBezTo>
                  <a:pt x="159734" y="24441"/>
                  <a:pt x="167443" y="26512"/>
                  <a:pt x="172637" y="30653"/>
                </a:cubicBezTo>
                <a:cubicBezTo>
                  <a:pt x="177830" y="34794"/>
                  <a:pt x="180427" y="40903"/>
                  <a:pt x="180427" y="48980"/>
                </a:cubicBezTo>
                <a:cubicBezTo>
                  <a:pt x="180427" y="51755"/>
                  <a:pt x="180152" y="54468"/>
                  <a:pt x="179602" y="57120"/>
                </a:cubicBezTo>
                <a:cubicBezTo>
                  <a:pt x="179052" y="59772"/>
                  <a:pt x="178329" y="62403"/>
                  <a:pt x="177433" y="65014"/>
                </a:cubicBezTo>
                <a:lnTo>
                  <a:pt x="126473" y="65014"/>
                </a:lnTo>
                <a:cubicBezTo>
                  <a:pt x="126473" y="65258"/>
                  <a:pt x="126473" y="65492"/>
                  <a:pt x="126473" y="65716"/>
                </a:cubicBezTo>
                <a:cubicBezTo>
                  <a:pt x="126473" y="65940"/>
                  <a:pt x="126473" y="66175"/>
                  <a:pt x="126473" y="66419"/>
                </a:cubicBezTo>
                <a:cubicBezTo>
                  <a:pt x="126473" y="71185"/>
                  <a:pt x="128143" y="74912"/>
                  <a:pt x="131484" y="77601"/>
                </a:cubicBezTo>
                <a:cubicBezTo>
                  <a:pt x="134824" y="80289"/>
                  <a:pt x="139936" y="81634"/>
                  <a:pt x="146821" y="81634"/>
                </a:cubicBezTo>
                <a:cubicBezTo>
                  <a:pt x="151627" y="81634"/>
                  <a:pt x="156180" y="80825"/>
                  <a:pt x="160477" y="79209"/>
                </a:cubicBezTo>
                <a:cubicBezTo>
                  <a:pt x="164775" y="77592"/>
                  <a:pt x="168512" y="75793"/>
                  <a:pt x="171689" y="73812"/>
                </a:cubicBezTo>
                <a:lnTo>
                  <a:pt x="174134" y="73812"/>
                </a:lnTo>
                <a:lnTo>
                  <a:pt x="170040" y="91471"/>
                </a:lnTo>
                <a:cubicBezTo>
                  <a:pt x="165762" y="93345"/>
                  <a:pt x="161261" y="94761"/>
                  <a:pt x="156536" y="95718"/>
                </a:cubicBezTo>
                <a:cubicBezTo>
                  <a:pt x="151811" y="96675"/>
                  <a:pt x="146780" y="97154"/>
                  <a:pt x="141443" y="97154"/>
                </a:cubicBezTo>
                <a:close/>
                <a:moveTo>
                  <a:pt x="221236" y="97154"/>
                </a:moveTo>
                <a:cubicBezTo>
                  <a:pt x="216552" y="97154"/>
                  <a:pt x="212162" y="96572"/>
                  <a:pt x="208069" y="95409"/>
                </a:cubicBezTo>
                <a:cubicBezTo>
                  <a:pt x="203975" y="94246"/>
                  <a:pt x="200400" y="92441"/>
                  <a:pt x="197345" y="89993"/>
                </a:cubicBezTo>
                <a:cubicBezTo>
                  <a:pt x="194371" y="87585"/>
                  <a:pt x="192049" y="84565"/>
                  <a:pt x="190379" y="80935"/>
                </a:cubicBezTo>
                <a:cubicBezTo>
                  <a:pt x="188709" y="77303"/>
                  <a:pt x="187874" y="73100"/>
                  <a:pt x="187874" y="68327"/>
                </a:cubicBezTo>
                <a:cubicBezTo>
                  <a:pt x="187874" y="62164"/>
                  <a:pt x="189045" y="56441"/>
                  <a:pt x="191387" y="51157"/>
                </a:cubicBezTo>
                <a:cubicBezTo>
                  <a:pt x="193730" y="45872"/>
                  <a:pt x="197019" y="41252"/>
                  <a:pt x="201256" y="37294"/>
                </a:cubicBezTo>
                <a:cubicBezTo>
                  <a:pt x="205411" y="33418"/>
                  <a:pt x="210482" y="30347"/>
                  <a:pt x="216470" y="28083"/>
                </a:cubicBezTo>
                <a:cubicBezTo>
                  <a:pt x="222458" y="25818"/>
                  <a:pt x="228935" y="24686"/>
                  <a:pt x="235901" y="24686"/>
                </a:cubicBezTo>
                <a:cubicBezTo>
                  <a:pt x="240097" y="24686"/>
                  <a:pt x="244262" y="25153"/>
                  <a:pt x="248397" y="26087"/>
                </a:cubicBezTo>
                <a:cubicBezTo>
                  <a:pt x="252531" y="27022"/>
                  <a:pt x="256371" y="28383"/>
                  <a:pt x="259915" y="30172"/>
                </a:cubicBezTo>
                <a:lnTo>
                  <a:pt x="255271" y="48882"/>
                </a:lnTo>
                <a:lnTo>
                  <a:pt x="252154" y="48882"/>
                </a:lnTo>
                <a:cubicBezTo>
                  <a:pt x="249751" y="46031"/>
                  <a:pt x="247032" y="43913"/>
                  <a:pt x="243997" y="42528"/>
                </a:cubicBezTo>
                <a:cubicBezTo>
                  <a:pt x="240962" y="41143"/>
                  <a:pt x="237551" y="40450"/>
                  <a:pt x="233762" y="40450"/>
                </a:cubicBezTo>
                <a:cubicBezTo>
                  <a:pt x="226837" y="40450"/>
                  <a:pt x="221277" y="42905"/>
                  <a:pt x="217081" y="47813"/>
                </a:cubicBezTo>
                <a:cubicBezTo>
                  <a:pt x="212886" y="52722"/>
                  <a:pt x="210788" y="58842"/>
                  <a:pt x="210788" y="66175"/>
                </a:cubicBezTo>
                <a:cubicBezTo>
                  <a:pt x="210788" y="71267"/>
                  <a:pt x="212081" y="75075"/>
                  <a:pt x="214668" y="77601"/>
                </a:cubicBezTo>
                <a:cubicBezTo>
                  <a:pt x="217254" y="80126"/>
                  <a:pt x="221277" y="81389"/>
                  <a:pt x="226736" y="81389"/>
                </a:cubicBezTo>
                <a:cubicBezTo>
                  <a:pt x="230972" y="81389"/>
                  <a:pt x="234832" y="80530"/>
                  <a:pt x="238315" y="78811"/>
                </a:cubicBezTo>
                <a:cubicBezTo>
                  <a:pt x="241797" y="77093"/>
                  <a:pt x="244781" y="75182"/>
                  <a:pt x="247266" y="73079"/>
                </a:cubicBezTo>
                <a:lnTo>
                  <a:pt x="250382" y="73079"/>
                </a:lnTo>
                <a:lnTo>
                  <a:pt x="245739" y="91838"/>
                </a:lnTo>
                <a:cubicBezTo>
                  <a:pt x="241339" y="93752"/>
                  <a:pt x="237480" y="95117"/>
                  <a:pt x="234160" y="95932"/>
                </a:cubicBezTo>
                <a:cubicBezTo>
                  <a:pt x="230840" y="96747"/>
                  <a:pt x="226532" y="97154"/>
                  <a:pt x="221236" y="97154"/>
                </a:cubicBezTo>
                <a:close/>
                <a:moveTo>
                  <a:pt x="338506" y="51716"/>
                </a:moveTo>
                <a:cubicBezTo>
                  <a:pt x="338506" y="58157"/>
                  <a:pt x="337427" y="64191"/>
                  <a:pt x="335268" y="69818"/>
                </a:cubicBezTo>
                <a:cubicBezTo>
                  <a:pt x="333109" y="75444"/>
                  <a:pt x="330074" y="80275"/>
                  <a:pt x="326164" y="84311"/>
                </a:cubicBezTo>
                <a:cubicBezTo>
                  <a:pt x="322090" y="88510"/>
                  <a:pt x="317365" y="91742"/>
                  <a:pt x="311988" y="94005"/>
                </a:cubicBezTo>
                <a:cubicBezTo>
                  <a:pt x="306611" y="96267"/>
                  <a:pt x="300337" y="97398"/>
                  <a:pt x="293168" y="97398"/>
                </a:cubicBezTo>
                <a:cubicBezTo>
                  <a:pt x="282943" y="97398"/>
                  <a:pt x="275102" y="94952"/>
                  <a:pt x="269643" y="90060"/>
                </a:cubicBezTo>
                <a:cubicBezTo>
                  <a:pt x="264185" y="85168"/>
                  <a:pt x="261455" y="78400"/>
                  <a:pt x="261455" y="69757"/>
                </a:cubicBezTo>
                <a:cubicBezTo>
                  <a:pt x="261455" y="63641"/>
                  <a:pt x="262474" y="57832"/>
                  <a:pt x="264511" y="52329"/>
                </a:cubicBezTo>
                <a:cubicBezTo>
                  <a:pt x="266547" y="46825"/>
                  <a:pt x="269562" y="41973"/>
                  <a:pt x="273554" y="37773"/>
                </a:cubicBezTo>
                <a:cubicBezTo>
                  <a:pt x="277424" y="33655"/>
                  <a:pt x="282180" y="30404"/>
                  <a:pt x="287821" y="28020"/>
                </a:cubicBezTo>
                <a:cubicBezTo>
                  <a:pt x="293463" y="25634"/>
                  <a:pt x="299787" y="24441"/>
                  <a:pt x="306794" y="24441"/>
                </a:cubicBezTo>
                <a:cubicBezTo>
                  <a:pt x="317059" y="24441"/>
                  <a:pt x="324911" y="26857"/>
                  <a:pt x="330349" y="31688"/>
                </a:cubicBezTo>
                <a:cubicBezTo>
                  <a:pt x="335787" y="36519"/>
                  <a:pt x="338506" y="43195"/>
                  <a:pt x="338506" y="51716"/>
                </a:cubicBezTo>
                <a:moveTo>
                  <a:pt x="309910" y="74191"/>
                </a:moveTo>
                <a:cubicBezTo>
                  <a:pt x="311784" y="71343"/>
                  <a:pt x="313200" y="68231"/>
                  <a:pt x="314157" y="64855"/>
                </a:cubicBezTo>
                <a:cubicBezTo>
                  <a:pt x="315114" y="61479"/>
                  <a:pt x="315593" y="57371"/>
                  <a:pt x="315593" y="52530"/>
                </a:cubicBezTo>
                <a:cubicBezTo>
                  <a:pt x="315593" y="48340"/>
                  <a:pt x="314676" y="45117"/>
                  <a:pt x="312843" y="42860"/>
                </a:cubicBezTo>
                <a:cubicBezTo>
                  <a:pt x="311010" y="40602"/>
                  <a:pt x="308097" y="39473"/>
                  <a:pt x="304105" y="39473"/>
                </a:cubicBezTo>
                <a:cubicBezTo>
                  <a:pt x="301009" y="39473"/>
                  <a:pt x="298290" y="40226"/>
                  <a:pt x="295948" y="41731"/>
                </a:cubicBezTo>
                <a:cubicBezTo>
                  <a:pt x="293606" y="43236"/>
                  <a:pt x="291539" y="45372"/>
                  <a:pt x="289746" y="48138"/>
                </a:cubicBezTo>
                <a:cubicBezTo>
                  <a:pt x="288076" y="50700"/>
                  <a:pt x="286762" y="53873"/>
                  <a:pt x="285805" y="57656"/>
                </a:cubicBezTo>
                <a:cubicBezTo>
                  <a:pt x="284848" y="61438"/>
                  <a:pt x="284369" y="65323"/>
                  <a:pt x="284369" y="69310"/>
                </a:cubicBezTo>
                <a:cubicBezTo>
                  <a:pt x="284369" y="73988"/>
                  <a:pt x="285408" y="77334"/>
                  <a:pt x="287485" y="79348"/>
                </a:cubicBezTo>
                <a:cubicBezTo>
                  <a:pt x="289563" y="81361"/>
                  <a:pt x="292414" y="82367"/>
                  <a:pt x="296040" y="82367"/>
                </a:cubicBezTo>
                <a:cubicBezTo>
                  <a:pt x="298688" y="82367"/>
                  <a:pt x="301234" y="81645"/>
                  <a:pt x="303678" y="80202"/>
                </a:cubicBezTo>
                <a:cubicBezTo>
                  <a:pt x="306122" y="78757"/>
                  <a:pt x="308199" y="76753"/>
                  <a:pt x="309910" y="74191"/>
                </a:cubicBezTo>
                <a:close/>
                <a:moveTo>
                  <a:pt x="468957" y="41856"/>
                </a:moveTo>
                <a:cubicBezTo>
                  <a:pt x="468957" y="43118"/>
                  <a:pt x="468865" y="44483"/>
                  <a:pt x="468682" y="45950"/>
                </a:cubicBezTo>
                <a:cubicBezTo>
                  <a:pt x="468499" y="47416"/>
                  <a:pt x="468224" y="48944"/>
                  <a:pt x="467857" y="50532"/>
                </a:cubicBezTo>
                <a:lnTo>
                  <a:pt x="457531" y="95199"/>
                </a:lnTo>
                <a:lnTo>
                  <a:pt x="435289" y="95199"/>
                </a:lnTo>
                <a:lnTo>
                  <a:pt x="443233" y="60920"/>
                </a:lnTo>
                <a:cubicBezTo>
                  <a:pt x="443762" y="58557"/>
                  <a:pt x="444241" y="56297"/>
                  <a:pt x="444669" y="54139"/>
                </a:cubicBezTo>
                <a:cubicBezTo>
                  <a:pt x="445096" y="51980"/>
                  <a:pt x="445310" y="50228"/>
                  <a:pt x="445310" y="48882"/>
                </a:cubicBezTo>
                <a:cubicBezTo>
                  <a:pt x="445310" y="46520"/>
                  <a:pt x="444658" y="44789"/>
                  <a:pt x="443355" y="43689"/>
                </a:cubicBezTo>
                <a:cubicBezTo>
                  <a:pt x="442051" y="42589"/>
                  <a:pt x="439729" y="42039"/>
                  <a:pt x="436389" y="42039"/>
                </a:cubicBezTo>
                <a:cubicBezTo>
                  <a:pt x="434800" y="42039"/>
                  <a:pt x="432998" y="42416"/>
                  <a:pt x="430981" y="43169"/>
                </a:cubicBezTo>
                <a:cubicBezTo>
                  <a:pt x="428965" y="43923"/>
                  <a:pt x="426531" y="45053"/>
                  <a:pt x="423680" y="46561"/>
                </a:cubicBezTo>
                <a:lnTo>
                  <a:pt x="412437" y="95199"/>
                </a:lnTo>
                <a:lnTo>
                  <a:pt x="390195" y="95199"/>
                </a:lnTo>
                <a:lnTo>
                  <a:pt x="398139" y="60920"/>
                </a:lnTo>
                <a:cubicBezTo>
                  <a:pt x="398587" y="58924"/>
                  <a:pt x="399035" y="56765"/>
                  <a:pt x="399483" y="54443"/>
                </a:cubicBezTo>
                <a:cubicBezTo>
                  <a:pt x="399931" y="52121"/>
                  <a:pt x="400155" y="50349"/>
                  <a:pt x="400155" y="49127"/>
                </a:cubicBezTo>
                <a:cubicBezTo>
                  <a:pt x="400155" y="46642"/>
                  <a:pt x="399534" y="44839"/>
                  <a:pt x="398291" y="43719"/>
                </a:cubicBezTo>
                <a:cubicBezTo>
                  <a:pt x="397049" y="42599"/>
                  <a:pt x="394737" y="42039"/>
                  <a:pt x="391356" y="42039"/>
                </a:cubicBezTo>
                <a:cubicBezTo>
                  <a:pt x="389604" y="42039"/>
                  <a:pt x="387690" y="42446"/>
                  <a:pt x="385612" y="43261"/>
                </a:cubicBezTo>
                <a:cubicBezTo>
                  <a:pt x="383535" y="44076"/>
                  <a:pt x="381193" y="45176"/>
                  <a:pt x="378586" y="46561"/>
                </a:cubicBezTo>
                <a:lnTo>
                  <a:pt x="367343" y="95199"/>
                </a:lnTo>
                <a:lnTo>
                  <a:pt x="345223" y="95199"/>
                </a:lnTo>
                <a:lnTo>
                  <a:pt x="361110" y="26519"/>
                </a:lnTo>
                <a:lnTo>
                  <a:pt x="383229" y="26519"/>
                </a:lnTo>
                <a:lnTo>
                  <a:pt x="381457" y="34096"/>
                </a:lnTo>
                <a:cubicBezTo>
                  <a:pt x="385938" y="31122"/>
                  <a:pt x="389981" y="28810"/>
                  <a:pt x="393586" y="27160"/>
                </a:cubicBezTo>
                <a:cubicBezTo>
                  <a:pt x="397191" y="25511"/>
                  <a:pt x="401092" y="24686"/>
                  <a:pt x="405288" y="24686"/>
                </a:cubicBezTo>
                <a:cubicBezTo>
                  <a:pt x="409809" y="24686"/>
                  <a:pt x="413618" y="25694"/>
                  <a:pt x="416714" y="27710"/>
                </a:cubicBezTo>
                <a:cubicBezTo>
                  <a:pt x="419810" y="29727"/>
                  <a:pt x="421969" y="32690"/>
                  <a:pt x="423191" y="36601"/>
                </a:cubicBezTo>
                <a:cubicBezTo>
                  <a:pt x="428649" y="32649"/>
                  <a:pt x="433538" y="29676"/>
                  <a:pt x="437856" y="27680"/>
                </a:cubicBezTo>
                <a:cubicBezTo>
                  <a:pt x="442173" y="25684"/>
                  <a:pt x="446349" y="24686"/>
                  <a:pt x="450382" y="24686"/>
                </a:cubicBezTo>
                <a:cubicBezTo>
                  <a:pt x="456410" y="24686"/>
                  <a:pt x="461014" y="26172"/>
                  <a:pt x="464191" y="29146"/>
                </a:cubicBezTo>
                <a:cubicBezTo>
                  <a:pt x="467368" y="32120"/>
                  <a:pt x="468957" y="36356"/>
                  <a:pt x="468957" y="41856"/>
                </a:cubicBezTo>
                <a:close/>
                <a:moveTo>
                  <a:pt x="558643" y="48516"/>
                </a:moveTo>
                <a:cubicBezTo>
                  <a:pt x="558643" y="54830"/>
                  <a:pt x="557615" y="60950"/>
                  <a:pt x="555558" y="66877"/>
                </a:cubicBezTo>
                <a:cubicBezTo>
                  <a:pt x="553501" y="72804"/>
                  <a:pt x="550700" y="77906"/>
                  <a:pt x="547156" y="82184"/>
                </a:cubicBezTo>
                <a:cubicBezTo>
                  <a:pt x="543449" y="86705"/>
                  <a:pt x="539264" y="90229"/>
                  <a:pt x="534599" y="92754"/>
                </a:cubicBezTo>
                <a:cubicBezTo>
                  <a:pt x="529935" y="95280"/>
                  <a:pt x="524711" y="96543"/>
                  <a:pt x="518926" y="96543"/>
                </a:cubicBezTo>
                <a:cubicBezTo>
                  <a:pt x="515260" y="96543"/>
                  <a:pt x="511889" y="96125"/>
                  <a:pt x="508814" y="95290"/>
                </a:cubicBezTo>
                <a:cubicBezTo>
                  <a:pt x="505738" y="94455"/>
                  <a:pt x="502958" y="93284"/>
                  <a:pt x="500473" y="91777"/>
                </a:cubicBezTo>
                <a:lnTo>
                  <a:pt x="493874" y="120373"/>
                </a:lnTo>
                <a:lnTo>
                  <a:pt x="471755" y="120373"/>
                </a:lnTo>
                <a:lnTo>
                  <a:pt x="493446" y="26519"/>
                </a:lnTo>
                <a:lnTo>
                  <a:pt x="515566" y="26519"/>
                </a:lnTo>
                <a:lnTo>
                  <a:pt x="513916" y="33668"/>
                </a:lnTo>
                <a:cubicBezTo>
                  <a:pt x="518071" y="30816"/>
                  <a:pt x="521910" y="28606"/>
                  <a:pt x="525434" y="27038"/>
                </a:cubicBezTo>
                <a:cubicBezTo>
                  <a:pt x="528957" y="25470"/>
                  <a:pt x="532858" y="24686"/>
                  <a:pt x="537135" y="24686"/>
                </a:cubicBezTo>
                <a:cubicBezTo>
                  <a:pt x="544060" y="24686"/>
                  <a:pt x="549376" y="26794"/>
                  <a:pt x="553083" y="31010"/>
                </a:cubicBezTo>
                <a:cubicBezTo>
                  <a:pt x="556790" y="35226"/>
                  <a:pt x="558643" y="41061"/>
                  <a:pt x="558643" y="48516"/>
                </a:cubicBezTo>
                <a:moveTo>
                  <a:pt x="529986" y="72604"/>
                </a:moveTo>
                <a:cubicBezTo>
                  <a:pt x="531738" y="70041"/>
                  <a:pt x="533082" y="67042"/>
                  <a:pt x="534019" y="63604"/>
                </a:cubicBezTo>
                <a:cubicBezTo>
                  <a:pt x="534956" y="60167"/>
                  <a:pt x="535424" y="56436"/>
                  <a:pt x="535424" y="52409"/>
                </a:cubicBezTo>
                <a:cubicBezTo>
                  <a:pt x="535424" y="48707"/>
                  <a:pt x="534609" y="45871"/>
                  <a:pt x="532980" y="43899"/>
                </a:cubicBezTo>
                <a:cubicBezTo>
                  <a:pt x="531351" y="41926"/>
                  <a:pt x="528438" y="40939"/>
                  <a:pt x="524242" y="40939"/>
                </a:cubicBezTo>
                <a:cubicBezTo>
                  <a:pt x="522083" y="40939"/>
                  <a:pt x="519965" y="41315"/>
                  <a:pt x="517888" y="42068"/>
                </a:cubicBezTo>
                <a:cubicBezTo>
                  <a:pt x="515810" y="42820"/>
                  <a:pt x="513610" y="43806"/>
                  <a:pt x="511288" y="45027"/>
                </a:cubicBezTo>
                <a:lnTo>
                  <a:pt x="503345" y="79497"/>
                </a:lnTo>
                <a:cubicBezTo>
                  <a:pt x="504649" y="80067"/>
                  <a:pt x="506166" y="80505"/>
                  <a:pt x="507897" y="80811"/>
                </a:cubicBezTo>
                <a:cubicBezTo>
                  <a:pt x="509629" y="81115"/>
                  <a:pt x="511411" y="81267"/>
                  <a:pt x="513244" y="81267"/>
                </a:cubicBezTo>
                <a:cubicBezTo>
                  <a:pt x="516951" y="81267"/>
                  <a:pt x="520230" y="80474"/>
                  <a:pt x="523081" y="78888"/>
                </a:cubicBezTo>
                <a:cubicBezTo>
                  <a:pt x="525933" y="77302"/>
                  <a:pt x="528234" y="75207"/>
                  <a:pt x="529986" y="72604"/>
                </a:cubicBezTo>
                <a:close/>
                <a:moveTo>
                  <a:pt x="603099" y="26519"/>
                </a:moveTo>
                <a:lnTo>
                  <a:pt x="587212" y="95199"/>
                </a:lnTo>
                <a:lnTo>
                  <a:pt x="565093" y="95199"/>
                </a:lnTo>
                <a:lnTo>
                  <a:pt x="580980" y="26519"/>
                </a:lnTo>
                <a:lnTo>
                  <a:pt x="603099" y="26519"/>
                </a:lnTo>
                <a:moveTo>
                  <a:pt x="609820" y="0"/>
                </a:moveTo>
                <a:lnTo>
                  <a:pt x="605971" y="16742"/>
                </a:lnTo>
                <a:lnTo>
                  <a:pt x="582629" y="16742"/>
                </a:lnTo>
                <a:lnTo>
                  <a:pt x="586479" y="0"/>
                </a:lnTo>
                <a:lnTo>
                  <a:pt x="609820" y="0"/>
                </a:lnTo>
                <a:close/>
                <a:moveTo>
                  <a:pt x="652006" y="122"/>
                </a:moveTo>
                <a:lnTo>
                  <a:pt x="630009" y="95199"/>
                </a:lnTo>
                <a:lnTo>
                  <a:pt x="607890" y="95199"/>
                </a:lnTo>
                <a:lnTo>
                  <a:pt x="629887" y="122"/>
                </a:lnTo>
                <a:lnTo>
                  <a:pt x="652006" y="122"/>
                </a:lnTo>
                <a:close/>
                <a:moveTo>
                  <a:pt x="706230" y="52060"/>
                </a:moveTo>
                <a:cubicBezTo>
                  <a:pt x="706352" y="51330"/>
                  <a:pt x="706444" y="50661"/>
                  <a:pt x="706505" y="50053"/>
                </a:cubicBezTo>
                <a:cubicBezTo>
                  <a:pt x="706566" y="49444"/>
                  <a:pt x="706597" y="48816"/>
                  <a:pt x="706597" y="48166"/>
                </a:cubicBezTo>
                <a:cubicBezTo>
                  <a:pt x="706597" y="44962"/>
                  <a:pt x="705599" y="42509"/>
                  <a:pt x="703603" y="40805"/>
                </a:cubicBezTo>
                <a:cubicBezTo>
                  <a:pt x="701607" y="39102"/>
                  <a:pt x="698735" y="38251"/>
                  <a:pt x="694987" y="38251"/>
                </a:cubicBezTo>
                <a:cubicBezTo>
                  <a:pt x="690466" y="38251"/>
                  <a:pt x="686667" y="39467"/>
                  <a:pt x="683591" y="41901"/>
                </a:cubicBezTo>
                <a:cubicBezTo>
                  <a:pt x="680516" y="44334"/>
                  <a:pt x="678184" y="47720"/>
                  <a:pt x="676595" y="52060"/>
                </a:cubicBezTo>
                <a:lnTo>
                  <a:pt x="706230" y="52060"/>
                </a:lnTo>
                <a:moveTo>
                  <a:pt x="689427" y="97154"/>
                </a:moveTo>
                <a:cubicBezTo>
                  <a:pt x="677736" y="97154"/>
                  <a:pt x="668713" y="94563"/>
                  <a:pt x="662358" y="89380"/>
                </a:cubicBezTo>
                <a:cubicBezTo>
                  <a:pt x="656003" y="84198"/>
                  <a:pt x="652826" y="77037"/>
                  <a:pt x="652826" y="67897"/>
                </a:cubicBezTo>
                <a:cubicBezTo>
                  <a:pt x="652826" y="61654"/>
                  <a:pt x="653865" y="55921"/>
                  <a:pt x="655942" y="50698"/>
                </a:cubicBezTo>
                <a:cubicBezTo>
                  <a:pt x="658020" y="45475"/>
                  <a:pt x="661014" y="40885"/>
                  <a:pt x="664924" y="36927"/>
                </a:cubicBezTo>
                <a:cubicBezTo>
                  <a:pt x="668672" y="33092"/>
                  <a:pt x="673357" y="30052"/>
                  <a:pt x="678978" y="27808"/>
                </a:cubicBezTo>
                <a:cubicBezTo>
                  <a:pt x="684600" y="25563"/>
                  <a:pt x="690771" y="24441"/>
                  <a:pt x="697492" y="24441"/>
                </a:cubicBezTo>
                <a:cubicBezTo>
                  <a:pt x="707717" y="24441"/>
                  <a:pt x="715426" y="26512"/>
                  <a:pt x="720620" y="30653"/>
                </a:cubicBezTo>
                <a:cubicBezTo>
                  <a:pt x="725814" y="34794"/>
                  <a:pt x="728411" y="40903"/>
                  <a:pt x="728411" y="48980"/>
                </a:cubicBezTo>
                <a:cubicBezTo>
                  <a:pt x="728411" y="51755"/>
                  <a:pt x="728136" y="54468"/>
                  <a:pt x="727586" y="57120"/>
                </a:cubicBezTo>
                <a:cubicBezTo>
                  <a:pt x="727036" y="59772"/>
                  <a:pt x="726313" y="62403"/>
                  <a:pt x="725417" y="65014"/>
                </a:cubicBezTo>
                <a:lnTo>
                  <a:pt x="674457" y="65014"/>
                </a:lnTo>
                <a:cubicBezTo>
                  <a:pt x="674457" y="65258"/>
                  <a:pt x="674457" y="65492"/>
                  <a:pt x="674457" y="65716"/>
                </a:cubicBezTo>
                <a:cubicBezTo>
                  <a:pt x="674457" y="65940"/>
                  <a:pt x="674457" y="66175"/>
                  <a:pt x="674457" y="66419"/>
                </a:cubicBezTo>
                <a:cubicBezTo>
                  <a:pt x="674457" y="71185"/>
                  <a:pt x="676127" y="74912"/>
                  <a:pt x="679467" y="77601"/>
                </a:cubicBezTo>
                <a:cubicBezTo>
                  <a:pt x="682807" y="80289"/>
                  <a:pt x="687920" y="81634"/>
                  <a:pt x="694804" y="81634"/>
                </a:cubicBezTo>
                <a:cubicBezTo>
                  <a:pt x="699611" y="81634"/>
                  <a:pt x="704163" y="80825"/>
                  <a:pt x="708460" y="79209"/>
                </a:cubicBezTo>
                <a:cubicBezTo>
                  <a:pt x="712758" y="77592"/>
                  <a:pt x="716495" y="75793"/>
                  <a:pt x="719673" y="73812"/>
                </a:cubicBezTo>
                <a:lnTo>
                  <a:pt x="722117" y="73812"/>
                </a:lnTo>
                <a:lnTo>
                  <a:pt x="718023" y="91471"/>
                </a:lnTo>
                <a:cubicBezTo>
                  <a:pt x="713746" y="93345"/>
                  <a:pt x="709245" y="94761"/>
                  <a:pt x="704519" y="95718"/>
                </a:cubicBezTo>
                <a:cubicBezTo>
                  <a:pt x="699794" y="96675"/>
                  <a:pt x="694763" y="97154"/>
                  <a:pt x="689427" y="97154"/>
                </a:cubicBez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2FD0E-DBEA-4C54-9AAE-1BFAEE56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333" y="378558"/>
            <a:ext cx="170644" cy="170644"/>
          </a:xfrm>
          <a:custGeom xmlns:a="http://schemas.openxmlformats.org/drawingml/2006/main">
            <a:pathLst>
              <a:path w="170644" h="170644" fill="none">
                <a:moveTo>
                  <a:pt x="170644" y="85322"/>
                </a:moveTo>
                <a:cubicBezTo>
                  <a:pt x="170644" y="90925"/>
                  <a:pt x="170098" y="96473"/>
                  <a:pt x="169004" y="101968"/>
                </a:cubicBezTo>
                <a:cubicBezTo>
                  <a:pt x="167911" y="107462"/>
                  <a:pt x="166293" y="112797"/>
                  <a:pt x="164148" y="117973"/>
                </a:cubicBezTo>
                <a:cubicBezTo>
                  <a:pt x="162005" y="123149"/>
                  <a:pt x="159376" y="128066"/>
                  <a:pt x="156264" y="132724"/>
                </a:cubicBezTo>
                <a:cubicBezTo>
                  <a:pt x="153152" y="137382"/>
                  <a:pt x="149614" y="141692"/>
                  <a:pt x="145653" y="145654"/>
                </a:cubicBezTo>
                <a:cubicBezTo>
                  <a:pt x="141692" y="149615"/>
                  <a:pt x="137381" y="153152"/>
                  <a:pt x="132722" y="156264"/>
                </a:cubicBezTo>
                <a:cubicBezTo>
                  <a:pt x="128065" y="159377"/>
                  <a:pt x="123148" y="162005"/>
                  <a:pt x="117972" y="164149"/>
                </a:cubicBezTo>
                <a:cubicBezTo>
                  <a:pt x="112796" y="166293"/>
                  <a:pt x="107461" y="167911"/>
                  <a:pt x="101967" y="169004"/>
                </a:cubicBezTo>
                <a:cubicBezTo>
                  <a:pt x="96472" y="170098"/>
                  <a:pt x="90924" y="170644"/>
                  <a:pt x="85322" y="170644"/>
                </a:cubicBezTo>
                <a:cubicBezTo>
                  <a:pt x="79719" y="170644"/>
                  <a:pt x="74170" y="170098"/>
                  <a:pt x="68676" y="169005"/>
                </a:cubicBezTo>
                <a:cubicBezTo>
                  <a:pt x="63182" y="167911"/>
                  <a:pt x="57846" y="166293"/>
                  <a:pt x="52670" y="164149"/>
                </a:cubicBezTo>
                <a:cubicBezTo>
                  <a:pt x="47494" y="162005"/>
                  <a:pt x="42577" y="159377"/>
                  <a:pt x="37918" y="156265"/>
                </a:cubicBezTo>
                <a:cubicBezTo>
                  <a:pt x="33261" y="153152"/>
                  <a:pt x="28951" y="149615"/>
                  <a:pt x="24990" y="145654"/>
                </a:cubicBezTo>
                <a:cubicBezTo>
                  <a:pt x="21028" y="141692"/>
                  <a:pt x="17491" y="137382"/>
                  <a:pt x="14378" y="132724"/>
                </a:cubicBezTo>
                <a:cubicBezTo>
                  <a:pt x="11266" y="128066"/>
                  <a:pt x="8638" y="123149"/>
                  <a:pt x="6494" y="117973"/>
                </a:cubicBezTo>
                <a:cubicBezTo>
                  <a:pt x="4350" y="112797"/>
                  <a:pt x="2731" y="107462"/>
                  <a:pt x="1639" y="101967"/>
                </a:cubicBezTo>
                <a:cubicBezTo>
                  <a:pt x="547" y="96473"/>
                  <a:pt x="0" y="90925"/>
                  <a:pt x="0" y="85322"/>
                </a:cubicBezTo>
                <a:cubicBezTo>
                  <a:pt x="0" y="79720"/>
                  <a:pt x="547" y="74171"/>
                  <a:pt x="1639" y="68676"/>
                </a:cubicBezTo>
                <a:cubicBezTo>
                  <a:pt x="2731" y="63182"/>
                  <a:pt x="4350" y="57846"/>
                  <a:pt x="6494" y="52670"/>
                </a:cubicBezTo>
                <a:cubicBezTo>
                  <a:pt x="8638" y="47494"/>
                  <a:pt x="11266" y="42578"/>
                  <a:pt x="14378" y="37919"/>
                </a:cubicBezTo>
                <a:cubicBezTo>
                  <a:pt x="17491" y="33261"/>
                  <a:pt x="21028" y="28951"/>
                  <a:pt x="24990" y="24990"/>
                </a:cubicBezTo>
                <a:cubicBezTo>
                  <a:pt x="28951" y="21028"/>
                  <a:pt x="33261" y="17492"/>
                  <a:pt x="37918" y="14379"/>
                </a:cubicBezTo>
                <a:cubicBezTo>
                  <a:pt x="42577" y="11267"/>
                  <a:pt x="47494" y="8639"/>
                  <a:pt x="52670" y="6495"/>
                </a:cubicBezTo>
                <a:cubicBezTo>
                  <a:pt x="57846" y="4351"/>
                  <a:pt x="63182" y="2732"/>
                  <a:pt x="68676" y="1640"/>
                </a:cubicBezTo>
                <a:cubicBezTo>
                  <a:pt x="74170" y="547"/>
                  <a:pt x="79719" y="0"/>
                  <a:pt x="85322" y="0"/>
                </a:cubicBezTo>
                <a:cubicBezTo>
                  <a:pt x="90924" y="0"/>
                  <a:pt x="96472" y="547"/>
                  <a:pt x="101967" y="1640"/>
                </a:cubicBezTo>
                <a:cubicBezTo>
                  <a:pt x="107461" y="2732"/>
                  <a:pt x="112796" y="4351"/>
                  <a:pt x="117972" y="6495"/>
                </a:cubicBezTo>
                <a:cubicBezTo>
                  <a:pt x="123148" y="8639"/>
                  <a:pt x="128065" y="11267"/>
                  <a:pt x="132722" y="14379"/>
                </a:cubicBezTo>
                <a:cubicBezTo>
                  <a:pt x="137381" y="17492"/>
                  <a:pt x="141692" y="21028"/>
                  <a:pt x="145653" y="24990"/>
                </a:cubicBezTo>
                <a:cubicBezTo>
                  <a:pt x="149614" y="28951"/>
                  <a:pt x="153152" y="33261"/>
                  <a:pt x="156264" y="37919"/>
                </a:cubicBezTo>
                <a:cubicBezTo>
                  <a:pt x="159376" y="42577"/>
                  <a:pt x="162005" y="47494"/>
                  <a:pt x="164148" y="52670"/>
                </a:cubicBezTo>
                <a:cubicBezTo>
                  <a:pt x="166293" y="57846"/>
                  <a:pt x="167911" y="63182"/>
                  <a:pt x="169004" y="68676"/>
                </a:cubicBezTo>
                <a:cubicBezTo>
                  <a:pt x="170098" y="74171"/>
                  <a:pt x="170644" y="79720"/>
                  <a:pt x="170644" y="853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09" name="Text 4">
            <a:extLst xmlns:a="http://schemas.openxmlformats.org/drawingml/2006/main">
              <a:ext uri="{FF2B5EF4-FFF2-40B4-BE49-F238E27FC236}">
                <a16:creationId xmlns:a16="http://schemas.microsoft.com/office/drawing/2014/main" id="{163A721F-5825-4F6F-AD1C-569ED7A3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49" y="413753"/>
            <a:ext cx="64403" cy="89944"/>
          </a:xfrm>
          <a:custGeom xmlns:a="http://schemas.openxmlformats.org/drawingml/2006/main">
            <a:pathLst>
              <a:path w="64403" h="89944">
                <a:moveTo>
                  <a:pt x="36662" y="89944"/>
                </a:moveTo>
                <a:lnTo>
                  <a:pt x="36662" y="71857"/>
                </a:lnTo>
                <a:lnTo>
                  <a:pt x="0" y="71857"/>
                </a:lnTo>
                <a:lnTo>
                  <a:pt x="0" y="56887"/>
                </a:lnTo>
                <a:lnTo>
                  <a:pt x="38862" y="0"/>
                </a:lnTo>
                <a:lnTo>
                  <a:pt x="53282" y="0"/>
                </a:lnTo>
                <a:lnTo>
                  <a:pt x="53282" y="56826"/>
                </a:lnTo>
                <a:lnTo>
                  <a:pt x="64403" y="56826"/>
                </a:lnTo>
                <a:lnTo>
                  <a:pt x="64403" y="71857"/>
                </a:lnTo>
                <a:lnTo>
                  <a:pt x="53282" y="71857"/>
                </a:lnTo>
                <a:lnTo>
                  <a:pt x="53282" y="89944"/>
                </a:lnTo>
                <a:lnTo>
                  <a:pt x="36662" y="89944"/>
                </a:lnTo>
                <a:moveTo>
                  <a:pt x="36662" y="56826"/>
                </a:moveTo>
                <a:lnTo>
                  <a:pt x="36662" y="26248"/>
                </a:lnTo>
                <a:lnTo>
                  <a:pt x="16070" y="56826"/>
                </a:lnTo>
                <a:lnTo>
                  <a:pt x="36662" y="568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48A1B-EEBD-4560-BBF7-9CC2C049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576" y="710631"/>
            <a:ext cx="170644" cy="170644"/>
          </a:xfrm>
          <a:custGeom xmlns:a="http://schemas.openxmlformats.org/drawingml/2006/main">
            <a:pathLst>
              <a:path w="170644" h="170644" fill="none">
                <a:moveTo>
                  <a:pt x="170644" y="85322"/>
                </a:moveTo>
                <a:cubicBezTo>
                  <a:pt x="170644" y="90924"/>
                  <a:pt x="170097" y="96473"/>
                  <a:pt x="169005" y="101967"/>
                </a:cubicBezTo>
                <a:cubicBezTo>
                  <a:pt x="167910" y="107462"/>
                  <a:pt x="166292" y="112797"/>
                  <a:pt x="164148" y="117973"/>
                </a:cubicBezTo>
                <a:cubicBezTo>
                  <a:pt x="162004" y="123149"/>
                  <a:pt x="159376" y="128066"/>
                  <a:pt x="156263" y="132724"/>
                </a:cubicBezTo>
                <a:cubicBezTo>
                  <a:pt x="153151" y="137382"/>
                  <a:pt x="149614" y="141692"/>
                  <a:pt x="145653" y="145654"/>
                </a:cubicBezTo>
                <a:cubicBezTo>
                  <a:pt x="141691" y="149615"/>
                  <a:pt x="137381" y="153152"/>
                  <a:pt x="132723" y="156264"/>
                </a:cubicBezTo>
                <a:cubicBezTo>
                  <a:pt x="128065" y="159377"/>
                  <a:pt x="123148" y="162005"/>
                  <a:pt x="117973" y="164149"/>
                </a:cubicBezTo>
                <a:cubicBezTo>
                  <a:pt x="112797" y="166293"/>
                  <a:pt x="107461" y="167911"/>
                  <a:pt x="101968" y="169005"/>
                </a:cubicBezTo>
                <a:cubicBezTo>
                  <a:pt x="96473" y="170098"/>
                  <a:pt x="90924" y="170644"/>
                  <a:pt x="85322" y="170644"/>
                </a:cubicBezTo>
                <a:cubicBezTo>
                  <a:pt x="79719" y="170644"/>
                  <a:pt x="74171" y="170098"/>
                  <a:pt x="68676" y="169005"/>
                </a:cubicBezTo>
                <a:cubicBezTo>
                  <a:pt x="63182" y="167911"/>
                  <a:pt x="57846" y="166293"/>
                  <a:pt x="52670" y="164149"/>
                </a:cubicBezTo>
                <a:cubicBezTo>
                  <a:pt x="47494" y="162005"/>
                  <a:pt x="42577" y="159377"/>
                  <a:pt x="37919" y="156265"/>
                </a:cubicBezTo>
                <a:cubicBezTo>
                  <a:pt x="33261" y="153152"/>
                  <a:pt x="28951" y="149615"/>
                  <a:pt x="24990" y="145654"/>
                </a:cubicBezTo>
                <a:cubicBezTo>
                  <a:pt x="21028" y="141692"/>
                  <a:pt x="17491" y="137382"/>
                  <a:pt x="14378" y="132724"/>
                </a:cubicBezTo>
                <a:cubicBezTo>
                  <a:pt x="11266" y="128066"/>
                  <a:pt x="8638" y="123149"/>
                  <a:pt x="6494" y="117973"/>
                </a:cubicBezTo>
                <a:cubicBezTo>
                  <a:pt x="4350" y="112797"/>
                  <a:pt x="2731" y="107462"/>
                  <a:pt x="1639" y="101967"/>
                </a:cubicBezTo>
                <a:cubicBezTo>
                  <a:pt x="547" y="96473"/>
                  <a:pt x="0" y="90924"/>
                  <a:pt x="0" y="85322"/>
                </a:cubicBezTo>
                <a:cubicBezTo>
                  <a:pt x="0" y="79720"/>
                  <a:pt x="547" y="74171"/>
                  <a:pt x="1639" y="68676"/>
                </a:cubicBezTo>
                <a:cubicBezTo>
                  <a:pt x="2731" y="63181"/>
                  <a:pt x="4350" y="57846"/>
                  <a:pt x="6494" y="52670"/>
                </a:cubicBezTo>
                <a:cubicBezTo>
                  <a:pt x="8638" y="47494"/>
                  <a:pt x="11266" y="42578"/>
                  <a:pt x="14378" y="37919"/>
                </a:cubicBezTo>
                <a:cubicBezTo>
                  <a:pt x="17491" y="33261"/>
                  <a:pt x="21028" y="28951"/>
                  <a:pt x="24990" y="24990"/>
                </a:cubicBezTo>
                <a:cubicBezTo>
                  <a:pt x="28951" y="21028"/>
                  <a:pt x="33261" y="17491"/>
                  <a:pt x="37919" y="14379"/>
                </a:cubicBezTo>
                <a:cubicBezTo>
                  <a:pt x="42577" y="11266"/>
                  <a:pt x="47494" y="8638"/>
                  <a:pt x="52670" y="6494"/>
                </a:cubicBezTo>
                <a:cubicBezTo>
                  <a:pt x="57846" y="4350"/>
                  <a:pt x="63182" y="2732"/>
                  <a:pt x="68676" y="1639"/>
                </a:cubicBezTo>
                <a:cubicBezTo>
                  <a:pt x="74171" y="547"/>
                  <a:pt x="79719" y="0"/>
                  <a:pt x="85322" y="0"/>
                </a:cubicBezTo>
                <a:cubicBezTo>
                  <a:pt x="90924" y="0"/>
                  <a:pt x="96472" y="547"/>
                  <a:pt x="101967" y="1639"/>
                </a:cubicBezTo>
                <a:cubicBezTo>
                  <a:pt x="107461" y="2732"/>
                  <a:pt x="112797" y="4351"/>
                  <a:pt x="117973" y="6495"/>
                </a:cubicBezTo>
                <a:cubicBezTo>
                  <a:pt x="123148" y="8639"/>
                  <a:pt x="128065" y="11266"/>
                  <a:pt x="132723" y="14379"/>
                </a:cubicBezTo>
                <a:cubicBezTo>
                  <a:pt x="137381" y="17491"/>
                  <a:pt x="141691" y="21028"/>
                  <a:pt x="145653" y="24990"/>
                </a:cubicBezTo>
                <a:cubicBezTo>
                  <a:pt x="149614" y="28951"/>
                  <a:pt x="153151" y="33261"/>
                  <a:pt x="156263" y="37919"/>
                </a:cubicBezTo>
                <a:cubicBezTo>
                  <a:pt x="159376" y="42578"/>
                  <a:pt x="162004" y="47494"/>
                  <a:pt x="164148" y="52670"/>
                </a:cubicBezTo>
                <a:cubicBezTo>
                  <a:pt x="166292" y="57846"/>
                  <a:pt x="167910" y="63181"/>
                  <a:pt x="169005" y="68676"/>
                </a:cubicBezTo>
                <a:cubicBezTo>
                  <a:pt x="170097" y="74171"/>
                  <a:pt x="170644" y="79720"/>
                  <a:pt x="170644" y="853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11" name="Text 5">
            <a:extLst xmlns:a="http://schemas.openxmlformats.org/drawingml/2006/main">
              <a:ext uri="{FF2B5EF4-FFF2-40B4-BE49-F238E27FC236}">
                <a16:creationId xmlns:a16="http://schemas.microsoft.com/office/drawing/2014/main" id="{F60328DD-B6A4-408F-ABC2-95CD7BC4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140" y="745131"/>
            <a:ext cx="60248" cy="90066"/>
          </a:xfrm>
          <a:custGeom xmlns:a="http://schemas.openxmlformats.org/drawingml/2006/main">
            <a:pathLst>
              <a:path w="60248" h="90066">
                <a:moveTo>
                  <a:pt x="0" y="65441"/>
                </a:moveTo>
                <a:lnTo>
                  <a:pt x="17109" y="63669"/>
                </a:lnTo>
                <a:cubicBezTo>
                  <a:pt x="17598" y="67539"/>
                  <a:pt x="19044" y="70605"/>
                  <a:pt x="21447" y="72865"/>
                </a:cubicBezTo>
                <a:cubicBezTo>
                  <a:pt x="23851" y="75126"/>
                  <a:pt x="26621" y="76257"/>
                  <a:pt x="29757" y="76257"/>
                </a:cubicBezTo>
                <a:cubicBezTo>
                  <a:pt x="33342" y="76257"/>
                  <a:pt x="36377" y="74798"/>
                  <a:pt x="38862" y="71880"/>
                </a:cubicBezTo>
                <a:cubicBezTo>
                  <a:pt x="41346" y="68962"/>
                  <a:pt x="42589" y="64566"/>
                  <a:pt x="42589" y="58689"/>
                </a:cubicBezTo>
                <a:cubicBezTo>
                  <a:pt x="42589" y="53180"/>
                  <a:pt x="41357" y="49048"/>
                  <a:pt x="38892" y="46293"/>
                </a:cubicBezTo>
                <a:cubicBezTo>
                  <a:pt x="36428" y="43538"/>
                  <a:pt x="33220" y="42161"/>
                  <a:pt x="29268" y="42161"/>
                </a:cubicBezTo>
                <a:cubicBezTo>
                  <a:pt x="24339" y="42161"/>
                  <a:pt x="19920" y="44361"/>
                  <a:pt x="16009" y="48760"/>
                </a:cubicBezTo>
                <a:lnTo>
                  <a:pt x="2078" y="46725"/>
                </a:lnTo>
                <a:lnTo>
                  <a:pt x="10876" y="0"/>
                </a:lnTo>
                <a:lnTo>
                  <a:pt x="56276" y="0"/>
                </a:lnTo>
                <a:lnTo>
                  <a:pt x="56276" y="16131"/>
                </a:lnTo>
                <a:lnTo>
                  <a:pt x="23891" y="16131"/>
                </a:lnTo>
                <a:lnTo>
                  <a:pt x="21203" y="31336"/>
                </a:lnTo>
                <a:cubicBezTo>
                  <a:pt x="25032" y="29428"/>
                  <a:pt x="28942" y="28474"/>
                  <a:pt x="32935" y="28474"/>
                </a:cubicBezTo>
                <a:cubicBezTo>
                  <a:pt x="40552" y="28474"/>
                  <a:pt x="47009" y="31250"/>
                  <a:pt x="52304" y="36801"/>
                </a:cubicBezTo>
                <a:cubicBezTo>
                  <a:pt x="57600" y="42351"/>
                  <a:pt x="60248" y="49555"/>
                  <a:pt x="60248" y="58413"/>
                </a:cubicBezTo>
                <a:cubicBezTo>
                  <a:pt x="60248" y="65801"/>
                  <a:pt x="58109" y="72393"/>
                  <a:pt x="53832" y="78189"/>
                </a:cubicBezTo>
                <a:cubicBezTo>
                  <a:pt x="48007" y="86107"/>
                  <a:pt x="39921" y="90066"/>
                  <a:pt x="29574" y="90066"/>
                </a:cubicBezTo>
                <a:cubicBezTo>
                  <a:pt x="21305" y="90066"/>
                  <a:pt x="14563" y="87841"/>
                  <a:pt x="9349" y="83390"/>
                </a:cubicBezTo>
                <a:cubicBezTo>
                  <a:pt x="4135" y="78939"/>
                  <a:pt x="1018" y="72956"/>
                  <a:pt x="0" y="654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BDEEF-0E02-4ACD-96DB-B778347A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690" y="1521874"/>
            <a:ext cx="170645" cy="170644"/>
          </a:xfrm>
          <a:custGeom xmlns:a="http://schemas.openxmlformats.org/drawingml/2006/main">
            <a:pathLst>
              <a:path w="170645" h="170644" fill="none">
                <a:moveTo>
                  <a:pt x="170645" y="85322"/>
                </a:moveTo>
                <a:cubicBezTo>
                  <a:pt x="170644" y="90925"/>
                  <a:pt x="170097" y="96473"/>
                  <a:pt x="169004" y="101967"/>
                </a:cubicBezTo>
                <a:cubicBezTo>
                  <a:pt x="167911" y="107462"/>
                  <a:pt x="166292" y="112797"/>
                  <a:pt x="164149" y="117973"/>
                </a:cubicBezTo>
                <a:cubicBezTo>
                  <a:pt x="162004" y="123149"/>
                  <a:pt x="159376" y="128066"/>
                  <a:pt x="156264" y="132724"/>
                </a:cubicBezTo>
                <a:cubicBezTo>
                  <a:pt x="153151" y="137382"/>
                  <a:pt x="149614" y="141692"/>
                  <a:pt x="145653" y="145653"/>
                </a:cubicBezTo>
                <a:cubicBezTo>
                  <a:pt x="141692" y="149615"/>
                  <a:pt x="137382" y="153152"/>
                  <a:pt x="132723" y="156264"/>
                </a:cubicBezTo>
                <a:cubicBezTo>
                  <a:pt x="128065" y="159377"/>
                  <a:pt x="123148" y="162005"/>
                  <a:pt x="117972" y="164149"/>
                </a:cubicBezTo>
                <a:cubicBezTo>
                  <a:pt x="112796" y="166292"/>
                  <a:pt x="107462" y="167911"/>
                  <a:pt x="101967" y="169005"/>
                </a:cubicBezTo>
                <a:cubicBezTo>
                  <a:pt x="96472" y="170098"/>
                  <a:pt x="90925" y="170644"/>
                  <a:pt x="85323" y="170644"/>
                </a:cubicBezTo>
                <a:cubicBezTo>
                  <a:pt x="79720" y="170644"/>
                  <a:pt x="74172" y="170098"/>
                  <a:pt x="68677" y="169005"/>
                </a:cubicBezTo>
                <a:cubicBezTo>
                  <a:pt x="63182" y="167911"/>
                  <a:pt x="57847" y="166292"/>
                  <a:pt x="52670" y="164149"/>
                </a:cubicBezTo>
                <a:cubicBezTo>
                  <a:pt x="47494" y="162005"/>
                  <a:pt x="42577" y="159377"/>
                  <a:pt x="37920" y="156264"/>
                </a:cubicBezTo>
                <a:cubicBezTo>
                  <a:pt x="33261" y="153152"/>
                  <a:pt x="28952" y="149615"/>
                  <a:pt x="24991" y="145653"/>
                </a:cubicBezTo>
                <a:cubicBezTo>
                  <a:pt x="21030" y="141692"/>
                  <a:pt x="17492" y="137382"/>
                  <a:pt x="14379" y="132724"/>
                </a:cubicBezTo>
                <a:cubicBezTo>
                  <a:pt x="11267" y="128066"/>
                  <a:pt x="8639" y="123149"/>
                  <a:pt x="6495" y="117973"/>
                </a:cubicBezTo>
                <a:cubicBezTo>
                  <a:pt x="4352" y="112797"/>
                  <a:pt x="2733" y="107462"/>
                  <a:pt x="1640" y="101967"/>
                </a:cubicBezTo>
                <a:cubicBezTo>
                  <a:pt x="547" y="96473"/>
                  <a:pt x="0" y="90925"/>
                  <a:pt x="0" y="85322"/>
                </a:cubicBezTo>
                <a:cubicBezTo>
                  <a:pt x="0" y="79719"/>
                  <a:pt x="547" y="74171"/>
                  <a:pt x="1639" y="68676"/>
                </a:cubicBezTo>
                <a:cubicBezTo>
                  <a:pt x="2733" y="63181"/>
                  <a:pt x="4352" y="57846"/>
                  <a:pt x="6495" y="52670"/>
                </a:cubicBezTo>
                <a:cubicBezTo>
                  <a:pt x="8640" y="47494"/>
                  <a:pt x="11268" y="42577"/>
                  <a:pt x="14380" y="37919"/>
                </a:cubicBezTo>
                <a:cubicBezTo>
                  <a:pt x="17493" y="33261"/>
                  <a:pt x="21030" y="28951"/>
                  <a:pt x="24991" y="24990"/>
                </a:cubicBezTo>
                <a:cubicBezTo>
                  <a:pt x="28952" y="21028"/>
                  <a:pt x="33261" y="17491"/>
                  <a:pt x="37920" y="14379"/>
                </a:cubicBezTo>
                <a:cubicBezTo>
                  <a:pt x="42577" y="11266"/>
                  <a:pt x="47494" y="8638"/>
                  <a:pt x="52670" y="6494"/>
                </a:cubicBezTo>
                <a:cubicBezTo>
                  <a:pt x="57847" y="4351"/>
                  <a:pt x="63182" y="2732"/>
                  <a:pt x="68677" y="1639"/>
                </a:cubicBezTo>
                <a:cubicBezTo>
                  <a:pt x="74172" y="547"/>
                  <a:pt x="79720" y="0"/>
                  <a:pt x="85323" y="0"/>
                </a:cubicBezTo>
                <a:cubicBezTo>
                  <a:pt x="90925" y="0"/>
                  <a:pt x="96473" y="547"/>
                  <a:pt x="101968" y="1639"/>
                </a:cubicBezTo>
                <a:cubicBezTo>
                  <a:pt x="107462" y="2732"/>
                  <a:pt x="112796" y="4351"/>
                  <a:pt x="117972" y="6494"/>
                </a:cubicBezTo>
                <a:cubicBezTo>
                  <a:pt x="123148" y="8638"/>
                  <a:pt x="128065" y="11267"/>
                  <a:pt x="132723" y="14379"/>
                </a:cubicBezTo>
                <a:cubicBezTo>
                  <a:pt x="137382" y="17492"/>
                  <a:pt x="141692" y="21028"/>
                  <a:pt x="145653" y="24990"/>
                </a:cubicBezTo>
                <a:cubicBezTo>
                  <a:pt x="149614" y="28951"/>
                  <a:pt x="153151" y="33261"/>
                  <a:pt x="156264" y="37919"/>
                </a:cubicBezTo>
                <a:cubicBezTo>
                  <a:pt x="159376" y="42577"/>
                  <a:pt x="162004" y="47494"/>
                  <a:pt x="164149" y="52670"/>
                </a:cubicBezTo>
                <a:cubicBezTo>
                  <a:pt x="166292" y="57846"/>
                  <a:pt x="167911" y="63181"/>
                  <a:pt x="169005" y="68676"/>
                </a:cubicBezTo>
                <a:cubicBezTo>
                  <a:pt x="170097" y="74171"/>
                  <a:pt x="170644" y="79719"/>
                  <a:pt x="170645" y="853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13" name="Text 6">
            <a:extLst xmlns:a="http://schemas.openxmlformats.org/drawingml/2006/main">
              <a:ext uri="{FF2B5EF4-FFF2-40B4-BE49-F238E27FC236}">
                <a16:creationId xmlns:a16="http://schemas.microsoft.com/office/drawing/2014/main" id="{3A57D6B8-4296-4164-8353-7A7C4DB9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801" y="1562757"/>
            <a:ext cx="59820" cy="91532"/>
          </a:xfrm>
          <a:custGeom xmlns:a="http://schemas.openxmlformats.org/drawingml/2006/main">
            <a:pathLst>
              <a:path w="59820" h="91532">
                <a:moveTo>
                  <a:pt x="58170" y="22486"/>
                </a:moveTo>
                <a:lnTo>
                  <a:pt x="41550" y="24319"/>
                </a:lnTo>
                <a:cubicBezTo>
                  <a:pt x="41143" y="20897"/>
                  <a:pt x="40084" y="18372"/>
                  <a:pt x="38373" y="16742"/>
                </a:cubicBezTo>
                <a:cubicBezTo>
                  <a:pt x="36662" y="15113"/>
                  <a:pt x="34442" y="14298"/>
                  <a:pt x="31712" y="14298"/>
                </a:cubicBezTo>
                <a:cubicBezTo>
                  <a:pt x="28087" y="14298"/>
                  <a:pt x="25022" y="15933"/>
                  <a:pt x="22516" y="19204"/>
                </a:cubicBezTo>
                <a:cubicBezTo>
                  <a:pt x="20011" y="22474"/>
                  <a:pt x="18433" y="29271"/>
                  <a:pt x="17781" y="39595"/>
                </a:cubicBezTo>
                <a:cubicBezTo>
                  <a:pt x="22058" y="34544"/>
                  <a:pt x="27374" y="32018"/>
                  <a:pt x="33729" y="32018"/>
                </a:cubicBezTo>
                <a:cubicBezTo>
                  <a:pt x="40898" y="32018"/>
                  <a:pt x="47039" y="34739"/>
                  <a:pt x="52151" y="40181"/>
                </a:cubicBezTo>
                <a:cubicBezTo>
                  <a:pt x="57264" y="45623"/>
                  <a:pt x="59820" y="52649"/>
                  <a:pt x="59820" y="61258"/>
                </a:cubicBezTo>
                <a:cubicBezTo>
                  <a:pt x="59820" y="70395"/>
                  <a:pt x="57131" y="77726"/>
                  <a:pt x="51754" y="83249"/>
                </a:cubicBezTo>
                <a:cubicBezTo>
                  <a:pt x="46377" y="88771"/>
                  <a:pt x="39473" y="91532"/>
                  <a:pt x="31040" y="91532"/>
                </a:cubicBezTo>
                <a:cubicBezTo>
                  <a:pt x="21997" y="91532"/>
                  <a:pt x="14563" y="88017"/>
                  <a:pt x="8738" y="80986"/>
                </a:cubicBezTo>
                <a:cubicBezTo>
                  <a:pt x="2913" y="73954"/>
                  <a:pt x="0" y="62428"/>
                  <a:pt x="0" y="46408"/>
                </a:cubicBezTo>
                <a:cubicBezTo>
                  <a:pt x="0" y="29981"/>
                  <a:pt x="3035" y="18140"/>
                  <a:pt x="9104" y="10884"/>
                </a:cubicBezTo>
                <a:cubicBezTo>
                  <a:pt x="15174" y="3628"/>
                  <a:pt x="23056" y="0"/>
                  <a:pt x="32751" y="0"/>
                </a:cubicBezTo>
                <a:cubicBezTo>
                  <a:pt x="39554" y="0"/>
                  <a:pt x="45186" y="1920"/>
                  <a:pt x="49646" y="5761"/>
                </a:cubicBezTo>
                <a:cubicBezTo>
                  <a:pt x="54107" y="9600"/>
                  <a:pt x="56948" y="15175"/>
                  <a:pt x="58170" y="22486"/>
                </a:cubicBezTo>
                <a:moveTo>
                  <a:pt x="19247" y="59921"/>
                </a:moveTo>
                <a:cubicBezTo>
                  <a:pt x="19247" y="65450"/>
                  <a:pt x="20531" y="69717"/>
                  <a:pt x="23097" y="72724"/>
                </a:cubicBezTo>
                <a:cubicBezTo>
                  <a:pt x="25663" y="75731"/>
                  <a:pt x="28596" y="77234"/>
                  <a:pt x="31896" y="77234"/>
                </a:cubicBezTo>
                <a:cubicBezTo>
                  <a:pt x="35073" y="77234"/>
                  <a:pt x="37721" y="76003"/>
                  <a:pt x="39839" y="73541"/>
                </a:cubicBezTo>
                <a:cubicBezTo>
                  <a:pt x="41957" y="71079"/>
                  <a:pt x="43017" y="67044"/>
                  <a:pt x="43017" y="61435"/>
                </a:cubicBezTo>
                <a:cubicBezTo>
                  <a:pt x="43017" y="55664"/>
                  <a:pt x="41876" y="51436"/>
                  <a:pt x="39595" y="48753"/>
                </a:cubicBezTo>
                <a:cubicBezTo>
                  <a:pt x="37314" y="46069"/>
                  <a:pt x="34462" y="44727"/>
                  <a:pt x="31040" y="44727"/>
                </a:cubicBezTo>
                <a:cubicBezTo>
                  <a:pt x="27741" y="44727"/>
                  <a:pt x="24950" y="46009"/>
                  <a:pt x="22669" y="48571"/>
                </a:cubicBezTo>
                <a:cubicBezTo>
                  <a:pt x="20388" y="51134"/>
                  <a:pt x="19247" y="54917"/>
                  <a:pt x="19247" y="599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A2FD0-DBA2-4260-8A20-C0C10EF6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54" y="3091800"/>
            <a:ext cx="170644" cy="170644"/>
          </a:xfrm>
          <a:custGeom xmlns:a="http://schemas.openxmlformats.org/drawingml/2006/main">
            <a:pathLst>
              <a:path w="170644" h="170644" fill="none">
                <a:moveTo>
                  <a:pt x="170644" y="85322"/>
                </a:moveTo>
                <a:cubicBezTo>
                  <a:pt x="170644" y="90924"/>
                  <a:pt x="170098" y="96473"/>
                  <a:pt x="169005" y="101967"/>
                </a:cubicBezTo>
                <a:cubicBezTo>
                  <a:pt x="167912" y="107461"/>
                  <a:pt x="166293" y="112796"/>
                  <a:pt x="164149" y="117973"/>
                </a:cubicBezTo>
                <a:cubicBezTo>
                  <a:pt x="162005" y="123148"/>
                  <a:pt x="159377" y="128066"/>
                  <a:pt x="156265" y="132724"/>
                </a:cubicBezTo>
                <a:cubicBezTo>
                  <a:pt x="153152" y="137383"/>
                  <a:pt x="149615" y="141693"/>
                  <a:pt x="145654" y="145654"/>
                </a:cubicBezTo>
                <a:cubicBezTo>
                  <a:pt x="141692" y="149615"/>
                  <a:pt x="137382" y="153152"/>
                  <a:pt x="132724" y="156263"/>
                </a:cubicBezTo>
                <a:cubicBezTo>
                  <a:pt x="128066" y="159376"/>
                  <a:pt x="123149" y="162005"/>
                  <a:pt x="117973" y="164148"/>
                </a:cubicBezTo>
                <a:cubicBezTo>
                  <a:pt x="112798" y="166293"/>
                  <a:pt x="107463" y="167911"/>
                  <a:pt x="101968" y="169004"/>
                </a:cubicBezTo>
                <a:cubicBezTo>
                  <a:pt x="96473" y="170097"/>
                  <a:pt x="90925" y="170644"/>
                  <a:pt x="85322" y="170644"/>
                </a:cubicBezTo>
                <a:cubicBezTo>
                  <a:pt x="79720" y="170644"/>
                  <a:pt x="74171" y="170097"/>
                  <a:pt x="68677" y="169004"/>
                </a:cubicBezTo>
                <a:cubicBezTo>
                  <a:pt x="63182" y="167911"/>
                  <a:pt x="57846" y="166293"/>
                  <a:pt x="52671" y="164148"/>
                </a:cubicBezTo>
                <a:cubicBezTo>
                  <a:pt x="47495" y="162005"/>
                  <a:pt x="42578" y="159376"/>
                  <a:pt x="37920" y="156263"/>
                </a:cubicBezTo>
                <a:cubicBezTo>
                  <a:pt x="33261" y="153152"/>
                  <a:pt x="28951" y="149615"/>
                  <a:pt x="24990" y="145654"/>
                </a:cubicBezTo>
                <a:cubicBezTo>
                  <a:pt x="21028" y="141693"/>
                  <a:pt x="17492" y="137383"/>
                  <a:pt x="14379" y="132724"/>
                </a:cubicBezTo>
                <a:cubicBezTo>
                  <a:pt x="11267" y="128066"/>
                  <a:pt x="8638" y="123148"/>
                  <a:pt x="6495" y="117973"/>
                </a:cubicBezTo>
                <a:cubicBezTo>
                  <a:pt x="4351" y="112796"/>
                  <a:pt x="2732" y="107461"/>
                  <a:pt x="1640" y="101967"/>
                </a:cubicBezTo>
                <a:cubicBezTo>
                  <a:pt x="546" y="96473"/>
                  <a:pt x="0" y="90924"/>
                  <a:pt x="0" y="85322"/>
                </a:cubicBezTo>
                <a:cubicBezTo>
                  <a:pt x="0" y="79719"/>
                  <a:pt x="546" y="74170"/>
                  <a:pt x="1639" y="68676"/>
                </a:cubicBezTo>
                <a:cubicBezTo>
                  <a:pt x="2732" y="63182"/>
                  <a:pt x="4351" y="57846"/>
                  <a:pt x="6495" y="52670"/>
                </a:cubicBezTo>
                <a:cubicBezTo>
                  <a:pt x="8638" y="47494"/>
                  <a:pt x="11267" y="42577"/>
                  <a:pt x="14379" y="37919"/>
                </a:cubicBezTo>
                <a:cubicBezTo>
                  <a:pt x="17491" y="33261"/>
                  <a:pt x="21028" y="28951"/>
                  <a:pt x="24990" y="24990"/>
                </a:cubicBezTo>
                <a:cubicBezTo>
                  <a:pt x="28951" y="21029"/>
                  <a:pt x="33261" y="17492"/>
                  <a:pt x="37919" y="14378"/>
                </a:cubicBezTo>
                <a:cubicBezTo>
                  <a:pt x="42578" y="11266"/>
                  <a:pt x="47495" y="8638"/>
                  <a:pt x="52671" y="6495"/>
                </a:cubicBezTo>
                <a:cubicBezTo>
                  <a:pt x="57846" y="4350"/>
                  <a:pt x="63182" y="2731"/>
                  <a:pt x="68677" y="1639"/>
                </a:cubicBezTo>
                <a:cubicBezTo>
                  <a:pt x="74171" y="547"/>
                  <a:pt x="79720" y="0"/>
                  <a:pt x="85322" y="0"/>
                </a:cubicBezTo>
                <a:cubicBezTo>
                  <a:pt x="90925" y="0"/>
                  <a:pt x="96473" y="547"/>
                  <a:pt x="101968" y="1639"/>
                </a:cubicBezTo>
                <a:cubicBezTo>
                  <a:pt x="107463" y="2731"/>
                  <a:pt x="112798" y="4350"/>
                  <a:pt x="117973" y="6495"/>
                </a:cubicBezTo>
                <a:cubicBezTo>
                  <a:pt x="123149" y="8638"/>
                  <a:pt x="128066" y="11266"/>
                  <a:pt x="132725" y="14378"/>
                </a:cubicBezTo>
                <a:cubicBezTo>
                  <a:pt x="137382" y="17491"/>
                  <a:pt x="141692" y="21029"/>
                  <a:pt x="145654" y="24990"/>
                </a:cubicBezTo>
                <a:cubicBezTo>
                  <a:pt x="149615" y="28951"/>
                  <a:pt x="153152" y="33261"/>
                  <a:pt x="156265" y="37919"/>
                </a:cubicBezTo>
                <a:cubicBezTo>
                  <a:pt x="159377" y="42577"/>
                  <a:pt x="162005" y="47494"/>
                  <a:pt x="164149" y="52670"/>
                </a:cubicBezTo>
                <a:cubicBezTo>
                  <a:pt x="166293" y="57846"/>
                  <a:pt x="167912" y="63182"/>
                  <a:pt x="169005" y="68676"/>
                </a:cubicBezTo>
                <a:cubicBezTo>
                  <a:pt x="170098" y="74170"/>
                  <a:pt x="170644" y="79719"/>
                  <a:pt x="170644" y="853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15" name="Text 3">
            <a:extLst xmlns:a="http://schemas.openxmlformats.org/drawingml/2006/main">
              <a:ext uri="{FF2B5EF4-FFF2-40B4-BE49-F238E27FC236}">
                <a16:creationId xmlns:a16="http://schemas.microsoft.com/office/drawing/2014/main" id="{A21CDB0E-727D-43D4-802B-26BDAA9B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63" y="3132683"/>
            <a:ext cx="59514" cy="91532"/>
          </a:xfrm>
          <a:custGeom xmlns:a="http://schemas.openxmlformats.org/drawingml/2006/main">
            <a:pathLst>
              <a:path w="59514" h="91532">
                <a:moveTo>
                  <a:pt x="0" y="66175"/>
                </a:moveTo>
                <a:lnTo>
                  <a:pt x="16620" y="64158"/>
                </a:lnTo>
                <a:cubicBezTo>
                  <a:pt x="17150" y="68395"/>
                  <a:pt x="18575" y="71633"/>
                  <a:pt x="20897" y="73874"/>
                </a:cubicBezTo>
                <a:cubicBezTo>
                  <a:pt x="23219" y="76114"/>
                  <a:pt x="26030" y="77234"/>
                  <a:pt x="29329" y="77234"/>
                </a:cubicBezTo>
                <a:cubicBezTo>
                  <a:pt x="32873" y="77234"/>
                  <a:pt x="35857" y="75890"/>
                  <a:pt x="38281" y="73201"/>
                </a:cubicBezTo>
                <a:cubicBezTo>
                  <a:pt x="40705" y="70513"/>
                  <a:pt x="41917" y="66887"/>
                  <a:pt x="41917" y="62325"/>
                </a:cubicBezTo>
                <a:cubicBezTo>
                  <a:pt x="41917" y="58007"/>
                  <a:pt x="40756" y="54585"/>
                  <a:pt x="38434" y="52060"/>
                </a:cubicBezTo>
                <a:cubicBezTo>
                  <a:pt x="36112" y="49534"/>
                  <a:pt x="33281" y="48271"/>
                  <a:pt x="29941" y="48271"/>
                </a:cubicBezTo>
                <a:cubicBezTo>
                  <a:pt x="27741" y="48271"/>
                  <a:pt x="25113" y="48699"/>
                  <a:pt x="22058" y="49555"/>
                </a:cubicBezTo>
                <a:lnTo>
                  <a:pt x="23952" y="35684"/>
                </a:lnTo>
                <a:cubicBezTo>
                  <a:pt x="28596" y="35806"/>
                  <a:pt x="32140" y="34801"/>
                  <a:pt x="34584" y="32669"/>
                </a:cubicBezTo>
                <a:cubicBezTo>
                  <a:pt x="37028" y="30536"/>
                  <a:pt x="38251" y="27702"/>
                  <a:pt x="38251" y="24168"/>
                </a:cubicBezTo>
                <a:cubicBezTo>
                  <a:pt x="38251" y="21163"/>
                  <a:pt x="37354" y="18766"/>
                  <a:pt x="35562" y="16979"/>
                </a:cubicBezTo>
                <a:cubicBezTo>
                  <a:pt x="33770" y="15192"/>
                  <a:pt x="31387" y="14298"/>
                  <a:pt x="28413" y="14298"/>
                </a:cubicBezTo>
                <a:cubicBezTo>
                  <a:pt x="25480" y="14298"/>
                  <a:pt x="22975" y="15316"/>
                  <a:pt x="20897" y="17353"/>
                </a:cubicBezTo>
                <a:cubicBezTo>
                  <a:pt x="18820" y="19390"/>
                  <a:pt x="17557" y="22364"/>
                  <a:pt x="17109" y="26274"/>
                </a:cubicBezTo>
                <a:lnTo>
                  <a:pt x="1283" y="23586"/>
                </a:lnTo>
                <a:cubicBezTo>
                  <a:pt x="2383" y="18126"/>
                  <a:pt x="4043" y="13764"/>
                  <a:pt x="6263" y="10500"/>
                </a:cubicBezTo>
                <a:cubicBezTo>
                  <a:pt x="8483" y="7236"/>
                  <a:pt x="11579" y="4671"/>
                  <a:pt x="15551" y="2803"/>
                </a:cubicBezTo>
                <a:cubicBezTo>
                  <a:pt x="19522" y="934"/>
                  <a:pt x="23973" y="0"/>
                  <a:pt x="28902" y="0"/>
                </a:cubicBezTo>
                <a:cubicBezTo>
                  <a:pt x="37334" y="0"/>
                  <a:pt x="44096" y="2692"/>
                  <a:pt x="49188" y="8077"/>
                </a:cubicBezTo>
                <a:cubicBezTo>
                  <a:pt x="53384" y="12484"/>
                  <a:pt x="55482" y="17461"/>
                  <a:pt x="55482" y="23009"/>
                </a:cubicBezTo>
                <a:cubicBezTo>
                  <a:pt x="55482" y="30883"/>
                  <a:pt x="51184" y="37165"/>
                  <a:pt x="42589" y="41858"/>
                </a:cubicBezTo>
                <a:cubicBezTo>
                  <a:pt x="47721" y="42957"/>
                  <a:pt x="51826" y="45422"/>
                  <a:pt x="54901" y="49251"/>
                </a:cubicBezTo>
                <a:cubicBezTo>
                  <a:pt x="57977" y="53080"/>
                  <a:pt x="59514" y="57704"/>
                  <a:pt x="59514" y="63121"/>
                </a:cubicBezTo>
                <a:cubicBezTo>
                  <a:pt x="59514" y="70982"/>
                  <a:pt x="56643" y="77682"/>
                  <a:pt x="50899" y="83222"/>
                </a:cubicBezTo>
                <a:cubicBezTo>
                  <a:pt x="45155" y="88762"/>
                  <a:pt x="38006" y="91532"/>
                  <a:pt x="29452" y="91532"/>
                </a:cubicBezTo>
                <a:cubicBezTo>
                  <a:pt x="21345" y="91532"/>
                  <a:pt x="14624" y="89195"/>
                  <a:pt x="9288" y="84519"/>
                </a:cubicBezTo>
                <a:cubicBezTo>
                  <a:pt x="3951" y="79843"/>
                  <a:pt x="855" y="73728"/>
                  <a:pt x="0" y="66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CA513-B2F7-4608-B108-3F04E4A8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94" y="1686830"/>
            <a:ext cx="170644" cy="170644"/>
          </a:xfrm>
          <a:custGeom xmlns:a="http://schemas.openxmlformats.org/drawingml/2006/main">
            <a:pathLst>
              <a:path w="170644" h="170644" fill="none">
                <a:moveTo>
                  <a:pt x="170644" y="85322"/>
                </a:moveTo>
                <a:cubicBezTo>
                  <a:pt x="170644" y="90924"/>
                  <a:pt x="170098" y="96472"/>
                  <a:pt x="169005" y="101967"/>
                </a:cubicBezTo>
                <a:cubicBezTo>
                  <a:pt x="167911" y="107462"/>
                  <a:pt x="166293" y="112797"/>
                  <a:pt x="164149" y="117973"/>
                </a:cubicBezTo>
                <a:cubicBezTo>
                  <a:pt x="162005" y="123148"/>
                  <a:pt x="159377" y="128065"/>
                  <a:pt x="156264" y="132724"/>
                </a:cubicBezTo>
                <a:cubicBezTo>
                  <a:pt x="153152" y="137382"/>
                  <a:pt x="149615" y="141692"/>
                  <a:pt x="145654" y="145653"/>
                </a:cubicBezTo>
                <a:cubicBezTo>
                  <a:pt x="141692" y="149615"/>
                  <a:pt x="137382" y="153152"/>
                  <a:pt x="132725" y="156264"/>
                </a:cubicBezTo>
                <a:cubicBezTo>
                  <a:pt x="128066" y="159377"/>
                  <a:pt x="123149" y="162005"/>
                  <a:pt x="117973" y="164149"/>
                </a:cubicBezTo>
                <a:cubicBezTo>
                  <a:pt x="112797" y="166293"/>
                  <a:pt x="107462" y="167911"/>
                  <a:pt x="101968" y="169005"/>
                </a:cubicBezTo>
                <a:cubicBezTo>
                  <a:pt x="96473" y="170098"/>
                  <a:pt x="90925" y="170644"/>
                  <a:pt x="85322" y="170644"/>
                </a:cubicBezTo>
                <a:cubicBezTo>
                  <a:pt x="79720" y="170644"/>
                  <a:pt x="74171" y="170098"/>
                  <a:pt x="68677" y="169005"/>
                </a:cubicBezTo>
                <a:cubicBezTo>
                  <a:pt x="63182" y="167911"/>
                  <a:pt x="57846" y="166293"/>
                  <a:pt x="52670" y="164149"/>
                </a:cubicBezTo>
                <a:cubicBezTo>
                  <a:pt x="47495" y="162005"/>
                  <a:pt x="42578" y="159377"/>
                  <a:pt x="37920" y="156264"/>
                </a:cubicBezTo>
                <a:cubicBezTo>
                  <a:pt x="33262" y="153152"/>
                  <a:pt x="28952" y="149615"/>
                  <a:pt x="24990" y="145653"/>
                </a:cubicBezTo>
                <a:cubicBezTo>
                  <a:pt x="21029" y="141692"/>
                  <a:pt x="17492" y="137382"/>
                  <a:pt x="14379" y="132724"/>
                </a:cubicBezTo>
                <a:cubicBezTo>
                  <a:pt x="11267" y="128065"/>
                  <a:pt x="8639" y="123148"/>
                  <a:pt x="6495" y="117973"/>
                </a:cubicBezTo>
                <a:cubicBezTo>
                  <a:pt x="4351" y="112797"/>
                  <a:pt x="2733" y="107462"/>
                  <a:pt x="1640" y="101967"/>
                </a:cubicBezTo>
                <a:cubicBezTo>
                  <a:pt x="546" y="96472"/>
                  <a:pt x="0" y="90924"/>
                  <a:pt x="0" y="85322"/>
                </a:cubicBezTo>
                <a:cubicBezTo>
                  <a:pt x="0" y="79719"/>
                  <a:pt x="546" y="74171"/>
                  <a:pt x="1639" y="68676"/>
                </a:cubicBezTo>
                <a:cubicBezTo>
                  <a:pt x="2732" y="63181"/>
                  <a:pt x="4351" y="57846"/>
                  <a:pt x="6495" y="52670"/>
                </a:cubicBezTo>
                <a:cubicBezTo>
                  <a:pt x="8638" y="47494"/>
                  <a:pt x="11267" y="42577"/>
                  <a:pt x="14379" y="37919"/>
                </a:cubicBezTo>
                <a:cubicBezTo>
                  <a:pt x="17491" y="33261"/>
                  <a:pt x="21029" y="28951"/>
                  <a:pt x="24990" y="24990"/>
                </a:cubicBezTo>
                <a:cubicBezTo>
                  <a:pt x="28952" y="21029"/>
                  <a:pt x="33262" y="17492"/>
                  <a:pt x="37920" y="14379"/>
                </a:cubicBezTo>
                <a:cubicBezTo>
                  <a:pt x="42578" y="11267"/>
                  <a:pt x="47495" y="8638"/>
                  <a:pt x="52671" y="6494"/>
                </a:cubicBezTo>
                <a:cubicBezTo>
                  <a:pt x="57847" y="4351"/>
                  <a:pt x="63182" y="2732"/>
                  <a:pt x="68677" y="1639"/>
                </a:cubicBezTo>
                <a:cubicBezTo>
                  <a:pt x="74171" y="547"/>
                  <a:pt x="79720" y="0"/>
                  <a:pt x="85322" y="0"/>
                </a:cubicBezTo>
                <a:cubicBezTo>
                  <a:pt x="90925" y="0"/>
                  <a:pt x="96473" y="547"/>
                  <a:pt x="101968" y="1639"/>
                </a:cubicBezTo>
                <a:cubicBezTo>
                  <a:pt x="107462" y="2732"/>
                  <a:pt x="112797" y="4351"/>
                  <a:pt x="117973" y="6495"/>
                </a:cubicBezTo>
                <a:cubicBezTo>
                  <a:pt x="123149" y="8639"/>
                  <a:pt x="128066" y="11267"/>
                  <a:pt x="132725" y="14380"/>
                </a:cubicBezTo>
                <a:cubicBezTo>
                  <a:pt x="137382" y="17492"/>
                  <a:pt x="141692" y="21029"/>
                  <a:pt x="145654" y="24990"/>
                </a:cubicBezTo>
                <a:cubicBezTo>
                  <a:pt x="149615" y="28951"/>
                  <a:pt x="153152" y="33261"/>
                  <a:pt x="156265" y="37919"/>
                </a:cubicBezTo>
                <a:cubicBezTo>
                  <a:pt x="159377" y="42577"/>
                  <a:pt x="162005" y="47494"/>
                  <a:pt x="164149" y="52670"/>
                </a:cubicBezTo>
                <a:cubicBezTo>
                  <a:pt x="166293" y="57846"/>
                  <a:pt x="167912" y="63181"/>
                  <a:pt x="169005" y="68676"/>
                </a:cubicBezTo>
                <a:cubicBezTo>
                  <a:pt x="170098" y="74171"/>
                  <a:pt x="170644" y="79719"/>
                  <a:pt x="170644" y="853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17" name="Text 3">
            <a:extLst xmlns:a="http://schemas.openxmlformats.org/drawingml/2006/main">
              <a:ext uri="{FF2B5EF4-FFF2-40B4-BE49-F238E27FC236}">
                <a16:creationId xmlns:a16="http://schemas.microsoft.com/office/drawing/2014/main" id="{84F80D11-9CDF-47B6-AD8B-3107A289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994" y="1722025"/>
            <a:ext cx="59514" cy="91532"/>
          </a:xfrm>
          <a:custGeom xmlns:a="http://schemas.openxmlformats.org/drawingml/2006/main">
            <a:pathLst>
              <a:path w="59514" h="91532">
                <a:moveTo>
                  <a:pt x="0" y="66175"/>
                </a:moveTo>
                <a:lnTo>
                  <a:pt x="16620" y="64158"/>
                </a:lnTo>
                <a:cubicBezTo>
                  <a:pt x="17150" y="68395"/>
                  <a:pt x="18575" y="71633"/>
                  <a:pt x="20897" y="73874"/>
                </a:cubicBezTo>
                <a:cubicBezTo>
                  <a:pt x="23219" y="76114"/>
                  <a:pt x="26030" y="77234"/>
                  <a:pt x="29329" y="77234"/>
                </a:cubicBezTo>
                <a:cubicBezTo>
                  <a:pt x="32873" y="77234"/>
                  <a:pt x="35857" y="75890"/>
                  <a:pt x="38281" y="73201"/>
                </a:cubicBezTo>
                <a:cubicBezTo>
                  <a:pt x="40705" y="70513"/>
                  <a:pt x="41917" y="66887"/>
                  <a:pt x="41917" y="62325"/>
                </a:cubicBezTo>
                <a:cubicBezTo>
                  <a:pt x="41917" y="58007"/>
                  <a:pt x="40756" y="54585"/>
                  <a:pt x="38434" y="52060"/>
                </a:cubicBezTo>
                <a:cubicBezTo>
                  <a:pt x="36112" y="49534"/>
                  <a:pt x="33281" y="48271"/>
                  <a:pt x="29941" y="48271"/>
                </a:cubicBezTo>
                <a:cubicBezTo>
                  <a:pt x="27741" y="48271"/>
                  <a:pt x="25113" y="48699"/>
                  <a:pt x="22058" y="49555"/>
                </a:cubicBezTo>
                <a:lnTo>
                  <a:pt x="23952" y="35684"/>
                </a:lnTo>
                <a:cubicBezTo>
                  <a:pt x="28596" y="35806"/>
                  <a:pt x="32140" y="34801"/>
                  <a:pt x="34584" y="32669"/>
                </a:cubicBezTo>
                <a:cubicBezTo>
                  <a:pt x="37028" y="30536"/>
                  <a:pt x="38251" y="27702"/>
                  <a:pt x="38251" y="24168"/>
                </a:cubicBezTo>
                <a:cubicBezTo>
                  <a:pt x="38251" y="21163"/>
                  <a:pt x="37354" y="18766"/>
                  <a:pt x="35562" y="16979"/>
                </a:cubicBezTo>
                <a:cubicBezTo>
                  <a:pt x="33770" y="15192"/>
                  <a:pt x="31387" y="14298"/>
                  <a:pt x="28413" y="14298"/>
                </a:cubicBezTo>
                <a:cubicBezTo>
                  <a:pt x="25480" y="14298"/>
                  <a:pt x="22975" y="15316"/>
                  <a:pt x="20897" y="17353"/>
                </a:cubicBezTo>
                <a:cubicBezTo>
                  <a:pt x="18820" y="19390"/>
                  <a:pt x="17557" y="22364"/>
                  <a:pt x="17109" y="26274"/>
                </a:cubicBezTo>
                <a:lnTo>
                  <a:pt x="1283" y="23586"/>
                </a:lnTo>
                <a:cubicBezTo>
                  <a:pt x="2383" y="18126"/>
                  <a:pt x="4043" y="13764"/>
                  <a:pt x="6263" y="10500"/>
                </a:cubicBezTo>
                <a:cubicBezTo>
                  <a:pt x="8483" y="7236"/>
                  <a:pt x="11579" y="4671"/>
                  <a:pt x="15551" y="2803"/>
                </a:cubicBezTo>
                <a:cubicBezTo>
                  <a:pt x="19522" y="934"/>
                  <a:pt x="23973" y="0"/>
                  <a:pt x="28902" y="0"/>
                </a:cubicBezTo>
                <a:cubicBezTo>
                  <a:pt x="37334" y="0"/>
                  <a:pt x="44096" y="2692"/>
                  <a:pt x="49188" y="8077"/>
                </a:cubicBezTo>
                <a:cubicBezTo>
                  <a:pt x="53384" y="12484"/>
                  <a:pt x="55482" y="17461"/>
                  <a:pt x="55482" y="23009"/>
                </a:cubicBezTo>
                <a:cubicBezTo>
                  <a:pt x="55482" y="30883"/>
                  <a:pt x="51184" y="37165"/>
                  <a:pt x="42589" y="41858"/>
                </a:cubicBezTo>
                <a:cubicBezTo>
                  <a:pt x="47721" y="42957"/>
                  <a:pt x="51826" y="45422"/>
                  <a:pt x="54901" y="49251"/>
                </a:cubicBezTo>
                <a:cubicBezTo>
                  <a:pt x="57977" y="53080"/>
                  <a:pt x="59514" y="57704"/>
                  <a:pt x="59514" y="63121"/>
                </a:cubicBezTo>
                <a:cubicBezTo>
                  <a:pt x="59514" y="70982"/>
                  <a:pt x="56643" y="77682"/>
                  <a:pt x="50899" y="83222"/>
                </a:cubicBezTo>
                <a:cubicBezTo>
                  <a:pt x="45155" y="88762"/>
                  <a:pt x="38006" y="91532"/>
                  <a:pt x="29452" y="91532"/>
                </a:cubicBezTo>
                <a:cubicBezTo>
                  <a:pt x="21345" y="91532"/>
                  <a:pt x="14624" y="89195"/>
                  <a:pt x="9288" y="84519"/>
                </a:cubicBezTo>
                <a:cubicBezTo>
                  <a:pt x="3951" y="79843"/>
                  <a:pt x="855" y="73728"/>
                  <a:pt x="0" y="66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E">
            <a:extLst xmlns:a="http://schemas.openxmlformats.org/drawingml/2006/main">
              <a:ext uri="{FF2B5EF4-FFF2-40B4-BE49-F238E27FC236}">
                <a16:creationId xmlns:a16="http://schemas.microsoft.com/office/drawing/2014/main" id="{230FAF1D-784D-45BE-BB98-AF858B47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786" y="435406"/>
            <a:ext cx="86950" cy="91044"/>
          </a:xfrm>
          <a:custGeom xmlns:a="http://schemas.openxmlformats.org/drawingml/2006/main">
            <a:pathLst>
              <a:path w="86950" h="91044">
                <a:moveTo>
                  <a:pt x="86950" y="0"/>
                </a:moveTo>
                <a:lnTo>
                  <a:pt x="82978" y="17353"/>
                </a:lnTo>
                <a:lnTo>
                  <a:pt x="40511" y="17353"/>
                </a:lnTo>
                <a:lnTo>
                  <a:pt x="36723" y="33484"/>
                </a:lnTo>
                <a:lnTo>
                  <a:pt x="76134" y="33484"/>
                </a:lnTo>
                <a:lnTo>
                  <a:pt x="72102" y="50838"/>
                </a:lnTo>
                <a:lnTo>
                  <a:pt x="32690" y="50838"/>
                </a:lnTo>
                <a:lnTo>
                  <a:pt x="27374" y="73690"/>
                </a:lnTo>
                <a:lnTo>
                  <a:pt x="69841" y="73690"/>
                </a:lnTo>
                <a:lnTo>
                  <a:pt x="65930" y="91044"/>
                </a:lnTo>
                <a:lnTo>
                  <a:pt x="0" y="91044"/>
                </a:lnTo>
                <a:lnTo>
                  <a:pt x="21019" y="0"/>
                </a:lnTo>
                <a:lnTo>
                  <a:pt x="86950" y="0"/>
                </a:ln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xtract">
            <a:extLst xmlns:a="http://schemas.openxmlformats.org/drawingml/2006/main">
              <a:ext uri="{FF2B5EF4-FFF2-40B4-BE49-F238E27FC236}">
                <a16:creationId xmlns:a16="http://schemas.microsoft.com/office/drawing/2014/main" id="{9902664A-5E5B-494D-8336-75FC3F00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96" y="438094"/>
            <a:ext cx="428707" cy="90310"/>
          </a:xfrm>
          <a:custGeom xmlns:a="http://schemas.openxmlformats.org/drawingml/2006/main">
            <a:pathLst>
              <a:path w="428707" h="90310">
                <a:moveTo>
                  <a:pt x="35623" y="53435"/>
                </a:moveTo>
                <a:lnTo>
                  <a:pt x="16315" y="19675"/>
                </a:lnTo>
                <a:lnTo>
                  <a:pt x="40023" y="19675"/>
                </a:lnTo>
                <a:lnTo>
                  <a:pt x="50960" y="40592"/>
                </a:lnTo>
                <a:lnTo>
                  <a:pt x="70696" y="19675"/>
                </a:lnTo>
                <a:lnTo>
                  <a:pt x="96115" y="19675"/>
                </a:lnTo>
                <a:lnTo>
                  <a:pt x="60981" y="54107"/>
                </a:lnTo>
                <a:lnTo>
                  <a:pt x="80534" y="88355"/>
                </a:lnTo>
                <a:lnTo>
                  <a:pt x="56826" y="88355"/>
                </a:lnTo>
                <a:lnTo>
                  <a:pt x="45766" y="67194"/>
                </a:lnTo>
                <a:lnTo>
                  <a:pt x="25358" y="88355"/>
                </a:lnTo>
                <a:lnTo>
                  <a:pt x="0" y="88355"/>
                </a:lnTo>
                <a:lnTo>
                  <a:pt x="35623" y="53435"/>
                </a:lnTo>
                <a:close/>
                <a:moveTo>
                  <a:pt x="118852" y="89699"/>
                </a:moveTo>
                <a:cubicBezTo>
                  <a:pt x="111235" y="89699"/>
                  <a:pt x="105796" y="88447"/>
                  <a:pt x="102538" y="85941"/>
                </a:cubicBezTo>
                <a:cubicBezTo>
                  <a:pt x="99279" y="83436"/>
                  <a:pt x="97649" y="79719"/>
                  <a:pt x="97649" y="74790"/>
                </a:cubicBezTo>
                <a:cubicBezTo>
                  <a:pt x="97649" y="73487"/>
                  <a:pt x="97751" y="72224"/>
                  <a:pt x="97955" y="71002"/>
                </a:cubicBezTo>
                <a:cubicBezTo>
                  <a:pt x="98159" y="69780"/>
                  <a:pt x="98423" y="68354"/>
                  <a:pt x="98749" y="66725"/>
                </a:cubicBezTo>
                <a:lnTo>
                  <a:pt x="106204" y="34218"/>
                </a:lnTo>
                <a:lnTo>
                  <a:pt x="97161" y="34218"/>
                </a:lnTo>
                <a:lnTo>
                  <a:pt x="100521" y="19675"/>
                </a:lnTo>
                <a:lnTo>
                  <a:pt x="109565" y="19675"/>
                </a:lnTo>
                <a:lnTo>
                  <a:pt x="114086" y="0"/>
                </a:lnTo>
                <a:lnTo>
                  <a:pt x="136144" y="0"/>
                </a:lnTo>
                <a:lnTo>
                  <a:pt x="131623" y="19675"/>
                </a:lnTo>
                <a:lnTo>
                  <a:pt x="152276" y="19675"/>
                </a:lnTo>
                <a:lnTo>
                  <a:pt x="148915" y="34218"/>
                </a:lnTo>
                <a:lnTo>
                  <a:pt x="128262" y="34218"/>
                </a:lnTo>
                <a:lnTo>
                  <a:pt x="122579" y="59001"/>
                </a:lnTo>
                <a:cubicBezTo>
                  <a:pt x="122172" y="60714"/>
                  <a:pt x="121785" y="62438"/>
                  <a:pt x="121419" y="64172"/>
                </a:cubicBezTo>
                <a:cubicBezTo>
                  <a:pt x="121052" y="65905"/>
                  <a:pt x="120869" y="67385"/>
                  <a:pt x="120869" y="68609"/>
                </a:cubicBezTo>
                <a:cubicBezTo>
                  <a:pt x="120869" y="71057"/>
                  <a:pt x="121551" y="72760"/>
                  <a:pt x="122916" y="73719"/>
                </a:cubicBezTo>
                <a:cubicBezTo>
                  <a:pt x="124280" y="74677"/>
                  <a:pt x="126388" y="75157"/>
                  <a:pt x="129240" y="75157"/>
                </a:cubicBezTo>
                <a:cubicBezTo>
                  <a:pt x="130380" y="75157"/>
                  <a:pt x="131877" y="74943"/>
                  <a:pt x="133731" y="74515"/>
                </a:cubicBezTo>
                <a:cubicBezTo>
                  <a:pt x="135584" y="74087"/>
                  <a:pt x="137061" y="73609"/>
                  <a:pt x="138161" y="73079"/>
                </a:cubicBezTo>
                <a:lnTo>
                  <a:pt x="139994" y="73079"/>
                </a:lnTo>
                <a:lnTo>
                  <a:pt x="136572" y="87752"/>
                </a:lnTo>
                <a:cubicBezTo>
                  <a:pt x="134087" y="88360"/>
                  <a:pt x="131470" y="88837"/>
                  <a:pt x="128720" y="89182"/>
                </a:cubicBezTo>
                <a:cubicBezTo>
                  <a:pt x="125971" y="89527"/>
                  <a:pt x="122681" y="89699"/>
                  <a:pt x="118852" y="89699"/>
                </a:cubicBezTo>
                <a:close/>
                <a:moveTo>
                  <a:pt x="210439" y="40572"/>
                </a:moveTo>
                <a:lnTo>
                  <a:pt x="208483" y="40572"/>
                </a:lnTo>
                <a:cubicBezTo>
                  <a:pt x="207506" y="40247"/>
                  <a:pt x="206121" y="40002"/>
                  <a:pt x="204328" y="39839"/>
                </a:cubicBezTo>
                <a:cubicBezTo>
                  <a:pt x="202536" y="39676"/>
                  <a:pt x="200764" y="39595"/>
                  <a:pt x="199012" y="39595"/>
                </a:cubicBezTo>
                <a:cubicBezTo>
                  <a:pt x="196120" y="39595"/>
                  <a:pt x="193330" y="39809"/>
                  <a:pt x="190641" y="40238"/>
                </a:cubicBezTo>
                <a:cubicBezTo>
                  <a:pt x="187953" y="40667"/>
                  <a:pt x="185183" y="41351"/>
                  <a:pt x="182331" y="42291"/>
                </a:cubicBezTo>
                <a:lnTo>
                  <a:pt x="171699" y="88355"/>
                </a:lnTo>
                <a:lnTo>
                  <a:pt x="149580" y="88355"/>
                </a:lnTo>
                <a:lnTo>
                  <a:pt x="165467" y="19675"/>
                </a:lnTo>
                <a:lnTo>
                  <a:pt x="187586" y="19675"/>
                </a:lnTo>
                <a:lnTo>
                  <a:pt x="185264" y="29757"/>
                </a:lnTo>
                <a:cubicBezTo>
                  <a:pt x="189419" y="26702"/>
                  <a:pt x="193564" y="24217"/>
                  <a:pt x="197699" y="22303"/>
                </a:cubicBezTo>
                <a:cubicBezTo>
                  <a:pt x="201833" y="20388"/>
                  <a:pt x="205999" y="19431"/>
                  <a:pt x="210194" y="19431"/>
                </a:cubicBezTo>
                <a:cubicBezTo>
                  <a:pt x="210968" y="19431"/>
                  <a:pt x="211834" y="19451"/>
                  <a:pt x="212791" y="19492"/>
                </a:cubicBezTo>
                <a:cubicBezTo>
                  <a:pt x="213748" y="19533"/>
                  <a:pt x="214594" y="19594"/>
                  <a:pt x="215327" y="19675"/>
                </a:cubicBezTo>
                <a:lnTo>
                  <a:pt x="210439" y="40572"/>
                </a:lnTo>
                <a:close/>
                <a:moveTo>
                  <a:pt x="260840" y="56093"/>
                </a:moveTo>
                <a:cubicBezTo>
                  <a:pt x="256930" y="56416"/>
                  <a:pt x="253263" y="56800"/>
                  <a:pt x="249842" y="57246"/>
                </a:cubicBezTo>
                <a:cubicBezTo>
                  <a:pt x="246420" y="57691"/>
                  <a:pt x="243507" y="58339"/>
                  <a:pt x="241104" y="59190"/>
                </a:cubicBezTo>
                <a:cubicBezTo>
                  <a:pt x="238619" y="60081"/>
                  <a:pt x="236725" y="61336"/>
                  <a:pt x="235421" y="62955"/>
                </a:cubicBezTo>
                <a:cubicBezTo>
                  <a:pt x="234118" y="64574"/>
                  <a:pt x="233466" y="66720"/>
                  <a:pt x="233466" y="69392"/>
                </a:cubicBezTo>
                <a:cubicBezTo>
                  <a:pt x="233466" y="71739"/>
                  <a:pt x="234332" y="73389"/>
                  <a:pt x="236063" y="74341"/>
                </a:cubicBezTo>
                <a:cubicBezTo>
                  <a:pt x="237794" y="75292"/>
                  <a:pt x="240310" y="75768"/>
                  <a:pt x="243609" y="75768"/>
                </a:cubicBezTo>
                <a:cubicBezTo>
                  <a:pt x="245768" y="75768"/>
                  <a:pt x="248080" y="75272"/>
                  <a:pt x="250544" y="74280"/>
                </a:cubicBezTo>
                <a:cubicBezTo>
                  <a:pt x="253009" y="73289"/>
                  <a:pt x="255320" y="72029"/>
                  <a:pt x="257479" y="70501"/>
                </a:cubicBezTo>
                <a:lnTo>
                  <a:pt x="260840" y="56093"/>
                </a:lnTo>
                <a:moveTo>
                  <a:pt x="255035" y="81093"/>
                </a:moveTo>
                <a:cubicBezTo>
                  <a:pt x="253650" y="81983"/>
                  <a:pt x="251980" y="83059"/>
                  <a:pt x="250025" y="84322"/>
                </a:cubicBezTo>
                <a:cubicBezTo>
                  <a:pt x="248070" y="85585"/>
                  <a:pt x="246257" y="86583"/>
                  <a:pt x="244587" y="87316"/>
                </a:cubicBezTo>
                <a:cubicBezTo>
                  <a:pt x="242306" y="88270"/>
                  <a:pt x="240167" y="89007"/>
                  <a:pt x="238171" y="89527"/>
                </a:cubicBezTo>
                <a:cubicBezTo>
                  <a:pt x="236175" y="90049"/>
                  <a:pt x="233405" y="90310"/>
                  <a:pt x="229861" y="90310"/>
                </a:cubicBezTo>
                <a:cubicBezTo>
                  <a:pt x="224158" y="90310"/>
                  <a:pt x="219504" y="88710"/>
                  <a:pt x="215899" y="85508"/>
                </a:cubicBezTo>
                <a:cubicBezTo>
                  <a:pt x="212294" y="82305"/>
                  <a:pt x="210491" y="78134"/>
                  <a:pt x="210491" y="72995"/>
                </a:cubicBezTo>
                <a:cubicBezTo>
                  <a:pt x="210491" y="67571"/>
                  <a:pt x="211774" y="62972"/>
                  <a:pt x="214341" y="59199"/>
                </a:cubicBezTo>
                <a:cubicBezTo>
                  <a:pt x="216907" y="55426"/>
                  <a:pt x="220716" y="52418"/>
                  <a:pt x="225767" y="50175"/>
                </a:cubicBezTo>
                <a:cubicBezTo>
                  <a:pt x="230492" y="48053"/>
                  <a:pt x="236124" y="46523"/>
                  <a:pt x="242662" y="45585"/>
                </a:cubicBezTo>
                <a:cubicBezTo>
                  <a:pt x="249200" y="44647"/>
                  <a:pt x="256278" y="43953"/>
                  <a:pt x="263895" y="43505"/>
                </a:cubicBezTo>
                <a:cubicBezTo>
                  <a:pt x="263936" y="43258"/>
                  <a:pt x="264017" y="42856"/>
                  <a:pt x="264140" y="42299"/>
                </a:cubicBezTo>
                <a:cubicBezTo>
                  <a:pt x="264262" y="41740"/>
                  <a:pt x="264323" y="41112"/>
                  <a:pt x="264323" y="40416"/>
                </a:cubicBezTo>
                <a:cubicBezTo>
                  <a:pt x="264323" y="37491"/>
                  <a:pt x="262979" y="35441"/>
                  <a:pt x="260290" y="34267"/>
                </a:cubicBezTo>
                <a:cubicBezTo>
                  <a:pt x="257602" y="33094"/>
                  <a:pt x="253589" y="32507"/>
                  <a:pt x="248253" y="32507"/>
                </a:cubicBezTo>
                <a:cubicBezTo>
                  <a:pt x="244627" y="32507"/>
                  <a:pt x="240625" y="33118"/>
                  <a:pt x="236246" y="34340"/>
                </a:cubicBezTo>
                <a:cubicBezTo>
                  <a:pt x="231867" y="35562"/>
                  <a:pt x="228578" y="36580"/>
                  <a:pt x="226378" y="37395"/>
                </a:cubicBezTo>
                <a:lnTo>
                  <a:pt x="224362" y="37395"/>
                </a:lnTo>
                <a:lnTo>
                  <a:pt x="227600" y="21142"/>
                </a:lnTo>
                <a:cubicBezTo>
                  <a:pt x="230166" y="20490"/>
                  <a:pt x="234138" y="19757"/>
                  <a:pt x="239515" y="18942"/>
                </a:cubicBezTo>
                <a:cubicBezTo>
                  <a:pt x="244892" y="18127"/>
                  <a:pt x="250249" y="17720"/>
                  <a:pt x="255585" y="17720"/>
                </a:cubicBezTo>
                <a:cubicBezTo>
                  <a:pt x="266339" y="17720"/>
                  <a:pt x="274232" y="19127"/>
                  <a:pt x="279263" y="21940"/>
                </a:cubicBezTo>
                <a:cubicBezTo>
                  <a:pt x="284294" y="24753"/>
                  <a:pt x="286809" y="29116"/>
                  <a:pt x="286809" y="35027"/>
                </a:cubicBezTo>
                <a:cubicBezTo>
                  <a:pt x="286809" y="35842"/>
                  <a:pt x="286738" y="36902"/>
                  <a:pt x="286595" y="38207"/>
                </a:cubicBezTo>
                <a:cubicBezTo>
                  <a:pt x="286453" y="39511"/>
                  <a:pt x="286259" y="40653"/>
                  <a:pt x="286015" y="41632"/>
                </a:cubicBezTo>
                <a:lnTo>
                  <a:pt x="275260" y="88355"/>
                </a:lnTo>
                <a:lnTo>
                  <a:pt x="253386" y="88355"/>
                </a:lnTo>
                <a:lnTo>
                  <a:pt x="255035" y="81093"/>
                </a:lnTo>
                <a:close/>
                <a:moveTo>
                  <a:pt x="330807" y="90310"/>
                </a:moveTo>
                <a:cubicBezTo>
                  <a:pt x="326122" y="90310"/>
                  <a:pt x="321733" y="89729"/>
                  <a:pt x="317639" y="88565"/>
                </a:cubicBezTo>
                <a:cubicBezTo>
                  <a:pt x="313545" y="87403"/>
                  <a:pt x="309971" y="85598"/>
                  <a:pt x="306916" y="83150"/>
                </a:cubicBezTo>
                <a:cubicBezTo>
                  <a:pt x="303942" y="80741"/>
                  <a:pt x="301620" y="77722"/>
                  <a:pt x="299950" y="74091"/>
                </a:cubicBezTo>
                <a:cubicBezTo>
                  <a:pt x="298280" y="70459"/>
                  <a:pt x="297445" y="66257"/>
                  <a:pt x="297445" y="61483"/>
                </a:cubicBezTo>
                <a:cubicBezTo>
                  <a:pt x="297445" y="55321"/>
                  <a:pt x="298616" y="49597"/>
                  <a:pt x="300958" y="44313"/>
                </a:cubicBezTo>
                <a:cubicBezTo>
                  <a:pt x="303300" y="39029"/>
                  <a:pt x="306590" y="34408"/>
                  <a:pt x="310826" y="30450"/>
                </a:cubicBezTo>
                <a:cubicBezTo>
                  <a:pt x="314981" y="26574"/>
                  <a:pt x="320053" y="23504"/>
                  <a:pt x="326041" y="21239"/>
                </a:cubicBezTo>
                <a:cubicBezTo>
                  <a:pt x="332029" y="18974"/>
                  <a:pt x="338506" y="17842"/>
                  <a:pt x="345472" y="17842"/>
                </a:cubicBezTo>
                <a:cubicBezTo>
                  <a:pt x="349668" y="17842"/>
                  <a:pt x="353833" y="18309"/>
                  <a:pt x="357967" y="19244"/>
                </a:cubicBezTo>
                <a:cubicBezTo>
                  <a:pt x="362102" y="20178"/>
                  <a:pt x="365941" y="21539"/>
                  <a:pt x="369485" y="23328"/>
                </a:cubicBezTo>
                <a:lnTo>
                  <a:pt x="364841" y="42039"/>
                </a:lnTo>
                <a:lnTo>
                  <a:pt x="361725" y="42039"/>
                </a:lnTo>
                <a:cubicBezTo>
                  <a:pt x="359322" y="39187"/>
                  <a:pt x="356603" y="37069"/>
                  <a:pt x="353568" y="35684"/>
                </a:cubicBezTo>
                <a:cubicBezTo>
                  <a:pt x="350533" y="34299"/>
                  <a:pt x="347122" y="33607"/>
                  <a:pt x="343333" y="33607"/>
                </a:cubicBezTo>
                <a:cubicBezTo>
                  <a:pt x="336408" y="33607"/>
                  <a:pt x="330848" y="36061"/>
                  <a:pt x="326652" y="40970"/>
                </a:cubicBezTo>
                <a:cubicBezTo>
                  <a:pt x="322456" y="45878"/>
                  <a:pt x="320358" y="51999"/>
                  <a:pt x="320358" y="59331"/>
                </a:cubicBezTo>
                <a:cubicBezTo>
                  <a:pt x="320358" y="64423"/>
                  <a:pt x="321652" y="68232"/>
                  <a:pt x="324238" y="70757"/>
                </a:cubicBezTo>
                <a:cubicBezTo>
                  <a:pt x="326825" y="73283"/>
                  <a:pt x="330848" y="74546"/>
                  <a:pt x="336306" y="74546"/>
                </a:cubicBezTo>
                <a:cubicBezTo>
                  <a:pt x="340543" y="74546"/>
                  <a:pt x="344402" y="73686"/>
                  <a:pt x="347885" y="71968"/>
                </a:cubicBezTo>
                <a:cubicBezTo>
                  <a:pt x="351368" y="70249"/>
                  <a:pt x="354352" y="68339"/>
                  <a:pt x="356837" y="66236"/>
                </a:cubicBezTo>
                <a:lnTo>
                  <a:pt x="359953" y="66236"/>
                </a:lnTo>
                <a:lnTo>
                  <a:pt x="355309" y="84994"/>
                </a:lnTo>
                <a:cubicBezTo>
                  <a:pt x="350910" y="86909"/>
                  <a:pt x="347050" y="88274"/>
                  <a:pt x="343730" y="89088"/>
                </a:cubicBezTo>
                <a:cubicBezTo>
                  <a:pt x="340410" y="89903"/>
                  <a:pt x="336103" y="90310"/>
                  <a:pt x="330807" y="90310"/>
                </a:cubicBezTo>
                <a:close/>
                <a:moveTo>
                  <a:pt x="395284" y="89699"/>
                </a:moveTo>
                <a:cubicBezTo>
                  <a:pt x="387667" y="89699"/>
                  <a:pt x="382228" y="88447"/>
                  <a:pt x="378970" y="85941"/>
                </a:cubicBezTo>
                <a:cubicBezTo>
                  <a:pt x="375711" y="83436"/>
                  <a:pt x="374081" y="79719"/>
                  <a:pt x="374081" y="74790"/>
                </a:cubicBezTo>
                <a:cubicBezTo>
                  <a:pt x="374081" y="73487"/>
                  <a:pt x="374183" y="72224"/>
                  <a:pt x="374387" y="71002"/>
                </a:cubicBezTo>
                <a:cubicBezTo>
                  <a:pt x="374591" y="69780"/>
                  <a:pt x="374855" y="68354"/>
                  <a:pt x="375181" y="66725"/>
                </a:cubicBezTo>
                <a:lnTo>
                  <a:pt x="382636" y="34218"/>
                </a:lnTo>
                <a:lnTo>
                  <a:pt x="373592" y="34218"/>
                </a:lnTo>
                <a:lnTo>
                  <a:pt x="376953" y="19675"/>
                </a:lnTo>
                <a:lnTo>
                  <a:pt x="385996" y="19675"/>
                </a:lnTo>
                <a:lnTo>
                  <a:pt x="390518" y="0"/>
                </a:lnTo>
                <a:lnTo>
                  <a:pt x="412576" y="0"/>
                </a:lnTo>
                <a:lnTo>
                  <a:pt x="408055" y="19675"/>
                </a:lnTo>
                <a:lnTo>
                  <a:pt x="428707" y="19675"/>
                </a:lnTo>
                <a:lnTo>
                  <a:pt x="425347" y="34218"/>
                </a:lnTo>
                <a:lnTo>
                  <a:pt x="404694" y="34218"/>
                </a:lnTo>
                <a:lnTo>
                  <a:pt x="399011" y="59001"/>
                </a:lnTo>
                <a:cubicBezTo>
                  <a:pt x="398604" y="60714"/>
                  <a:pt x="398217" y="62438"/>
                  <a:pt x="397850" y="64172"/>
                </a:cubicBezTo>
                <a:cubicBezTo>
                  <a:pt x="397484" y="65905"/>
                  <a:pt x="397300" y="67385"/>
                  <a:pt x="397300" y="68609"/>
                </a:cubicBezTo>
                <a:cubicBezTo>
                  <a:pt x="397300" y="71057"/>
                  <a:pt x="397983" y="72760"/>
                  <a:pt x="399347" y="73719"/>
                </a:cubicBezTo>
                <a:cubicBezTo>
                  <a:pt x="400712" y="74677"/>
                  <a:pt x="402820" y="75157"/>
                  <a:pt x="405672" y="75157"/>
                </a:cubicBezTo>
                <a:cubicBezTo>
                  <a:pt x="406812" y="75157"/>
                  <a:pt x="408309" y="74943"/>
                  <a:pt x="410163" y="74515"/>
                </a:cubicBezTo>
                <a:cubicBezTo>
                  <a:pt x="412016" y="74087"/>
                  <a:pt x="413493" y="73609"/>
                  <a:pt x="414593" y="73079"/>
                </a:cubicBezTo>
                <a:lnTo>
                  <a:pt x="416426" y="73079"/>
                </a:lnTo>
                <a:lnTo>
                  <a:pt x="413004" y="87752"/>
                </a:lnTo>
                <a:cubicBezTo>
                  <a:pt x="410519" y="88360"/>
                  <a:pt x="407902" y="88837"/>
                  <a:pt x="405152" y="89182"/>
                </a:cubicBezTo>
                <a:cubicBezTo>
                  <a:pt x="402403" y="89527"/>
                  <a:pt x="399113" y="89699"/>
                  <a:pt x="395284" y="89699"/>
                </a:cubicBezTo>
                <a:close/>
              </a:path>
            </a:pathLst>
          </a:custGeom>
          <a:solidFill xmlns:a="http://schemas.openxmlformats.org/drawingml/2006/main">
            <a:srgbClr val="6600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7E59F-6E9C-422A-B7ED-FFBCD4C3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475" y="1721979"/>
            <a:ext cx="1285118" cy="1238135"/>
          </a:xfrm>
          <a:custGeom xmlns:a="http://schemas.openxmlformats.org/drawingml/2006/main">
            <a:pathLst>
              <a:path w="1285118" h="1238135">
                <a:moveTo>
                  <a:pt x="1285118" y="9563"/>
                </a:moveTo>
                <a:cubicBezTo>
                  <a:pt x="1275410" y="15817"/>
                  <a:pt x="1265745" y="22099"/>
                  <a:pt x="1256124" y="28410"/>
                </a:cubicBezTo>
                <a:lnTo>
                  <a:pt x="1249884" y="18897"/>
                </a:lnTo>
                <a:cubicBezTo>
                  <a:pt x="1259541" y="12564"/>
                  <a:pt x="1269231" y="6265"/>
                  <a:pt x="1278956" y="0"/>
                </a:cubicBezTo>
                <a:lnTo>
                  <a:pt x="1285118" y="9563"/>
                </a:lnTo>
                <a:close/>
                <a:moveTo>
                  <a:pt x="1227400" y="47419"/>
                </a:moveTo>
                <a:cubicBezTo>
                  <a:pt x="1217893" y="53765"/>
                  <a:pt x="1208409" y="60155"/>
                  <a:pt x="1198946" y="66589"/>
                </a:cubicBezTo>
                <a:lnTo>
                  <a:pt x="1192549" y="57180"/>
                </a:lnTo>
                <a:cubicBezTo>
                  <a:pt x="1202009" y="50750"/>
                  <a:pt x="1211520" y="44342"/>
                  <a:pt x="1221083" y="37958"/>
                </a:cubicBezTo>
                <a:lnTo>
                  <a:pt x="1227400" y="47419"/>
                </a:lnTo>
                <a:close/>
                <a:moveTo>
                  <a:pt x="1170761" y="85920"/>
                </a:moveTo>
                <a:cubicBezTo>
                  <a:pt x="1161427" y="92380"/>
                  <a:pt x="1152123" y="98878"/>
                  <a:pt x="1142847" y="105412"/>
                </a:cubicBezTo>
                <a:lnTo>
                  <a:pt x="1136296" y="96113"/>
                </a:lnTo>
                <a:cubicBezTo>
                  <a:pt x="1145627" y="89540"/>
                  <a:pt x="1154957" y="83024"/>
                  <a:pt x="1164287" y="76566"/>
                </a:cubicBezTo>
                <a:lnTo>
                  <a:pt x="1170761" y="85920"/>
                </a:lnTo>
                <a:close/>
                <a:moveTo>
                  <a:pt x="1115204" y="125066"/>
                </a:moveTo>
                <a:cubicBezTo>
                  <a:pt x="1105993" y="131675"/>
                  <a:pt x="1096869" y="138281"/>
                  <a:pt x="1087831" y="144882"/>
                </a:cubicBezTo>
                <a:lnTo>
                  <a:pt x="1081121" y="135696"/>
                </a:lnTo>
                <a:cubicBezTo>
                  <a:pt x="1090165" y="129090"/>
                  <a:pt x="1099315" y="122466"/>
                  <a:pt x="1108573" y="115823"/>
                </a:cubicBezTo>
                <a:lnTo>
                  <a:pt x="1115204" y="125066"/>
                </a:lnTo>
                <a:close/>
                <a:moveTo>
                  <a:pt x="1060736" y="164853"/>
                </a:moveTo>
                <a:lnTo>
                  <a:pt x="1048246" y="174181"/>
                </a:lnTo>
                <a:cubicBezTo>
                  <a:pt x="1043948" y="177404"/>
                  <a:pt x="1039609" y="180821"/>
                  <a:pt x="1035229" y="184434"/>
                </a:cubicBezTo>
                <a:lnTo>
                  <a:pt x="1027991" y="175657"/>
                </a:lnTo>
                <a:cubicBezTo>
                  <a:pt x="1032504" y="171935"/>
                  <a:pt x="1036987" y="168405"/>
                  <a:pt x="1041438" y="165066"/>
                </a:cubicBezTo>
                <a:lnTo>
                  <a:pt x="1053928" y="155738"/>
                </a:lnTo>
                <a:lnTo>
                  <a:pt x="1060736" y="164853"/>
                </a:lnTo>
                <a:close/>
                <a:moveTo>
                  <a:pt x="1010374" y="206616"/>
                </a:moveTo>
                <a:cubicBezTo>
                  <a:pt x="1002284" y="214370"/>
                  <a:pt x="994097" y="222724"/>
                  <a:pt x="985812" y="231675"/>
                </a:cubicBezTo>
                <a:lnTo>
                  <a:pt x="977464" y="223948"/>
                </a:lnTo>
                <a:cubicBezTo>
                  <a:pt x="985898" y="214834"/>
                  <a:pt x="994244" y="206319"/>
                  <a:pt x="1002503" y="198403"/>
                </a:cubicBezTo>
                <a:lnTo>
                  <a:pt x="1010374" y="206616"/>
                </a:lnTo>
                <a:close/>
                <a:moveTo>
                  <a:pt x="964440" y="255840"/>
                </a:moveTo>
                <a:cubicBezTo>
                  <a:pt x="957235" y="264338"/>
                  <a:pt x="949956" y="273276"/>
                  <a:pt x="942601" y="282654"/>
                </a:cubicBezTo>
                <a:lnTo>
                  <a:pt x="933649" y="275632"/>
                </a:lnTo>
                <a:cubicBezTo>
                  <a:pt x="941088" y="266148"/>
                  <a:pt x="948460" y="257099"/>
                  <a:pt x="955762" y="248484"/>
                </a:cubicBezTo>
                <a:lnTo>
                  <a:pt x="964440" y="255840"/>
                </a:lnTo>
                <a:close/>
                <a:moveTo>
                  <a:pt x="921660" y="310262"/>
                </a:moveTo>
                <a:cubicBezTo>
                  <a:pt x="915388" y="318798"/>
                  <a:pt x="909071" y="327631"/>
                  <a:pt x="902709" y="336761"/>
                </a:cubicBezTo>
                <a:lnTo>
                  <a:pt x="893375" y="330256"/>
                </a:lnTo>
                <a:cubicBezTo>
                  <a:pt x="899794" y="321046"/>
                  <a:pt x="906166" y="312135"/>
                  <a:pt x="912492" y="303526"/>
                </a:cubicBezTo>
                <a:lnTo>
                  <a:pt x="921660" y="310262"/>
                </a:lnTo>
                <a:close/>
                <a:moveTo>
                  <a:pt x="883440" y="365105"/>
                </a:moveTo>
                <a:cubicBezTo>
                  <a:pt x="876950" y="374883"/>
                  <a:pt x="870423" y="384945"/>
                  <a:pt x="863858" y="395292"/>
                </a:cubicBezTo>
                <a:lnTo>
                  <a:pt x="854253" y="389197"/>
                </a:lnTo>
                <a:cubicBezTo>
                  <a:pt x="860856" y="378790"/>
                  <a:pt x="867425" y="368663"/>
                  <a:pt x="873962" y="358813"/>
                </a:cubicBezTo>
                <a:lnTo>
                  <a:pt x="883440" y="365105"/>
                </a:lnTo>
                <a:close/>
                <a:moveTo>
                  <a:pt x="846763" y="422733"/>
                </a:moveTo>
                <a:cubicBezTo>
                  <a:pt x="841034" y="432095"/>
                  <a:pt x="835301" y="441624"/>
                  <a:pt x="829565" y="451321"/>
                </a:cubicBezTo>
                <a:lnTo>
                  <a:pt x="819775" y="445528"/>
                </a:lnTo>
                <a:cubicBezTo>
                  <a:pt x="825537" y="435788"/>
                  <a:pt x="831299" y="426211"/>
                  <a:pt x="837061" y="416795"/>
                </a:cubicBezTo>
                <a:lnTo>
                  <a:pt x="846763" y="422733"/>
                </a:lnTo>
                <a:close/>
                <a:moveTo>
                  <a:pt x="812140" y="481251"/>
                </a:moveTo>
                <a:cubicBezTo>
                  <a:pt x="806286" y="491468"/>
                  <a:pt x="800401" y="501892"/>
                  <a:pt x="794488" y="512524"/>
                </a:cubicBezTo>
                <a:lnTo>
                  <a:pt x="784546" y="506995"/>
                </a:lnTo>
                <a:cubicBezTo>
                  <a:pt x="790513" y="496268"/>
                  <a:pt x="796420" y="485802"/>
                  <a:pt x="802269" y="475594"/>
                </a:cubicBezTo>
                <a:lnTo>
                  <a:pt x="812140" y="481251"/>
                </a:lnTo>
                <a:close/>
                <a:moveTo>
                  <a:pt x="777757" y="540797"/>
                </a:moveTo>
                <a:cubicBezTo>
                  <a:pt x="771736" y="550361"/>
                  <a:pt x="765244" y="560117"/>
                  <a:pt x="758280" y="570062"/>
                </a:cubicBezTo>
                <a:lnTo>
                  <a:pt x="748961" y="563536"/>
                </a:lnTo>
                <a:cubicBezTo>
                  <a:pt x="755823" y="553737"/>
                  <a:pt x="762212" y="544137"/>
                  <a:pt x="768129" y="534736"/>
                </a:cubicBezTo>
                <a:lnTo>
                  <a:pt x="777757" y="540797"/>
                </a:lnTo>
                <a:close/>
                <a:moveTo>
                  <a:pt x="738208" y="597549"/>
                </a:moveTo>
                <a:cubicBezTo>
                  <a:pt x="731595" y="606256"/>
                  <a:pt x="724637" y="615114"/>
                  <a:pt x="717331" y="624122"/>
                </a:cubicBezTo>
                <a:lnTo>
                  <a:pt x="708495" y="616957"/>
                </a:lnTo>
                <a:cubicBezTo>
                  <a:pt x="715734" y="608030"/>
                  <a:pt x="722618" y="599268"/>
                  <a:pt x="729148" y="590669"/>
                </a:cubicBezTo>
                <a:lnTo>
                  <a:pt x="738208" y="597549"/>
                </a:lnTo>
                <a:close/>
                <a:moveTo>
                  <a:pt x="694423" y="651535"/>
                </a:moveTo>
                <a:cubicBezTo>
                  <a:pt x="687357" y="659756"/>
                  <a:pt x="680055" y="668053"/>
                  <a:pt x="672520" y="676426"/>
                </a:cubicBezTo>
                <a:lnTo>
                  <a:pt x="664064" y="668816"/>
                </a:lnTo>
                <a:cubicBezTo>
                  <a:pt x="671545" y="660503"/>
                  <a:pt x="678789" y="652272"/>
                  <a:pt x="685796" y="644119"/>
                </a:cubicBezTo>
                <a:lnTo>
                  <a:pt x="694423" y="651535"/>
                </a:lnTo>
                <a:close/>
                <a:moveTo>
                  <a:pt x="649614" y="701355"/>
                </a:moveTo>
                <a:cubicBezTo>
                  <a:pt x="641764" y="709730"/>
                  <a:pt x="633627" y="718249"/>
                  <a:pt x="625200" y="726911"/>
                </a:cubicBezTo>
                <a:lnTo>
                  <a:pt x="617046" y="718979"/>
                </a:lnTo>
                <a:cubicBezTo>
                  <a:pt x="625425" y="710366"/>
                  <a:pt x="633513" y="701897"/>
                  <a:pt x="641314" y="693575"/>
                </a:cubicBezTo>
                <a:lnTo>
                  <a:pt x="649614" y="701355"/>
                </a:lnTo>
                <a:close/>
                <a:moveTo>
                  <a:pt x="601375" y="751011"/>
                </a:moveTo>
                <a:cubicBezTo>
                  <a:pt x="593619" y="758736"/>
                  <a:pt x="585679" y="766531"/>
                  <a:pt x="577557" y="774398"/>
                </a:cubicBezTo>
                <a:lnTo>
                  <a:pt x="569643" y="766225"/>
                </a:lnTo>
                <a:cubicBezTo>
                  <a:pt x="577743" y="758381"/>
                  <a:pt x="585645" y="750622"/>
                  <a:pt x="593347" y="742950"/>
                </a:cubicBezTo>
                <a:lnTo>
                  <a:pt x="601375" y="751011"/>
                </a:lnTo>
                <a:close/>
                <a:moveTo>
                  <a:pt x="552584" y="798268"/>
                </a:moveTo>
                <a:cubicBezTo>
                  <a:pt x="544027" y="806341"/>
                  <a:pt x="535318" y="814459"/>
                  <a:pt x="526454" y="822621"/>
                </a:cubicBezTo>
                <a:lnTo>
                  <a:pt x="518749" y="814252"/>
                </a:lnTo>
                <a:cubicBezTo>
                  <a:pt x="527575" y="806124"/>
                  <a:pt x="536252" y="798038"/>
                  <a:pt x="544777" y="789994"/>
                </a:cubicBezTo>
                <a:lnTo>
                  <a:pt x="552584" y="798268"/>
                </a:lnTo>
                <a:close/>
                <a:moveTo>
                  <a:pt x="502167" y="844756"/>
                </a:moveTo>
                <a:cubicBezTo>
                  <a:pt x="493969" y="852153"/>
                  <a:pt x="485617" y="859616"/>
                  <a:pt x="477107" y="867147"/>
                </a:cubicBezTo>
                <a:lnTo>
                  <a:pt x="469567" y="858627"/>
                </a:lnTo>
                <a:cubicBezTo>
                  <a:pt x="478064" y="851108"/>
                  <a:pt x="486389" y="843669"/>
                  <a:pt x="494546" y="836310"/>
                </a:cubicBezTo>
                <a:lnTo>
                  <a:pt x="502167" y="844756"/>
                </a:lnTo>
                <a:close/>
                <a:moveTo>
                  <a:pt x="451137" y="889916"/>
                </a:moveTo>
                <a:cubicBezTo>
                  <a:pt x="442247" y="897640"/>
                  <a:pt x="433287" y="905357"/>
                  <a:pt x="424257" y="913069"/>
                </a:cubicBezTo>
                <a:lnTo>
                  <a:pt x="416869" y="904417"/>
                </a:lnTo>
                <a:cubicBezTo>
                  <a:pt x="425896" y="896708"/>
                  <a:pt x="434832" y="889012"/>
                  <a:pt x="443675" y="881328"/>
                </a:cubicBezTo>
                <a:lnTo>
                  <a:pt x="451137" y="889916"/>
                </a:lnTo>
                <a:close/>
                <a:moveTo>
                  <a:pt x="398815" y="934628"/>
                </a:moveTo>
                <a:cubicBezTo>
                  <a:pt x="390476" y="941642"/>
                  <a:pt x="381928" y="948780"/>
                  <a:pt x="373170" y="956041"/>
                </a:cubicBezTo>
                <a:lnTo>
                  <a:pt x="365909" y="947284"/>
                </a:lnTo>
                <a:cubicBezTo>
                  <a:pt x="374664" y="940023"/>
                  <a:pt x="383193" y="932903"/>
                  <a:pt x="391492" y="925922"/>
                </a:cubicBezTo>
                <a:lnTo>
                  <a:pt x="398815" y="934628"/>
                </a:lnTo>
                <a:close/>
                <a:moveTo>
                  <a:pt x="346781" y="977772"/>
                </a:moveTo>
                <a:lnTo>
                  <a:pt x="319701" y="999776"/>
                </a:lnTo>
                <a:lnTo>
                  <a:pt x="312527" y="990947"/>
                </a:lnTo>
                <a:lnTo>
                  <a:pt x="339607" y="968943"/>
                </a:lnTo>
                <a:lnTo>
                  <a:pt x="346781" y="977772"/>
                </a:lnTo>
                <a:close/>
                <a:moveTo>
                  <a:pt x="292341" y="1021727"/>
                </a:moveTo>
                <a:lnTo>
                  <a:pt x="266518" y="1042206"/>
                </a:lnTo>
                <a:lnTo>
                  <a:pt x="259449" y="1033292"/>
                </a:lnTo>
                <a:lnTo>
                  <a:pt x="285273" y="1012813"/>
                </a:lnTo>
                <a:lnTo>
                  <a:pt x="292341" y="1021727"/>
                </a:lnTo>
                <a:close/>
                <a:moveTo>
                  <a:pt x="240045" y="1062973"/>
                </a:moveTo>
                <a:lnTo>
                  <a:pt x="213016" y="1083959"/>
                </a:lnTo>
                <a:lnTo>
                  <a:pt x="206039" y="1074973"/>
                </a:lnTo>
                <a:lnTo>
                  <a:pt x="233068" y="1053987"/>
                </a:lnTo>
                <a:lnTo>
                  <a:pt x="240045" y="1062973"/>
                </a:lnTo>
                <a:close/>
                <a:moveTo>
                  <a:pt x="185341" y="1105230"/>
                </a:moveTo>
                <a:lnTo>
                  <a:pt x="157339" y="1126546"/>
                </a:lnTo>
                <a:lnTo>
                  <a:pt x="150448" y="1117494"/>
                </a:lnTo>
                <a:lnTo>
                  <a:pt x="178451" y="1096178"/>
                </a:lnTo>
                <a:lnTo>
                  <a:pt x="185341" y="1105230"/>
                </a:lnTo>
                <a:close/>
                <a:moveTo>
                  <a:pt x="130984" y="1146429"/>
                </a:moveTo>
                <a:lnTo>
                  <a:pt x="104165" y="1166495"/>
                </a:lnTo>
                <a:lnTo>
                  <a:pt x="97349" y="1157386"/>
                </a:lnTo>
                <a:lnTo>
                  <a:pt x="124169" y="1137321"/>
                </a:lnTo>
                <a:lnTo>
                  <a:pt x="130984" y="1146429"/>
                </a:lnTo>
                <a:close/>
                <a:moveTo>
                  <a:pt x="76807" y="1186798"/>
                </a:moveTo>
                <a:lnTo>
                  <a:pt x="48981" y="1207287"/>
                </a:lnTo>
                <a:lnTo>
                  <a:pt x="42236" y="1198126"/>
                </a:lnTo>
                <a:lnTo>
                  <a:pt x="70062" y="1177637"/>
                </a:lnTo>
                <a:lnTo>
                  <a:pt x="76807" y="1186798"/>
                </a:lnTo>
                <a:close/>
                <a:moveTo>
                  <a:pt x="20624" y="1228009"/>
                </a:moveTo>
                <a:lnTo>
                  <a:pt x="6688" y="1238135"/>
                </a:lnTo>
                <a:lnTo>
                  <a:pt x="0" y="1228932"/>
                </a:lnTo>
                <a:lnTo>
                  <a:pt x="13936" y="1218806"/>
                </a:lnTo>
                <a:lnTo>
                  <a:pt x="20624" y="1228009"/>
                </a:lnTo>
                <a:close/>
              </a:path>
            </a:pathLst>
          </a:custGeom>
          <a:solidFill xmlns:a="http://schemas.openxmlformats.org/drawingml/2006/main">
            <a:srgbClr val="66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D8B65-0E58-4F58-AC88-62D66A5B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469" y="2922293"/>
            <a:ext cx="80089" cy="68258"/>
          </a:xfrm>
          <a:custGeom xmlns:a="http://schemas.openxmlformats.org/drawingml/2006/main">
            <a:pathLst>
              <a:path w="80089" h="68258">
                <a:moveTo>
                  <a:pt x="0" y="68258"/>
                </a:moveTo>
                <a:lnTo>
                  <a:pt x="48918" y="0"/>
                </a:lnTo>
                <a:lnTo>
                  <a:pt x="48349" y="33219"/>
                </a:lnTo>
                <a:lnTo>
                  <a:pt x="80089" y="43002"/>
                </a:lnTo>
                <a:lnTo>
                  <a:pt x="0" y="68258"/>
                </a:lnTo>
                <a:close/>
              </a:path>
            </a:pathLst>
          </a:custGeom>
          <a:solidFill xmlns:a="http://schemas.openxmlformats.org/drawingml/2006/main">
            <a:srgbClr val="66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E08CD-4769-45EB-BF96-7FCAB144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469" y="2922293"/>
            <a:ext cx="80089" cy="68258"/>
          </a:xfrm>
          <a:custGeom xmlns:a="http://schemas.openxmlformats.org/drawingml/2006/main">
            <a:pathLst>
              <a:path w="80089" h="68258" fill="none">
                <a:moveTo>
                  <a:pt x="0" y="68258"/>
                </a:moveTo>
                <a:lnTo>
                  <a:pt x="48918" y="0"/>
                </a:lnTo>
                <a:lnTo>
                  <a:pt x="48349" y="33219"/>
                </a:lnTo>
                <a:lnTo>
                  <a:pt x="80089" y="43002"/>
                </a:lnTo>
                <a:lnTo>
                  <a:pt x="0" y="682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66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7DCE0-0E7B-4A4D-A247-B0807368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007" y="2256599"/>
            <a:ext cx="1325991" cy="1365003"/>
          </a:xfrm>
          <a:custGeom xmlns:a="http://schemas.openxmlformats.org/drawingml/2006/main">
            <a:pathLst>
              <a:path w="1325991" h="1365003">
                <a:moveTo>
                  <a:pt x="1325991" y="9466"/>
                </a:moveTo>
                <a:cubicBezTo>
                  <a:pt x="1317740" y="14965"/>
                  <a:pt x="1309380" y="20977"/>
                  <a:pt x="1300912" y="27501"/>
                </a:cubicBezTo>
                <a:lnTo>
                  <a:pt x="1293970" y="18488"/>
                </a:lnTo>
                <a:cubicBezTo>
                  <a:pt x="1302641" y="11808"/>
                  <a:pt x="1311211" y="5645"/>
                  <a:pt x="1319680" y="0"/>
                </a:cubicBezTo>
                <a:lnTo>
                  <a:pt x="1325991" y="9466"/>
                </a:lnTo>
                <a:close/>
                <a:moveTo>
                  <a:pt x="1275162" y="48623"/>
                </a:moveTo>
                <a:cubicBezTo>
                  <a:pt x="1266464" y="56182"/>
                  <a:pt x="1257662" y="64253"/>
                  <a:pt x="1248754" y="72834"/>
                </a:cubicBezTo>
                <a:lnTo>
                  <a:pt x="1240861" y="64641"/>
                </a:lnTo>
                <a:cubicBezTo>
                  <a:pt x="1249903" y="55932"/>
                  <a:pt x="1258848" y="47730"/>
                  <a:pt x="1267700" y="40037"/>
                </a:cubicBezTo>
                <a:lnTo>
                  <a:pt x="1275162" y="48623"/>
                </a:lnTo>
                <a:close/>
                <a:moveTo>
                  <a:pt x="1225064" y="96605"/>
                </a:moveTo>
                <a:cubicBezTo>
                  <a:pt x="1217853" y="104123"/>
                  <a:pt x="1210557" y="111983"/>
                  <a:pt x="1203177" y="120186"/>
                </a:cubicBezTo>
                <a:lnTo>
                  <a:pt x="1194720" y="112577"/>
                </a:lnTo>
                <a:cubicBezTo>
                  <a:pt x="1202186" y="104278"/>
                  <a:pt x="1209565" y="96329"/>
                  <a:pt x="1216854" y="88729"/>
                </a:cubicBezTo>
                <a:lnTo>
                  <a:pt x="1225064" y="96605"/>
                </a:lnTo>
                <a:close/>
                <a:moveTo>
                  <a:pt x="1180886" y="145716"/>
                </a:moveTo>
                <a:cubicBezTo>
                  <a:pt x="1173375" y="154569"/>
                  <a:pt x="1165810" y="163729"/>
                  <a:pt x="1158195" y="173195"/>
                </a:cubicBezTo>
                <a:lnTo>
                  <a:pt x="1149331" y="166064"/>
                </a:lnTo>
                <a:cubicBezTo>
                  <a:pt x="1156997" y="156534"/>
                  <a:pt x="1164624" y="147298"/>
                  <a:pt x="1172213" y="138356"/>
                </a:cubicBezTo>
                <a:lnTo>
                  <a:pt x="1180886" y="145716"/>
                </a:lnTo>
                <a:close/>
                <a:moveTo>
                  <a:pt x="1136441" y="200877"/>
                </a:moveTo>
                <a:cubicBezTo>
                  <a:pt x="1130106" y="209122"/>
                  <a:pt x="1123713" y="217604"/>
                  <a:pt x="1117261" y="226322"/>
                </a:cubicBezTo>
                <a:lnTo>
                  <a:pt x="1108117" y="219554"/>
                </a:lnTo>
                <a:cubicBezTo>
                  <a:pt x="1114608" y="210782"/>
                  <a:pt x="1121043" y="202245"/>
                  <a:pt x="1127420" y="193946"/>
                </a:cubicBezTo>
                <a:lnTo>
                  <a:pt x="1136441" y="200877"/>
                </a:lnTo>
                <a:close/>
                <a:moveTo>
                  <a:pt x="1097817" y="253070"/>
                </a:moveTo>
                <a:cubicBezTo>
                  <a:pt x="1091283" y="262214"/>
                  <a:pt x="1084715" y="271565"/>
                  <a:pt x="1078107" y="281123"/>
                </a:cubicBezTo>
                <a:lnTo>
                  <a:pt x="1068749" y="274654"/>
                </a:lnTo>
                <a:cubicBezTo>
                  <a:pt x="1075365" y="265084"/>
                  <a:pt x="1081969" y="255685"/>
                  <a:pt x="1088561" y="246457"/>
                </a:cubicBezTo>
                <a:lnTo>
                  <a:pt x="1097817" y="253070"/>
                </a:lnTo>
                <a:close/>
                <a:moveTo>
                  <a:pt x="1058134" y="310478"/>
                </a:moveTo>
                <a:cubicBezTo>
                  <a:pt x="1051486" y="320400"/>
                  <a:pt x="1044832" y="330478"/>
                  <a:pt x="1038173" y="340712"/>
                </a:cubicBezTo>
                <a:lnTo>
                  <a:pt x="1028638" y="334507"/>
                </a:lnTo>
                <a:cubicBezTo>
                  <a:pt x="1035349" y="324194"/>
                  <a:pt x="1042031" y="314073"/>
                  <a:pt x="1048683" y="304146"/>
                </a:cubicBezTo>
                <a:lnTo>
                  <a:pt x="1058134" y="310478"/>
                </a:lnTo>
                <a:close/>
                <a:moveTo>
                  <a:pt x="1020943" y="367504"/>
                </a:moveTo>
                <a:cubicBezTo>
                  <a:pt x="1015119" y="376669"/>
                  <a:pt x="1009314" y="385906"/>
                  <a:pt x="1003527" y="395218"/>
                </a:cubicBezTo>
                <a:lnTo>
                  <a:pt x="993864" y="389213"/>
                </a:lnTo>
                <a:cubicBezTo>
                  <a:pt x="999671" y="379870"/>
                  <a:pt x="1005497" y="370598"/>
                  <a:pt x="1011341" y="361402"/>
                </a:cubicBezTo>
                <a:lnTo>
                  <a:pt x="1020943" y="367504"/>
                </a:lnTo>
                <a:close/>
                <a:moveTo>
                  <a:pt x="985924" y="423855"/>
                </a:moveTo>
                <a:cubicBezTo>
                  <a:pt x="980039" y="433530"/>
                  <a:pt x="974110" y="443381"/>
                  <a:pt x="968136" y="453412"/>
                </a:cubicBezTo>
                <a:lnTo>
                  <a:pt x="958363" y="447591"/>
                </a:lnTo>
                <a:cubicBezTo>
                  <a:pt x="964359" y="437522"/>
                  <a:pt x="970306" y="427640"/>
                  <a:pt x="976204" y="417943"/>
                </a:cubicBezTo>
                <a:lnTo>
                  <a:pt x="985924" y="423855"/>
                </a:lnTo>
                <a:close/>
                <a:moveTo>
                  <a:pt x="950163" y="483892"/>
                </a:moveTo>
                <a:cubicBezTo>
                  <a:pt x="944187" y="494126"/>
                  <a:pt x="938133" y="504593"/>
                  <a:pt x="932003" y="515293"/>
                </a:cubicBezTo>
                <a:lnTo>
                  <a:pt x="922133" y="509638"/>
                </a:lnTo>
                <a:cubicBezTo>
                  <a:pt x="928284" y="498901"/>
                  <a:pt x="934352" y="488406"/>
                  <a:pt x="940339" y="478155"/>
                </a:cubicBezTo>
                <a:lnTo>
                  <a:pt x="950163" y="483892"/>
                </a:lnTo>
                <a:close/>
                <a:moveTo>
                  <a:pt x="914916" y="544444"/>
                </a:moveTo>
                <a:cubicBezTo>
                  <a:pt x="909108" y="554031"/>
                  <a:pt x="903099" y="563644"/>
                  <a:pt x="896885" y="573280"/>
                </a:cubicBezTo>
                <a:lnTo>
                  <a:pt x="887324" y="567116"/>
                </a:lnTo>
                <a:cubicBezTo>
                  <a:pt x="893478" y="557572"/>
                  <a:pt x="899432" y="548050"/>
                  <a:pt x="905185" y="538551"/>
                </a:cubicBezTo>
                <a:lnTo>
                  <a:pt x="914916" y="544444"/>
                </a:lnTo>
                <a:close/>
                <a:moveTo>
                  <a:pt x="877656" y="602231"/>
                </a:moveTo>
                <a:cubicBezTo>
                  <a:pt x="871214" y="611656"/>
                  <a:pt x="864604" y="621068"/>
                  <a:pt x="857827" y="630468"/>
                </a:cubicBezTo>
                <a:lnTo>
                  <a:pt x="848599" y="623815"/>
                </a:lnTo>
                <a:cubicBezTo>
                  <a:pt x="855320" y="614493"/>
                  <a:pt x="861874" y="605159"/>
                  <a:pt x="868265" y="595811"/>
                </a:cubicBezTo>
                <a:lnTo>
                  <a:pt x="877656" y="602231"/>
                </a:lnTo>
                <a:close/>
                <a:moveTo>
                  <a:pt x="837892" y="657458"/>
                </a:moveTo>
                <a:cubicBezTo>
                  <a:pt x="831068" y="666482"/>
                  <a:pt x="824082" y="675511"/>
                  <a:pt x="816933" y="684546"/>
                </a:cubicBezTo>
                <a:lnTo>
                  <a:pt x="808012" y="677487"/>
                </a:lnTo>
                <a:cubicBezTo>
                  <a:pt x="815106" y="668521"/>
                  <a:pt x="822041" y="659558"/>
                  <a:pt x="828818" y="650596"/>
                </a:cubicBezTo>
                <a:lnTo>
                  <a:pt x="837892" y="657458"/>
                </a:lnTo>
                <a:close/>
                <a:moveTo>
                  <a:pt x="794949" y="711732"/>
                </a:moveTo>
                <a:cubicBezTo>
                  <a:pt x="787764" y="720430"/>
                  <a:pt x="780455" y="729106"/>
                  <a:pt x="773022" y="737760"/>
                </a:cubicBezTo>
                <a:lnTo>
                  <a:pt x="764392" y="730347"/>
                </a:lnTo>
                <a:cubicBezTo>
                  <a:pt x="771776" y="721751"/>
                  <a:pt x="779038" y="713131"/>
                  <a:pt x="786178" y="704487"/>
                </a:cubicBezTo>
                <a:lnTo>
                  <a:pt x="794949" y="711732"/>
                </a:lnTo>
                <a:close/>
                <a:moveTo>
                  <a:pt x="750881" y="763070"/>
                </a:moveTo>
                <a:cubicBezTo>
                  <a:pt x="743393" y="771479"/>
                  <a:pt x="735720" y="779944"/>
                  <a:pt x="727865" y="788466"/>
                </a:cubicBezTo>
                <a:lnTo>
                  <a:pt x="719500" y="780754"/>
                </a:lnTo>
                <a:cubicBezTo>
                  <a:pt x="727315" y="772278"/>
                  <a:pt x="734944" y="763860"/>
                  <a:pt x="742386" y="755504"/>
                </a:cubicBezTo>
                <a:lnTo>
                  <a:pt x="750881" y="763070"/>
                </a:lnTo>
                <a:close/>
                <a:moveTo>
                  <a:pt x="703971" y="813946"/>
                </a:moveTo>
                <a:cubicBezTo>
                  <a:pt x="696133" y="822168"/>
                  <a:pt x="688209" y="830351"/>
                  <a:pt x="680203" y="838497"/>
                </a:cubicBezTo>
                <a:lnTo>
                  <a:pt x="672090" y="830521"/>
                </a:lnTo>
                <a:cubicBezTo>
                  <a:pt x="680060" y="822414"/>
                  <a:pt x="687943" y="814272"/>
                  <a:pt x="695738" y="806096"/>
                </a:cubicBezTo>
                <a:lnTo>
                  <a:pt x="703971" y="813946"/>
                </a:lnTo>
                <a:close/>
                <a:moveTo>
                  <a:pt x="656531" y="862231"/>
                </a:moveTo>
                <a:cubicBezTo>
                  <a:pt x="648471" y="870197"/>
                  <a:pt x="640331" y="878134"/>
                  <a:pt x="632108" y="886039"/>
                </a:cubicBezTo>
                <a:lnTo>
                  <a:pt x="624224" y="877839"/>
                </a:lnTo>
                <a:cubicBezTo>
                  <a:pt x="632408" y="869969"/>
                  <a:pt x="640511" y="862069"/>
                  <a:pt x="648533" y="854140"/>
                </a:cubicBezTo>
                <a:lnTo>
                  <a:pt x="656531" y="862231"/>
                </a:lnTo>
                <a:close/>
                <a:moveTo>
                  <a:pt x="606937" y="909921"/>
                </a:moveTo>
                <a:cubicBezTo>
                  <a:pt x="598481" y="917839"/>
                  <a:pt x="589921" y="925751"/>
                  <a:pt x="581258" y="933656"/>
                </a:cubicBezTo>
                <a:lnTo>
                  <a:pt x="573590" y="925253"/>
                </a:lnTo>
                <a:cubicBezTo>
                  <a:pt x="582210" y="917387"/>
                  <a:pt x="590734" y="909508"/>
                  <a:pt x="599162" y="901617"/>
                </a:cubicBezTo>
                <a:lnTo>
                  <a:pt x="606937" y="909921"/>
                </a:lnTo>
                <a:close/>
                <a:moveTo>
                  <a:pt x="556550" y="955940"/>
                </a:moveTo>
                <a:cubicBezTo>
                  <a:pt x="548281" y="963314"/>
                  <a:pt x="539830" y="970763"/>
                  <a:pt x="531197" y="978288"/>
                </a:cubicBezTo>
                <a:lnTo>
                  <a:pt x="523722" y="969713"/>
                </a:lnTo>
                <a:cubicBezTo>
                  <a:pt x="532329" y="962210"/>
                  <a:pt x="540749" y="954788"/>
                  <a:pt x="548979" y="947450"/>
                </a:cubicBezTo>
                <a:lnTo>
                  <a:pt x="556550" y="955940"/>
                </a:lnTo>
                <a:close/>
                <a:moveTo>
                  <a:pt x="505199" y="1000700"/>
                </a:moveTo>
                <a:cubicBezTo>
                  <a:pt x="496387" y="1008215"/>
                  <a:pt x="487506" y="1015707"/>
                  <a:pt x="478556" y="1023176"/>
                </a:cubicBezTo>
                <a:lnTo>
                  <a:pt x="471267" y="1014443"/>
                </a:lnTo>
                <a:cubicBezTo>
                  <a:pt x="480202" y="1006985"/>
                  <a:pt x="489052" y="999519"/>
                  <a:pt x="497818" y="992044"/>
                </a:cubicBezTo>
                <a:lnTo>
                  <a:pt x="505199" y="1000700"/>
                </a:lnTo>
                <a:close/>
                <a:moveTo>
                  <a:pt x="451997" y="1045120"/>
                </a:moveTo>
                <a:cubicBezTo>
                  <a:pt x="443493" y="1052076"/>
                  <a:pt x="434845" y="1059083"/>
                  <a:pt x="426053" y="1066139"/>
                </a:cubicBezTo>
                <a:lnTo>
                  <a:pt x="418932" y="1057267"/>
                </a:lnTo>
                <a:cubicBezTo>
                  <a:pt x="427707" y="1050223"/>
                  <a:pt x="436328" y="1043239"/>
                  <a:pt x="444793" y="1036314"/>
                </a:cubicBezTo>
                <a:lnTo>
                  <a:pt x="451997" y="1045120"/>
                </a:lnTo>
                <a:close/>
                <a:moveTo>
                  <a:pt x="399551" y="1087213"/>
                </a:moveTo>
                <a:cubicBezTo>
                  <a:pt x="390601" y="1094266"/>
                  <a:pt x="381581" y="1101309"/>
                  <a:pt x="372491" y="1108343"/>
                </a:cubicBezTo>
                <a:lnTo>
                  <a:pt x="365528" y="1099346"/>
                </a:lnTo>
                <a:cubicBezTo>
                  <a:pt x="374675" y="1092267"/>
                  <a:pt x="383669" y="1085245"/>
                  <a:pt x="392510" y="1078278"/>
                </a:cubicBezTo>
                <a:lnTo>
                  <a:pt x="399551" y="1087213"/>
                </a:lnTo>
                <a:close/>
                <a:moveTo>
                  <a:pt x="344872" y="1129528"/>
                </a:moveTo>
                <a:cubicBezTo>
                  <a:pt x="335665" y="1136529"/>
                  <a:pt x="326445" y="1143481"/>
                  <a:pt x="317212" y="1150383"/>
                </a:cubicBezTo>
                <a:lnTo>
                  <a:pt x="310400" y="1141272"/>
                </a:lnTo>
                <a:cubicBezTo>
                  <a:pt x="319612" y="1134386"/>
                  <a:pt x="328808" y="1127453"/>
                  <a:pt x="337987" y="1120473"/>
                </a:cubicBezTo>
                <a:lnTo>
                  <a:pt x="344872" y="1129528"/>
                </a:lnTo>
                <a:close/>
                <a:moveTo>
                  <a:pt x="290434" y="1170247"/>
                </a:moveTo>
                <a:cubicBezTo>
                  <a:pt x="281447" y="1176861"/>
                  <a:pt x="272359" y="1183498"/>
                  <a:pt x="263169" y="1190159"/>
                </a:cubicBezTo>
                <a:lnTo>
                  <a:pt x="256493" y="1180947"/>
                </a:lnTo>
                <a:cubicBezTo>
                  <a:pt x="265595" y="1174351"/>
                  <a:pt x="274661" y="1167730"/>
                  <a:pt x="283690" y="1161085"/>
                </a:cubicBezTo>
                <a:lnTo>
                  <a:pt x="290434" y="1170247"/>
                </a:lnTo>
                <a:close/>
                <a:moveTo>
                  <a:pt x="235402" y="1210131"/>
                </a:moveTo>
                <a:lnTo>
                  <a:pt x="207198" y="1230117"/>
                </a:lnTo>
                <a:lnTo>
                  <a:pt x="200621" y="1220835"/>
                </a:lnTo>
                <a:lnTo>
                  <a:pt x="228825" y="1200849"/>
                </a:lnTo>
                <a:lnTo>
                  <a:pt x="235402" y="1210131"/>
                </a:lnTo>
                <a:close/>
                <a:moveTo>
                  <a:pt x="178445" y="1250196"/>
                </a:moveTo>
                <a:lnTo>
                  <a:pt x="150771" y="1269252"/>
                </a:lnTo>
                <a:lnTo>
                  <a:pt x="144320" y="1259883"/>
                </a:lnTo>
                <a:lnTo>
                  <a:pt x="171993" y="1240826"/>
                </a:lnTo>
                <a:lnTo>
                  <a:pt x="178445" y="1250196"/>
                </a:lnTo>
                <a:close/>
                <a:moveTo>
                  <a:pt x="122995" y="1288128"/>
                </a:moveTo>
                <a:lnTo>
                  <a:pt x="94849" y="1307006"/>
                </a:lnTo>
                <a:lnTo>
                  <a:pt x="88512" y="1297559"/>
                </a:lnTo>
                <a:lnTo>
                  <a:pt x="116658" y="1278680"/>
                </a:lnTo>
                <a:lnTo>
                  <a:pt x="122995" y="1288128"/>
                </a:lnTo>
                <a:close/>
                <a:moveTo>
                  <a:pt x="66223" y="1325966"/>
                </a:moveTo>
                <a:lnTo>
                  <a:pt x="37226" y="1344931"/>
                </a:lnTo>
                <a:lnTo>
                  <a:pt x="30999" y="1335410"/>
                </a:lnTo>
                <a:lnTo>
                  <a:pt x="59996" y="1316445"/>
                </a:lnTo>
                <a:lnTo>
                  <a:pt x="66223" y="1325966"/>
                </a:lnTo>
                <a:close/>
                <a:moveTo>
                  <a:pt x="7762" y="1363966"/>
                </a:moveTo>
                <a:lnTo>
                  <a:pt x="6146" y="1365003"/>
                </a:lnTo>
                <a:lnTo>
                  <a:pt x="0" y="1355430"/>
                </a:lnTo>
                <a:lnTo>
                  <a:pt x="1616" y="1354393"/>
                </a:lnTo>
                <a:lnTo>
                  <a:pt x="7762" y="1363966"/>
                </a:lnTo>
                <a:close/>
              </a:path>
            </a:pathLst>
          </a:custGeom>
          <a:solidFill xmlns:a="http://schemas.openxmlformats.org/drawingml/2006/main">
            <a:srgbClr val="66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C5A8B-BF6F-4EFF-BD2E-57225D7A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797" y="3583710"/>
            <a:ext cx="81340" cy="65300"/>
          </a:xfrm>
          <a:custGeom xmlns:a="http://schemas.openxmlformats.org/drawingml/2006/main">
            <a:pathLst>
              <a:path w="81340" h="65300">
                <a:moveTo>
                  <a:pt x="0" y="65300"/>
                </a:moveTo>
                <a:lnTo>
                  <a:pt x="52672" y="0"/>
                </a:lnTo>
                <a:lnTo>
                  <a:pt x="50283" y="33105"/>
                </a:lnTo>
                <a:lnTo>
                  <a:pt x="81340" y="44595"/>
                </a:lnTo>
                <a:lnTo>
                  <a:pt x="0" y="65300"/>
                </a:lnTo>
                <a:close/>
              </a:path>
            </a:pathLst>
          </a:custGeom>
          <a:solidFill xmlns:a="http://schemas.openxmlformats.org/drawingml/2006/main">
            <a:srgbClr val="66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5C7D5-DDC1-46D9-9481-CE965B85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797" y="3583710"/>
            <a:ext cx="81340" cy="65300"/>
          </a:xfrm>
          <a:custGeom xmlns:a="http://schemas.openxmlformats.org/drawingml/2006/main">
            <a:pathLst>
              <a:path w="81340" h="65300" fill="none">
                <a:moveTo>
                  <a:pt x="0" y="65300"/>
                </a:moveTo>
                <a:lnTo>
                  <a:pt x="52672" y="0"/>
                </a:lnTo>
                <a:lnTo>
                  <a:pt x="50283" y="33105"/>
                </a:lnTo>
                <a:lnTo>
                  <a:pt x="81340" y="44595"/>
                </a:lnTo>
                <a:lnTo>
                  <a:pt x="0" y="65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660000"/>
            </a:solidFill>
            <a:miter/>
          </a:ln>
        </p:spPr>
      </p:sp>
      <p:sp>
        <p:nvSpPr>
          <p:cNvPr id="126" name="Text Aligned">
            <a:extLst xmlns:a="http://schemas.openxmlformats.org/drawingml/2006/main">
              <a:ext uri="{FF2B5EF4-FFF2-40B4-BE49-F238E27FC236}">
                <a16:creationId xmlns:a16="http://schemas.microsoft.com/office/drawing/2014/main" id="{BD524708-1145-4A37-9EA3-BBB3549D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53" y="732118"/>
            <a:ext cx="550981" cy="148861"/>
          </a:xfrm>
          <a:custGeom xmlns:a="http://schemas.openxmlformats.org/drawingml/2006/main">
            <a:pathLst>
              <a:path w="550981" h="148861">
                <a:moveTo>
                  <a:pt x="68079" y="81271"/>
                </a:moveTo>
                <a:lnTo>
                  <a:pt x="29072" y="81271"/>
                </a:lnTo>
                <a:lnTo>
                  <a:pt x="24430" y="92074"/>
                </a:lnTo>
                <a:cubicBezTo>
                  <a:pt x="22910" y="95696"/>
                  <a:pt x="22150" y="98687"/>
                  <a:pt x="22150" y="101047"/>
                </a:cubicBezTo>
                <a:cubicBezTo>
                  <a:pt x="22150" y="104173"/>
                  <a:pt x="23399" y="106478"/>
                  <a:pt x="25896" y="107961"/>
                </a:cubicBezTo>
                <a:cubicBezTo>
                  <a:pt x="27362" y="108838"/>
                  <a:pt x="30972" y="109496"/>
                  <a:pt x="36727" y="109936"/>
                </a:cubicBezTo>
                <a:lnTo>
                  <a:pt x="36727" y="112867"/>
                </a:lnTo>
                <a:lnTo>
                  <a:pt x="0" y="112867"/>
                </a:lnTo>
                <a:lnTo>
                  <a:pt x="0" y="109936"/>
                </a:lnTo>
                <a:cubicBezTo>
                  <a:pt x="3963" y="109333"/>
                  <a:pt x="7220" y="107676"/>
                  <a:pt x="9772" y="104963"/>
                </a:cubicBezTo>
                <a:cubicBezTo>
                  <a:pt x="12324" y="102249"/>
                  <a:pt x="15472" y="96643"/>
                  <a:pt x="19218" y="88147"/>
                </a:cubicBezTo>
                <a:lnTo>
                  <a:pt x="58714" y="0"/>
                </a:lnTo>
                <a:lnTo>
                  <a:pt x="60261" y="0"/>
                </a:lnTo>
                <a:lnTo>
                  <a:pt x="100082" y="90603"/>
                </a:lnTo>
                <a:cubicBezTo>
                  <a:pt x="103882" y="99269"/>
                  <a:pt x="107004" y="104725"/>
                  <a:pt x="109447" y="106973"/>
                </a:cubicBezTo>
                <a:cubicBezTo>
                  <a:pt x="111293" y="108673"/>
                  <a:pt x="113899" y="109661"/>
                  <a:pt x="117265" y="109936"/>
                </a:cubicBezTo>
                <a:lnTo>
                  <a:pt x="117265" y="112867"/>
                </a:lnTo>
                <a:lnTo>
                  <a:pt x="63844" y="112867"/>
                </a:lnTo>
                <a:lnTo>
                  <a:pt x="63844" y="109936"/>
                </a:lnTo>
                <a:lnTo>
                  <a:pt x="66043" y="109936"/>
                </a:lnTo>
                <a:cubicBezTo>
                  <a:pt x="70332" y="109936"/>
                  <a:pt x="73345" y="109328"/>
                  <a:pt x="75082" y="108113"/>
                </a:cubicBezTo>
                <a:cubicBezTo>
                  <a:pt x="76276" y="107231"/>
                  <a:pt x="76873" y="105961"/>
                  <a:pt x="76873" y="104304"/>
                </a:cubicBezTo>
                <a:cubicBezTo>
                  <a:pt x="76873" y="103311"/>
                  <a:pt x="76711" y="102290"/>
                  <a:pt x="76385" y="101240"/>
                </a:cubicBezTo>
                <a:cubicBezTo>
                  <a:pt x="76276" y="100745"/>
                  <a:pt x="75462" y="98675"/>
                  <a:pt x="73942" y="95031"/>
                </a:cubicBezTo>
                <a:lnTo>
                  <a:pt x="68079" y="81271"/>
                </a:lnTo>
                <a:moveTo>
                  <a:pt x="65310" y="75245"/>
                </a:moveTo>
                <a:lnTo>
                  <a:pt x="48860" y="37169"/>
                </a:lnTo>
                <a:lnTo>
                  <a:pt x="31922" y="75245"/>
                </a:lnTo>
                <a:lnTo>
                  <a:pt x="65310" y="75245"/>
                </a:lnTo>
                <a:close/>
                <a:moveTo>
                  <a:pt x="154561" y="2443"/>
                </a:moveTo>
                <a:lnTo>
                  <a:pt x="154561" y="97069"/>
                </a:lnTo>
                <a:cubicBezTo>
                  <a:pt x="154561" y="102444"/>
                  <a:pt x="155186" y="105877"/>
                  <a:pt x="156434" y="107370"/>
                </a:cubicBezTo>
                <a:cubicBezTo>
                  <a:pt x="157683" y="108863"/>
                  <a:pt x="160126" y="109718"/>
                  <a:pt x="163763" y="109936"/>
                </a:cubicBezTo>
                <a:lnTo>
                  <a:pt x="163763" y="112867"/>
                </a:lnTo>
                <a:lnTo>
                  <a:pt x="122639" y="112867"/>
                </a:lnTo>
                <a:lnTo>
                  <a:pt x="122639" y="109936"/>
                </a:lnTo>
                <a:cubicBezTo>
                  <a:pt x="126005" y="109827"/>
                  <a:pt x="128502" y="108850"/>
                  <a:pt x="130131" y="107004"/>
                </a:cubicBezTo>
                <a:cubicBezTo>
                  <a:pt x="131217" y="105755"/>
                  <a:pt x="131760" y="102444"/>
                  <a:pt x="131760" y="97069"/>
                </a:cubicBezTo>
                <a:lnTo>
                  <a:pt x="131760" y="18241"/>
                </a:lnTo>
                <a:cubicBezTo>
                  <a:pt x="131760" y="12887"/>
                  <a:pt x="131135" y="9459"/>
                  <a:pt x="129887" y="7958"/>
                </a:cubicBezTo>
                <a:cubicBezTo>
                  <a:pt x="128638" y="6454"/>
                  <a:pt x="126222" y="5593"/>
                  <a:pt x="122639" y="5375"/>
                </a:cubicBezTo>
                <a:lnTo>
                  <a:pt x="122639" y="2443"/>
                </a:lnTo>
                <a:lnTo>
                  <a:pt x="154561" y="2443"/>
                </a:lnTo>
                <a:close/>
                <a:moveTo>
                  <a:pt x="189415" y="0"/>
                </a:moveTo>
                <a:cubicBezTo>
                  <a:pt x="192943" y="0"/>
                  <a:pt x="195929" y="1239"/>
                  <a:pt x="198372" y="3718"/>
                </a:cubicBezTo>
                <a:cubicBezTo>
                  <a:pt x="200815" y="6195"/>
                  <a:pt x="202037" y="9177"/>
                  <a:pt x="202037" y="12663"/>
                </a:cubicBezTo>
                <a:cubicBezTo>
                  <a:pt x="202037" y="16149"/>
                  <a:pt x="200802" y="19118"/>
                  <a:pt x="198332" y="21570"/>
                </a:cubicBezTo>
                <a:cubicBezTo>
                  <a:pt x="195861" y="24020"/>
                  <a:pt x="192889" y="25244"/>
                  <a:pt x="189415" y="25244"/>
                </a:cubicBezTo>
                <a:cubicBezTo>
                  <a:pt x="185940" y="25244"/>
                  <a:pt x="182981" y="24020"/>
                  <a:pt x="180538" y="21570"/>
                </a:cubicBezTo>
                <a:cubicBezTo>
                  <a:pt x="178095" y="19118"/>
                  <a:pt x="176874" y="16149"/>
                  <a:pt x="176874" y="12663"/>
                </a:cubicBezTo>
                <a:cubicBezTo>
                  <a:pt x="176874" y="9177"/>
                  <a:pt x="178095" y="6195"/>
                  <a:pt x="180538" y="3718"/>
                </a:cubicBezTo>
                <a:cubicBezTo>
                  <a:pt x="182981" y="1239"/>
                  <a:pt x="185940" y="0"/>
                  <a:pt x="189415" y="0"/>
                </a:cubicBezTo>
                <a:moveTo>
                  <a:pt x="200815" y="36645"/>
                </a:moveTo>
                <a:lnTo>
                  <a:pt x="200815" y="97069"/>
                </a:lnTo>
                <a:cubicBezTo>
                  <a:pt x="200815" y="102444"/>
                  <a:pt x="201440" y="105877"/>
                  <a:pt x="202688" y="107370"/>
                </a:cubicBezTo>
                <a:cubicBezTo>
                  <a:pt x="203937" y="108863"/>
                  <a:pt x="206380" y="109718"/>
                  <a:pt x="210017" y="109936"/>
                </a:cubicBezTo>
                <a:lnTo>
                  <a:pt x="210017" y="112867"/>
                </a:lnTo>
                <a:lnTo>
                  <a:pt x="168893" y="112867"/>
                </a:lnTo>
                <a:lnTo>
                  <a:pt x="168893" y="109936"/>
                </a:lnTo>
                <a:cubicBezTo>
                  <a:pt x="172259" y="109827"/>
                  <a:pt x="174756" y="108850"/>
                  <a:pt x="176385" y="107004"/>
                </a:cubicBezTo>
                <a:cubicBezTo>
                  <a:pt x="177471" y="105755"/>
                  <a:pt x="178014" y="102444"/>
                  <a:pt x="178014" y="97069"/>
                </a:cubicBezTo>
                <a:lnTo>
                  <a:pt x="178014" y="52606"/>
                </a:lnTo>
                <a:cubicBezTo>
                  <a:pt x="178014" y="47164"/>
                  <a:pt x="177390" y="43687"/>
                  <a:pt x="176141" y="42175"/>
                </a:cubicBezTo>
                <a:cubicBezTo>
                  <a:pt x="174892" y="40663"/>
                  <a:pt x="172476" y="39797"/>
                  <a:pt x="168893" y="39577"/>
                </a:cubicBezTo>
                <a:lnTo>
                  <a:pt x="168893" y="36645"/>
                </a:lnTo>
                <a:lnTo>
                  <a:pt x="200815" y="36645"/>
                </a:lnTo>
                <a:close/>
                <a:moveTo>
                  <a:pt x="266288" y="37622"/>
                </a:moveTo>
                <a:lnTo>
                  <a:pt x="291940" y="37622"/>
                </a:lnTo>
                <a:lnTo>
                  <a:pt x="291940" y="46580"/>
                </a:lnTo>
                <a:lnTo>
                  <a:pt x="277363" y="46580"/>
                </a:lnTo>
                <a:cubicBezTo>
                  <a:pt x="280023" y="49240"/>
                  <a:pt x="281869" y="51656"/>
                  <a:pt x="282900" y="53828"/>
                </a:cubicBezTo>
                <a:cubicBezTo>
                  <a:pt x="284203" y="56759"/>
                  <a:pt x="284855" y="59827"/>
                  <a:pt x="284855" y="63030"/>
                </a:cubicBezTo>
                <a:cubicBezTo>
                  <a:pt x="284855" y="68459"/>
                  <a:pt x="283348" y="73168"/>
                  <a:pt x="280335" y="77158"/>
                </a:cubicBezTo>
                <a:cubicBezTo>
                  <a:pt x="277322" y="81149"/>
                  <a:pt x="273223" y="84270"/>
                  <a:pt x="268039" y="86523"/>
                </a:cubicBezTo>
                <a:cubicBezTo>
                  <a:pt x="262854" y="88776"/>
                  <a:pt x="258253" y="89903"/>
                  <a:pt x="254236" y="89903"/>
                </a:cubicBezTo>
                <a:cubicBezTo>
                  <a:pt x="253910" y="89903"/>
                  <a:pt x="250653" y="89767"/>
                  <a:pt x="244464" y="89496"/>
                </a:cubicBezTo>
                <a:cubicBezTo>
                  <a:pt x="242021" y="89496"/>
                  <a:pt x="239971" y="90292"/>
                  <a:pt x="238316" y="91885"/>
                </a:cubicBezTo>
                <a:cubicBezTo>
                  <a:pt x="236660" y="93478"/>
                  <a:pt x="235832" y="95381"/>
                  <a:pt x="235832" y="97593"/>
                </a:cubicBezTo>
                <a:cubicBezTo>
                  <a:pt x="235832" y="99537"/>
                  <a:pt x="236578" y="101130"/>
                  <a:pt x="238071" y="102372"/>
                </a:cubicBezTo>
                <a:cubicBezTo>
                  <a:pt x="239564" y="103614"/>
                  <a:pt x="241994" y="104235"/>
                  <a:pt x="245360" y="104235"/>
                </a:cubicBezTo>
                <a:lnTo>
                  <a:pt x="259448" y="104072"/>
                </a:lnTo>
                <a:cubicBezTo>
                  <a:pt x="270848" y="104072"/>
                  <a:pt x="278693" y="105323"/>
                  <a:pt x="282982" y="107826"/>
                </a:cubicBezTo>
                <a:cubicBezTo>
                  <a:pt x="289117" y="111305"/>
                  <a:pt x="292184" y="116662"/>
                  <a:pt x="292184" y="123896"/>
                </a:cubicBezTo>
                <a:cubicBezTo>
                  <a:pt x="292184" y="128519"/>
                  <a:pt x="290772" y="132721"/>
                  <a:pt x="287949" y="136501"/>
                </a:cubicBezTo>
                <a:cubicBezTo>
                  <a:pt x="285126" y="140281"/>
                  <a:pt x="281408" y="143068"/>
                  <a:pt x="276793" y="144863"/>
                </a:cubicBezTo>
                <a:cubicBezTo>
                  <a:pt x="269790" y="147528"/>
                  <a:pt x="261728" y="148861"/>
                  <a:pt x="252607" y="148861"/>
                </a:cubicBezTo>
                <a:cubicBezTo>
                  <a:pt x="245767" y="148861"/>
                  <a:pt x="239523" y="148196"/>
                  <a:pt x="233877" y="146866"/>
                </a:cubicBezTo>
                <a:cubicBezTo>
                  <a:pt x="228231" y="145536"/>
                  <a:pt x="224187" y="143689"/>
                  <a:pt x="221744" y="141326"/>
                </a:cubicBezTo>
                <a:cubicBezTo>
                  <a:pt x="219301" y="138964"/>
                  <a:pt x="218079" y="136480"/>
                  <a:pt x="218079" y="133872"/>
                </a:cubicBezTo>
                <a:cubicBezTo>
                  <a:pt x="218079" y="131375"/>
                  <a:pt x="219016" y="129134"/>
                  <a:pt x="220889" y="127151"/>
                </a:cubicBezTo>
                <a:cubicBezTo>
                  <a:pt x="222762" y="125170"/>
                  <a:pt x="226250" y="123500"/>
                  <a:pt x="231353" y="122143"/>
                </a:cubicBezTo>
                <a:cubicBezTo>
                  <a:pt x="224295" y="118668"/>
                  <a:pt x="220767" y="113838"/>
                  <a:pt x="220767" y="107650"/>
                </a:cubicBezTo>
                <a:cubicBezTo>
                  <a:pt x="220767" y="103904"/>
                  <a:pt x="222205" y="100268"/>
                  <a:pt x="225083" y="96741"/>
                </a:cubicBezTo>
                <a:cubicBezTo>
                  <a:pt x="227960" y="93212"/>
                  <a:pt x="232520" y="90145"/>
                  <a:pt x="238763" y="87539"/>
                </a:cubicBezTo>
                <a:cubicBezTo>
                  <a:pt x="231489" y="84875"/>
                  <a:pt x="226223" y="81368"/>
                  <a:pt x="222965" y="77018"/>
                </a:cubicBezTo>
                <a:cubicBezTo>
                  <a:pt x="219708" y="72669"/>
                  <a:pt x="218079" y="67639"/>
                  <a:pt x="218079" y="61930"/>
                </a:cubicBezTo>
                <a:cubicBezTo>
                  <a:pt x="218079" y="54483"/>
                  <a:pt x="221119" y="48026"/>
                  <a:pt x="227200" y="42562"/>
                </a:cubicBezTo>
                <a:cubicBezTo>
                  <a:pt x="233280" y="37097"/>
                  <a:pt x="241098" y="34365"/>
                  <a:pt x="250653" y="34365"/>
                </a:cubicBezTo>
                <a:cubicBezTo>
                  <a:pt x="255702" y="34365"/>
                  <a:pt x="260913" y="35451"/>
                  <a:pt x="266288" y="37622"/>
                </a:cubicBezTo>
                <a:moveTo>
                  <a:pt x="252200" y="39577"/>
                </a:moveTo>
                <a:cubicBezTo>
                  <a:pt x="249051" y="39577"/>
                  <a:pt x="246391" y="41162"/>
                  <a:pt x="244219" y="44333"/>
                </a:cubicBezTo>
                <a:cubicBezTo>
                  <a:pt x="242048" y="47502"/>
                  <a:pt x="240962" y="54073"/>
                  <a:pt x="240962" y="64045"/>
                </a:cubicBezTo>
                <a:cubicBezTo>
                  <a:pt x="240962" y="72119"/>
                  <a:pt x="242034" y="77660"/>
                  <a:pt x="244179" y="80668"/>
                </a:cubicBezTo>
                <a:cubicBezTo>
                  <a:pt x="246323" y="83676"/>
                  <a:pt x="248861" y="85180"/>
                  <a:pt x="251793" y="85180"/>
                </a:cubicBezTo>
                <a:cubicBezTo>
                  <a:pt x="255050" y="85180"/>
                  <a:pt x="257765" y="83689"/>
                  <a:pt x="259936" y="80708"/>
                </a:cubicBezTo>
                <a:cubicBezTo>
                  <a:pt x="262108" y="77728"/>
                  <a:pt x="263194" y="71929"/>
                  <a:pt x="263194" y="63312"/>
                </a:cubicBezTo>
                <a:cubicBezTo>
                  <a:pt x="263194" y="53613"/>
                  <a:pt x="261972" y="47002"/>
                  <a:pt x="259529" y="43478"/>
                </a:cubicBezTo>
                <a:cubicBezTo>
                  <a:pt x="257792" y="40877"/>
                  <a:pt x="255349" y="39577"/>
                  <a:pt x="252200" y="39577"/>
                </a:cubicBezTo>
                <a:moveTo>
                  <a:pt x="247395" y="124105"/>
                </a:moveTo>
                <a:cubicBezTo>
                  <a:pt x="241858" y="124105"/>
                  <a:pt x="238193" y="124565"/>
                  <a:pt x="236402" y="125484"/>
                </a:cubicBezTo>
                <a:cubicBezTo>
                  <a:pt x="233307" y="127159"/>
                  <a:pt x="231760" y="129429"/>
                  <a:pt x="231760" y="132294"/>
                </a:cubicBezTo>
                <a:cubicBezTo>
                  <a:pt x="231760" y="135051"/>
                  <a:pt x="233362" y="137551"/>
                  <a:pt x="236565" y="139794"/>
                </a:cubicBezTo>
                <a:cubicBezTo>
                  <a:pt x="239768" y="142038"/>
                  <a:pt x="245794" y="143160"/>
                  <a:pt x="254643" y="143160"/>
                </a:cubicBezTo>
                <a:cubicBezTo>
                  <a:pt x="262189" y="143160"/>
                  <a:pt x="268120" y="142160"/>
                  <a:pt x="272436" y="140160"/>
                </a:cubicBezTo>
                <a:cubicBezTo>
                  <a:pt x="276752" y="138160"/>
                  <a:pt x="278910" y="135349"/>
                  <a:pt x="278910" y="131727"/>
                </a:cubicBezTo>
                <a:cubicBezTo>
                  <a:pt x="278910" y="130376"/>
                  <a:pt x="278503" y="129241"/>
                  <a:pt x="277689" y="128322"/>
                </a:cubicBezTo>
                <a:cubicBezTo>
                  <a:pt x="276223" y="126700"/>
                  <a:pt x="274011" y="125591"/>
                  <a:pt x="271052" y="124996"/>
                </a:cubicBezTo>
                <a:cubicBezTo>
                  <a:pt x="268093" y="124402"/>
                  <a:pt x="260208" y="124105"/>
                  <a:pt x="247395" y="124105"/>
                </a:cubicBezTo>
                <a:close/>
                <a:moveTo>
                  <a:pt x="331923" y="36645"/>
                </a:moveTo>
                <a:lnTo>
                  <a:pt x="331923" y="46580"/>
                </a:lnTo>
                <a:cubicBezTo>
                  <a:pt x="335832" y="42317"/>
                  <a:pt x="339578" y="39215"/>
                  <a:pt x="343161" y="37276"/>
                </a:cubicBezTo>
                <a:cubicBezTo>
                  <a:pt x="346744" y="35335"/>
                  <a:pt x="350599" y="34365"/>
                  <a:pt x="354725" y="34365"/>
                </a:cubicBezTo>
                <a:cubicBezTo>
                  <a:pt x="359665" y="34365"/>
                  <a:pt x="363764" y="35738"/>
                  <a:pt x="367021" y="38483"/>
                </a:cubicBezTo>
                <a:cubicBezTo>
                  <a:pt x="370279" y="41228"/>
                  <a:pt x="372450" y="44638"/>
                  <a:pt x="373536" y="48715"/>
                </a:cubicBezTo>
                <a:cubicBezTo>
                  <a:pt x="374405" y="51815"/>
                  <a:pt x="374839" y="57768"/>
                  <a:pt x="374839" y="66575"/>
                </a:cubicBezTo>
                <a:lnTo>
                  <a:pt x="374839" y="96255"/>
                </a:lnTo>
                <a:cubicBezTo>
                  <a:pt x="374839" y="102118"/>
                  <a:pt x="375368" y="105769"/>
                  <a:pt x="376427" y="107207"/>
                </a:cubicBezTo>
                <a:cubicBezTo>
                  <a:pt x="377485" y="108646"/>
                  <a:pt x="379698" y="109555"/>
                  <a:pt x="383064" y="109936"/>
                </a:cubicBezTo>
                <a:lnTo>
                  <a:pt x="383064" y="112867"/>
                </a:lnTo>
                <a:lnTo>
                  <a:pt x="344546" y="112867"/>
                </a:lnTo>
                <a:lnTo>
                  <a:pt x="344546" y="109936"/>
                </a:lnTo>
                <a:cubicBezTo>
                  <a:pt x="347423" y="109555"/>
                  <a:pt x="349486" y="108361"/>
                  <a:pt x="350734" y="106352"/>
                </a:cubicBezTo>
                <a:cubicBezTo>
                  <a:pt x="351603" y="104995"/>
                  <a:pt x="352037" y="101629"/>
                  <a:pt x="352037" y="96255"/>
                </a:cubicBezTo>
                <a:lnTo>
                  <a:pt x="352037" y="62378"/>
                </a:lnTo>
                <a:cubicBezTo>
                  <a:pt x="352037" y="56135"/>
                  <a:pt x="351793" y="52199"/>
                  <a:pt x="351305" y="50570"/>
                </a:cubicBezTo>
                <a:cubicBezTo>
                  <a:pt x="350816" y="48942"/>
                  <a:pt x="349988" y="47679"/>
                  <a:pt x="348821" y="46784"/>
                </a:cubicBezTo>
                <a:cubicBezTo>
                  <a:pt x="347654" y="45888"/>
                  <a:pt x="346364" y="45440"/>
                  <a:pt x="344953" y="45440"/>
                </a:cubicBezTo>
                <a:cubicBezTo>
                  <a:pt x="340284" y="45440"/>
                  <a:pt x="335941" y="48806"/>
                  <a:pt x="331923" y="55538"/>
                </a:cubicBezTo>
                <a:lnTo>
                  <a:pt x="331923" y="96255"/>
                </a:lnTo>
                <a:cubicBezTo>
                  <a:pt x="331923" y="101955"/>
                  <a:pt x="332453" y="105565"/>
                  <a:pt x="333511" y="107085"/>
                </a:cubicBezTo>
                <a:cubicBezTo>
                  <a:pt x="334570" y="108605"/>
                  <a:pt x="336538" y="109555"/>
                  <a:pt x="339415" y="109936"/>
                </a:cubicBezTo>
                <a:lnTo>
                  <a:pt x="339415" y="112867"/>
                </a:lnTo>
                <a:lnTo>
                  <a:pt x="300897" y="112867"/>
                </a:lnTo>
                <a:lnTo>
                  <a:pt x="300897" y="109936"/>
                </a:lnTo>
                <a:cubicBezTo>
                  <a:pt x="304100" y="109610"/>
                  <a:pt x="306380" y="108578"/>
                  <a:pt x="307737" y="106841"/>
                </a:cubicBezTo>
                <a:cubicBezTo>
                  <a:pt x="308660" y="105647"/>
                  <a:pt x="309122" y="102118"/>
                  <a:pt x="309122" y="96255"/>
                </a:cubicBezTo>
                <a:lnTo>
                  <a:pt x="309122" y="53258"/>
                </a:lnTo>
                <a:cubicBezTo>
                  <a:pt x="309122" y="47433"/>
                  <a:pt x="308593" y="43807"/>
                  <a:pt x="307534" y="42379"/>
                </a:cubicBezTo>
                <a:cubicBezTo>
                  <a:pt x="306475" y="40950"/>
                  <a:pt x="304263" y="40016"/>
                  <a:pt x="300897" y="39577"/>
                </a:cubicBezTo>
                <a:lnTo>
                  <a:pt x="300897" y="36645"/>
                </a:lnTo>
                <a:lnTo>
                  <a:pt x="331923" y="36645"/>
                </a:lnTo>
                <a:close/>
                <a:moveTo>
                  <a:pt x="458065" y="71987"/>
                </a:moveTo>
                <a:lnTo>
                  <a:pt x="416289" y="71987"/>
                </a:lnTo>
                <a:cubicBezTo>
                  <a:pt x="416778" y="82112"/>
                  <a:pt x="419465" y="90114"/>
                  <a:pt x="424351" y="95993"/>
                </a:cubicBezTo>
                <a:cubicBezTo>
                  <a:pt x="428097" y="100510"/>
                  <a:pt x="432603" y="102769"/>
                  <a:pt x="437869" y="102769"/>
                </a:cubicBezTo>
                <a:cubicBezTo>
                  <a:pt x="441126" y="102769"/>
                  <a:pt x="444085" y="101860"/>
                  <a:pt x="446745" y="100041"/>
                </a:cubicBezTo>
                <a:cubicBezTo>
                  <a:pt x="449406" y="98223"/>
                  <a:pt x="452256" y="94952"/>
                  <a:pt x="455296" y="90229"/>
                </a:cubicBezTo>
                <a:lnTo>
                  <a:pt x="458065" y="92020"/>
                </a:lnTo>
                <a:cubicBezTo>
                  <a:pt x="453939" y="100435"/>
                  <a:pt x="449378" y="106393"/>
                  <a:pt x="444384" y="109895"/>
                </a:cubicBezTo>
                <a:cubicBezTo>
                  <a:pt x="439389" y="113396"/>
                  <a:pt x="433607" y="115147"/>
                  <a:pt x="427038" y="115147"/>
                </a:cubicBezTo>
                <a:cubicBezTo>
                  <a:pt x="415746" y="115147"/>
                  <a:pt x="407196" y="110800"/>
                  <a:pt x="401387" y="102105"/>
                </a:cubicBezTo>
                <a:cubicBezTo>
                  <a:pt x="396718" y="95095"/>
                  <a:pt x="394384" y="86400"/>
                  <a:pt x="394384" y="76021"/>
                </a:cubicBezTo>
                <a:cubicBezTo>
                  <a:pt x="394384" y="63304"/>
                  <a:pt x="397817" y="53182"/>
                  <a:pt x="404685" y="45656"/>
                </a:cubicBezTo>
                <a:cubicBezTo>
                  <a:pt x="411552" y="38129"/>
                  <a:pt x="419601" y="34365"/>
                  <a:pt x="428830" y="34365"/>
                </a:cubicBezTo>
                <a:cubicBezTo>
                  <a:pt x="436539" y="34365"/>
                  <a:pt x="443230" y="37527"/>
                  <a:pt x="448903" y="43852"/>
                </a:cubicBezTo>
                <a:cubicBezTo>
                  <a:pt x="454577" y="50177"/>
                  <a:pt x="457630" y="59555"/>
                  <a:pt x="458065" y="71987"/>
                </a:cubicBezTo>
                <a:moveTo>
                  <a:pt x="438032" y="66613"/>
                </a:moveTo>
                <a:cubicBezTo>
                  <a:pt x="438032" y="57872"/>
                  <a:pt x="437557" y="51873"/>
                  <a:pt x="436607" y="48616"/>
                </a:cubicBezTo>
                <a:cubicBezTo>
                  <a:pt x="435657" y="45359"/>
                  <a:pt x="434177" y="42888"/>
                  <a:pt x="432169" y="41205"/>
                </a:cubicBezTo>
                <a:cubicBezTo>
                  <a:pt x="431029" y="40228"/>
                  <a:pt x="429509" y="39740"/>
                  <a:pt x="427608" y="39740"/>
                </a:cubicBezTo>
                <a:cubicBezTo>
                  <a:pt x="424785" y="39740"/>
                  <a:pt x="422478" y="41124"/>
                  <a:pt x="420687" y="43893"/>
                </a:cubicBezTo>
                <a:cubicBezTo>
                  <a:pt x="417484" y="48724"/>
                  <a:pt x="415882" y="55348"/>
                  <a:pt x="415882" y="63763"/>
                </a:cubicBezTo>
                <a:lnTo>
                  <a:pt x="415882" y="66613"/>
                </a:lnTo>
                <a:lnTo>
                  <a:pt x="438032" y="66613"/>
                </a:lnTo>
                <a:close/>
                <a:moveTo>
                  <a:pt x="541616" y="2443"/>
                </a:moveTo>
                <a:lnTo>
                  <a:pt x="541616" y="90066"/>
                </a:lnTo>
                <a:cubicBezTo>
                  <a:pt x="541616" y="95924"/>
                  <a:pt x="541779" y="99390"/>
                  <a:pt x="542104" y="100464"/>
                </a:cubicBezTo>
                <a:cubicBezTo>
                  <a:pt x="542539" y="102238"/>
                  <a:pt x="543367" y="103556"/>
                  <a:pt x="544588" y="104416"/>
                </a:cubicBezTo>
                <a:cubicBezTo>
                  <a:pt x="545810" y="105274"/>
                  <a:pt x="547940" y="105811"/>
                  <a:pt x="550981" y="106027"/>
                </a:cubicBezTo>
                <a:lnTo>
                  <a:pt x="550981" y="108958"/>
                </a:lnTo>
                <a:lnTo>
                  <a:pt x="518814" y="115147"/>
                </a:lnTo>
                <a:lnTo>
                  <a:pt x="518814" y="103095"/>
                </a:lnTo>
                <a:cubicBezTo>
                  <a:pt x="514960" y="107764"/>
                  <a:pt x="511526" y="110940"/>
                  <a:pt x="508513" y="112623"/>
                </a:cubicBezTo>
                <a:cubicBezTo>
                  <a:pt x="505500" y="114306"/>
                  <a:pt x="502093" y="115147"/>
                  <a:pt x="498293" y="115147"/>
                </a:cubicBezTo>
                <a:cubicBezTo>
                  <a:pt x="488575" y="115147"/>
                  <a:pt x="480893" y="110800"/>
                  <a:pt x="475247" y="102105"/>
                </a:cubicBezTo>
                <a:cubicBezTo>
                  <a:pt x="470687" y="95041"/>
                  <a:pt x="468407" y="86373"/>
                  <a:pt x="468407" y="76102"/>
                </a:cubicBezTo>
                <a:cubicBezTo>
                  <a:pt x="468407" y="67896"/>
                  <a:pt x="469818" y="60546"/>
                  <a:pt x="472641" y="54052"/>
                </a:cubicBezTo>
                <a:cubicBezTo>
                  <a:pt x="475464" y="47557"/>
                  <a:pt x="479332" y="42653"/>
                  <a:pt x="484246" y="39338"/>
                </a:cubicBezTo>
                <a:cubicBezTo>
                  <a:pt x="489159" y="36023"/>
                  <a:pt x="494438" y="34365"/>
                  <a:pt x="500085" y="34365"/>
                </a:cubicBezTo>
                <a:cubicBezTo>
                  <a:pt x="503722" y="34365"/>
                  <a:pt x="506952" y="35077"/>
                  <a:pt x="509775" y="36500"/>
                </a:cubicBezTo>
                <a:cubicBezTo>
                  <a:pt x="512598" y="37924"/>
                  <a:pt x="515611" y="40415"/>
                  <a:pt x="518814" y="43974"/>
                </a:cubicBezTo>
                <a:lnTo>
                  <a:pt x="518814" y="21010"/>
                </a:lnTo>
                <a:cubicBezTo>
                  <a:pt x="518814" y="15201"/>
                  <a:pt x="518570" y="11699"/>
                  <a:pt x="518081" y="10505"/>
                </a:cubicBezTo>
                <a:cubicBezTo>
                  <a:pt x="517430" y="8931"/>
                  <a:pt x="516453" y="7763"/>
                  <a:pt x="515150" y="7003"/>
                </a:cubicBezTo>
                <a:cubicBezTo>
                  <a:pt x="513847" y="6243"/>
                  <a:pt x="511404" y="5863"/>
                  <a:pt x="507821" y="5863"/>
                </a:cubicBezTo>
                <a:lnTo>
                  <a:pt x="507821" y="2443"/>
                </a:lnTo>
                <a:lnTo>
                  <a:pt x="541616" y="2443"/>
                </a:lnTo>
                <a:moveTo>
                  <a:pt x="518814" y="53909"/>
                </a:moveTo>
                <a:cubicBezTo>
                  <a:pt x="514797" y="46309"/>
                  <a:pt x="509884" y="42508"/>
                  <a:pt x="504075" y="42508"/>
                </a:cubicBezTo>
                <a:cubicBezTo>
                  <a:pt x="502066" y="42508"/>
                  <a:pt x="500410" y="43051"/>
                  <a:pt x="499107" y="44137"/>
                </a:cubicBezTo>
                <a:cubicBezTo>
                  <a:pt x="497099" y="45820"/>
                  <a:pt x="495456" y="48779"/>
                  <a:pt x="494181" y="53013"/>
                </a:cubicBezTo>
                <a:cubicBezTo>
                  <a:pt x="492905" y="57248"/>
                  <a:pt x="492267" y="63735"/>
                  <a:pt x="492267" y="72476"/>
                </a:cubicBezTo>
                <a:cubicBezTo>
                  <a:pt x="492267" y="82085"/>
                  <a:pt x="492973" y="89197"/>
                  <a:pt x="494384" y="93812"/>
                </a:cubicBezTo>
                <a:cubicBezTo>
                  <a:pt x="495796" y="98426"/>
                  <a:pt x="497723" y="101765"/>
                  <a:pt x="500166" y="103828"/>
                </a:cubicBezTo>
                <a:cubicBezTo>
                  <a:pt x="501415" y="104859"/>
                  <a:pt x="503125" y="105375"/>
                  <a:pt x="505296" y="105375"/>
                </a:cubicBezTo>
                <a:cubicBezTo>
                  <a:pt x="510074" y="105375"/>
                  <a:pt x="514580" y="101617"/>
                  <a:pt x="518814" y="94102"/>
                </a:cubicBezTo>
                <a:lnTo>
                  <a:pt x="518814" y="539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Symbols">
            <a:extLst xmlns:a="http://schemas.openxmlformats.org/drawingml/2006/main">
              <a:ext uri="{FF2B5EF4-FFF2-40B4-BE49-F238E27FC236}">
                <a16:creationId xmlns:a16="http://schemas.microsoft.com/office/drawing/2014/main" id="{B4F6BC6C-67AA-41F1-8971-9B83BAF6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374" y="936891"/>
            <a:ext cx="587869" cy="148861"/>
          </a:xfrm>
          <a:custGeom xmlns:a="http://schemas.openxmlformats.org/drawingml/2006/main">
            <a:pathLst>
              <a:path w="587869" h="148861">
                <a:moveTo>
                  <a:pt x="69707" y="0"/>
                </a:moveTo>
                <a:lnTo>
                  <a:pt x="70603" y="36808"/>
                </a:lnTo>
                <a:lnTo>
                  <a:pt x="67264" y="36808"/>
                </a:lnTo>
                <a:cubicBezTo>
                  <a:pt x="65690" y="27603"/>
                  <a:pt x="61822" y="20198"/>
                  <a:pt x="55660" y="14594"/>
                </a:cubicBezTo>
                <a:cubicBezTo>
                  <a:pt x="49498" y="8991"/>
                  <a:pt x="42834" y="6189"/>
                  <a:pt x="35668" y="6189"/>
                </a:cubicBezTo>
                <a:cubicBezTo>
                  <a:pt x="30130" y="6189"/>
                  <a:pt x="25747" y="7664"/>
                  <a:pt x="22516" y="10614"/>
                </a:cubicBezTo>
                <a:cubicBezTo>
                  <a:pt x="19286" y="13563"/>
                  <a:pt x="17671" y="16959"/>
                  <a:pt x="17671" y="20801"/>
                </a:cubicBezTo>
                <a:cubicBezTo>
                  <a:pt x="17671" y="23236"/>
                  <a:pt x="18241" y="25401"/>
                  <a:pt x="19381" y="27296"/>
                </a:cubicBezTo>
                <a:cubicBezTo>
                  <a:pt x="20956" y="29839"/>
                  <a:pt x="23480" y="32355"/>
                  <a:pt x="26955" y="34843"/>
                </a:cubicBezTo>
                <a:cubicBezTo>
                  <a:pt x="29506" y="36630"/>
                  <a:pt x="35397" y="39796"/>
                  <a:pt x="44626" y="44343"/>
                </a:cubicBezTo>
                <a:cubicBezTo>
                  <a:pt x="57546" y="50675"/>
                  <a:pt x="66260" y="56656"/>
                  <a:pt x="70766" y="62287"/>
                </a:cubicBezTo>
                <a:cubicBezTo>
                  <a:pt x="75218" y="67916"/>
                  <a:pt x="77443" y="74357"/>
                  <a:pt x="77443" y="81612"/>
                </a:cubicBezTo>
                <a:cubicBezTo>
                  <a:pt x="77443" y="90814"/>
                  <a:pt x="73847" y="98731"/>
                  <a:pt x="66653" y="105362"/>
                </a:cubicBezTo>
                <a:cubicBezTo>
                  <a:pt x="59460" y="111994"/>
                  <a:pt x="50326" y="115310"/>
                  <a:pt x="39251" y="115310"/>
                </a:cubicBezTo>
                <a:cubicBezTo>
                  <a:pt x="35777" y="115310"/>
                  <a:pt x="32492" y="114957"/>
                  <a:pt x="29398" y="114251"/>
                </a:cubicBezTo>
                <a:cubicBezTo>
                  <a:pt x="26303" y="113546"/>
                  <a:pt x="22421" y="112216"/>
                  <a:pt x="17753" y="110261"/>
                </a:cubicBezTo>
                <a:cubicBezTo>
                  <a:pt x="15147" y="109175"/>
                  <a:pt x="13002" y="108633"/>
                  <a:pt x="11319" y="108633"/>
                </a:cubicBezTo>
                <a:cubicBezTo>
                  <a:pt x="9908" y="108633"/>
                  <a:pt x="8415" y="109182"/>
                  <a:pt x="6840" y="110282"/>
                </a:cubicBezTo>
                <a:cubicBezTo>
                  <a:pt x="5266" y="111381"/>
                  <a:pt x="3990" y="113057"/>
                  <a:pt x="3013" y="115310"/>
                </a:cubicBezTo>
                <a:lnTo>
                  <a:pt x="0" y="115310"/>
                </a:lnTo>
                <a:lnTo>
                  <a:pt x="0" y="73616"/>
                </a:lnTo>
                <a:lnTo>
                  <a:pt x="3013" y="73616"/>
                </a:lnTo>
                <a:cubicBezTo>
                  <a:pt x="5402" y="85315"/>
                  <a:pt x="10003" y="94239"/>
                  <a:pt x="16816" y="100387"/>
                </a:cubicBezTo>
                <a:cubicBezTo>
                  <a:pt x="23629" y="106536"/>
                  <a:pt x="30972" y="109610"/>
                  <a:pt x="38844" y="109610"/>
                </a:cubicBezTo>
                <a:cubicBezTo>
                  <a:pt x="44924" y="109610"/>
                  <a:pt x="49770" y="107959"/>
                  <a:pt x="53380" y="104658"/>
                </a:cubicBezTo>
                <a:cubicBezTo>
                  <a:pt x="56990" y="101356"/>
                  <a:pt x="58795" y="97513"/>
                  <a:pt x="58795" y="93130"/>
                </a:cubicBezTo>
                <a:cubicBezTo>
                  <a:pt x="58795" y="90532"/>
                  <a:pt x="58103" y="88016"/>
                  <a:pt x="56719" y="85582"/>
                </a:cubicBezTo>
                <a:cubicBezTo>
                  <a:pt x="55334" y="83146"/>
                  <a:pt x="53231" y="80831"/>
                  <a:pt x="50407" y="78640"/>
                </a:cubicBezTo>
                <a:cubicBezTo>
                  <a:pt x="47584" y="76448"/>
                  <a:pt x="42590" y="73593"/>
                  <a:pt x="35424" y="70076"/>
                </a:cubicBezTo>
                <a:cubicBezTo>
                  <a:pt x="25380" y="65151"/>
                  <a:pt x="18160" y="60954"/>
                  <a:pt x="13762" y="57485"/>
                </a:cubicBezTo>
                <a:cubicBezTo>
                  <a:pt x="9365" y="54015"/>
                  <a:pt x="5985" y="50139"/>
                  <a:pt x="3624" y="45857"/>
                </a:cubicBezTo>
                <a:cubicBezTo>
                  <a:pt x="1262" y="41575"/>
                  <a:pt x="81" y="36860"/>
                  <a:pt x="81" y="31711"/>
                </a:cubicBezTo>
                <a:cubicBezTo>
                  <a:pt x="81" y="22930"/>
                  <a:pt x="3312" y="15450"/>
                  <a:pt x="9772" y="9271"/>
                </a:cubicBezTo>
                <a:cubicBezTo>
                  <a:pt x="16232" y="3090"/>
                  <a:pt x="24376" y="0"/>
                  <a:pt x="34202" y="0"/>
                </a:cubicBezTo>
                <a:cubicBezTo>
                  <a:pt x="37785" y="0"/>
                  <a:pt x="41260" y="439"/>
                  <a:pt x="44626" y="1318"/>
                </a:cubicBezTo>
                <a:cubicBezTo>
                  <a:pt x="47177" y="1976"/>
                  <a:pt x="50285" y="3197"/>
                  <a:pt x="53950" y="4980"/>
                </a:cubicBezTo>
                <a:cubicBezTo>
                  <a:pt x="57614" y="6763"/>
                  <a:pt x="60180" y="7655"/>
                  <a:pt x="61645" y="7655"/>
                </a:cubicBezTo>
                <a:cubicBezTo>
                  <a:pt x="63057" y="7655"/>
                  <a:pt x="64170" y="7216"/>
                  <a:pt x="64984" y="6339"/>
                </a:cubicBezTo>
                <a:cubicBezTo>
                  <a:pt x="65798" y="5460"/>
                  <a:pt x="66558" y="3347"/>
                  <a:pt x="67264" y="0"/>
                </a:cubicBezTo>
                <a:lnTo>
                  <a:pt x="69707" y="0"/>
                </a:lnTo>
                <a:close/>
                <a:moveTo>
                  <a:pt x="124675" y="116035"/>
                </a:moveTo>
                <a:lnTo>
                  <a:pt x="100082" y="59470"/>
                </a:lnTo>
                <a:cubicBezTo>
                  <a:pt x="96391" y="50902"/>
                  <a:pt x="93663" y="45636"/>
                  <a:pt x="91898" y="43671"/>
                </a:cubicBezTo>
                <a:cubicBezTo>
                  <a:pt x="90134" y="41705"/>
                  <a:pt x="88003" y="40340"/>
                  <a:pt x="85506" y="39577"/>
                </a:cubicBezTo>
                <a:lnTo>
                  <a:pt x="85506" y="36645"/>
                </a:lnTo>
                <a:lnTo>
                  <a:pt x="125978" y="36645"/>
                </a:lnTo>
                <a:lnTo>
                  <a:pt x="125978" y="39577"/>
                </a:lnTo>
                <a:cubicBezTo>
                  <a:pt x="123318" y="39685"/>
                  <a:pt x="121445" y="40204"/>
                  <a:pt x="120359" y="41132"/>
                </a:cubicBezTo>
                <a:cubicBezTo>
                  <a:pt x="119274" y="42058"/>
                  <a:pt x="118731" y="43176"/>
                  <a:pt x="118731" y="44486"/>
                </a:cubicBezTo>
                <a:cubicBezTo>
                  <a:pt x="118731" y="46557"/>
                  <a:pt x="120088" y="50648"/>
                  <a:pt x="122802" y="56757"/>
                </a:cubicBezTo>
                <a:lnTo>
                  <a:pt x="135832" y="86701"/>
                </a:lnTo>
                <a:lnTo>
                  <a:pt x="144708" y="63562"/>
                </a:lnTo>
                <a:cubicBezTo>
                  <a:pt x="147911" y="55321"/>
                  <a:pt x="149513" y="49591"/>
                  <a:pt x="149513" y="46371"/>
                </a:cubicBezTo>
                <a:cubicBezTo>
                  <a:pt x="149513" y="44353"/>
                  <a:pt x="148848" y="42743"/>
                  <a:pt x="147517" y="41541"/>
                </a:cubicBezTo>
                <a:cubicBezTo>
                  <a:pt x="146187" y="40340"/>
                  <a:pt x="143839" y="39685"/>
                  <a:pt x="140473" y="39577"/>
                </a:cubicBezTo>
                <a:lnTo>
                  <a:pt x="140473" y="36645"/>
                </a:lnTo>
                <a:lnTo>
                  <a:pt x="165962" y="36645"/>
                </a:lnTo>
                <a:lnTo>
                  <a:pt x="165962" y="39577"/>
                </a:lnTo>
                <a:cubicBezTo>
                  <a:pt x="163465" y="39850"/>
                  <a:pt x="161429" y="40819"/>
                  <a:pt x="159855" y="42483"/>
                </a:cubicBezTo>
                <a:cubicBezTo>
                  <a:pt x="158280" y="44147"/>
                  <a:pt x="155647" y="49809"/>
                  <a:pt x="151956" y="59470"/>
                </a:cubicBezTo>
                <a:lnTo>
                  <a:pt x="130213" y="115962"/>
                </a:lnTo>
                <a:cubicBezTo>
                  <a:pt x="124730" y="130077"/>
                  <a:pt x="120658" y="138763"/>
                  <a:pt x="117998" y="142020"/>
                </a:cubicBezTo>
                <a:cubicBezTo>
                  <a:pt x="114252" y="146581"/>
                  <a:pt x="109556" y="148861"/>
                  <a:pt x="103910" y="148861"/>
                </a:cubicBezTo>
                <a:cubicBezTo>
                  <a:pt x="99404" y="148861"/>
                  <a:pt x="95753" y="147571"/>
                  <a:pt x="92957" y="144993"/>
                </a:cubicBezTo>
                <a:cubicBezTo>
                  <a:pt x="90161" y="142414"/>
                  <a:pt x="88763" y="139306"/>
                  <a:pt x="88763" y="135669"/>
                </a:cubicBezTo>
                <a:cubicBezTo>
                  <a:pt x="88763" y="132520"/>
                  <a:pt x="89727" y="129914"/>
                  <a:pt x="91654" y="127851"/>
                </a:cubicBezTo>
                <a:cubicBezTo>
                  <a:pt x="93581" y="125788"/>
                  <a:pt x="95956" y="124756"/>
                  <a:pt x="98779" y="124756"/>
                </a:cubicBezTo>
                <a:cubicBezTo>
                  <a:pt x="101494" y="124756"/>
                  <a:pt x="103679" y="125620"/>
                  <a:pt x="105335" y="127347"/>
                </a:cubicBezTo>
                <a:cubicBezTo>
                  <a:pt x="106991" y="129076"/>
                  <a:pt x="107846" y="131750"/>
                  <a:pt x="107900" y="135368"/>
                </a:cubicBezTo>
                <a:cubicBezTo>
                  <a:pt x="107954" y="137421"/>
                  <a:pt x="108199" y="138744"/>
                  <a:pt x="108633" y="139338"/>
                </a:cubicBezTo>
                <a:cubicBezTo>
                  <a:pt x="109067" y="139932"/>
                  <a:pt x="109692" y="140229"/>
                  <a:pt x="110506" y="140229"/>
                </a:cubicBezTo>
                <a:cubicBezTo>
                  <a:pt x="111809" y="140229"/>
                  <a:pt x="113193" y="139445"/>
                  <a:pt x="114659" y="137877"/>
                </a:cubicBezTo>
                <a:cubicBezTo>
                  <a:pt x="116831" y="135607"/>
                  <a:pt x="119382" y="130419"/>
                  <a:pt x="122314" y="122313"/>
                </a:cubicBezTo>
                <a:lnTo>
                  <a:pt x="124675" y="116035"/>
                </a:lnTo>
                <a:close/>
                <a:moveTo>
                  <a:pt x="204724" y="36645"/>
                </a:moveTo>
                <a:lnTo>
                  <a:pt x="204724" y="46743"/>
                </a:lnTo>
                <a:cubicBezTo>
                  <a:pt x="208904" y="42152"/>
                  <a:pt x="212772" y="38941"/>
                  <a:pt x="216328" y="37111"/>
                </a:cubicBezTo>
                <a:cubicBezTo>
                  <a:pt x="219884" y="35280"/>
                  <a:pt x="223779" y="34365"/>
                  <a:pt x="228014" y="34365"/>
                </a:cubicBezTo>
                <a:cubicBezTo>
                  <a:pt x="232900" y="34365"/>
                  <a:pt x="236999" y="35512"/>
                  <a:pt x="240310" y="37806"/>
                </a:cubicBezTo>
                <a:cubicBezTo>
                  <a:pt x="243622" y="40099"/>
                  <a:pt x="246174" y="43594"/>
                  <a:pt x="247965" y="48290"/>
                </a:cubicBezTo>
                <a:cubicBezTo>
                  <a:pt x="252308" y="43375"/>
                  <a:pt x="256475" y="39826"/>
                  <a:pt x="260465" y="37643"/>
                </a:cubicBezTo>
                <a:cubicBezTo>
                  <a:pt x="264455" y="35458"/>
                  <a:pt x="268622" y="34365"/>
                  <a:pt x="272965" y="34365"/>
                </a:cubicBezTo>
                <a:cubicBezTo>
                  <a:pt x="278231" y="34365"/>
                  <a:pt x="282425" y="35575"/>
                  <a:pt x="285547" y="37994"/>
                </a:cubicBezTo>
                <a:cubicBezTo>
                  <a:pt x="288668" y="40413"/>
                  <a:pt x="290840" y="43485"/>
                  <a:pt x="292061" y="47209"/>
                </a:cubicBezTo>
                <a:cubicBezTo>
                  <a:pt x="293283" y="50933"/>
                  <a:pt x="293894" y="56871"/>
                  <a:pt x="293894" y="65025"/>
                </a:cubicBezTo>
                <a:lnTo>
                  <a:pt x="293894" y="96255"/>
                </a:lnTo>
                <a:cubicBezTo>
                  <a:pt x="293894" y="102118"/>
                  <a:pt x="294423" y="105755"/>
                  <a:pt x="295482" y="107167"/>
                </a:cubicBezTo>
                <a:cubicBezTo>
                  <a:pt x="296540" y="108578"/>
                  <a:pt x="298753" y="109501"/>
                  <a:pt x="302119" y="109936"/>
                </a:cubicBezTo>
                <a:lnTo>
                  <a:pt x="302119" y="112867"/>
                </a:lnTo>
                <a:lnTo>
                  <a:pt x="262786" y="112867"/>
                </a:lnTo>
                <a:lnTo>
                  <a:pt x="262786" y="109936"/>
                </a:lnTo>
                <a:cubicBezTo>
                  <a:pt x="265881" y="109664"/>
                  <a:pt x="268161" y="108470"/>
                  <a:pt x="269626" y="106352"/>
                </a:cubicBezTo>
                <a:cubicBezTo>
                  <a:pt x="270604" y="104887"/>
                  <a:pt x="271092" y="101521"/>
                  <a:pt x="271092" y="96255"/>
                </a:cubicBezTo>
                <a:lnTo>
                  <a:pt x="271092" y="63518"/>
                </a:lnTo>
                <a:cubicBezTo>
                  <a:pt x="271092" y="56732"/>
                  <a:pt x="270821" y="52416"/>
                  <a:pt x="270278" y="50570"/>
                </a:cubicBezTo>
                <a:cubicBezTo>
                  <a:pt x="269735" y="48724"/>
                  <a:pt x="268880" y="47354"/>
                  <a:pt x="267713" y="46458"/>
                </a:cubicBezTo>
                <a:cubicBezTo>
                  <a:pt x="266546" y="45562"/>
                  <a:pt x="265175" y="45114"/>
                  <a:pt x="263600" y="45114"/>
                </a:cubicBezTo>
                <a:cubicBezTo>
                  <a:pt x="261266" y="45114"/>
                  <a:pt x="258904" y="45969"/>
                  <a:pt x="256516" y="47679"/>
                </a:cubicBezTo>
                <a:cubicBezTo>
                  <a:pt x="254127" y="49390"/>
                  <a:pt x="251711" y="51955"/>
                  <a:pt x="249268" y="55375"/>
                </a:cubicBezTo>
                <a:lnTo>
                  <a:pt x="249268" y="96255"/>
                </a:lnTo>
                <a:cubicBezTo>
                  <a:pt x="249268" y="101738"/>
                  <a:pt x="249730" y="105185"/>
                  <a:pt x="250652" y="106597"/>
                </a:cubicBezTo>
                <a:cubicBezTo>
                  <a:pt x="251901" y="108605"/>
                  <a:pt x="254290" y="109718"/>
                  <a:pt x="257819" y="109936"/>
                </a:cubicBezTo>
                <a:lnTo>
                  <a:pt x="257819" y="112867"/>
                </a:lnTo>
                <a:lnTo>
                  <a:pt x="218405" y="112867"/>
                </a:lnTo>
                <a:lnTo>
                  <a:pt x="218405" y="109936"/>
                </a:lnTo>
                <a:cubicBezTo>
                  <a:pt x="220522" y="109827"/>
                  <a:pt x="222191" y="109298"/>
                  <a:pt x="223413" y="108348"/>
                </a:cubicBezTo>
                <a:cubicBezTo>
                  <a:pt x="224634" y="107397"/>
                  <a:pt x="225449" y="106257"/>
                  <a:pt x="225856" y="104927"/>
                </a:cubicBezTo>
                <a:cubicBezTo>
                  <a:pt x="226263" y="103597"/>
                  <a:pt x="226467" y="100706"/>
                  <a:pt x="226467" y="96255"/>
                </a:cubicBezTo>
                <a:lnTo>
                  <a:pt x="226467" y="63467"/>
                </a:lnTo>
                <a:cubicBezTo>
                  <a:pt x="226467" y="56561"/>
                  <a:pt x="226195" y="52238"/>
                  <a:pt x="225652" y="50499"/>
                </a:cubicBezTo>
                <a:cubicBezTo>
                  <a:pt x="225109" y="48758"/>
                  <a:pt x="224200" y="47399"/>
                  <a:pt x="222924" y="46420"/>
                </a:cubicBezTo>
                <a:cubicBezTo>
                  <a:pt x="221648" y="45441"/>
                  <a:pt x="220278" y="44951"/>
                  <a:pt x="218812" y="44951"/>
                </a:cubicBezTo>
                <a:cubicBezTo>
                  <a:pt x="216640" y="44951"/>
                  <a:pt x="214659" y="45526"/>
                  <a:pt x="212867" y="46674"/>
                </a:cubicBezTo>
                <a:cubicBezTo>
                  <a:pt x="210316" y="48371"/>
                  <a:pt x="207601" y="51271"/>
                  <a:pt x="204724" y="55375"/>
                </a:cubicBezTo>
                <a:lnTo>
                  <a:pt x="204724" y="96255"/>
                </a:lnTo>
                <a:cubicBezTo>
                  <a:pt x="204724" y="101629"/>
                  <a:pt x="205253" y="105172"/>
                  <a:pt x="206312" y="106882"/>
                </a:cubicBezTo>
                <a:cubicBezTo>
                  <a:pt x="207370" y="108592"/>
                  <a:pt x="209583" y="109610"/>
                  <a:pt x="212949" y="109936"/>
                </a:cubicBezTo>
                <a:lnTo>
                  <a:pt x="212949" y="112867"/>
                </a:lnTo>
                <a:lnTo>
                  <a:pt x="173698" y="112867"/>
                </a:lnTo>
                <a:lnTo>
                  <a:pt x="173698" y="109936"/>
                </a:lnTo>
                <a:cubicBezTo>
                  <a:pt x="176901" y="109610"/>
                  <a:pt x="179181" y="108578"/>
                  <a:pt x="180538" y="106841"/>
                </a:cubicBezTo>
                <a:cubicBezTo>
                  <a:pt x="181461" y="105647"/>
                  <a:pt x="181922" y="102118"/>
                  <a:pt x="181922" y="96255"/>
                </a:cubicBezTo>
                <a:lnTo>
                  <a:pt x="181922" y="53258"/>
                </a:lnTo>
                <a:cubicBezTo>
                  <a:pt x="181922" y="47433"/>
                  <a:pt x="181393" y="43807"/>
                  <a:pt x="180334" y="42379"/>
                </a:cubicBezTo>
                <a:cubicBezTo>
                  <a:pt x="179276" y="40950"/>
                  <a:pt x="177064" y="40016"/>
                  <a:pt x="173698" y="39577"/>
                </a:cubicBezTo>
                <a:lnTo>
                  <a:pt x="173698" y="36645"/>
                </a:lnTo>
                <a:lnTo>
                  <a:pt x="204724" y="36645"/>
                </a:lnTo>
                <a:close/>
                <a:moveTo>
                  <a:pt x="341533" y="2443"/>
                </a:moveTo>
                <a:lnTo>
                  <a:pt x="341533" y="44300"/>
                </a:lnTo>
                <a:cubicBezTo>
                  <a:pt x="347939" y="37677"/>
                  <a:pt x="354942" y="34365"/>
                  <a:pt x="362543" y="34365"/>
                </a:cubicBezTo>
                <a:cubicBezTo>
                  <a:pt x="367755" y="34365"/>
                  <a:pt x="372668" y="35900"/>
                  <a:pt x="377282" y="38971"/>
                </a:cubicBezTo>
                <a:cubicBezTo>
                  <a:pt x="381897" y="42042"/>
                  <a:pt x="385507" y="46403"/>
                  <a:pt x="388113" y="52054"/>
                </a:cubicBezTo>
                <a:cubicBezTo>
                  <a:pt x="390719" y="57705"/>
                  <a:pt x="392022" y="64227"/>
                  <a:pt x="392022" y="71618"/>
                </a:cubicBezTo>
                <a:cubicBezTo>
                  <a:pt x="392022" y="79933"/>
                  <a:pt x="390366" y="87487"/>
                  <a:pt x="387054" y="94280"/>
                </a:cubicBezTo>
                <a:cubicBezTo>
                  <a:pt x="383743" y="101073"/>
                  <a:pt x="379318" y="106249"/>
                  <a:pt x="373781" y="109808"/>
                </a:cubicBezTo>
                <a:cubicBezTo>
                  <a:pt x="368243" y="113368"/>
                  <a:pt x="361919" y="115147"/>
                  <a:pt x="354807" y="115147"/>
                </a:cubicBezTo>
                <a:cubicBezTo>
                  <a:pt x="350681" y="115147"/>
                  <a:pt x="347016" y="114496"/>
                  <a:pt x="343813" y="113193"/>
                </a:cubicBezTo>
                <a:cubicBezTo>
                  <a:pt x="340610" y="111890"/>
                  <a:pt x="337461" y="109773"/>
                  <a:pt x="334367" y="106841"/>
                </a:cubicBezTo>
                <a:lnTo>
                  <a:pt x="321745" y="115147"/>
                </a:lnTo>
                <a:lnTo>
                  <a:pt x="318976" y="115147"/>
                </a:lnTo>
                <a:lnTo>
                  <a:pt x="318976" y="18241"/>
                </a:lnTo>
                <a:cubicBezTo>
                  <a:pt x="318976" y="13815"/>
                  <a:pt x="318786" y="11083"/>
                  <a:pt x="318406" y="10047"/>
                </a:cubicBezTo>
                <a:cubicBezTo>
                  <a:pt x="317863" y="8517"/>
                  <a:pt x="317008" y="7382"/>
                  <a:pt x="315841" y="6644"/>
                </a:cubicBezTo>
                <a:cubicBezTo>
                  <a:pt x="314673" y="5906"/>
                  <a:pt x="312706" y="5483"/>
                  <a:pt x="309937" y="5375"/>
                </a:cubicBezTo>
                <a:lnTo>
                  <a:pt x="309937" y="2443"/>
                </a:lnTo>
                <a:lnTo>
                  <a:pt x="341533" y="2443"/>
                </a:lnTo>
                <a:moveTo>
                  <a:pt x="341533" y="51558"/>
                </a:moveTo>
                <a:lnTo>
                  <a:pt x="341533" y="85475"/>
                </a:lnTo>
                <a:cubicBezTo>
                  <a:pt x="341533" y="92378"/>
                  <a:pt x="341696" y="96781"/>
                  <a:pt x="342022" y="98685"/>
                </a:cubicBezTo>
                <a:cubicBezTo>
                  <a:pt x="342565" y="101891"/>
                  <a:pt x="343867" y="104487"/>
                  <a:pt x="345930" y="106472"/>
                </a:cubicBezTo>
                <a:cubicBezTo>
                  <a:pt x="347993" y="108455"/>
                  <a:pt x="350626" y="109447"/>
                  <a:pt x="353830" y="109447"/>
                </a:cubicBezTo>
                <a:cubicBezTo>
                  <a:pt x="356598" y="109447"/>
                  <a:pt x="358973" y="108659"/>
                  <a:pt x="360955" y="107083"/>
                </a:cubicBezTo>
                <a:cubicBezTo>
                  <a:pt x="362937" y="105507"/>
                  <a:pt x="364592" y="102382"/>
                  <a:pt x="365922" y="97708"/>
                </a:cubicBezTo>
                <a:cubicBezTo>
                  <a:pt x="367253" y="93032"/>
                  <a:pt x="367918" y="84606"/>
                  <a:pt x="367918" y="72430"/>
                </a:cubicBezTo>
                <a:cubicBezTo>
                  <a:pt x="367918" y="60743"/>
                  <a:pt x="366452" y="52725"/>
                  <a:pt x="363520" y="48377"/>
                </a:cubicBezTo>
                <a:cubicBezTo>
                  <a:pt x="361403" y="45225"/>
                  <a:pt x="358553" y="43648"/>
                  <a:pt x="354970" y="43648"/>
                </a:cubicBezTo>
                <a:cubicBezTo>
                  <a:pt x="350301" y="43648"/>
                  <a:pt x="345822" y="46285"/>
                  <a:pt x="341533" y="51558"/>
                </a:cubicBezTo>
                <a:close/>
                <a:moveTo>
                  <a:pt x="440719" y="34365"/>
                </a:moveTo>
                <a:cubicBezTo>
                  <a:pt x="447342" y="34365"/>
                  <a:pt x="453504" y="36077"/>
                  <a:pt x="459205" y="39500"/>
                </a:cubicBezTo>
                <a:cubicBezTo>
                  <a:pt x="464905" y="42924"/>
                  <a:pt x="469234" y="47788"/>
                  <a:pt x="472193" y="54092"/>
                </a:cubicBezTo>
                <a:cubicBezTo>
                  <a:pt x="475152" y="60397"/>
                  <a:pt x="476631" y="67298"/>
                  <a:pt x="476631" y="74797"/>
                </a:cubicBezTo>
                <a:cubicBezTo>
                  <a:pt x="476631" y="85611"/>
                  <a:pt x="473890" y="94659"/>
                  <a:pt x="468407" y="101942"/>
                </a:cubicBezTo>
                <a:cubicBezTo>
                  <a:pt x="461783" y="110746"/>
                  <a:pt x="452636" y="115147"/>
                  <a:pt x="440963" y="115147"/>
                </a:cubicBezTo>
                <a:cubicBezTo>
                  <a:pt x="429508" y="115147"/>
                  <a:pt x="420686" y="111126"/>
                  <a:pt x="414497" y="103082"/>
                </a:cubicBezTo>
                <a:cubicBezTo>
                  <a:pt x="408308" y="95039"/>
                  <a:pt x="405214" y="85719"/>
                  <a:pt x="405214" y="75123"/>
                </a:cubicBezTo>
                <a:cubicBezTo>
                  <a:pt x="405214" y="64200"/>
                  <a:pt x="408376" y="54677"/>
                  <a:pt x="414701" y="46552"/>
                </a:cubicBezTo>
                <a:cubicBezTo>
                  <a:pt x="421026" y="38427"/>
                  <a:pt x="429698" y="34365"/>
                  <a:pt x="440719" y="34365"/>
                </a:cubicBezTo>
                <a:moveTo>
                  <a:pt x="441045" y="40065"/>
                </a:moveTo>
                <a:cubicBezTo>
                  <a:pt x="438276" y="40065"/>
                  <a:pt x="435901" y="41112"/>
                  <a:pt x="433919" y="43206"/>
                </a:cubicBezTo>
                <a:cubicBezTo>
                  <a:pt x="431938" y="45297"/>
                  <a:pt x="430635" y="49428"/>
                  <a:pt x="430011" y="55596"/>
                </a:cubicBezTo>
                <a:cubicBezTo>
                  <a:pt x="429386" y="61765"/>
                  <a:pt x="429074" y="70339"/>
                  <a:pt x="429074" y="81319"/>
                </a:cubicBezTo>
                <a:cubicBezTo>
                  <a:pt x="429074" y="87135"/>
                  <a:pt x="429454" y="92571"/>
                  <a:pt x="430214" y="97626"/>
                </a:cubicBezTo>
                <a:cubicBezTo>
                  <a:pt x="430811" y="101484"/>
                  <a:pt x="432087" y="104419"/>
                  <a:pt x="434041" y="106431"/>
                </a:cubicBezTo>
                <a:cubicBezTo>
                  <a:pt x="435996" y="108442"/>
                  <a:pt x="438222" y="109447"/>
                  <a:pt x="440719" y="109447"/>
                </a:cubicBezTo>
                <a:cubicBezTo>
                  <a:pt x="443162" y="109447"/>
                  <a:pt x="445198" y="108767"/>
                  <a:pt x="446827" y="107409"/>
                </a:cubicBezTo>
                <a:cubicBezTo>
                  <a:pt x="448944" y="105561"/>
                  <a:pt x="450355" y="102979"/>
                  <a:pt x="451061" y="99662"/>
                </a:cubicBezTo>
                <a:cubicBezTo>
                  <a:pt x="452147" y="94500"/>
                  <a:pt x="452690" y="84064"/>
                  <a:pt x="452690" y="68356"/>
                </a:cubicBezTo>
                <a:cubicBezTo>
                  <a:pt x="452690" y="59117"/>
                  <a:pt x="452174" y="52772"/>
                  <a:pt x="451143" y="49321"/>
                </a:cubicBezTo>
                <a:cubicBezTo>
                  <a:pt x="450111" y="45868"/>
                  <a:pt x="448591" y="43354"/>
                  <a:pt x="446582" y="41778"/>
                </a:cubicBezTo>
                <a:cubicBezTo>
                  <a:pt x="445171" y="40636"/>
                  <a:pt x="443325" y="40065"/>
                  <a:pt x="441045" y="40065"/>
                </a:cubicBezTo>
                <a:close/>
                <a:moveTo>
                  <a:pt x="517999" y="2443"/>
                </a:moveTo>
                <a:lnTo>
                  <a:pt x="517999" y="97069"/>
                </a:lnTo>
                <a:cubicBezTo>
                  <a:pt x="517999" y="102444"/>
                  <a:pt x="518624" y="105877"/>
                  <a:pt x="519872" y="107370"/>
                </a:cubicBezTo>
                <a:cubicBezTo>
                  <a:pt x="521121" y="108863"/>
                  <a:pt x="523564" y="109718"/>
                  <a:pt x="527201" y="109936"/>
                </a:cubicBezTo>
                <a:lnTo>
                  <a:pt x="527201" y="112867"/>
                </a:lnTo>
                <a:lnTo>
                  <a:pt x="486077" y="112867"/>
                </a:lnTo>
                <a:lnTo>
                  <a:pt x="486077" y="109936"/>
                </a:lnTo>
                <a:cubicBezTo>
                  <a:pt x="489443" y="109827"/>
                  <a:pt x="491941" y="108850"/>
                  <a:pt x="493569" y="107004"/>
                </a:cubicBezTo>
                <a:cubicBezTo>
                  <a:pt x="494655" y="105755"/>
                  <a:pt x="495198" y="102444"/>
                  <a:pt x="495198" y="97069"/>
                </a:cubicBezTo>
                <a:lnTo>
                  <a:pt x="495198" y="18241"/>
                </a:lnTo>
                <a:cubicBezTo>
                  <a:pt x="495198" y="12887"/>
                  <a:pt x="494574" y="9459"/>
                  <a:pt x="493325" y="7958"/>
                </a:cubicBezTo>
                <a:cubicBezTo>
                  <a:pt x="492076" y="6454"/>
                  <a:pt x="489660" y="5593"/>
                  <a:pt x="486077" y="5375"/>
                </a:cubicBezTo>
                <a:lnTo>
                  <a:pt x="486077" y="2443"/>
                </a:lnTo>
                <a:lnTo>
                  <a:pt x="517999" y="2443"/>
                </a:lnTo>
                <a:close/>
                <a:moveTo>
                  <a:pt x="582657" y="34691"/>
                </a:moveTo>
                <a:lnTo>
                  <a:pt x="583878" y="60750"/>
                </a:lnTo>
                <a:lnTo>
                  <a:pt x="581110" y="60750"/>
                </a:lnTo>
                <a:cubicBezTo>
                  <a:pt x="577798" y="52978"/>
                  <a:pt x="574364" y="47669"/>
                  <a:pt x="570808" y="44824"/>
                </a:cubicBezTo>
                <a:cubicBezTo>
                  <a:pt x="567252" y="41977"/>
                  <a:pt x="563710" y="40554"/>
                  <a:pt x="560181" y="40554"/>
                </a:cubicBezTo>
                <a:cubicBezTo>
                  <a:pt x="557955" y="40554"/>
                  <a:pt x="556055" y="41300"/>
                  <a:pt x="554481" y="42793"/>
                </a:cubicBezTo>
                <a:cubicBezTo>
                  <a:pt x="552906" y="44286"/>
                  <a:pt x="552119" y="46010"/>
                  <a:pt x="552119" y="47964"/>
                </a:cubicBezTo>
                <a:cubicBezTo>
                  <a:pt x="552119" y="49430"/>
                  <a:pt x="552662" y="50842"/>
                  <a:pt x="553748" y="52199"/>
                </a:cubicBezTo>
                <a:cubicBezTo>
                  <a:pt x="555485" y="54425"/>
                  <a:pt x="560344" y="58239"/>
                  <a:pt x="568325" y="63640"/>
                </a:cubicBezTo>
                <a:cubicBezTo>
                  <a:pt x="576305" y="69042"/>
                  <a:pt x="581558" y="73630"/>
                  <a:pt x="584082" y="77403"/>
                </a:cubicBezTo>
                <a:cubicBezTo>
                  <a:pt x="586606" y="81176"/>
                  <a:pt x="587869" y="85397"/>
                  <a:pt x="587869" y="90066"/>
                </a:cubicBezTo>
                <a:cubicBezTo>
                  <a:pt x="587869" y="94300"/>
                  <a:pt x="586810" y="98453"/>
                  <a:pt x="584693" y="102525"/>
                </a:cubicBezTo>
                <a:cubicBezTo>
                  <a:pt x="582575" y="106597"/>
                  <a:pt x="579590" y="109718"/>
                  <a:pt x="575735" y="111890"/>
                </a:cubicBezTo>
                <a:cubicBezTo>
                  <a:pt x="571880" y="114061"/>
                  <a:pt x="567619" y="115147"/>
                  <a:pt x="562950" y="115147"/>
                </a:cubicBezTo>
                <a:cubicBezTo>
                  <a:pt x="559313" y="115147"/>
                  <a:pt x="554454" y="113986"/>
                  <a:pt x="548373" y="111663"/>
                </a:cubicBezTo>
                <a:cubicBezTo>
                  <a:pt x="546745" y="111054"/>
                  <a:pt x="545632" y="110750"/>
                  <a:pt x="545035" y="110750"/>
                </a:cubicBezTo>
                <a:cubicBezTo>
                  <a:pt x="543243" y="110750"/>
                  <a:pt x="541750" y="112107"/>
                  <a:pt x="540556" y="114822"/>
                </a:cubicBezTo>
                <a:lnTo>
                  <a:pt x="537868" y="114822"/>
                </a:lnTo>
                <a:lnTo>
                  <a:pt x="536565" y="87460"/>
                </a:lnTo>
                <a:lnTo>
                  <a:pt x="539334" y="87460"/>
                </a:lnTo>
                <a:cubicBezTo>
                  <a:pt x="541777" y="94626"/>
                  <a:pt x="545130" y="100001"/>
                  <a:pt x="549391" y="103584"/>
                </a:cubicBezTo>
                <a:cubicBezTo>
                  <a:pt x="553653" y="107167"/>
                  <a:pt x="557684" y="108958"/>
                  <a:pt x="561484" y="108958"/>
                </a:cubicBezTo>
                <a:cubicBezTo>
                  <a:pt x="564090" y="108958"/>
                  <a:pt x="566221" y="108158"/>
                  <a:pt x="567877" y="106556"/>
                </a:cubicBezTo>
                <a:cubicBezTo>
                  <a:pt x="569532" y="104954"/>
                  <a:pt x="570360" y="103014"/>
                  <a:pt x="570360" y="100733"/>
                </a:cubicBezTo>
                <a:cubicBezTo>
                  <a:pt x="570360" y="98128"/>
                  <a:pt x="569546" y="95875"/>
                  <a:pt x="567917" y="93974"/>
                </a:cubicBezTo>
                <a:cubicBezTo>
                  <a:pt x="566289" y="92074"/>
                  <a:pt x="562651" y="89197"/>
                  <a:pt x="557005" y="85343"/>
                </a:cubicBezTo>
                <a:cubicBezTo>
                  <a:pt x="548699" y="79588"/>
                  <a:pt x="543324" y="75190"/>
                  <a:pt x="540881" y="72150"/>
                </a:cubicBezTo>
                <a:cubicBezTo>
                  <a:pt x="537298" y="67699"/>
                  <a:pt x="535507" y="62785"/>
                  <a:pt x="535507" y="57411"/>
                </a:cubicBezTo>
                <a:cubicBezTo>
                  <a:pt x="535507" y="51548"/>
                  <a:pt x="537529" y="46241"/>
                  <a:pt x="541574" y="41490"/>
                </a:cubicBezTo>
                <a:cubicBezTo>
                  <a:pt x="545618" y="36740"/>
                  <a:pt x="551468" y="34365"/>
                  <a:pt x="559123" y="34365"/>
                </a:cubicBezTo>
                <a:cubicBezTo>
                  <a:pt x="563249" y="34365"/>
                  <a:pt x="567239" y="35408"/>
                  <a:pt x="571093" y="37495"/>
                </a:cubicBezTo>
                <a:cubicBezTo>
                  <a:pt x="572559" y="38340"/>
                  <a:pt x="573753" y="38762"/>
                  <a:pt x="574676" y="38762"/>
                </a:cubicBezTo>
                <a:cubicBezTo>
                  <a:pt x="575654" y="38762"/>
                  <a:pt x="576441" y="38559"/>
                  <a:pt x="577038" y="38152"/>
                </a:cubicBezTo>
                <a:cubicBezTo>
                  <a:pt x="577635" y="37745"/>
                  <a:pt x="578585" y="36591"/>
                  <a:pt x="579888" y="34691"/>
                </a:cubicBezTo>
                <a:lnTo>
                  <a:pt x="582657" y="34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4a8d16534422e"/>
          <a:stretch xmlns:a="http://schemas.openxmlformats.org/drawingml/2006/main"/>
        </p:blipFill>
        <p:spPr>
          <a:xfrm xmlns:a="http://schemas.openxmlformats.org/drawingml/2006/main">
            <a:off x="2591085" y="2835833"/>
            <a:ext cx="328129" cy="329912"/>
          </a:xfrm>
          <a:prstGeom xmlns:a="http://schemas.openxmlformats.org/drawingml/2006/main" prst="rect">
            <a:avLst/>
          </a:prstGeom>
        </p:spPr>
      </p:pic>
      <p:sp>
        <p:nvSpPr>
          <p:cNvPr id="129" name="Text V">
            <a:extLst xmlns:a="http://schemas.openxmlformats.org/drawingml/2006/main">
              <a:ext uri="{FF2B5EF4-FFF2-40B4-BE49-F238E27FC236}">
                <a16:creationId xmlns:a16="http://schemas.microsoft.com/office/drawing/2014/main" id="{F9687D98-80AD-4F25-95C5-3D674DC1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17" y="3112203"/>
            <a:ext cx="117427" cy="112867"/>
          </a:xfrm>
          <a:custGeom xmlns:a="http://schemas.openxmlformats.org/drawingml/2006/main">
            <a:pathLst>
              <a:path w="117427" h="112867">
                <a:moveTo>
                  <a:pt x="117427" y="0"/>
                </a:moveTo>
                <a:lnTo>
                  <a:pt x="117427" y="2932"/>
                </a:lnTo>
                <a:cubicBezTo>
                  <a:pt x="113410" y="3583"/>
                  <a:pt x="109827" y="5729"/>
                  <a:pt x="106678" y="9370"/>
                </a:cubicBezTo>
                <a:cubicBezTo>
                  <a:pt x="104398" y="12084"/>
                  <a:pt x="101005" y="18467"/>
                  <a:pt x="96499" y="28517"/>
                </a:cubicBezTo>
                <a:lnTo>
                  <a:pt x="58469" y="112867"/>
                </a:lnTo>
                <a:lnTo>
                  <a:pt x="55782" y="112867"/>
                </a:lnTo>
                <a:lnTo>
                  <a:pt x="17915" y="25115"/>
                </a:lnTo>
                <a:cubicBezTo>
                  <a:pt x="13355" y="14513"/>
                  <a:pt x="10301" y="8288"/>
                  <a:pt x="8754" y="6438"/>
                </a:cubicBezTo>
                <a:cubicBezTo>
                  <a:pt x="7207" y="4589"/>
                  <a:pt x="4289" y="3420"/>
                  <a:pt x="0" y="2932"/>
                </a:cubicBezTo>
                <a:lnTo>
                  <a:pt x="0" y="0"/>
                </a:lnTo>
                <a:lnTo>
                  <a:pt x="52932" y="0"/>
                </a:lnTo>
                <a:lnTo>
                  <a:pt x="52932" y="2932"/>
                </a:lnTo>
                <a:lnTo>
                  <a:pt x="51140" y="2932"/>
                </a:lnTo>
                <a:cubicBezTo>
                  <a:pt x="46363" y="2932"/>
                  <a:pt x="43106" y="3533"/>
                  <a:pt x="41368" y="4736"/>
                </a:cubicBezTo>
                <a:cubicBezTo>
                  <a:pt x="40120" y="5555"/>
                  <a:pt x="39495" y="6757"/>
                  <a:pt x="39495" y="8342"/>
                </a:cubicBezTo>
                <a:cubicBezTo>
                  <a:pt x="39495" y="9326"/>
                  <a:pt x="39713" y="10487"/>
                  <a:pt x="40147" y="11826"/>
                </a:cubicBezTo>
                <a:cubicBezTo>
                  <a:pt x="40581" y="13164"/>
                  <a:pt x="42047" y="16742"/>
                  <a:pt x="44544" y="22560"/>
                </a:cubicBezTo>
                <a:lnTo>
                  <a:pt x="68079" y="77469"/>
                </a:lnTo>
                <a:lnTo>
                  <a:pt x="89903" y="28563"/>
                </a:lnTo>
                <a:cubicBezTo>
                  <a:pt x="92509" y="22649"/>
                  <a:pt x="94110" y="18684"/>
                  <a:pt x="94707" y="16668"/>
                </a:cubicBezTo>
                <a:cubicBezTo>
                  <a:pt x="95305" y="14651"/>
                  <a:pt x="95603" y="12934"/>
                  <a:pt x="95603" y="11515"/>
                </a:cubicBezTo>
                <a:cubicBezTo>
                  <a:pt x="95603" y="9881"/>
                  <a:pt x="95169" y="8438"/>
                  <a:pt x="94300" y="7184"/>
                </a:cubicBezTo>
                <a:cubicBezTo>
                  <a:pt x="93432" y="5930"/>
                  <a:pt x="92156" y="4976"/>
                  <a:pt x="90473" y="4321"/>
                </a:cubicBezTo>
                <a:cubicBezTo>
                  <a:pt x="88138" y="3395"/>
                  <a:pt x="85044" y="2932"/>
                  <a:pt x="81189" y="2932"/>
                </a:cubicBezTo>
                <a:lnTo>
                  <a:pt x="81189" y="0"/>
                </a:lnTo>
                <a:lnTo>
                  <a:pt x="117427" y="0"/>
                </a:lnTo>
                <a:close/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arDecoder">
            <a:extLst xmlns:a="http://schemas.openxmlformats.org/drawingml/2006/main">
              <a:ext uri="{FF2B5EF4-FFF2-40B4-BE49-F238E27FC236}">
                <a16:creationId xmlns:a16="http://schemas.microsoft.com/office/drawing/2014/main" id="{03CB80BF-91FE-4BDA-B86F-9D24F4A6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237" y="3112203"/>
            <a:ext cx="740069" cy="112704"/>
          </a:xfrm>
          <a:custGeom xmlns:a="http://schemas.openxmlformats.org/drawingml/2006/main">
            <a:pathLst>
              <a:path w="740069" h="112704">
                <a:moveTo>
                  <a:pt x="40147" y="99186"/>
                </a:moveTo>
                <a:cubicBezTo>
                  <a:pt x="30863" y="107438"/>
                  <a:pt x="22530" y="111564"/>
                  <a:pt x="15147" y="111564"/>
                </a:cubicBezTo>
                <a:cubicBezTo>
                  <a:pt x="10804" y="111564"/>
                  <a:pt x="7193" y="110135"/>
                  <a:pt x="4316" y="107276"/>
                </a:cubicBezTo>
                <a:cubicBezTo>
                  <a:pt x="1439" y="104416"/>
                  <a:pt x="0" y="100834"/>
                  <a:pt x="0" y="96532"/>
                </a:cubicBezTo>
                <a:cubicBezTo>
                  <a:pt x="0" y="90703"/>
                  <a:pt x="2497" y="85460"/>
                  <a:pt x="7492" y="80803"/>
                </a:cubicBezTo>
                <a:cubicBezTo>
                  <a:pt x="12487" y="76146"/>
                  <a:pt x="23371" y="69950"/>
                  <a:pt x="40147" y="62215"/>
                </a:cubicBezTo>
                <a:lnTo>
                  <a:pt x="40147" y="54561"/>
                </a:lnTo>
                <a:cubicBezTo>
                  <a:pt x="40147" y="48806"/>
                  <a:pt x="39835" y="45182"/>
                  <a:pt x="39210" y="43689"/>
                </a:cubicBezTo>
                <a:cubicBezTo>
                  <a:pt x="38586" y="42196"/>
                  <a:pt x="37405" y="40893"/>
                  <a:pt x="35668" y="39780"/>
                </a:cubicBezTo>
                <a:cubicBezTo>
                  <a:pt x="33931" y="38667"/>
                  <a:pt x="31976" y="38111"/>
                  <a:pt x="29805" y="38111"/>
                </a:cubicBezTo>
                <a:cubicBezTo>
                  <a:pt x="26276" y="38111"/>
                  <a:pt x="23371" y="38898"/>
                  <a:pt x="21091" y="40473"/>
                </a:cubicBezTo>
                <a:cubicBezTo>
                  <a:pt x="19680" y="41450"/>
                  <a:pt x="18974" y="42590"/>
                  <a:pt x="18974" y="43893"/>
                </a:cubicBezTo>
                <a:cubicBezTo>
                  <a:pt x="18974" y="45033"/>
                  <a:pt x="19734" y="46444"/>
                  <a:pt x="21254" y="48127"/>
                </a:cubicBezTo>
                <a:cubicBezTo>
                  <a:pt x="23317" y="50462"/>
                  <a:pt x="24349" y="52715"/>
                  <a:pt x="24349" y="54886"/>
                </a:cubicBezTo>
                <a:cubicBezTo>
                  <a:pt x="24349" y="57546"/>
                  <a:pt x="23358" y="59813"/>
                  <a:pt x="21376" y="61686"/>
                </a:cubicBezTo>
                <a:cubicBezTo>
                  <a:pt x="19395" y="63559"/>
                  <a:pt x="16802" y="64496"/>
                  <a:pt x="13599" y="64496"/>
                </a:cubicBezTo>
                <a:cubicBezTo>
                  <a:pt x="10179" y="64496"/>
                  <a:pt x="7315" y="63464"/>
                  <a:pt x="5008" y="61401"/>
                </a:cubicBezTo>
                <a:cubicBezTo>
                  <a:pt x="2701" y="59338"/>
                  <a:pt x="1547" y="56922"/>
                  <a:pt x="1547" y="54153"/>
                </a:cubicBezTo>
                <a:cubicBezTo>
                  <a:pt x="1547" y="50245"/>
                  <a:pt x="3094" y="46512"/>
                  <a:pt x="6189" y="42956"/>
                </a:cubicBezTo>
                <a:cubicBezTo>
                  <a:pt x="9283" y="39400"/>
                  <a:pt x="13599" y="36672"/>
                  <a:pt x="19137" y="34772"/>
                </a:cubicBezTo>
                <a:cubicBezTo>
                  <a:pt x="24674" y="32872"/>
                  <a:pt x="30429" y="31922"/>
                  <a:pt x="36401" y="31922"/>
                </a:cubicBezTo>
                <a:cubicBezTo>
                  <a:pt x="43621" y="31922"/>
                  <a:pt x="49335" y="33460"/>
                  <a:pt x="53543" y="36536"/>
                </a:cubicBezTo>
                <a:cubicBezTo>
                  <a:pt x="57750" y="39610"/>
                  <a:pt x="60478" y="42943"/>
                  <a:pt x="61727" y="46534"/>
                </a:cubicBezTo>
                <a:cubicBezTo>
                  <a:pt x="62487" y="48820"/>
                  <a:pt x="62867" y="54070"/>
                  <a:pt x="62867" y="62287"/>
                </a:cubicBezTo>
                <a:lnTo>
                  <a:pt x="62867" y="91916"/>
                </a:lnTo>
                <a:cubicBezTo>
                  <a:pt x="62867" y="95399"/>
                  <a:pt x="63003" y="97590"/>
                  <a:pt x="63274" y="98489"/>
                </a:cubicBezTo>
                <a:cubicBezTo>
                  <a:pt x="63545" y="99386"/>
                  <a:pt x="63953" y="100053"/>
                  <a:pt x="64495" y="100489"/>
                </a:cubicBezTo>
                <a:cubicBezTo>
                  <a:pt x="65038" y="100924"/>
                  <a:pt x="65663" y="101141"/>
                  <a:pt x="66368" y="101141"/>
                </a:cubicBezTo>
                <a:cubicBezTo>
                  <a:pt x="67780" y="101141"/>
                  <a:pt x="69219" y="100136"/>
                  <a:pt x="70684" y="98128"/>
                </a:cubicBezTo>
                <a:lnTo>
                  <a:pt x="73127" y="100082"/>
                </a:lnTo>
                <a:cubicBezTo>
                  <a:pt x="70413" y="104099"/>
                  <a:pt x="67604" y="107017"/>
                  <a:pt x="64699" y="108836"/>
                </a:cubicBezTo>
                <a:cubicBezTo>
                  <a:pt x="61795" y="110655"/>
                  <a:pt x="58497" y="111564"/>
                  <a:pt x="54805" y="111564"/>
                </a:cubicBezTo>
                <a:cubicBezTo>
                  <a:pt x="50462" y="111564"/>
                  <a:pt x="47069" y="110539"/>
                  <a:pt x="44626" y="108490"/>
                </a:cubicBezTo>
                <a:cubicBezTo>
                  <a:pt x="42183" y="106441"/>
                  <a:pt x="40690" y="103339"/>
                  <a:pt x="40147" y="99186"/>
                </a:cubicBezTo>
                <a:moveTo>
                  <a:pt x="40147" y="93160"/>
                </a:moveTo>
                <a:lnTo>
                  <a:pt x="40147" y="67687"/>
                </a:lnTo>
                <a:cubicBezTo>
                  <a:pt x="33578" y="71560"/>
                  <a:pt x="28692" y="75706"/>
                  <a:pt x="25489" y="80126"/>
                </a:cubicBezTo>
                <a:cubicBezTo>
                  <a:pt x="23371" y="83071"/>
                  <a:pt x="22313" y="86044"/>
                  <a:pt x="22313" y="89045"/>
                </a:cubicBezTo>
                <a:cubicBezTo>
                  <a:pt x="22313" y="91554"/>
                  <a:pt x="23209" y="93764"/>
                  <a:pt x="25000" y="95674"/>
                </a:cubicBezTo>
                <a:cubicBezTo>
                  <a:pt x="26357" y="97147"/>
                  <a:pt x="28257" y="97883"/>
                  <a:pt x="30701" y="97883"/>
                </a:cubicBezTo>
                <a:cubicBezTo>
                  <a:pt x="33415" y="97883"/>
                  <a:pt x="36564" y="96309"/>
                  <a:pt x="40147" y="93160"/>
                </a:cubicBezTo>
                <a:close/>
                <a:moveTo>
                  <a:pt x="113111" y="34202"/>
                </a:moveTo>
                <a:lnTo>
                  <a:pt x="113111" y="51466"/>
                </a:lnTo>
                <a:cubicBezTo>
                  <a:pt x="118160" y="43594"/>
                  <a:pt x="122584" y="38369"/>
                  <a:pt x="126385" y="35790"/>
                </a:cubicBezTo>
                <a:cubicBezTo>
                  <a:pt x="130185" y="33211"/>
                  <a:pt x="133849" y="31922"/>
                  <a:pt x="137378" y="31922"/>
                </a:cubicBezTo>
                <a:cubicBezTo>
                  <a:pt x="140418" y="31922"/>
                  <a:pt x="142848" y="32862"/>
                  <a:pt x="144666" y="34742"/>
                </a:cubicBezTo>
                <a:cubicBezTo>
                  <a:pt x="146485" y="36621"/>
                  <a:pt x="147394" y="39277"/>
                  <a:pt x="147394" y="42709"/>
                </a:cubicBezTo>
                <a:cubicBezTo>
                  <a:pt x="147394" y="46360"/>
                  <a:pt x="146512" y="49194"/>
                  <a:pt x="144748" y="51212"/>
                </a:cubicBezTo>
                <a:cubicBezTo>
                  <a:pt x="142983" y="53227"/>
                  <a:pt x="140853" y="54235"/>
                  <a:pt x="138355" y="54235"/>
                </a:cubicBezTo>
                <a:cubicBezTo>
                  <a:pt x="135478" y="54235"/>
                  <a:pt x="132981" y="53312"/>
                  <a:pt x="130863" y="51466"/>
                </a:cubicBezTo>
                <a:cubicBezTo>
                  <a:pt x="128746" y="49620"/>
                  <a:pt x="127497" y="48589"/>
                  <a:pt x="127117" y="48372"/>
                </a:cubicBezTo>
                <a:cubicBezTo>
                  <a:pt x="126575" y="48046"/>
                  <a:pt x="125950" y="47883"/>
                  <a:pt x="125244" y="47883"/>
                </a:cubicBezTo>
                <a:cubicBezTo>
                  <a:pt x="123670" y="47883"/>
                  <a:pt x="122177" y="48480"/>
                  <a:pt x="120766" y="49675"/>
                </a:cubicBezTo>
                <a:cubicBezTo>
                  <a:pt x="118540" y="51520"/>
                  <a:pt x="116857" y="54153"/>
                  <a:pt x="115717" y="57574"/>
                </a:cubicBezTo>
                <a:cubicBezTo>
                  <a:pt x="113979" y="62840"/>
                  <a:pt x="113111" y="68649"/>
                  <a:pt x="113111" y="75000"/>
                </a:cubicBezTo>
                <a:lnTo>
                  <a:pt x="113111" y="92509"/>
                </a:lnTo>
                <a:lnTo>
                  <a:pt x="113192" y="97069"/>
                </a:lnTo>
                <a:cubicBezTo>
                  <a:pt x="113192" y="100163"/>
                  <a:pt x="113382" y="102145"/>
                  <a:pt x="113762" y="103014"/>
                </a:cubicBezTo>
                <a:cubicBezTo>
                  <a:pt x="114414" y="104479"/>
                  <a:pt x="115377" y="105552"/>
                  <a:pt x="116653" y="106230"/>
                </a:cubicBezTo>
                <a:cubicBezTo>
                  <a:pt x="117929" y="106909"/>
                  <a:pt x="120087" y="107330"/>
                  <a:pt x="123127" y="107493"/>
                </a:cubicBezTo>
                <a:lnTo>
                  <a:pt x="123127" y="110424"/>
                </a:lnTo>
                <a:lnTo>
                  <a:pt x="82003" y="110424"/>
                </a:lnTo>
                <a:lnTo>
                  <a:pt x="82003" y="107493"/>
                </a:lnTo>
                <a:cubicBezTo>
                  <a:pt x="85315" y="107221"/>
                  <a:pt x="87554" y="106312"/>
                  <a:pt x="88721" y="104764"/>
                </a:cubicBezTo>
                <a:cubicBezTo>
                  <a:pt x="89889" y="103217"/>
                  <a:pt x="90472" y="99132"/>
                  <a:pt x="90472" y="92509"/>
                </a:cubicBezTo>
                <a:lnTo>
                  <a:pt x="90472" y="50326"/>
                </a:lnTo>
                <a:cubicBezTo>
                  <a:pt x="90472" y="45956"/>
                  <a:pt x="90255" y="43170"/>
                  <a:pt x="89821" y="41969"/>
                </a:cubicBezTo>
                <a:cubicBezTo>
                  <a:pt x="89278" y="40439"/>
                  <a:pt x="88491" y="39319"/>
                  <a:pt x="87459" y="38610"/>
                </a:cubicBezTo>
                <a:cubicBezTo>
                  <a:pt x="86428" y="37899"/>
                  <a:pt x="84609" y="37407"/>
                  <a:pt x="82003" y="37134"/>
                </a:cubicBezTo>
                <a:lnTo>
                  <a:pt x="82003" y="34202"/>
                </a:lnTo>
                <a:lnTo>
                  <a:pt x="113111" y="34202"/>
                </a:lnTo>
                <a:close/>
                <a:moveTo>
                  <a:pt x="152118" y="110424"/>
                </a:moveTo>
                <a:lnTo>
                  <a:pt x="152118" y="107493"/>
                </a:lnTo>
                <a:lnTo>
                  <a:pt x="155782" y="107493"/>
                </a:lnTo>
                <a:cubicBezTo>
                  <a:pt x="158985" y="107493"/>
                  <a:pt x="161442" y="106988"/>
                  <a:pt x="163152" y="105978"/>
                </a:cubicBezTo>
                <a:cubicBezTo>
                  <a:pt x="164862" y="104969"/>
                  <a:pt x="166124" y="103591"/>
                  <a:pt x="166939" y="101846"/>
                </a:cubicBezTo>
                <a:cubicBezTo>
                  <a:pt x="167427" y="100699"/>
                  <a:pt x="167672" y="97261"/>
                  <a:pt x="167672" y="91531"/>
                </a:cubicBezTo>
                <a:lnTo>
                  <a:pt x="167672" y="18893"/>
                </a:lnTo>
                <a:cubicBezTo>
                  <a:pt x="167672" y="13218"/>
                  <a:pt x="167373" y="9671"/>
                  <a:pt x="166776" y="8253"/>
                </a:cubicBezTo>
                <a:cubicBezTo>
                  <a:pt x="166179" y="6833"/>
                  <a:pt x="164971" y="5591"/>
                  <a:pt x="163152" y="4527"/>
                </a:cubicBezTo>
                <a:cubicBezTo>
                  <a:pt x="161333" y="3463"/>
                  <a:pt x="158877" y="2932"/>
                  <a:pt x="155782" y="2932"/>
                </a:cubicBezTo>
                <a:lnTo>
                  <a:pt x="152118" y="2932"/>
                </a:lnTo>
                <a:lnTo>
                  <a:pt x="152118" y="0"/>
                </a:lnTo>
                <a:lnTo>
                  <a:pt x="201548" y="0"/>
                </a:lnTo>
                <a:cubicBezTo>
                  <a:pt x="214740" y="0"/>
                  <a:pt x="225354" y="1792"/>
                  <a:pt x="233389" y="5375"/>
                </a:cubicBezTo>
                <a:cubicBezTo>
                  <a:pt x="243215" y="9772"/>
                  <a:pt x="250666" y="16422"/>
                  <a:pt x="255742" y="25326"/>
                </a:cubicBezTo>
                <a:cubicBezTo>
                  <a:pt x="260818" y="34229"/>
                  <a:pt x="263356" y="44300"/>
                  <a:pt x="263356" y="55538"/>
                </a:cubicBezTo>
                <a:cubicBezTo>
                  <a:pt x="263356" y="63301"/>
                  <a:pt x="262108" y="70454"/>
                  <a:pt x="259610" y="76996"/>
                </a:cubicBezTo>
                <a:cubicBezTo>
                  <a:pt x="257113" y="83537"/>
                  <a:pt x="253883" y="88939"/>
                  <a:pt x="249920" y="93201"/>
                </a:cubicBezTo>
                <a:cubicBezTo>
                  <a:pt x="245957" y="97463"/>
                  <a:pt x="241383" y="100883"/>
                  <a:pt x="236198" y="103462"/>
                </a:cubicBezTo>
                <a:cubicBezTo>
                  <a:pt x="231014" y="106040"/>
                  <a:pt x="224675" y="108035"/>
                  <a:pt x="217183" y="109447"/>
                </a:cubicBezTo>
                <a:cubicBezTo>
                  <a:pt x="213872" y="110098"/>
                  <a:pt x="208660" y="110424"/>
                  <a:pt x="201548" y="110424"/>
                </a:cubicBezTo>
                <a:lnTo>
                  <a:pt x="152118" y="110424"/>
                </a:lnTo>
                <a:moveTo>
                  <a:pt x="194219" y="6189"/>
                </a:moveTo>
                <a:lnTo>
                  <a:pt x="194219" y="92275"/>
                </a:lnTo>
                <a:cubicBezTo>
                  <a:pt x="194219" y="96831"/>
                  <a:pt x="194436" y="99626"/>
                  <a:pt x="194871" y="100657"/>
                </a:cubicBezTo>
                <a:cubicBezTo>
                  <a:pt x="195305" y="101687"/>
                  <a:pt x="196038" y="102472"/>
                  <a:pt x="197069" y="103014"/>
                </a:cubicBezTo>
                <a:cubicBezTo>
                  <a:pt x="198535" y="103828"/>
                  <a:pt x="200652" y="104235"/>
                  <a:pt x="203421" y="104235"/>
                </a:cubicBezTo>
                <a:cubicBezTo>
                  <a:pt x="212487" y="104235"/>
                  <a:pt x="219409" y="101143"/>
                  <a:pt x="224187" y="94959"/>
                </a:cubicBezTo>
                <a:cubicBezTo>
                  <a:pt x="230701" y="86606"/>
                  <a:pt x="233959" y="73642"/>
                  <a:pt x="233959" y="56067"/>
                </a:cubicBezTo>
                <a:cubicBezTo>
                  <a:pt x="233959" y="41910"/>
                  <a:pt x="231733" y="30600"/>
                  <a:pt x="227281" y="22137"/>
                </a:cubicBezTo>
                <a:cubicBezTo>
                  <a:pt x="223752" y="15519"/>
                  <a:pt x="219219" y="11016"/>
                  <a:pt x="213682" y="8629"/>
                </a:cubicBezTo>
                <a:cubicBezTo>
                  <a:pt x="209773" y="6948"/>
                  <a:pt x="203285" y="6135"/>
                  <a:pt x="194219" y="6189"/>
                </a:cubicBezTo>
                <a:close/>
                <a:moveTo>
                  <a:pt x="340474" y="69544"/>
                </a:moveTo>
                <a:lnTo>
                  <a:pt x="298698" y="69544"/>
                </a:lnTo>
                <a:cubicBezTo>
                  <a:pt x="299187" y="79669"/>
                  <a:pt x="301874" y="87671"/>
                  <a:pt x="306760" y="93550"/>
                </a:cubicBezTo>
                <a:cubicBezTo>
                  <a:pt x="310506" y="98067"/>
                  <a:pt x="315012" y="100326"/>
                  <a:pt x="320278" y="100326"/>
                </a:cubicBezTo>
                <a:cubicBezTo>
                  <a:pt x="323536" y="100326"/>
                  <a:pt x="326494" y="99417"/>
                  <a:pt x="329155" y="97598"/>
                </a:cubicBezTo>
                <a:cubicBezTo>
                  <a:pt x="331815" y="95780"/>
                  <a:pt x="334665" y="92509"/>
                  <a:pt x="337705" y="87786"/>
                </a:cubicBezTo>
                <a:lnTo>
                  <a:pt x="340474" y="89577"/>
                </a:lnTo>
                <a:cubicBezTo>
                  <a:pt x="336348" y="97992"/>
                  <a:pt x="331788" y="103950"/>
                  <a:pt x="326793" y="107452"/>
                </a:cubicBezTo>
                <a:cubicBezTo>
                  <a:pt x="321798" y="110953"/>
                  <a:pt x="316017" y="112704"/>
                  <a:pt x="309448" y="112704"/>
                </a:cubicBezTo>
                <a:cubicBezTo>
                  <a:pt x="298155" y="112704"/>
                  <a:pt x="289605" y="108357"/>
                  <a:pt x="283796" y="99662"/>
                </a:cubicBezTo>
                <a:cubicBezTo>
                  <a:pt x="279127" y="92652"/>
                  <a:pt x="276793" y="83957"/>
                  <a:pt x="276793" y="73578"/>
                </a:cubicBezTo>
                <a:cubicBezTo>
                  <a:pt x="276793" y="60861"/>
                  <a:pt x="280226" y="50739"/>
                  <a:pt x="287094" y="43213"/>
                </a:cubicBezTo>
                <a:cubicBezTo>
                  <a:pt x="293962" y="35686"/>
                  <a:pt x="302010" y="31922"/>
                  <a:pt x="311239" y="31922"/>
                </a:cubicBezTo>
                <a:cubicBezTo>
                  <a:pt x="318948" y="31922"/>
                  <a:pt x="325639" y="35084"/>
                  <a:pt x="331313" y="41409"/>
                </a:cubicBezTo>
                <a:cubicBezTo>
                  <a:pt x="336986" y="47734"/>
                  <a:pt x="340040" y="57112"/>
                  <a:pt x="340474" y="69544"/>
                </a:cubicBezTo>
                <a:moveTo>
                  <a:pt x="320441" y="64170"/>
                </a:moveTo>
                <a:cubicBezTo>
                  <a:pt x="320441" y="55429"/>
                  <a:pt x="319966" y="49430"/>
                  <a:pt x="319016" y="46173"/>
                </a:cubicBezTo>
                <a:cubicBezTo>
                  <a:pt x="318066" y="42916"/>
                  <a:pt x="316587" y="40445"/>
                  <a:pt x="314578" y="38762"/>
                </a:cubicBezTo>
                <a:cubicBezTo>
                  <a:pt x="313438" y="37785"/>
                  <a:pt x="311918" y="37297"/>
                  <a:pt x="310018" y="37297"/>
                </a:cubicBezTo>
                <a:cubicBezTo>
                  <a:pt x="307195" y="37297"/>
                  <a:pt x="304887" y="38681"/>
                  <a:pt x="303096" y="41450"/>
                </a:cubicBezTo>
                <a:cubicBezTo>
                  <a:pt x="299893" y="46281"/>
                  <a:pt x="298291" y="52905"/>
                  <a:pt x="298291" y="61320"/>
                </a:cubicBezTo>
                <a:lnTo>
                  <a:pt x="298291" y="64170"/>
                </a:lnTo>
                <a:lnTo>
                  <a:pt x="320441" y="64170"/>
                </a:lnTo>
                <a:close/>
                <a:moveTo>
                  <a:pt x="412135" y="90735"/>
                </a:moveTo>
                <a:lnTo>
                  <a:pt x="414660" y="92687"/>
                </a:lnTo>
                <a:cubicBezTo>
                  <a:pt x="411077" y="99441"/>
                  <a:pt x="406612" y="104466"/>
                  <a:pt x="401264" y="107762"/>
                </a:cubicBezTo>
                <a:cubicBezTo>
                  <a:pt x="395917" y="111057"/>
                  <a:pt x="390230" y="112704"/>
                  <a:pt x="384204" y="112704"/>
                </a:cubicBezTo>
                <a:cubicBezTo>
                  <a:pt x="374052" y="112704"/>
                  <a:pt x="365935" y="108873"/>
                  <a:pt x="359855" y="101212"/>
                </a:cubicBezTo>
                <a:cubicBezTo>
                  <a:pt x="353775" y="93549"/>
                  <a:pt x="350734" y="84337"/>
                  <a:pt x="350734" y="73578"/>
                </a:cubicBezTo>
                <a:cubicBezTo>
                  <a:pt x="350734" y="63197"/>
                  <a:pt x="353503" y="54067"/>
                  <a:pt x="359041" y="46188"/>
                </a:cubicBezTo>
                <a:cubicBezTo>
                  <a:pt x="365718" y="36677"/>
                  <a:pt x="374920" y="31922"/>
                  <a:pt x="386647" y="31922"/>
                </a:cubicBezTo>
                <a:cubicBezTo>
                  <a:pt x="394519" y="31922"/>
                  <a:pt x="400775" y="33910"/>
                  <a:pt x="405417" y="37884"/>
                </a:cubicBezTo>
                <a:cubicBezTo>
                  <a:pt x="410059" y="41858"/>
                  <a:pt x="412380" y="46294"/>
                  <a:pt x="412380" y="51194"/>
                </a:cubicBezTo>
                <a:cubicBezTo>
                  <a:pt x="412380" y="54297"/>
                  <a:pt x="411443" y="56774"/>
                  <a:pt x="409570" y="58625"/>
                </a:cubicBezTo>
                <a:cubicBezTo>
                  <a:pt x="407697" y="60476"/>
                  <a:pt x="405241" y="61401"/>
                  <a:pt x="402201" y="61401"/>
                </a:cubicBezTo>
                <a:cubicBezTo>
                  <a:pt x="398998" y="61401"/>
                  <a:pt x="396351" y="60339"/>
                  <a:pt x="394261" y="58215"/>
                </a:cubicBezTo>
                <a:cubicBezTo>
                  <a:pt x="392171" y="56089"/>
                  <a:pt x="390881" y="52302"/>
                  <a:pt x="390393" y="46855"/>
                </a:cubicBezTo>
                <a:cubicBezTo>
                  <a:pt x="390067" y="43423"/>
                  <a:pt x="389280" y="41026"/>
                  <a:pt x="388031" y="39663"/>
                </a:cubicBezTo>
                <a:cubicBezTo>
                  <a:pt x="386782" y="38303"/>
                  <a:pt x="385317" y="37622"/>
                  <a:pt x="383634" y="37622"/>
                </a:cubicBezTo>
                <a:cubicBezTo>
                  <a:pt x="381028" y="37622"/>
                  <a:pt x="378802" y="39007"/>
                  <a:pt x="376956" y="41775"/>
                </a:cubicBezTo>
                <a:cubicBezTo>
                  <a:pt x="374133" y="45956"/>
                  <a:pt x="372722" y="52362"/>
                  <a:pt x="372722" y="60994"/>
                </a:cubicBezTo>
                <a:cubicBezTo>
                  <a:pt x="372722" y="68160"/>
                  <a:pt x="373862" y="75014"/>
                  <a:pt x="376142" y="81556"/>
                </a:cubicBezTo>
                <a:cubicBezTo>
                  <a:pt x="378422" y="88098"/>
                  <a:pt x="381544" y="92970"/>
                  <a:pt x="385507" y="96173"/>
                </a:cubicBezTo>
                <a:cubicBezTo>
                  <a:pt x="388493" y="98508"/>
                  <a:pt x="392021" y="99675"/>
                  <a:pt x="396093" y="99675"/>
                </a:cubicBezTo>
                <a:cubicBezTo>
                  <a:pt x="398753" y="99675"/>
                  <a:pt x="401278" y="99052"/>
                  <a:pt x="403666" y="97807"/>
                </a:cubicBezTo>
                <a:cubicBezTo>
                  <a:pt x="406055" y="96560"/>
                  <a:pt x="408878" y="94203"/>
                  <a:pt x="412135" y="90735"/>
                </a:cubicBezTo>
                <a:close/>
                <a:moveTo>
                  <a:pt x="459937" y="31922"/>
                </a:moveTo>
                <a:cubicBezTo>
                  <a:pt x="466561" y="31922"/>
                  <a:pt x="472722" y="33634"/>
                  <a:pt x="478423" y="37057"/>
                </a:cubicBezTo>
                <a:cubicBezTo>
                  <a:pt x="484123" y="40481"/>
                  <a:pt x="488453" y="45345"/>
                  <a:pt x="491412" y="51649"/>
                </a:cubicBezTo>
                <a:cubicBezTo>
                  <a:pt x="494370" y="57954"/>
                  <a:pt x="495850" y="64855"/>
                  <a:pt x="495850" y="72354"/>
                </a:cubicBezTo>
                <a:cubicBezTo>
                  <a:pt x="495850" y="83168"/>
                  <a:pt x="493108" y="92216"/>
                  <a:pt x="487625" y="99499"/>
                </a:cubicBezTo>
                <a:cubicBezTo>
                  <a:pt x="481002" y="108303"/>
                  <a:pt x="471854" y="112704"/>
                  <a:pt x="460182" y="112704"/>
                </a:cubicBezTo>
                <a:cubicBezTo>
                  <a:pt x="448727" y="112704"/>
                  <a:pt x="439905" y="108683"/>
                  <a:pt x="433716" y="100639"/>
                </a:cubicBezTo>
                <a:cubicBezTo>
                  <a:pt x="427527" y="92596"/>
                  <a:pt x="424432" y="83276"/>
                  <a:pt x="424432" y="72680"/>
                </a:cubicBezTo>
                <a:cubicBezTo>
                  <a:pt x="424432" y="61757"/>
                  <a:pt x="427595" y="52234"/>
                  <a:pt x="433919" y="44109"/>
                </a:cubicBezTo>
                <a:cubicBezTo>
                  <a:pt x="440244" y="35984"/>
                  <a:pt x="448917" y="31922"/>
                  <a:pt x="459937" y="31922"/>
                </a:cubicBezTo>
                <a:moveTo>
                  <a:pt x="460263" y="37622"/>
                </a:moveTo>
                <a:cubicBezTo>
                  <a:pt x="457494" y="37622"/>
                  <a:pt x="455119" y="38669"/>
                  <a:pt x="453138" y="40763"/>
                </a:cubicBezTo>
                <a:cubicBezTo>
                  <a:pt x="451156" y="42854"/>
                  <a:pt x="449853" y="46985"/>
                  <a:pt x="449229" y="53153"/>
                </a:cubicBezTo>
                <a:cubicBezTo>
                  <a:pt x="448605" y="59322"/>
                  <a:pt x="448292" y="67896"/>
                  <a:pt x="448292" y="78876"/>
                </a:cubicBezTo>
                <a:cubicBezTo>
                  <a:pt x="448292" y="84692"/>
                  <a:pt x="448672" y="90128"/>
                  <a:pt x="449432" y="95183"/>
                </a:cubicBezTo>
                <a:cubicBezTo>
                  <a:pt x="450030" y="99041"/>
                  <a:pt x="451305" y="101976"/>
                  <a:pt x="453260" y="103988"/>
                </a:cubicBezTo>
                <a:cubicBezTo>
                  <a:pt x="455214" y="105999"/>
                  <a:pt x="457440" y="107004"/>
                  <a:pt x="459937" y="107004"/>
                </a:cubicBezTo>
                <a:cubicBezTo>
                  <a:pt x="462380" y="107004"/>
                  <a:pt x="464416" y="106324"/>
                  <a:pt x="466045" y="104966"/>
                </a:cubicBezTo>
                <a:cubicBezTo>
                  <a:pt x="468162" y="103118"/>
                  <a:pt x="469574" y="100536"/>
                  <a:pt x="470279" y="97219"/>
                </a:cubicBezTo>
                <a:cubicBezTo>
                  <a:pt x="471365" y="92057"/>
                  <a:pt x="471908" y="81621"/>
                  <a:pt x="471908" y="65913"/>
                </a:cubicBezTo>
                <a:cubicBezTo>
                  <a:pt x="471908" y="56674"/>
                  <a:pt x="471392" y="50329"/>
                  <a:pt x="470361" y="46878"/>
                </a:cubicBezTo>
                <a:cubicBezTo>
                  <a:pt x="469329" y="43425"/>
                  <a:pt x="467809" y="40911"/>
                  <a:pt x="465801" y="39335"/>
                </a:cubicBezTo>
                <a:cubicBezTo>
                  <a:pt x="464389" y="38193"/>
                  <a:pt x="462543" y="37622"/>
                  <a:pt x="460263" y="37622"/>
                </a:cubicBezTo>
                <a:close/>
                <a:moveTo>
                  <a:pt x="581436" y="0"/>
                </a:moveTo>
                <a:lnTo>
                  <a:pt x="581436" y="87623"/>
                </a:lnTo>
                <a:cubicBezTo>
                  <a:pt x="581436" y="93481"/>
                  <a:pt x="581599" y="96947"/>
                  <a:pt x="581924" y="98021"/>
                </a:cubicBezTo>
                <a:cubicBezTo>
                  <a:pt x="582359" y="99795"/>
                  <a:pt x="583187" y="101113"/>
                  <a:pt x="584408" y="101973"/>
                </a:cubicBezTo>
                <a:cubicBezTo>
                  <a:pt x="585630" y="102831"/>
                  <a:pt x="587761" y="103368"/>
                  <a:pt x="590801" y="103584"/>
                </a:cubicBezTo>
                <a:lnTo>
                  <a:pt x="590801" y="106515"/>
                </a:lnTo>
                <a:lnTo>
                  <a:pt x="558634" y="112704"/>
                </a:lnTo>
                <a:lnTo>
                  <a:pt x="558634" y="100652"/>
                </a:lnTo>
                <a:cubicBezTo>
                  <a:pt x="554780" y="105321"/>
                  <a:pt x="551346" y="108497"/>
                  <a:pt x="548333" y="110180"/>
                </a:cubicBezTo>
                <a:cubicBezTo>
                  <a:pt x="545320" y="111863"/>
                  <a:pt x="541913" y="112704"/>
                  <a:pt x="538113" y="112704"/>
                </a:cubicBezTo>
                <a:cubicBezTo>
                  <a:pt x="528395" y="112704"/>
                  <a:pt x="520713" y="108357"/>
                  <a:pt x="515067" y="99662"/>
                </a:cubicBezTo>
                <a:cubicBezTo>
                  <a:pt x="510507" y="92598"/>
                  <a:pt x="508227" y="83930"/>
                  <a:pt x="508227" y="73659"/>
                </a:cubicBezTo>
                <a:cubicBezTo>
                  <a:pt x="508227" y="65453"/>
                  <a:pt x="509639" y="58103"/>
                  <a:pt x="512462" y="51609"/>
                </a:cubicBezTo>
                <a:cubicBezTo>
                  <a:pt x="515285" y="45114"/>
                  <a:pt x="519153" y="40210"/>
                  <a:pt x="524066" y="36895"/>
                </a:cubicBezTo>
                <a:cubicBezTo>
                  <a:pt x="528979" y="33580"/>
                  <a:pt x="534259" y="31922"/>
                  <a:pt x="539905" y="31922"/>
                </a:cubicBezTo>
                <a:cubicBezTo>
                  <a:pt x="543542" y="31922"/>
                  <a:pt x="546772" y="32634"/>
                  <a:pt x="549595" y="34057"/>
                </a:cubicBezTo>
                <a:cubicBezTo>
                  <a:pt x="552418" y="35481"/>
                  <a:pt x="555431" y="37972"/>
                  <a:pt x="558634" y="41531"/>
                </a:cubicBezTo>
                <a:lnTo>
                  <a:pt x="558634" y="18567"/>
                </a:lnTo>
                <a:cubicBezTo>
                  <a:pt x="558634" y="12758"/>
                  <a:pt x="558390" y="9256"/>
                  <a:pt x="557902" y="8062"/>
                </a:cubicBezTo>
                <a:cubicBezTo>
                  <a:pt x="557250" y="6488"/>
                  <a:pt x="556273" y="5320"/>
                  <a:pt x="554970" y="4560"/>
                </a:cubicBezTo>
                <a:cubicBezTo>
                  <a:pt x="553667" y="3800"/>
                  <a:pt x="551224" y="3420"/>
                  <a:pt x="547641" y="3420"/>
                </a:cubicBezTo>
                <a:lnTo>
                  <a:pt x="547641" y="0"/>
                </a:lnTo>
                <a:lnTo>
                  <a:pt x="581436" y="0"/>
                </a:lnTo>
                <a:moveTo>
                  <a:pt x="558634" y="51466"/>
                </a:moveTo>
                <a:cubicBezTo>
                  <a:pt x="554617" y="43866"/>
                  <a:pt x="549704" y="40065"/>
                  <a:pt x="543895" y="40065"/>
                </a:cubicBezTo>
                <a:cubicBezTo>
                  <a:pt x="541886" y="40065"/>
                  <a:pt x="540230" y="40608"/>
                  <a:pt x="538927" y="41694"/>
                </a:cubicBezTo>
                <a:cubicBezTo>
                  <a:pt x="536919" y="43377"/>
                  <a:pt x="535277" y="46336"/>
                  <a:pt x="534001" y="50570"/>
                </a:cubicBezTo>
                <a:cubicBezTo>
                  <a:pt x="532725" y="54805"/>
                  <a:pt x="532087" y="61292"/>
                  <a:pt x="532087" y="70033"/>
                </a:cubicBezTo>
                <a:cubicBezTo>
                  <a:pt x="532087" y="79642"/>
                  <a:pt x="532793" y="86754"/>
                  <a:pt x="534204" y="91369"/>
                </a:cubicBezTo>
                <a:cubicBezTo>
                  <a:pt x="535616" y="95983"/>
                  <a:pt x="537543" y="99322"/>
                  <a:pt x="539986" y="101385"/>
                </a:cubicBezTo>
                <a:cubicBezTo>
                  <a:pt x="541235" y="102416"/>
                  <a:pt x="542945" y="102932"/>
                  <a:pt x="545116" y="102932"/>
                </a:cubicBezTo>
                <a:cubicBezTo>
                  <a:pt x="549894" y="102932"/>
                  <a:pt x="554400" y="99174"/>
                  <a:pt x="558634" y="91659"/>
                </a:cubicBezTo>
                <a:lnTo>
                  <a:pt x="558634" y="51466"/>
                </a:lnTo>
                <a:close/>
                <a:moveTo>
                  <a:pt x="664661" y="69544"/>
                </a:moveTo>
                <a:lnTo>
                  <a:pt x="622886" y="69544"/>
                </a:lnTo>
                <a:cubicBezTo>
                  <a:pt x="623374" y="79669"/>
                  <a:pt x="626062" y="87671"/>
                  <a:pt x="630948" y="93550"/>
                </a:cubicBezTo>
                <a:cubicBezTo>
                  <a:pt x="634694" y="98067"/>
                  <a:pt x="639200" y="100326"/>
                  <a:pt x="644466" y="100326"/>
                </a:cubicBezTo>
                <a:cubicBezTo>
                  <a:pt x="647723" y="100326"/>
                  <a:pt x="650682" y="99417"/>
                  <a:pt x="653342" y="97598"/>
                </a:cubicBezTo>
                <a:cubicBezTo>
                  <a:pt x="656002" y="95780"/>
                  <a:pt x="658852" y="92509"/>
                  <a:pt x="661892" y="87786"/>
                </a:cubicBezTo>
                <a:lnTo>
                  <a:pt x="664661" y="89577"/>
                </a:lnTo>
                <a:cubicBezTo>
                  <a:pt x="660535" y="97992"/>
                  <a:pt x="655975" y="103950"/>
                  <a:pt x="650980" y="107452"/>
                </a:cubicBezTo>
                <a:cubicBezTo>
                  <a:pt x="645986" y="110953"/>
                  <a:pt x="640204" y="112704"/>
                  <a:pt x="633635" y="112704"/>
                </a:cubicBezTo>
                <a:cubicBezTo>
                  <a:pt x="622343" y="112704"/>
                  <a:pt x="613792" y="108357"/>
                  <a:pt x="607983" y="99662"/>
                </a:cubicBezTo>
                <a:cubicBezTo>
                  <a:pt x="603314" y="92652"/>
                  <a:pt x="600980" y="83957"/>
                  <a:pt x="600980" y="73578"/>
                </a:cubicBezTo>
                <a:cubicBezTo>
                  <a:pt x="600980" y="60861"/>
                  <a:pt x="604414" y="50739"/>
                  <a:pt x="611281" y="43213"/>
                </a:cubicBezTo>
                <a:cubicBezTo>
                  <a:pt x="618149" y="35686"/>
                  <a:pt x="626197" y="31922"/>
                  <a:pt x="635426" y="31922"/>
                </a:cubicBezTo>
                <a:cubicBezTo>
                  <a:pt x="643136" y="31922"/>
                  <a:pt x="649827" y="35084"/>
                  <a:pt x="655500" y="41409"/>
                </a:cubicBezTo>
                <a:cubicBezTo>
                  <a:pt x="661173" y="47734"/>
                  <a:pt x="664227" y="57112"/>
                  <a:pt x="664661" y="69544"/>
                </a:cubicBezTo>
                <a:moveTo>
                  <a:pt x="644629" y="64170"/>
                </a:moveTo>
                <a:cubicBezTo>
                  <a:pt x="644629" y="55429"/>
                  <a:pt x="644153" y="49430"/>
                  <a:pt x="643203" y="46173"/>
                </a:cubicBezTo>
                <a:cubicBezTo>
                  <a:pt x="642253" y="42916"/>
                  <a:pt x="640774" y="40445"/>
                  <a:pt x="638765" y="38762"/>
                </a:cubicBezTo>
                <a:cubicBezTo>
                  <a:pt x="637625" y="37785"/>
                  <a:pt x="636105" y="37297"/>
                  <a:pt x="634205" y="37297"/>
                </a:cubicBezTo>
                <a:cubicBezTo>
                  <a:pt x="631382" y="37297"/>
                  <a:pt x="629075" y="38681"/>
                  <a:pt x="627283" y="41450"/>
                </a:cubicBezTo>
                <a:cubicBezTo>
                  <a:pt x="624080" y="46281"/>
                  <a:pt x="622479" y="52905"/>
                  <a:pt x="622479" y="61320"/>
                </a:cubicBezTo>
                <a:lnTo>
                  <a:pt x="622479" y="64170"/>
                </a:lnTo>
                <a:lnTo>
                  <a:pt x="644629" y="64170"/>
                </a:lnTo>
                <a:close/>
                <a:moveTo>
                  <a:pt x="705786" y="34202"/>
                </a:moveTo>
                <a:lnTo>
                  <a:pt x="705786" y="51466"/>
                </a:lnTo>
                <a:cubicBezTo>
                  <a:pt x="710834" y="43594"/>
                  <a:pt x="715259" y="38369"/>
                  <a:pt x="719059" y="35790"/>
                </a:cubicBezTo>
                <a:cubicBezTo>
                  <a:pt x="722859" y="33211"/>
                  <a:pt x="726524" y="31922"/>
                  <a:pt x="730053" y="31922"/>
                </a:cubicBezTo>
                <a:cubicBezTo>
                  <a:pt x="733093" y="31922"/>
                  <a:pt x="735522" y="32862"/>
                  <a:pt x="737341" y="34742"/>
                </a:cubicBezTo>
                <a:cubicBezTo>
                  <a:pt x="739160" y="36621"/>
                  <a:pt x="740069" y="39277"/>
                  <a:pt x="740069" y="42709"/>
                </a:cubicBezTo>
                <a:cubicBezTo>
                  <a:pt x="740069" y="46360"/>
                  <a:pt x="739187" y="49194"/>
                  <a:pt x="737423" y="51212"/>
                </a:cubicBezTo>
                <a:cubicBezTo>
                  <a:pt x="735658" y="53227"/>
                  <a:pt x="733527" y="54235"/>
                  <a:pt x="731030" y="54235"/>
                </a:cubicBezTo>
                <a:cubicBezTo>
                  <a:pt x="728153" y="54235"/>
                  <a:pt x="725655" y="53312"/>
                  <a:pt x="723538" y="51466"/>
                </a:cubicBezTo>
                <a:cubicBezTo>
                  <a:pt x="721421" y="49620"/>
                  <a:pt x="720172" y="48589"/>
                  <a:pt x="719792" y="48372"/>
                </a:cubicBezTo>
                <a:cubicBezTo>
                  <a:pt x="719249" y="48046"/>
                  <a:pt x="718625" y="47883"/>
                  <a:pt x="717919" y="47883"/>
                </a:cubicBezTo>
                <a:cubicBezTo>
                  <a:pt x="716345" y="47883"/>
                  <a:pt x="714852" y="48480"/>
                  <a:pt x="713440" y="49675"/>
                </a:cubicBezTo>
                <a:cubicBezTo>
                  <a:pt x="711214" y="51520"/>
                  <a:pt x="709531" y="54153"/>
                  <a:pt x="708391" y="57574"/>
                </a:cubicBezTo>
                <a:cubicBezTo>
                  <a:pt x="706654" y="62840"/>
                  <a:pt x="705786" y="68649"/>
                  <a:pt x="705786" y="75000"/>
                </a:cubicBezTo>
                <a:lnTo>
                  <a:pt x="705786" y="92509"/>
                </a:lnTo>
                <a:lnTo>
                  <a:pt x="705867" y="97069"/>
                </a:lnTo>
                <a:cubicBezTo>
                  <a:pt x="705867" y="100163"/>
                  <a:pt x="706057" y="102145"/>
                  <a:pt x="706437" y="103014"/>
                </a:cubicBezTo>
                <a:cubicBezTo>
                  <a:pt x="707088" y="104479"/>
                  <a:pt x="708052" y="105552"/>
                  <a:pt x="709328" y="106230"/>
                </a:cubicBezTo>
                <a:cubicBezTo>
                  <a:pt x="710604" y="106909"/>
                  <a:pt x="712762" y="107330"/>
                  <a:pt x="715802" y="107493"/>
                </a:cubicBezTo>
                <a:lnTo>
                  <a:pt x="715802" y="110424"/>
                </a:lnTo>
                <a:lnTo>
                  <a:pt x="674678" y="110424"/>
                </a:lnTo>
                <a:lnTo>
                  <a:pt x="674678" y="107493"/>
                </a:lnTo>
                <a:cubicBezTo>
                  <a:pt x="677989" y="107221"/>
                  <a:pt x="680229" y="106312"/>
                  <a:pt x="681396" y="104764"/>
                </a:cubicBezTo>
                <a:cubicBezTo>
                  <a:pt x="682563" y="103217"/>
                  <a:pt x="683147" y="99132"/>
                  <a:pt x="683147" y="92509"/>
                </a:cubicBezTo>
                <a:lnTo>
                  <a:pt x="683147" y="50326"/>
                </a:lnTo>
                <a:cubicBezTo>
                  <a:pt x="683147" y="45956"/>
                  <a:pt x="682930" y="43170"/>
                  <a:pt x="682495" y="41969"/>
                </a:cubicBezTo>
                <a:cubicBezTo>
                  <a:pt x="681953" y="40439"/>
                  <a:pt x="681165" y="39319"/>
                  <a:pt x="680134" y="38610"/>
                </a:cubicBezTo>
                <a:cubicBezTo>
                  <a:pt x="679102" y="37899"/>
                  <a:pt x="677284" y="37407"/>
                  <a:pt x="674678" y="37134"/>
                </a:cubicBezTo>
                <a:lnTo>
                  <a:pt x="674678" y="34202"/>
                </a:lnTo>
                <a:lnTo>
                  <a:pt x="705786" y="34202"/>
                </a:lnTo>
                <a:close/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79ED0-B1CC-467C-B80F-9C29F59A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150" y="3000790"/>
            <a:ext cx="496347" cy="10"/>
          </a:xfrm>
          <a:custGeom xmlns:a="http://schemas.openxmlformats.org/drawingml/2006/main">
            <a:pathLst>
              <a:path w="496347" h="1" fill="none">
                <a:moveTo>
                  <a:pt x="0" y="0"/>
                </a:moveTo>
                <a:lnTo>
                  <a:pt x="4963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08867-2D57-4CCC-805F-D12056FA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589" y="2960973"/>
            <a:ext cx="79634" cy="79634"/>
          </a:xfrm>
          <a:custGeom xmlns:a="http://schemas.openxmlformats.org/drawingml/2006/main">
            <a:pathLst>
              <a:path w="79634" h="79634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68F68-3B82-4A56-B208-A40DF19C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589" y="2960973"/>
            <a:ext cx="79634" cy="79634"/>
          </a:xfrm>
          <a:custGeom xmlns:a="http://schemas.openxmlformats.org/drawingml/2006/main">
            <a:pathLst>
              <a:path w="79634" h="79634" fill="none">
                <a:moveTo>
                  <a:pt x="79634" y="39817"/>
                </a:moveTo>
                <a:lnTo>
                  <a:pt x="0" y="79634"/>
                </a:lnTo>
                <a:lnTo>
                  <a:pt x="19908" y="39817"/>
                </a:lnTo>
                <a:lnTo>
                  <a:pt x="0" y="0"/>
                </a:lnTo>
                <a:lnTo>
                  <a:pt x="79634" y="39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34" name="Text Phase3:Recovery">
            <a:extLst xmlns:a="http://schemas.openxmlformats.org/drawingml/2006/main">
              <a:ext uri="{FF2B5EF4-FFF2-40B4-BE49-F238E27FC236}">
                <a16:creationId xmlns:a16="http://schemas.microsoft.com/office/drawing/2014/main" id="{FCA76D24-29EE-484B-AE5E-F8900677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547" y="2822902"/>
            <a:ext cx="1330398" cy="152147"/>
          </a:xfrm>
          <a:custGeom xmlns:a="http://schemas.openxmlformats.org/drawingml/2006/main">
            <a:pathLst>
              <a:path w="1330398" h="152147">
                <a:moveTo>
                  <a:pt x="41744" y="64158"/>
                </a:moveTo>
                <a:lnTo>
                  <a:pt x="41744" y="95487"/>
                </a:lnTo>
                <a:cubicBezTo>
                  <a:pt x="41744" y="101629"/>
                  <a:pt x="42119" y="105496"/>
                  <a:pt x="42869" y="107087"/>
                </a:cubicBezTo>
                <a:cubicBezTo>
                  <a:pt x="43619" y="108678"/>
                  <a:pt x="44952" y="109947"/>
                  <a:pt x="46869" y="110897"/>
                </a:cubicBezTo>
                <a:cubicBezTo>
                  <a:pt x="48785" y="111845"/>
                  <a:pt x="52299" y="112319"/>
                  <a:pt x="57409" y="112319"/>
                </a:cubicBezTo>
                <a:lnTo>
                  <a:pt x="57409" y="115318"/>
                </a:lnTo>
                <a:lnTo>
                  <a:pt x="0" y="115318"/>
                </a:lnTo>
                <a:lnTo>
                  <a:pt x="0" y="112319"/>
                </a:lnTo>
                <a:cubicBezTo>
                  <a:pt x="5222" y="112319"/>
                  <a:pt x="8763" y="111830"/>
                  <a:pt x="10624" y="110853"/>
                </a:cubicBezTo>
                <a:cubicBezTo>
                  <a:pt x="12484" y="109875"/>
                  <a:pt x="13790" y="108605"/>
                  <a:pt x="14540" y="107043"/>
                </a:cubicBezTo>
                <a:cubicBezTo>
                  <a:pt x="15290" y="105481"/>
                  <a:pt x="15665" y="101629"/>
                  <a:pt x="15665" y="95487"/>
                </a:cubicBezTo>
                <a:lnTo>
                  <a:pt x="15665" y="22164"/>
                </a:lnTo>
                <a:cubicBezTo>
                  <a:pt x="15665" y="16022"/>
                  <a:pt x="15290" y="12156"/>
                  <a:pt x="14540" y="10566"/>
                </a:cubicBezTo>
                <a:cubicBezTo>
                  <a:pt x="13790" y="8975"/>
                  <a:pt x="12471" y="7705"/>
                  <a:pt x="10582" y="6757"/>
                </a:cubicBezTo>
                <a:cubicBezTo>
                  <a:pt x="8693" y="5807"/>
                  <a:pt x="5166" y="5333"/>
                  <a:pt x="0" y="5333"/>
                </a:cubicBezTo>
                <a:lnTo>
                  <a:pt x="0" y="2333"/>
                </a:lnTo>
                <a:lnTo>
                  <a:pt x="49244" y="2333"/>
                </a:lnTo>
                <a:cubicBezTo>
                  <a:pt x="65464" y="2333"/>
                  <a:pt x="77101" y="5222"/>
                  <a:pt x="84156" y="10999"/>
                </a:cubicBezTo>
                <a:cubicBezTo>
                  <a:pt x="91210" y="16776"/>
                  <a:pt x="94738" y="23997"/>
                  <a:pt x="94738" y="32662"/>
                </a:cubicBezTo>
                <a:cubicBezTo>
                  <a:pt x="94738" y="39995"/>
                  <a:pt x="92460" y="46272"/>
                  <a:pt x="87905" y="51493"/>
                </a:cubicBezTo>
                <a:cubicBezTo>
                  <a:pt x="83350" y="56715"/>
                  <a:pt x="77073" y="60270"/>
                  <a:pt x="69074" y="62158"/>
                </a:cubicBezTo>
                <a:cubicBezTo>
                  <a:pt x="63686" y="63492"/>
                  <a:pt x="54576" y="64158"/>
                  <a:pt x="41744" y="64158"/>
                </a:cubicBezTo>
                <a:moveTo>
                  <a:pt x="41744" y="8832"/>
                </a:moveTo>
                <a:lnTo>
                  <a:pt x="41744" y="57659"/>
                </a:lnTo>
                <a:cubicBezTo>
                  <a:pt x="43578" y="57770"/>
                  <a:pt x="44966" y="57826"/>
                  <a:pt x="45911" y="57826"/>
                </a:cubicBezTo>
                <a:cubicBezTo>
                  <a:pt x="52688" y="57826"/>
                  <a:pt x="57909" y="55812"/>
                  <a:pt x="61575" y="51785"/>
                </a:cubicBezTo>
                <a:cubicBezTo>
                  <a:pt x="65241" y="47758"/>
                  <a:pt x="67074" y="41522"/>
                  <a:pt x="67074" y="33079"/>
                </a:cubicBezTo>
                <a:cubicBezTo>
                  <a:pt x="67074" y="24691"/>
                  <a:pt x="65241" y="18553"/>
                  <a:pt x="61575" y="14665"/>
                </a:cubicBezTo>
                <a:cubicBezTo>
                  <a:pt x="57909" y="10776"/>
                  <a:pt x="52438" y="8832"/>
                  <a:pt x="45161" y="8832"/>
                </a:cubicBezTo>
                <a:lnTo>
                  <a:pt x="41744" y="8832"/>
                </a:lnTo>
                <a:close/>
                <a:moveTo>
                  <a:pt x="137509" y="2333"/>
                </a:moveTo>
                <a:lnTo>
                  <a:pt x="137509" y="47410"/>
                </a:lnTo>
                <a:cubicBezTo>
                  <a:pt x="141786" y="42880"/>
                  <a:pt x="145703" y="39678"/>
                  <a:pt x="149258" y="37805"/>
                </a:cubicBezTo>
                <a:cubicBezTo>
                  <a:pt x="152813" y="35932"/>
                  <a:pt x="156507" y="34995"/>
                  <a:pt x="160340" y="34995"/>
                </a:cubicBezTo>
                <a:cubicBezTo>
                  <a:pt x="165228" y="34995"/>
                  <a:pt x="169408" y="36384"/>
                  <a:pt x="172880" y="39162"/>
                </a:cubicBezTo>
                <a:cubicBezTo>
                  <a:pt x="176351" y="41939"/>
                  <a:pt x="178657" y="45202"/>
                  <a:pt x="179795" y="48952"/>
                </a:cubicBezTo>
                <a:cubicBezTo>
                  <a:pt x="180934" y="52701"/>
                  <a:pt x="181503" y="59020"/>
                  <a:pt x="181503" y="67908"/>
                </a:cubicBezTo>
                <a:lnTo>
                  <a:pt x="181503" y="98320"/>
                </a:lnTo>
                <a:cubicBezTo>
                  <a:pt x="181503" y="104300"/>
                  <a:pt x="182059" y="108031"/>
                  <a:pt x="183170" y="109512"/>
                </a:cubicBezTo>
                <a:cubicBezTo>
                  <a:pt x="184281" y="110992"/>
                  <a:pt x="186531" y="111928"/>
                  <a:pt x="189919" y="112319"/>
                </a:cubicBezTo>
                <a:lnTo>
                  <a:pt x="189919" y="115318"/>
                </a:lnTo>
                <a:lnTo>
                  <a:pt x="150424" y="115318"/>
                </a:lnTo>
                <a:lnTo>
                  <a:pt x="150424" y="112319"/>
                </a:lnTo>
                <a:cubicBezTo>
                  <a:pt x="153202" y="111928"/>
                  <a:pt x="155285" y="110810"/>
                  <a:pt x="156673" y="108965"/>
                </a:cubicBezTo>
                <a:cubicBezTo>
                  <a:pt x="157673" y="107512"/>
                  <a:pt x="158173" y="103964"/>
                  <a:pt x="158173" y="98320"/>
                </a:cubicBezTo>
                <a:lnTo>
                  <a:pt x="158173" y="63630"/>
                </a:lnTo>
                <a:cubicBezTo>
                  <a:pt x="158173" y="57196"/>
                  <a:pt x="157923" y="53162"/>
                  <a:pt x="157423" y="51527"/>
                </a:cubicBezTo>
                <a:cubicBezTo>
                  <a:pt x="156923" y="49890"/>
                  <a:pt x="156076" y="48614"/>
                  <a:pt x="154882" y="47699"/>
                </a:cubicBezTo>
                <a:cubicBezTo>
                  <a:pt x="153688" y="46785"/>
                  <a:pt x="152341" y="46327"/>
                  <a:pt x="150841" y="46327"/>
                </a:cubicBezTo>
                <a:cubicBezTo>
                  <a:pt x="148619" y="46327"/>
                  <a:pt x="146452" y="47091"/>
                  <a:pt x="144342" y="48619"/>
                </a:cubicBezTo>
                <a:cubicBezTo>
                  <a:pt x="142231" y="50146"/>
                  <a:pt x="139953" y="52826"/>
                  <a:pt x="137509" y="56659"/>
                </a:cubicBezTo>
                <a:lnTo>
                  <a:pt x="137509" y="98320"/>
                </a:lnTo>
                <a:cubicBezTo>
                  <a:pt x="137509" y="103908"/>
                  <a:pt x="137926" y="107401"/>
                  <a:pt x="138759" y="108798"/>
                </a:cubicBezTo>
                <a:cubicBezTo>
                  <a:pt x="139814" y="110697"/>
                  <a:pt x="141981" y="111871"/>
                  <a:pt x="145258" y="112319"/>
                </a:cubicBezTo>
                <a:lnTo>
                  <a:pt x="145258" y="115318"/>
                </a:lnTo>
                <a:lnTo>
                  <a:pt x="105763" y="115318"/>
                </a:lnTo>
                <a:lnTo>
                  <a:pt x="105763" y="112319"/>
                </a:lnTo>
                <a:cubicBezTo>
                  <a:pt x="109041" y="111984"/>
                  <a:pt x="111374" y="110922"/>
                  <a:pt x="112762" y="109134"/>
                </a:cubicBezTo>
                <a:cubicBezTo>
                  <a:pt x="113707" y="107905"/>
                  <a:pt x="114179" y="104300"/>
                  <a:pt x="114179" y="98320"/>
                </a:cubicBezTo>
                <a:lnTo>
                  <a:pt x="114179" y="19331"/>
                </a:lnTo>
                <a:cubicBezTo>
                  <a:pt x="114179" y="13372"/>
                  <a:pt x="113637" y="9661"/>
                  <a:pt x="112554" y="8199"/>
                </a:cubicBezTo>
                <a:cubicBezTo>
                  <a:pt x="111471" y="6738"/>
                  <a:pt x="109207" y="5782"/>
                  <a:pt x="105763" y="5333"/>
                </a:cubicBezTo>
                <a:lnTo>
                  <a:pt x="105763" y="2333"/>
                </a:lnTo>
                <a:lnTo>
                  <a:pt x="137509" y="2333"/>
                </a:lnTo>
                <a:close/>
                <a:moveTo>
                  <a:pt x="243552" y="103820"/>
                </a:moveTo>
                <a:cubicBezTo>
                  <a:pt x="234054" y="112263"/>
                  <a:pt x="225527" y="116485"/>
                  <a:pt x="217972" y="116485"/>
                </a:cubicBezTo>
                <a:cubicBezTo>
                  <a:pt x="213528" y="116485"/>
                  <a:pt x="209834" y="115022"/>
                  <a:pt x="206890" y="112097"/>
                </a:cubicBezTo>
                <a:cubicBezTo>
                  <a:pt x="203946" y="109171"/>
                  <a:pt x="202474" y="105506"/>
                  <a:pt x="202474" y="101104"/>
                </a:cubicBezTo>
                <a:cubicBezTo>
                  <a:pt x="202474" y="95139"/>
                  <a:pt x="205030" y="89775"/>
                  <a:pt x="210140" y="85010"/>
                </a:cubicBezTo>
                <a:cubicBezTo>
                  <a:pt x="215250" y="80245"/>
                  <a:pt x="226388" y="73905"/>
                  <a:pt x="243552" y="65991"/>
                </a:cubicBezTo>
                <a:lnTo>
                  <a:pt x="243552" y="58159"/>
                </a:lnTo>
                <a:cubicBezTo>
                  <a:pt x="243552" y="52271"/>
                  <a:pt x="243233" y="48563"/>
                  <a:pt x="242594" y="47035"/>
                </a:cubicBezTo>
                <a:cubicBezTo>
                  <a:pt x="241955" y="45508"/>
                  <a:pt x="240747" y="44175"/>
                  <a:pt x="238970" y="43036"/>
                </a:cubicBezTo>
                <a:cubicBezTo>
                  <a:pt x="237192" y="41897"/>
                  <a:pt x="235192" y="41328"/>
                  <a:pt x="232970" y="41328"/>
                </a:cubicBezTo>
                <a:cubicBezTo>
                  <a:pt x="229360" y="41328"/>
                  <a:pt x="226388" y="42133"/>
                  <a:pt x="224055" y="43744"/>
                </a:cubicBezTo>
                <a:cubicBezTo>
                  <a:pt x="222611" y="44744"/>
                  <a:pt x="221888" y="45911"/>
                  <a:pt x="221888" y="47244"/>
                </a:cubicBezTo>
                <a:cubicBezTo>
                  <a:pt x="221888" y="48410"/>
                  <a:pt x="222666" y="49855"/>
                  <a:pt x="224221" y="51577"/>
                </a:cubicBezTo>
                <a:cubicBezTo>
                  <a:pt x="226332" y="53965"/>
                  <a:pt x="227388" y="56270"/>
                  <a:pt x="227388" y="58492"/>
                </a:cubicBezTo>
                <a:cubicBezTo>
                  <a:pt x="227388" y="61214"/>
                  <a:pt x="226374" y="63533"/>
                  <a:pt x="224346" y="65450"/>
                </a:cubicBezTo>
                <a:cubicBezTo>
                  <a:pt x="222319" y="67366"/>
                  <a:pt x="219667" y="68324"/>
                  <a:pt x="216389" y="68324"/>
                </a:cubicBezTo>
                <a:cubicBezTo>
                  <a:pt x="212890" y="68324"/>
                  <a:pt x="209959" y="67269"/>
                  <a:pt x="207599" y="65158"/>
                </a:cubicBezTo>
                <a:cubicBezTo>
                  <a:pt x="205238" y="63047"/>
                  <a:pt x="204057" y="60575"/>
                  <a:pt x="204057" y="57742"/>
                </a:cubicBezTo>
                <a:cubicBezTo>
                  <a:pt x="204057" y="53743"/>
                  <a:pt x="205641" y="49924"/>
                  <a:pt x="208807" y="46286"/>
                </a:cubicBezTo>
                <a:cubicBezTo>
                  <a:pt x="211973" y="42647"/>
                  <a:pt x="216389" y="39856"/>
                  <a:pt x="222055" y="37912"/>
                </a:cubicBezTo>
                <a:cubicBezTo>
                  <a:pt x="227721" y="35967"/>
                  <a:pt x="233609" y="34995"/>
                  <a:pt x="239719" y="34995"/>
                </a:cubicBezTo>
                <a:cubicBezTo>
                  <a:pt x="247107" y="34995"/>
                  <a:pt x="252954" y="36569"/>
                  <a:pt x="257259" y="39716"/>
                </a:cubicBezTo>
                <a:cubicBezTo>
                  <a:pt x="261564" y="42862"/>
                  <a:pt x="264355" y="46272"/>
                  <a:pt x="265633" y="49947"/>
                </a:cubicBezTo>
                <a:cubicBezTo>
                  <a:pt x="266410" y="52285"/>
                  <a:pt x="266799" y="57657"/>
                  <a:pt x="266799" y="66064"/>
                </a:cubicBezTo>
                <a:lnTo>
                  <a:pt x="266799" y="96381"/>
                </a:lnTo>
                <a:cubicBezTo>
                  <a:pt x="266799" y="99944"/>
                  <a:pt x="266938" y="102186"/>
                  <a:pt x="267216" y="103106"/>
                </a:cubicBezTo>
                <a:cubicBezTo>
                  <a:pt x="267494" y="104024"/>
                  <a:pt x="267910" y="104707"/>
                  <a:pt x="268466" y="105153"/>
                </a:cubicBezTo>
                <a:cubicBezTo>
                  <a:pt x="269021" y="105597"/>
                  <a:pt x="269660" y="105819"/>
                  <a:pt x="270382" y="105819"/>
                </a:cubicBezTo>
                <a:cubicBezTo>
                  <a:pt x="271826" y="105819"/>
                  <a:pt x="273298" y="104792"/>
                  <a:pt x="274798" y="102736"/>
                </a:cubicBezTo>
                <a:lnTo>
                  <a:pt x="277298" y="104736"/>
                </a:lnTo>
                <a:cubicBezTo>
                  <a:pt x="274520" y="108847"/>
                  <a:pt x="271646" y="111832"/>
                  <a:pt x="268674" y="113693"/>
                </a:cubicBezTo>
                <a:cubicBezTo>
                  <a:pt x="265702" y="115554"/>
                  <a:pt x="262328" y="116485"/>
                  <a:pt x="258550" y="116485"/>
                </a:cubicBezTo>
                <a:cubicBezTo>
                  <a:pt x="254106" y="116485"/>
                  <a:pt x="250635" y="115436"/>
                  <a:pt x="248135" y="113339"/>
                </a:cubicBezTo>
                <a:cubicBezTo>
                  <a:pt x="245635" y="111242"/>
                  <a:pt x="244108" y="108069"/>
                  <a:pt x="243552" y="103820"/>
                </a:cubicBezTo>
                <a:moveTo>
                  <a:pt x="243552" y="97654"/>
                </a:moveTo>
                <a:lnTo>
                  <a:pt x="243552" y="71590"/>
                </a:lnTo>
                <a:cubicBezTo>
                  <a:pt x="236831" y="75553"/>
                  <a:pt x="231832" y="79795"/>
                  <a:pt x="228554" y="84317"/>
                </a:cubicBezTo>
                <a:cubicBezTo>
                  <a:pt x="226388" y="87331"/>
                  <a:pt x="225305" y="90373"/>
                  <a:pt x="225305" y="93443"/>
                </a:cubicBezTo>
                <a:cubicBezTo>
                  <a:pt x="225305" y="96011"/>
                  <a:pt x="226221" y="98272"/>
                  <a:pt x="228054" y="100226"/>
                </a:cubicBezTo>
                <a:cubicBezTo>
                  <a:pt x="229443" y="101733"/>
                  <a:pt x="231387" y="102486"/>
                  <a:pt x="233887" y="102486"/>
                </a:cubicBezTo>
                <a:cubicBezTo>
                  <a:pt x="236664" y="102486"/>
                  <a:pt x="239886" y="100876"/>
                  <a:pt x="243552" y="97654"/>
                </a:cubicBezTo>
                <a:close/>
                <a:moveTo>
                  <a:pt x="335124" y="35329"/>
                </a:moveTo>
                <a:lnTo>
                  <a:pt x="336374" y="61992"/>
                </a:lnTo>
                <a:lnTo>
                  <a:pt x="333541" y="61992"/>
                </a:lnTo>
                <a:cubicBezTo>
                  <a:pt x="330152" y="54040"/>
                  <a:pt x="326639" y="48608"/>
                  <a:pt x="323000" y="45697"/>
                </a:cubicBezTo>
                <a:cubicBezTo>
                  <a:pt x="319362" y="42784"/>
                  <a:pt x="315737" y="41328"/>
                  <a:pt x="312127" y="41328"/>
                </a:cubicBezTo>
                <a:cubicBezTo>
                  <a:pt x="309849" y="41328"/>
                  <a:pt x="307905" y="42092"/>
                  <a:pt x="306294" y="43619"/>
                </a:cubicBezTo>
                <a:cubicBezTo>
                  <a:pt x="304683" y="45147"/>
                  <a:pt x="303878" y="46910"/>
                  <a:pt x="303878" y="48910"/>
                </a:cubicBezTo>
                <a:cubicBezTo>
                  <a:pt x="303878" y="50410"/>
                  <a:pt x="304433" y="51854"/>
                  <a:pt x="305544" y="53243"/>
                </a:cubicBezTo>
                <a:cubicBezTo>
                  <a:pt x="307322" y="55520"/>
                  <a:pt x="312294" y="59423"/>
                  <a:pt x="320459" y="64950"/>
                </a:cubicBezTo>
                <a:cubicBezTo>
                  <a:pt x="328625" y="70477"/>
                  <a:pt x="333999" y="75171"/>
                  <a:pt x="336582" y="79031"/>
                </a:cubicBezTo>
                <a:cubicBezTo>
                  <a:pt x="339165" y="82892"/>
                  <a:pt x="340456" y="87211"/>
                  <a:pt x="340456" y="91988"/>
                </a:cubicBezTo>
                <a:cubicBezTo>
                  <a:pt x="340456" y="96321"/>
                  <a:pt x="339373" y="100570"/>
                  <a:pt x="337207" y="104736"/>
                </a:cubicBezTo>
                <a:cubicBezTo>
                  <a:pt x="335041" y="108902"/>
                  <a:pt x="331985" y="112096"/>
                  <a:pt x="328041" y="114318"/>
                </a:cubicBezTo>
                <a:cubicBezTo>
                  <a:pt x="324098" y="116540"/>
                  <a:pt x="319737" y="117651"/>
                  <a:pt x="314960" y="117651"/>
                </a:cubicBezTo>
                <a:cubicBezTo>
                  <a:pt x="311238" y="117651"/>
                  <a:pt x="306267" y="116463"/>
                  <a:pt x="300045" y="114087"/>
                </a:cubicBezTo>
                <a:cubicBezTo>
                  <a:pt x="298379" y="113463"/>
                  <a:pt x="297240" y="113152"/>
                  <a:pt x="296629" y="113152"/>
                </a:cubicBezTo>
                <a:cubicBezTo>
                  <a:pt x="294796" y="113152"/>
                  <a:pt x="293268" y="114540"/>
                  <a:pt x="292046" y="117318"/>
                </a:cubicBezTo>
                <a:lnTo>
                  <a:pt x="289297" y="117318"/>
                </a:lnTo>
                <a:lnTo>
                  <a:pt x="287963" y="89322"/>
                </a:lnTo>
                <a:lnTo>
                  <a:pt x="290796" y="89322"/>
                </a:lnTo>
                <a:cubicBezTo>
                  <a:pt x="293296" y="96654"/>
                  <a:pt x="296726" y="102153"/>
                  <a:pt x="301087" y="105819"/>
                </a:cubicBezTo>
                <a:cubicBezTo>
                  <a:pt x="305447" y="109486"/>
                  <a:pt x="309572" y="111319"/>
                  <a:pt x="313460" y="111319"/>
                </a:cubicBezTo>
                <a:cubicBezTo>
                  <a:pt x="316126" y="111319"/>
                  <a:pt x="318307" y="110499"/>
                  <a:pt x="320001" y="108861"/>
                </a:cubicBezTo>
                <a:cubicBezTo>
                  <a:pt x="321695" y="107222"/>
                  <a:pt x="322542" y="105236"/>
                  <a:pt x="322542" y="102903"/>
                </a:cubicBezTo>
                <a:cubicBezTo>
                  <a:pt x="322542" y="100237"/>
                  <a:pt x="321709" y="97932"/>
                  <a:pt x="320042" y="95987"/>
                </a:cubicBezTo>
                <a:cubicBezTo>
                  <a:pt x="318376" y="94043"/>
                  <a:pt x="314654" y="91099"/>
                  <a:pt x="308877" y="87155"/>
                </a:cubicBezTo>
                <a:cubicBezTo>
                  <a:pt x="300378" y="81267"/>
                  <a:pt x="294879" y="76768"/>
                  <a:pt x="292379" y="73657"/>
                </a:cubicBezTo>
                <a:cubicBezTo>
                  <a:pt x="288713" y="69102"/>
                  <a:pt x="286880" y="64075"/>
                  <a:pt x="286880" y="58576"/>
                </a:cubicBezTo>
                <a:cubicBezTo>
                  <a:pt x="286880" y="52576"/>
                  <a:pt x="288949" y="47147"/>
                  <a:pt x="293088" y="42286"/>
                </a:cubicBezTo>
                <a:cubicBezTo>
                  <a:pt x="297226" y="37426"/>
                  <a:pt x="303211" y="34995"/>
                  <a:pt x="311044" y="34995"/>
                </a:cubicBezTo>
                <a:cubicBezTo>
                  <a:pt x="315265" y="34995"/>
                  <a:pt x="319348" y="36063"/>
                  <a:pt x="323292" y="38198"/>
                </a:cubicBezTo>
                <a:cubicBezTo>
                  <a:pt x="324792" y="39063"/>
                  <a:pt x="326014" y="39495"/>
                  <a:pt x="326958" y="39495"/>
                </a:cubicBezTo>
                <a:cubicBezTo>
                  <a:pt x="327958" y="39495"/>
                  <a:pt x="328764" y="39286"/>
                  <a:pt x="329375" y="38870"/>
                </a:cubicBezTo>
                <a:cubicBezTo>
                  <a:pt x="329986" y="38453"/>
                  <a:pt x="330958" y="37273"/>
                  <a:pt x="332291" y="35329"/>
                </a:cubicBezTo>
                <a:lnTo>
                  <a:pt x="335124" y="35329"/>
                </a:lnTo>
                <a:close/>
                <a:moveTo>
                  <a:pt x="418253" y="73490"/>
                </a:moveTo>
                <a:lnTo>
                  <a:pt x="375508" y="73490"/>
                </a:lnTo>
                <a:cubicBezTo>
                  <a:pt x="376008" y="83850"/>
                  <a:pt x="378758" y="92037"/>
                  <a:pt x="383757" y="98052"/>
                </a:cubicBezTo>
                <a:cubicBezTo>
                  <a:pt x="387590" y="102675"/>
                  <a:pt x="392201" y="104986"/>
                  <a:pt x="397589" y="104986"/>
                </a:cubicBezTo>
                <a:cubicBezTo>
                  <a:pt x="400922" y="104986"/>
                  <a:pt x="403949" y="104056"/>
                  <a:pt x="406671" y="102195"/>
                </a:cubicBezTo>
                <a:cubicBezTo>
                  <a:pt x="409393" y="100334"/>
                  <a:pt x="412309" y="96987"/>
                  <a:pt x="415420" y="92155"/>
                </a:cubicBezTo>
                <a:lnTo>
                  <a:pt x="418253" y="93988"/>
                </a:lnTo>
                <a:cubicBezTo>
                  <a:pt x="414031" y="102598"/>
                  <a:pt x="409365" y="108694"/>
                  <a:pt x="404255" y="112277"/>
                </a:cubicBezTo>
                <a:cubicBezTo>
                  <a:pt x="399144" y="115860"/>
                  <a:pt x="393228" y="117651"/>
                  <a:pt x="386507" y="117651"/>
                </a:cubicBezTo>
                <a:cubicBezTo>
                  <a:pt x="374953" y="117651"/>
                  <a:pt x="366204" y="113203"/>
                  <a:pt x="360260" y="104307"/>
                </a:cubicBezTo>
                <a:cubicBezTo>
                  <a:pt x="355483" y="97134"/>
                  <a:pt x="353095" y="88238"/>
                  <a:pt x="353095" y="77617"/>
                </a:cubicBezTo>
                <a:cubicBezTo>
                  <a:pt x="353095" y="64605"/>
                  <a:pt x="356608" y="54249"/>
                  <a:pt x="363635" y="46549"/>
                </a:cubicBezTo>
                <a:cubicBezTo>
                  <a:pt x="370662" y="38846"/>
                  <a:pt x="378897" y="34995"/>
                  <a:pt x="388340" y="34995"/>
                </a:cubicBezTo>
                <a:cubicBezTo>
                  <a:pt x="396228" y="34995"/>
                  <a:pt x="403074" y="38231"/>
                  <a:pt x="408879" y="44702"/>
                </a:cubicBezTo>
                <a:cubicBezTo>
                  <a:pt x="414684" y="51174"/>
                  <a:pt x="417808" y="60770"/>
                  <a:pt x="418253" y="73490"/>
                </a:cubicBezTo>
                <a:moveTo>
                  <a:pt x="397755" y="67991"/>
                </a:moveTo>
                <a:cubicBezTo>
                  <a:pt x="397755" y="59048"/>
                  <a:pt x="397269" y="52910"/>
                  <a:pt x="396297" y="49577"/>
                </a:cubicBezTo>
                <a:cubicBezTo>
                  <a:pt x="395325" y="46244"/>
                  <a:pt x="393812" y="43716"/>
                  <a:pt x="391756" y="41994"/>
                </a:cubicBezTo>
                <a:cubicBezTo>
                  <a:pt x="390590" y="40995"/>
                  <a:pt x="389034" y="40495"/>
                  <a:pt x="387090" y="40495"/>
                </a:cubicBezTo>
                <a:cubicBezTo>
                  <a:pt x="384202" y="40495"/>
                  <a:pt x="381841" y="41911"/>
                  <a:pt x="380008" y="44744"/>
                </a:cubicBezTo>
                <a:cubicBezTo>
                  <a:pt x="376730" y="49688"/>
                  <a:pt x="375092" y="56465"/>
                  <a:pt x="375092" y="65075"/>
                </a:cubicBezTo>
                <a:lnTo>
                  <a:pt x="375092" y="67991"/>
                </a:lnTo>
                <a:lnTo>
                  <a:pt x="397755" y="67991"/>
                </a:lnTo>
                <a:close/>
                <a:moveTo>
                  <a:pt x="490185" y="58659"/>
                </a:moveTo>
                <a:lnTo>
                  <a:pt x="490185" y="55659"/>
                </a:lnTo>
                <a:cubicBezTo>
                  <a:pt x="496518" y="53830"/>
                  <a:pt x="500906" y="52125"/>
                  <a:pt x="503350" y="50545"/>
                </a:cubicBezTo>
                <a:cubicBezTo>
                  <a:pt x="505794" y="48966"/>
                  <a:pt x="507905" y="46555"/>
                  <a:pt x="509683" y="43312"/>
                </a:cubicBezTo>
                <a:cubicBezTo>
                  <a:pt x="511460" y="40069"/>
                  <a:pt x="512349" y="36785"/>
                  <a:pt x="512349" y="33459"/>
                </a:cubicBezTo>
                <a:cubicBezTo>
                  <a:pt x="512349" y="28859"/>
                  <a:pt x="510669" y="24910"/>
                  <a:pt x="507308" y="21612"/>
                </a:cubicBezTo>
                <a:cubicBezTo>
                  <a:pt x="503947" y="18314"/>
                  <a:pt x="499767" y="16664"/>
                  <a:pt x="494768" y="16664"/>
                </a:cubicBezTo>
                <a:cubicBezTo>
                  <a:pt x="486991" y="16664"/>
                  <a:pt x="480381" y="20803"/>
                  <a:pt x="474937" y="29080"/>
                </a:cubicBezTo>
                <a:lnTo>
                  <a:pt x="471855" y="27996"/>
                </a:lnTo>
                <a:cubicBezTo>
                  <a:pt x="475854" y="18692"/>
                  <a:pt x="480978" y="11700"/>
                  <a:pt x="487227" y="7020"/>
                </a:cubicBezTo>
                <a:cubicBezTo>
                  <a:pt x="493477" y="2340"/>
                  <a:pt x="500434" y="0"/>
                  <a:pt x="508100" y="0"/>
                </a:cubicBezTo>
                <a:cubicBezTo>
                  <a:pt x="515932" y="0"/>
                  <a:pt x="522390" y="2389"/>
                  <a:pt x="527472" y="7166"/>
                </a:cubicBezTo>
                <a:cubicBezTo>
                  <a:pt x="532555" y="11943"/>
                  <a:pt x="535096" y="17525"/>
                  <a:pt x="535096" y="23914"/>
                </a:cubicBezTo>
                <a:cubicBezTo>
                  <a:pt x="535096" y="28080"/>
                  <a:pt x="533916" y="32093"/>
                  <a:pt x="531555" y="35954"/>
                </a:cubicBezTo>
                <a:cubicBezTo>
                  <a:pt x="529194" y="39814"/>
                  <a:pt x="525486" y="43217"/>
                  <a:pt x="520431" y="46161"/>
                </a:cubicBezTo>
                <a:cubicBezTo>
                  <a:pt x="526931" y="49330"/>
                  <a:pt x="531888" y="53237"/>
                  <a:pt x="535304" y="57880"/>
                </a:cubicBezTo>
                <a:cubicBezTo>
                  <a:pt x="538721" y="62524"/>
                  <a:pt x="540429" y="68349"/>
                  <a:pt x="540429" y="75357"/>
                </a:cubicBezTo>
                <a:cubicBezTo>
                  <a:pt x="540429" y="87147"/>
                  <a:pt x="536165" y="97172"/>
                  <a:pt x="527639" y="105431"/>
                </a:cubicBezTo>
                <a:cubicBezTo>
                  <a:pt x="519112" y="113689"/>
                  <a:pt x="507683" y="117818"/>
                  <a:pt x="493352" y="117818"/>
                </a:cubicBezTo>
                <a:cubicBezTo>
                  <a:pt x="483797" y="117818"/>
                  <a:pt x="476826" y="116229"/>
                  <a:pt x="472438" y="113050"/>
                </a:cubicBezTo>
                <a:cubicBezTo>
                  <a:pt x="469272" y="110821"/>
                  <a:pt x="467688" y="107950"/>
                  <a:pt x="467688" y="104437"/>
                </a:cubicBezTo>
                <a:cubicBezTo>
                  <a:pt x="467688" y="101873"/>
                  <a:pt x="468605" y="99685"/>
                  <a:pt x="470438" y="97873"/>
                </a:cubicBezTo>
                <a:cubicBezTo>
                  <a:pt x="472271" y="96060"/>
                  <a:pt x="474382" y="95154"/>
                  <a:pt x="476771" y="95154"/>
                </a:cubicBezTo>
                <a:cubicBezTo>
                  <a:pt x="478604" y="95154"/>
                  <a:pt x="480326" y="95545"/>
                  <a:pt x="481937" y="96326"/>
                </a:cubicBezTo>
                <a:cubicBezTo>
                  <a:pt x="482825" y="96774"/>
                  <a:pt x="485978" y="99218"/>
                  <a:pt x="491394" y="103658"/>
                </a:cubicBezTo>
                <a:cubicBezTo>
                  <a:pt x="496810" y="108099"/>
                  <a:pt x="501878" y="110319"/>
                  <a:pt x="506600" y="110319"/>
                </a:cubicBezTo>
                <a:cubicBezTo>
                  <a:pt x="510710" y="110319"/>
                  <a:pt x="514238" y="108691"/>
                  <a:pt x="517182" y="105437"/>
                </a:cubicBezTo>
                <a:cubicBezTo>
                  <a:pt x="520126" y="102182"/>
                  <a:pt x="521598" y="98050"/>
                  <a:pt x="521598" y="93042"/>
                </a:cubicBezTo>
                <a:cubicBezTo>
                  <a:pt x="521598" y="85420"/>
                  <a:pt x="518932" y="78396"/>
                  <a:pt x="513599" y="71970"/>
                </a:cubicBezTo>
                <a:cubicBezTo>
                  <a:pt x="508266" y="65543"/>
                  <a:pt x="500462" y="61107"/>
                  <a:pt x="490185" y="58659"/>
                </a:cubicBezTo>
                <a:close/>
                <a:moveTo>
                  <a:pt x="578757" y="35162"/>
                </a:moveTo>
                <a:cubicBezTo>
                  <a:pt x="582590" y="35162"/>
                  <a:pt x="585853" y="36509"/>
                  <a:pt x="588547" y="39203"/>
                </a:cubicBezTo>
                <a:cubicBezTo>
                  <a:pt x="591242" y="41897"/>
                  <a:pt x="592589" y="45161"/>
                  <a:pt x="592589" y="48994"/>
                </a:cubicBezTo>
                <a:cubicBezTo>
                  <a:pt x="592589" y="52826"/>
                  <a:pt x="591242" y="56090"/>
                  <a:pt x="588547" y="58784"/>
                </a:cubicBezTo>
                <a:cubicBezTo>
                  <a:pt x="585853" y="61478"/>
                  <a:pt x="582590" y="62825"/>
                  <a:pt x="578757" y="62825"/>
                </a:cubicBezTo>
                <a:cubicBezTo>
                  <a:pt x="574924" y="62825"/>
                  <a:pt x="571661" y="61478"/>
                  <a:pt x="568967" y="58784"/>
                </a:cubicBezTo>
                <a:cubicBezTo>
                  <a:pt x="566273" y="56090"/>
                  <a:pt x="564926" y="52826"/>
                  <a:pt x="564926" y="48994"/>
                </a:cubicBezTo>
                <a:cubicBezTo>
                  <a:pt x="564926" y="45161"/>
                  <a:pt x="566273" y="41897"/>
                  <a:pt x="568967" y="39203"/>
                </a:cubicBezTo>
                <a:cubicBezTo>
                  <a:pt x="571661" y="36509"/>
                  <a:pt x="574924" y="35162"/>
                  <a:pt x="578757" y="35162"/>
                </a:cubicBezTo>
                <a:moveTo>
                  <a:pt x="578674" y="89655"/>
                </a:moveTo>
                <a:cubicBezTo>
                  <a:pt x="582562" y="89655"/>
                  <a:pt x="585853" y="91020"/>
                  <a:pt x="588547" y="93751"/>
                </a:cubicBezTo>
                <a:cubicBezTo>
                  <a:pt x="591242" y="96479"/>
                  <a:pt x="592589" y="99766"/>
                  <a:pt x="592589" y="103611"/>
                </a:cubicBezTo>
                <a:cubicBezTo>
                  <a:pt x="592589" y="107456"/>
                  <a:pt x="591228" y="110730"/>
                  <a:pt x="588506" y="113433"/>
                </a:cubicBezTo>
                <a:cubicBezTo>
                  <a:pt x="585784" y="116134"/>
                  <a:pt x="582507" y="117485"/>
                  <a:pt x="578674" y="117485"/>
                </a:cubicBezTo>
                <a:cubicBezTo>
                  <a:pt x="574841" y="117485"/>
                  <a:pt x="571577" y="116134"/>
                  <a:pt x="568883" y="113433"/>
                </a:cubicBezTo>
                <a:cubicBezTo>
                  <a:pt x="566189" y="110730"/>
                  <a:pt x="564842" y="107456"/>
                  <a:pt x="564842" y="103611"/>
                </a:cubicBezTo>
                <a:cubicBezTo>
                  <a:pt x="564842" y="99766"/>
                  <a:pt x="566189" y="96479"/>
                  <a:pt x="568883" y="93751"/>
                </a:cubicBezTo>
                <a:cubicBezTo>
                  <a:pt x="571577" y="91020"/>
                  <a:pt x="574841" y="89655"/>
                  <a:pt x="578674" y="89655"/>
                </a:cubicBezTo>
                <a:close/>
                <a:moveTo>
                  <a:pt x="695073" y="63825"/>
                </a:moveTo>
                <a:lnTo>
                  <a:pt x="695073" y="95654"/>
                </a:lnTo>
                <a:cubicBezTo>
                  <a:pt x="695073" y="101733"/>
                  <a:pt x="695448" y="105561"/>
                  <a:pt x="696198" y="107137"/>
                </a:cubicBezTo>
                <a:cubicBezTo>
                  <a:pt x="696948" y="108711"/>
                  <a:pt x="698267" y="109969"/>
                  <a:pt x="700156" y="110910"/>
                </a:cubicBezTo>
                <a:cubicBezTo>
                  <a:pt x="702045" y="111849"/>
                  <a:pt x="705572" y="112319"/>
                  <a:pt x="710738" y="112319"/>
                </a:cubicBezTo>
                <a:lnTo>
                  <a:pt x="710738" y="115318"/>
                </a:lnTo>
                <a:lnTo>
                  <a:pt x="652912" y="115318"/>
                </a:lnTo>
                <a:lnTo>
                  <a:pt x="652912" y="112319"/>
                </a:lnTo>
                <a:cubicBezTo>
                  <a:pt x="658134" y="112319"/>
                  <a:pt x="661675" y="111835"/>
                  <a:pt x="663536" y="110868"/>
                </a:cubicBezTo>
                <a:cubicBezTo>
                  <a:pt x="665397" y="109901"/>
                  <a:pt x="666702" y="108644"/>
                  <a:pt x="667452" y="107095"/>
                </a:cubicBezTo>
                <a:cubicBezTo>
                  <a:pt x="668202" y="105547"/>
                  <a:pt x="668577" y="101733"/>
                  <a:pt x="668577" y="95654"/>
                </a:cubicBezTo>
                <a:lnTo>
                  <a:pt x="668577" y="21997"/>
                </a:lnTo>
                <a:cubicBezTo>
                  <a:pt x="668577" y="15918"/>
                  <a:pt x="668202" y="12091"/>
                  <a:pt x="667452" y="10517"/>
                </a:cubicBezTo>
                <a:cubicBezTo>
                  <a:pt x="666702" y="8941"/>
                  <a:pt x="665383" y="7683"/>
                  <a:pt x="663494" y="6744"/>
                </a:cubicBezTo>
                <a:cubicBezTo>
                  <a:pt x="661605" y="5803"/>
                  <a:pt x="658078" y="5333"/>
                  <a:pt x="652912" y="5333"/>
                </a:cubicBezTo>
                <a:lnTo>
                  <a:pt x="652912" y="2333"/>
                </a:lnTo>
                <a:lnTo>
                  <a:pt x="705405" y="2333"/>
                </a:lnTo>
                <a:cubicBezTo>
                  <a:pt x="719070" y="2333"/>
                  <a:pt x="729069" y="3276"/>
                  <a:pt x="735401" y="5163"/>
                </a:cubicBezTo>
                <a:cubicBezTo>
                  <a:pt x="741734" y="7050"/>
                  <a:pt x="746900" y="10532"/>
                  <a:pt x="750899" y="15610"/>
                </a:cubicBezTo>
                <a:cubicBezTo>
                  <a:pt x="754899" y="20687"/>
                  <a:pt x="756898" y="26639"/>
                  <a:pt x="756898" y="33464"/>
                </a:cubicBezTo>
                <a:cubicBezTo>
                  <a:pt x="756898" y="41790"/>
                  <a:pt x="753899" y="48672"/>
                  <a:pt x="747900" y="54110"/>
                </a:cubicBezTo>
                <a:cubicBezTo>
                  <a:pt x="744067" y="57551"/>
                  <a:pt x="738706" y="60131"/>
                  <a:pt x="731818" y="61851"/>
                </a:cubicBezTo>
                <a:lnTo>
                  <a:pt x="758981" y="100190"/>
                </a:lnTo>
                <a:cubicBezTo>
                  <a:pt x="762537" y="105085"/>
                  <a:pt x="765064" y="108138"/>
                  <a:pt x="766564" y="109348"/>
                </a:cubicBezTo>
                <a:cubicBezTo>
                  <a:pt x="768841" y="111052"/>
                  <a:pt x="771480" y="111987"/>
                  <a:pt x="774479" y="112152"/>
                </a:cubicBezTo>
                <a:lnTo>
                  <a:pt x="774479" y="115318"/>
                </a:lnTo>
                <a:lnTo>
                  <a:pt x="738901" y="115318"/>
                </a:lnTo>
                <a:lnTo>
                  <a:pt x="702489" y="63825"/>
                </a:lnTo>
                <a:lnTo>
                  <a:pt x="695073" y="63825"/>
                </a:lnTo>
                <a:moveTo>
                  <a:pt x="695073" y="8666"/>
                </a:moveTo>
                <a:lnTo>
                  <a:pt x="695073" y="57826"/>
                </a:lnTo>
                <a:lnTo>
                  <a:pt x="699823" y="57826"/>
                </a:lnTo>
                <a:cubicBezTo>
                  <a:pt x="707544" y="57826"/>
                  <a:pt x="713321" y="57123"/>
                  <a:pt x="717154" y="55717"/>
                </a:cubicBezTo>
                <a:cubicBezTo>
                  <a:pt x="720986" y="54309"/>
                  <a:pt x="724000" y="51771"/>
                  <a:pt x="726194" y="48103"/>
                </a:cubicBezTo>
                <a:cubicBezTo>
                  <a:pt x="728388" y="44433"/>
                  <a:pt x="729485" y="39647"/>
                  <a:pt x="729485" y="33743"/>
                </a:cubicBezTo>
                <a:cubicBezTo>
                  <a:pt x="729485" y="25190"/>
                  <a:pt x="727472" y="18873"/>
                  <a:pt x="723444" y="14790"/>
                </a:cubicBezTo>
                <a:cubicBezTo>
                  <a:pt x="719417" y="10707"/>
                  <a:pt x="712932" y="8666"/>
                  <a:pt x="703989" y="8666"/>
                </a:cubicBezTo>
                <a:lnTo>
                  <a:pt x="695073" y="8666"/>
                </a:lnTo>
                <a:close/>
                <a:moveTo>
                  <a:pt x="844692" y="73490"/>
                </a:moveTo>
                <a:lnTo>
                  <a:pt x="801947" y="73490"/>
                </a:lnTo>
                <a:cubicBezTo>
                  <a:pt x="802447" y="83850"/>
                  <a:pt x="805197" y="92037"/>
                  <a:pt x="810196" y="98052"/>
                </a:cubicBezTo>
                <a:cubicBezTo>
                  <a:pt x="814029" y="102675"/>
                  <a:pt x="818640" y="104986"/>
                  <a:pt x="824028" y="104986"/>
                </a:cubicBezTo>
                <a:cubicBezTo>
                  <a:pt x="827361" y="104986"/>
                  <a:pt x="830388" y="104056"/>
                  <a:pt x="833110" y="102195"/>
                </a:cubicBezTo>
                <a:cubicBezTo>
                  <a:pt x="835832" y="100334"/>
                  <a:pt x="838748" y="96987"/>
                  <a:pt x="841859" y="92155"/>
                </a:cubicBezTo>
                <a:lnTo>
                  <a:pt x="844692" y="93988"/>
                </a:lnTo>
                <a:cubicBezTo>
                  <a:pt x="840470" y="102598"/>
                  <a:pt x="835804" y="108694"/>
                  <a:pt x="830694" y="112277"/>
                </a:cubicBezTo>
                <a:cubicBezTo>
                  <a:pt x="825583" y="115860"/>
                  <a:pt x="819667" y="117651"/>
                  <a:pt x="812946" y="117651"/>
                </a:cubicBezTo>
                <a:cubicBezTo>
                  <a:pt x="801392" y="117651"/>
                  <a:pt x="792643" y="113203"/>
                  <a:pt x="786699" y="104307"/>
                </a:cubicBezTo>
                <a:cubicBezTo>
                  <a:pt x="781922" y="97134"/>
                  <a:pt x="779534" y="88238"/>
                  <a:pt x="779534" y="77617"/>
                </a:cubicBezTo>
                <a:cubicBezTo>
                  <a:pt x="779534" y="64605"/>
                  <a:pt x="783047" y="54249"/>
                  <a:pt x="790074" y="46549"/>
                </a:cubicBezTo>
                <a:cubicBezTo>
                  <a:pt x="797101" y="38846"/>
                  <a:pt x="805336" y="34995"/>
                  <a:pt x="814779" y="34995"/>
                </a:cubicBezTo>
                <a:cubicBezTo>
                  <a:pt x="822667" y="34995"/>
                  <a:pt x="829513" y="38231"/>
                  <a:pt x="835318" y="44702"/>
                </a:cubicBezTo>
                <a:cubicBezTo>
                  <a:pt x="841123" y="51174"/>
                  <a:pt x="844247" y="60770"/>
                  <a:pt x="844692" y="73490"/>
                </a:cubicBezTo>
                <a:moveTo>
                  <a:pt x="824194" y="67991"/>
                </a:moveTo>
                <a:cubicBezTo>
                  <a:pt x="824194" y="59048"/>
                  <a:pt x="823708" y="52910"/>
                  <a:pt x="822736" y="49577"/>
                </a:cubicBezTo>
                <a:cubicBezTo>
                  <a:pt x="821764" y="46244"/>
                  <a:pt x="820251" y="43716"/>
                  <a:pt x="818195" y="41994"/>
                </a:cubicBezTo>
                <a:cubicBezTo>
                  <a:pt x="817029" y="40995"/>
                  <a:pt x="815473" y="40495"/>
                  <a:pt x="813529" y="40495"/>
                </a:cubicBezTo>
                <a:cubicBezTo>
                  <a:pt x="810641" y="40495"/>
                  <a:pt x="808280" y="41911"/>
                  <a:pt x="806447" y="44744"/>
                </a:cubicBezTo>
                <a:cubicBezTo>
                  <a:pt x="803169" y="49688"/>
                  <a:pt x="801531" y="56465"/>
                  <a:pt x="801531" y="65075"/>
                </a:cubicBezTo>
                <a:lnTo>
                  <a:pt x="801531" y="67991"/>
                </a:lnTo>
                <a:lnTo>
                  <a:pt x="824194" y="67991"/>
                </a:lnTo>
                <a:close/>
                <a:moveTo>
                  <a:pt x="918042" y="95172"/>
                </a:moveTo>
                <a:lnTo>
                  <a:pt x="920625" y="97169"/>
                </a:lnTo>
                <a:cubicBezTo>
                  <a:pt x="916959" y="104080"/>
                  <a:pt x="912390" y="109222"/>
                  <a:pt x="906918" y="112595"/>
                </a:cubicBezTo>
                <a:cubicBezTo>
                  <a:pt x="901447" y="115966"/>
                  <a:pt x="895628" y="117651"/>
                  <a:pt x="889462" y="117651"/>
                </a:cubicBezTo>
                <a:cubicBezTo>
                  <a:pt x="879075" y="117651"/>
                  <a:pt x="870770" y="113732"/>
                  <a:pt x="864549" y="105892"/>
                </a:cubicBezTo>
                <a:cubicBezTo>
                  <a:pt x="858327" y="98051"/>
                  <a:pt x="855217" y="88626"/>
                  <a:pt x="855217" y="77617"/>
                </a:cubicBezTo>
                <a:cubicBezTo>
                  <a:pt x="855217" y="66996"/>
                  <a:pt x="858050" y="57654"/>
                  <a:pt x="863716" y="49592"/>
                </a:cubicBezTo>
                <a:cubicBezTo>
                  <a:pt x="870548" y="39861"/>
                  <a:pt x="879963" y="34995"/>
                  <a:pt x="891962" y="34995"/>
                </a:cubicBezTo>
                <a:cubicBezTo>
                  <a:pt x="900016" y="34995"/>
                  <a:pt x="906418" y="37029"/>
                  <a:pt x="911168" y="41096"/>
                </a:cubicBezTo>
                <a:cubicBezTo>
                  <a:pt x="915917" y="45162"/>
                  <a:pt x="918292" y="49701"/>
                  <a:pt x="918292" y="54714"/>
                </a:cubicBezTo>
                <a:cubicBezTo>
                  <a:pt x="918292" y="57889"/>
                  <a:pt x="917334" y="60423"/>
                  <a:pt x="915417" y="62317"/>
                </a:cubicBezTo>
                <a:cubicBezTo>
                  <a:pt x="913501" y="64211"/>
                  <a:pt x="910987" y="65158"/>
                  <a:pt x="907876" y="65158"/>
                </a:cubicBezTo>
                <a:cubicBezTo>
                  <a:pt x="904599" y="65158"/>
                  <a:pt x="901891" y="64071"/>
                  <a:pt x="899753" y="61898"/>
                </a:cubicBezTo>
                <a:cubicBezTo>
                  <a:pt x="897614" y="59723"/>
                  <a:pt x="896295" y="55849"/>
                  <a:pt x="895795" y="50275"/>
                </a:cubicBezTo>
                <a:cubicBezTo>
                  <a:pt x="895461" y="46763"/>
                  <a:pt x="894656" y="44310"/>
                  <a:pt x="893378" y="42916"/>
                </a:cubicBezTo>
                <a:cubicBezTo>
                  <a:pt x="892101" y="41524"/>
                  <a:pt x="890601" y="40828"/>
                  <a:pt x="888879" y="40828"/>
                </a:cubicBezTo>
                <a:cubicBezTo>
                  <a:pt x="886213" y="40828"/>
                  <a:pt x="883935" y="42244"/>
                  <a:pt x="882047" y="45077"/>
                </a:cubicBezTo>
                <a:cubicBezTo>
                  <a:pt x="879158" y="49355"/>
                  <a:pt x="877714" y="55909"/>
                  <a:pt x="877714" y="64741"/>
                </a:cubicBezTo>
                <a:cubicBezTo>
                  <a:pt x="877714" y="72074"/>
                  <a:pt x="878880" y="79087"/>
                  <a:pt x="881213" y="85780"/>
                </a:cubicBezTo>
                <a:cubicBezTo>
                  <a:pt x="883546" y="92474"/>
                  <a:pt x="886740" y="97459"/>
                  <a:pt x="890795" y="100737"/>
                </a:cubicBezTo>
                <a:cubicBezTo>
                  <a:pt x="893851" y="103125"/>
                  <a:pt x="897461" y="104320"/>
                  <a:pt x="901627" y="104320"/>
                </a:cubicBezTo>
                <a:cubicBezTo>
                  <a:pt x="904349" y="104320"/>
                  <a:pt x="906932" y="103683"/>
                  <a:pt x="909376" y="102408"/>
                </a:cubicBezTo>
                <a:cubicBezTo>
                  <a:pt x="911820" y="101133"/>
                  <a:pt x="914709" y="98720"/>
                  <a:pt x="918042" y="95172"/>
                </a:cubicBezTo>
                <a:close/>
                <a:moveTo>
                  <a:pt x="966977" y="34995"/>
                </a:moveTo>
                <a:cubicBezTo>
                  <a:pt x="973754" y="34995"/>
                  <a:pt x="980059" y="36747"/>
                  <a:pt x="985891" y="40250"/>
                </a:cubicBezTo>
                <a:cubicBezTo>
                  <a:pt x="991724" y="43753"/>
                  <a:pt x="996154" y="48730"/>
                  <a:pt x="999181" y="55180"/>
                </a:cubicBezTo>
                <a:cubicBezTo>
                  <a:pt x="1002209" y="61631"/>
                  <a:pt x="1003722" y="68692"/>
                  <a:pt x="1003722" y="76365"/>
                </a:cubicBezTo>
                <a:cubicBezTo>
                  <a:pt x="1003722" y="87429"/>
                  <a:pt x="1000917" y="96688"/>
                  <a:pt x="995307" y="104140"/>
                </a:cubicBezTo>
                <a:cubicBezTo>
                  <a:pt x="988530" y="113147"/>
                  <a:pt x="979170" y="117651"/>
                  <a:pt x="967227" y="117651"/>
                </a:cubicBezTo>
                <a:cubicBezTo>
                  <a:pt x="955506" y="117651"/>
                  <a:pt x="946480" y="113536"/>
                  <a:pt x="940147" y="105306"/>
                </a:cubicBezTo>
                <a:cubicBezTo>
                  <a:pt x="933815" y="97077"/>
                  <a:pt x="930649" y="87541"/>
                  <a:pt x="930649" y="76698"/>
                </a:cubicBezTo>
                <a:cubicBezTo>
                  <a:pt x="930649" y="65523"/>
                  <a:pt x="933884" y="55778"/>
                  <a:pt x="940356" y="47465"/>
                </a:cubicBezTo>
                <a:cubicBezTo>
                  <a:pt x="946827" y="39152"/>
                  <a:pt x="955701" y="34995"/>
                  <a:pt x="966977" y="34995"/>
                </a:cubicBezTo>
                <a:moveTo>
                  <a:pt x="967310" y="40828"/>
                </a:moveTo>
                <a:cubicBezTo>
                  <a:pt x="964477" y="40828"/>
                  <a:pt x="962047" y="41899"/>
                  <a:pt x="960020" y="44041"/>
                </a:cubicBezTo>
                <a:cubicBezTo>
                  <a:pt x="957992" y="46181"/>
                  <a:pt x="956659" y="50407"/>
                  <a:pt x="956020" y="56719"/>
                </a:cubicBezTo>
                <a:cubicBezTo>
                  <a:pt x="955381" y="63031"/>
                  <a:pt x="955062" y="71804"/>
                  <a:pt x="955062" y="83039"/>
                </a:cubicBezTo>
                <a:cubicBezTo>
                  <a:pt x="955062" y="88989"/>
                  <a:pt x="955451" y="94551"/>
                  <a:pt x="956229" y="99724"/>
                </a:cubicBezTo>
                <a:cubicBezTo>
                  <a:pt x="956840" y="103671"/>
                  <a:pt x="958145" y="106674"/>
                  <a:pt x="960145" y="108733"/>
                </a:cubicBezTo>
                <a:cubicBezTo>
                  <a:pt x="962144" y="110790"/>
                  <a:pt x="964422" y="111819"/>
                  <a:pt x="966977" y="111819"/>
                </a:cubicBezTo>
                <a:cubicBezTo>
                  <a:pt x="969477" y="111819"/>
                  <a:pt x="971560" y="111123"/>
                  <a:pt x="973226" y="109733"/>
                </a:cubicBezTo>
                <a:cubicBezTo>
                  <a:pt x="975393" y="107843"/>
                  <a:pt x="976837" y="105201"/>
                  <a:pt x="977559" y="101807"/>
                </a:cubicBezTo>
                <a:cubicBezTo>
                  <a:pt x="978670" y="96525"/>
                  <a:pt x="979226" y="85847"/>
                  <a:pt x="979226" y="69775"/>
                </a:cubicBezTo>
                <a:cubicBezTo>
                  <a:pt x="979226" y="60321"/>
                  <a:pt x="978698" y="53829"/>
                  <a:pt x="977642" y="50298"/>
                </a:cubicBezTo>
                <a:cubicBezTo>
                  <a:pt x="976587" y="46766"/>
                  <a:pt x="975032" y="44193"/>
                  <a:pt x="972976" y="42580"/>
                </a:cubicBezTo>
                <a:cubicBezTo>
                  <a:pt x="971532" y="41412"/>
                  <a:pt x="969643" y="40828"/>
                  <a:pt x="967310" y="40828"/>
                </a:cubicBezTo>
                <a:close/>
                <a:moveTo>
                  <a:pt x="1050716" y="117651"/>
                </a:moveTo>
                <a:lnTo>
                  <a:pt x="1024470" y="57206"/>
                </a:lnTo>
                <a:cubicBezTo>
                  <a:pt x="1021304" y="49872"/>
                  <a:pt x="1018832" y="45226"/>
                  <a:pt x="1017054" y="43268"/>
                </a:cubicBezTo>
                <a:cubicBezTo>
                  <a:pt x="1015777" y="41811"/>
                  <a:pt x="1013888" y="40831"/>
                  <a:pt x="1011388" y="40328"/>
                </a:cubicBezTo>
                <a:lnTo>
                  <a:pt x="1011388" y="37328"/>
                </a:lnTo>
                <a:lnTo>
                  <a:pt x="1052799" y="37328"/>
                </a:lnTo>
                <a:lnTo>
                  <a:pt x="1052799" y="40328"/>
                </a:lnTo>
                <a:cubicBezTo>
                  <a:pt x="1050189" y="40328"/>
                  <a:pt x="1048411" y="40803"/>
                  <a:pt x="1047467" y="41752"/>
                </a:cubicBezTo>
                <a:cubicBezTo>
                  <a:pt x="1046134" y="42983"/>
                  <a:pt x="1045467" y="44436"/>
                  <a:pt x="1045467" y="46111"/>
                </a:cubicBezTo>
                <a:cubicBezTo>
                  <a:pt x="1045467" y="48179"/>
                  <a:pt x="1046689" y="52063"/>
                  <a:pt x="1049133" y="57763"/>
                </a:cubicBezTo>
                <a:lnTo>
                  <a:pt x="1061965" y="87041"/>
                </a:lnTo>
                <a:lnTo>
                  <a:pt x="1072214" y="61768"/>
                </a:lnTo>
                <a:cubicBezTo>
                  <a:pt x="1075158" y="54510"/>
                  <a:pt x="1076630" y="49374"/>
                  <a:pt x="1076630" y="46358"/>
                </a:cubicBezTo>
                <a:cubicBezTo>
                  <a:pt x="1076630" y="44628"/>
                  <a:pt x="1076005" y="43218"/>
                  <a:pt x="1074755" y="42130"/>
                </a:cubicBezTo>
                <a:cubicBezTo>
                  <a:pt x="1073505" y="41040"/>
                  <a:pt x="1071297" y="40439"/>
                  <a:pt x="1068131" y="40328"/>
                </a:cubicBezTo>
                <a:lnTo>
                  <a:pt x="1068131" y="37328"/>
                </a:lnTo>
                <a:lnTo>
                  <a:pt x="1093627" y="37328"/>
                </a:lnTo>
                <a:lnTo>
                  <a:pt x="1093627" y="40328"/>
                </a:lnTo>
                <a:cubicBezTo>
                  <a:pt x="1091183" y="40663"/>
                  <a:pt x="1089184" y="41584"/>
                  <a:pt x="1087628" y="43091"/>
                </a:cubicBezTo>
                <a:cubicBezTo>
                  <a:pt x="1086073" y="44597"/>
                  <a:pt x="1083740" y="49033"/>
                  <a:pt x="1080629" y="56399"/>
                </a:cubicBezTo>
                <a:lnTo>
                  <a:pt x="1054633" y="117651"/>
                </a:lnTo>
                <a:lnTo>
                  <a:pt x="1050716" y="117651"/>
                </a:lnTo>
                <a:close/>
                <a:moveTo>
                  <a:pt x="1166868" y="73490"/>
                </a:moveTo>
                <a:lnTo>
                  <a:pt x="1124123" y="73490"/>
                </a:lnTo>
                <a:cubicBezTo>
                  <a:pt x="1124623" y="83850"/>
                  <a:pt x="1127373" y="92037"/>
                  <a:pt x="1132372" y="98052"/>
                </a:cubicBezTo>
                <a:cubicBezTo>
                  <a:pt x="1136205" y="102675"/>
                  <a:pt x="1140816" y="104986"/>
                  <a:pt x="1146204" y="104986"/>
                </a:cubicBezTo>
                <a:cubicBezTo>
                  <a:pt x="1149537" y="104986"/>
                  <a:pt x="1152564" y="104056"/>
                  <a:pt x="1155286" y="102195"/>
                </a:cubicBezTo>
                <a:cubicBezTo>
                  <a:pt x="1158008" y="100334"/>
                  <a:pt x="1160924" y="96987"/>
                  <a:pt x="1164035" y="92155"/>
                </a:cubicBezTo>
                <a:lnTo>
                  <a:pt x="1166868" y="93988"/>
                </a:lnTo>
                <a:cubicBezTo>
                  <a:pt x="1162646" y="102598"/>
                  <a:pt x="1157980" y="108694"/>
                  <a:pt x="1152870" y="112277"/>
                </a:cubicBezTo>
                <a:cubicBezTo>
                  <a:pt x="1147759" y="115860"/>
                  <a:pt x="1141843" y="117651"/>
                  <a:pt x="1135122" y="117651"/>
                </a:cubicBezTo>
                <a:cubicBezTo>
                  <a:pt x="1123568" y="117651"/>
                  <a:pt x="1114819" y="113203"/>
                  <a:pt x="1108875" y="104307"/>
                </a:cubicBezTo>
                <a:cubicBezTo>
                  <a:pt x="1104098" y="97134"/>
                  <a:pt x="1101710" y="88238"/>
                  <a:pt x="1101710" y="77617"/>
                </a:cubicBezTo>
                <a:cubicBezTo>
                  <a:pt x="1101710" y="64605"/>
                  <a:pt x="1105223" y="54249"/>
                  <a:pt x="1112250" y="46549"/>
                </a:cubicBezTo>
                <a:cubicBezTo>
                  <a:pt x="1119277" y="38846"/>
                  <a:pt x="1127512" y="34995"/>
                  <a:pt x="1136955" y="34995"/>
                </a:cubicBezTo>
                <a:cubicBezTo>
                  <a:pt x="1144843" y="34995"/>
                  <a:pt x="1151689" y="38231"/>
                  <a:pt x="1157494" y="44702"/>
                </a:cubicBezTo>
                <a:cubicBezTo>
                  <a:pt x="1163299" y="51174"/>
                  <a:pt x="1166423" y="60770"/>
                  <a:pt x="1166868" y="73490"/>
                </a:cubicBezTo>
                <a:moveTo>
                  <a:pt x="1146370" y="67991"/>
                </a:moveTo>
                <a:cubicBezTo>
                  <a:pt x="1146370" y="59048"/>
                  <a:pt x="1145884" y="52910"/>
                  <a:pt x="1144912" y="49577"/>
                </a:cubicBezTo>
                <a:cubicBezTo>
                  <a:pt x="1143940" y="46244"/>
                  <a:pt x="1142427" y="43716"/>
                  <a:pt x="1140371" y="41994"/>
                </a:cubicBezTo>
                <a:cubicBezTo>
                  <a:pt x="1139205" y="40995"/>
                  <a:pt x="1137649" y="40495"/>
                  <a:pt x="1135705" y="40495"/>
                </a:cubicBezTo>
                <a:cubicBezTo>
                  <a:pt x="1132817" y="40495"/>
                  <a:pt x="1130456" y="41911"/>
                  <a:pt x="1128623" y="44744"/>
                </a:cubicBezTo>
                <a:cubicBezTo>
                  <a:pt x="1125345" y="49688"/>
                  <a:pt x="1123707" y="56465"/>
                  <a:pt x="1123707" y="65075"/>
                </a:cubicBezTo>
                <a:lnTo>
                  <a:pt x="1123707" y="67991"/>
                </a:lnTo>
                <a:lnTo>
                  <a:pt x="1146370" y="67991"/>
                </a:lnTo>
                <a:close/>
                <a:moveTo>
                  <a:pt x="1208971" y="37328"/>
                </a:moveTo>
                <a:lnTo>
                  <a:pt x="1208971" y="54993"/>
                </a:lnTo>
                <a:cubicBezTo>
                  <a:pt x="1214137" y="46938"/>
                  <a:pt x="1218664" y="41592"/>
                  <a:pt x="1222553" y="38953"/>
                </a:cubicBezTo>
                <a:cubicBezTo>
                  <a:pt x="1226441" y="36315"/>
                  <a:pt x="1230190" y="34995"/>
                  <a:pt x="1233801" y="34995"/>
                </a:cubicBezTo>
                <a:cubicBezTo>
                  <a:pt x="1236912" y="34995"/>
                  <a:pt x="1239398" y="35957"/>
                  <a:pt x="1241258" y="37880"/>
                </a:cubicBezTo>
                <a:cubicBezTo>
                  <a:pt x="1243119" y="39804"/>
                  <a:pt x="1244050" y="42521"/>
                  <a:pt x="1244050" y="46033"/>
                </a:cubicBezTo>
                <a:cubicBezTo>
                  <a:pt x="1244050" y="49769"/>
                  <a:pt x="1243147" y="52668"/>
                  <a:pt x="1241342" y="54732"/>
                </a:cubicBezTo>
                <a:cubicBezTo>
                  <a:pt x="1239536" y="56795"/>
                  <a:pt x="1237356" y="57826"/>
                  <a:pt x="1234801" y="57826"/>
                </a:cubicBezTo>
                <a:cubicBezTo>
                  <a:pt x="1231857" y="57826"/>
                  <a:pt x="1229302" y="56881"/>
                  <a:pt x="1227135" y="54993"/>
                </a:cubicBezTo>
                <a:cubicBezTo>
                  <a:pt x="1224969" y="53104"/>
                  <a:pt x="1223691" y="52049"/>
                  <a:pt x="1223302" y="51827"/>
                </a:cubicBezTo>
                <a:cubicBezTo>
                  <a:pt x="1222747" y="51493"/>
                  <a:pt x="1222108" y="51327"/>
                  <a:pt x="1221386" y="51327"/>
                </a:cubicBezTo>
                <a:cubicBezTo>
                  <a:pt x="1219775" y="51327"/>
                  <a:pt x="1218248" y="51938"/>
                  <a:pt x="1216803" y="53160"/>
                </a:cubicBezTo>
                <a:cubicBezTo>
                  <a:pt x="1214526" y="55048"/>
                  <a:pt x="1212804" y="57742"/>
                  <a:pt x="1211637" y="61242"/>
                </a:cubicBezTo>
                <a:cubicBezTo>
                  <a:pt x="1209860" y="66630"/>
                  <a:pt x="1208971" y="72574"/>
                  <a:pt x="1208971" y="79073"/>
                </a:cubicBezTo>
                <a:lnTo>
                  <a:pt x="1208971" y="96987"/>
                </a:lnTo>
                <a:lnTo>
                  <a:pt x="1209054" y="101653"/>
                </a:lnTo>
                <a:cubicBezTo>
                  <a:pt x="1209054" y="104820"/>
                  <a:pt x="1209249" y="106847"/>
                  <a:pt x="1209638" y="107736"/>
                </a:cubicBezTo>
                <a:cubicBezTo>
                  <a:pt x="1210304" y="109236"/>
                  <a:pt x="1211290" y="110333"/>
                  <a:pt x="1212596" y="111027"/>
                </a:cubicBezTo>
                <a:cubicBezTo>
                  <a:pt x="1213901" y="111721"/>
                  <a:pt x="1216109" y="112152"/>
                  <a:pt x="1219220" y="112319"/>
                </a:cubicBezTo>
                <a:lnTo>
                  <a:pt x="1219220" y="115318"/>
                </a:lnTo>
                <a:lnTo>
                  <a:pt x="1177142" y="115318"/>
                </a:lnTo>
                <a:lnTo>
                  <a:pt x="1177142" y="112319"/>
                </a:lnTo>
                <a:cubicBezTo>
                  <a:pt x="1180530" y="112041"/>
                  <a:pt x="1182822" y="111110"/>
                  <a:pt x="1184016" y="109527"/>
                </a:cubicBezTo>
                <a:cubicBezTo>
                  <a:pt x="1185210" y="107944"/>
                  <a:pt x="1185807" y="103764"/>
                  <a:pt x="1185807" y="96987"/>
                </a:cubicBezTo>
                <a:lnTo>
                  <a:pt x="1185807" y="53826"/>
                </a:lnTo>
                <a:cubicBezTo>
                  <a:pt x="1185807" y="49355"/>
                  <a:pt x="1185585" y="46504"/>
                  <a:pt x="1185141" y="45275"/>
                </a:cubicBezTo>
                <a:cubicBezTo>
                  <a:pt x="1184585" y="43710"/>
                  <a:pt x="1183780" y="42564"/>
                  <a:pt x="1182724" y="41838"/>
                </a:cubicBezTo>
                <a:cubicBezTo>
                  <a:pt x="1181669" y="41111"/>
                  <a:pt x="1179808" y="40607"/>
                  <a:pt x="1177142" y="40328"/>
                </a:cubicBezTo>
                <a:lnTo>
                  <a:pt x="1177142" y="37328"/>
                </a:lnTo>
                <a:lnTo>
                  <a:pt x="1208971" y="37328"/>
                </a:lnTo>
                <a:close/>
                <a:moveTo>
                  <a:pt x="1288153" y="118560"/>
                </a:moveTo>
                <a:lnTo>
                  <a:pt x="1262990" y="60682"/>
                </a:lnTo>
                <a:cubicBezTo>
                  <a:pt x="1259213" y="51916"/>
                  <a:pt x="1256421" y="46528"/>
                  <a:pt x="1254616" y="44518"/>
                </a:cubicBezTo>
                <a:cubicBezTo>
                  <a:pt x="1252811" y="42506"/>
                  <a:pt x="1250630" y="41109"/>
                  <a:pt x="1248075" y="40328"/>
                </a:cubicBezTo>
                <a:lnTo>
                  <a:pt x="1248075" y="37328"/>
                </a:lnTo>
                <a:lnTo>
                  <a:pt x="1289486" y="37328"/>
                </a:lnTo>
                <a:lnTo>
                  <a:pt x="1289486" y="40328"/>
                </a:lnTo>
                <a:cubicBezTo>
                  <a:pt x="1286765" y="40439"/>
                  <a:pt x="1284848" y="40969"/>
                  <a:pt x="1283737" y="41919"/>
                </a:cubicBezTo>
                <a:cubicBezTo>
                  <a:pt x="1282626" y="42867"/>
                  <a:pt x="1282071" y="44011"/>
                  <a:pt x="1282071" y="45351"/>
                </a:cubicBezTo>
                <a:cubicBezTo>
                  <a:pt x="1282071" y="47470"/>
                  <a:pt x="1283459" y="51656"/>
                  <a:pt x="1286237" y="57906"/>
                </a:cubicBezTo>
                <a:lnTo>
                  <a:pt x="1299568" y="88546"/>
                </a:lnTo>
                <a:lnTo>
                  <a:pt x="1308651" y="64869"/>
                </a:lnTo>
                <a:cubicBezTo>
                  <a:pt x="1311928" y="56438"/>
                  <a:pt x="1313567" y="50575"/>
                  <a:pt x="1313567" y="47280"/>
                </a:cubicBezTo>
                <a:cubicBezTo>
                  <a:pt x="1313567" y="45215"/>
                  <a:pt x="1312886" y="43567"/>
                  <a:pt x="1311525" y="42338"/>
                </a:cubicBezTo>
                <a:cubicBezTo>
                  <a:pt x="1310164" y="41109"/>
                  <a:pt x="1307762" y="40439"/>
                  <a:pt x="1304318" y="40328"/>
                </a:cubicBezTo>
                <a:lnTo>
                  <a:pt x="1304318" y="37328"/>
                </a:lnTo>
                <a:lnTo>
                  <a:pt x="1330398" y="37328"/>
                </a:lnTo>
                <a:lnTo>
                  <a:pt x="1330398" y="40328"/>
                </a:lnTo>
                <a:cubicBezTo>
                  <a:pt x="1327842" y="40607"/>
                  <a:pt x="1325759" y="41599"/>
                  <a:pt x="1324149" y="43302"/>
                </a:cubicBezTo>
                <a:cubicBezTo>
                  <a:pt x="1322538" y="45004"/>
                  <a:pt x="1319844" y="50798"/>
                  <a:pt x="1316066" y="60682"/>
                </a:cubicBezTo>
                <a:lnTo>
                  <a:pt x="1293819" y="118484"/>
                </a:lnTo>
                <a:cubicBezTo>
                  <a:pt x="1288209" y="132927"/>
                  <a:pt x="1284043" y="141815"/>
                  <a:pt x="1281321" y="145148"/>
                </a:cubicBezTo>
                <a:cubicBezTo>
                  <a:pt x="1277488" y="149814"/>
                  <a:pt x="1272683" y="152147"/>
                  <a:pt x="1266906" y="152147"/>
                </a:cubicBezTo>
                <a:cubicBezTo>
                  <a:pt x="1262296" y="152147"/>
                  <a:pt x="1258560" y="150827"/>
                  <a:pt x="1255699" y="148189"/>
                </a:cubicBezTo>
                <a:cubicBezTo>
                  <a:pt x="1252838" y="145550"/>
                  <a:pt x="1251408" y="142370"/>
                  <a:pt x="1251408" y="138648"/>
                </a:cubicBezTo>
                <a:cubicBezTo>
                  <a:pt x="1251408" y="135427"/>
                  <a:pt x="1252394" y="132760"/>
                  <a:pt x="1254366" y="130649"/>
                </a:cubicBezTo>
                <a:cubicBezTo>
                  <a:pt x="1256338" y="128539"/>
                  <a:pt x="1258768" y="127483"/>
                  <a:pt x="1261657" y="127483"/>
                </a:cubicBezTo>
                <a:cubicBezTo>
                  <a:pt x="1264434" y="127483"/>
                  <a:pt x="1266670" y="128367"/>
                  <a:pt x="1268364" y="130134"/>
                </a:cubicBezTo>
                <a:cubicBezTo>
                  <a:pt x="1270058" y="131903"/>
                  <a:pt x="1270933" y="134639"/>
                  <a:pt x="1270989" y="138341"/>
                </a:cubicBezTo>
                <a:cubicBezTo>
                  <a:pt x="1271044" y="140442"/>
                  <a:pt x="1271294" y="141796"/>
                  <a:pt x="1271739" y="142403"/>
                </a:cubicBezTo>
                <a:cubicBezTo>
                  <a:pt x="1272183" y="143011"/>
                  <a:pt x="1272822" y="143314"/>
                  <a:pt x="1273655" y="143314"/>
                </a:cubicBezTo>
                <a:cubicBezTo>
                  <a:pt x="1274988" y="143314"/>
                  <a:pt x="1276405" y="142512"/>
                  <a:pt x="1277905" y="140909"/>
                </a:cubicBezTo>
                <a:cubicBezTo>
                  <a:pt x="1280127" y="138586"/>
                  <a:pt x="1282737" y="133278"/>
                  <a:pt x="1285737" y="124984"/>
                </a:cubicBezTo>
                <a:lnTo>
                  <a:pt x="1288153" y="11856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EFFFC-9680-4C6C-9527-A104C3A6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202" y="3086112"/>
            <a:ext cx="170645" cy="170644"/>
          </a:xfrm>
          <a:custGeom xmlns:a="http://schemas.openxmlformats.org/drawingml/2006/main">
            <a:pathLst>
              <a:path w="170645" h="170644" fill="none">
                <a:moveTo>
                  <a:pt x="170645" y="85322"/>
                </a:moveTo>
                <a:cubicBezTo>
                  <a:pt x="170644" y="90924"/>
                  <a:pt x="170097" y="96472"/>
                  <a:pt x="169005" y="101967"/>
                </a:cubicBezTo>
                <a:cubicBezTo>
                  <a:pt x="167911" y="107461"/>
                  <a:pt x="166293" y="112796"/>
                  <a:pt x="164149" y="117973"/>
                </a:cubicBezTo>
                <a:cubicBezTo>
                  <a:pt x="162005" y="123149"/>
                  <a:pt x="159378" y="128066"/>
                  <a:pt x="156265" y="132724"/>
                </a:cubicBezTo>
                <a:cubicBezTo>
                  <a:pt x="153152" y="137382"/>
                  <a:pt x="149616" y="141692"/>
                  <a:pt x="145654" y="145654"/>
                </a:cubicBezTo>
                <a:cubicBezTo>
                  <a:pt x="141693" y="149615"/>
                  <a:pt x="137383" y="153152"/>
                  <a:pt x="132725" y="156264"/>
                </a:cubicBezTo>
                <a:cubicBezTo>
                  <a:pt x="128067" y="159377"/>
                  <a:pt x="123149" y="162005"/>
                  <a:pt x="117973" y="164149"/>
                </a:cubicBezTo>
                <a:cubicBezTo>
                  <a:pt x="112797" y="166293"/>
                  <a:pt x="107462" y="167911"/>
                  <a:pt x="101968" y="169005"/>
                </a:cubicBezTo>
                <a:cubicBezTo>
                  <a:pt x="96473" y="170098"/>
                  <a:pt x="90925" y="170644"/>
                  <a:pt x="85323" y="170644"/>
                </a:cubicBezTo>
                <a:cubicBezTo>
                  <a:pt x="79720" y="170644"/>
                  <a:pt x="74172" y="170098"/>
                  <a:pt x="68677" y="169005"/>
                </a:cubicBezTo>
                <a:cubicBezTo>
                  <a:pt x="63181" y="167911"/>
                  <a:pt x="57845" y="166293"/>
                  <a:pt x="52670" y="164149"/>
                </a:cubicBezTo>
                <a:cubicBezTo>
                  <a:pt x="47495" y="162005"/>
                  <a:pt x="42578" y="159377"/>
                  <a:pt x="37920" y="156265"/>
                </a:cubicBezTo>
                <a:cubicBezTo>
                  <a:pt x="33261" y="153152"/>
                  <a:pt x="28952" y="149615"/>
                  <a:pt x="24990" y="145654"/>
                </a:cubicBezTo>
                <a:cubicBezTo>
                  <a:pt x="21029" y="141692"/>
                  <a:pt x="17491" y="137382"/>
                  <a:pt x="14379" y="132724"/>
                </a:cubicBezTo>
                <a:cubicBezTo>
                  <a:pt x="11266" y="128066"/>
                  <a:pt x="8637" y="123149"/>
                  <a:pt x="6494" y="117973"/>
                </a:cubicBezTo>
                <a:cubicBezTo>
                  <a:pt x="4351" y="112796"/>
                  <a:pt x="2732" y="107461"/>
                  <a:pt x="1639" y="101967"/>
                </a:cubicBezTo>
                <a:cubicBezTo>
                  <a:pt x="547" y="96472"/>
                  <a:pt x="0" y="90924"/>
                  <a:pt x="0" y="85322"/>
                </a:cubicBezTo>
                <a:cubicBezTo>
                  <a:pt x="0" y="79719"/>
                  <a:pt x="547" y="74171"/>
                  <a:pt x="1639" y="68676"/>
                </a:cubicBezTo>
                <a:cubicBezTo>
                  <a:pt x="2733" y="63182"/>
                  <a:pt x="4352" y="57846"/>
                  <a:pt x="6495" y="52670"/>
                </a:cubicBezTo>
                <a:cubicBezTo>
                  <a:pt x="8638" y="47494"/>
                  <a:pt x="11266" y="42577"/>
                  <a:pt x="14379" y="37918"/>
                </a:cubicBezTo>
                <a:cubicBezTo>
                  <a:pt x="17491" y="33260"/>
                  <a:pt x="21029" y="28951"/>
                  <a:pt x="24990" y="24990"/>
                </a:cubicBezTo>
                <a:cubicBezTo>
                  <a:pt x="28952" y="21029"/>
                  <a:pt x="33261" y="17492"/>
                  <a:pt x="37920" y="14378"/>
                </a:cubicBezTo>
                <a:cubicBezTo>
                  <a:pt x="42578" y="11266"/>
                  <a:pt x="47495" y="8638"/>
                  <a:pt x="52670" y="6495"/>
                </a:cubicBezTo>
                <a:cubicBezTo>
                  <a:pt x="57845" y="4351"/>
                  <a:pt x="63181" y="2733"/>
                  <a:pt x="68677" y="1639"/>
                </a:cubicBezTo>
                <a:cubicBezTo>
                  <a:pt x="74172" y="547"/>
                  <a:pt x="79720" y="0"/>
                  <a:pt x="85323" y="0"/>
                </a:cubicBezTo>
                <a:cubicBezTo>
                  <a:pt x="90925" y="0"/>
                  <a:pt x="96473" y="547"/>
                  <a:pt x="101968" y="1639"/>
                </a:cubicBezTo>
                <a:cubicBezTo>
                  <a:pt x="107462" y="2733"/>
                  <a:pt x="112797" y="4351"/>
                  <a:pt x="117973" y="6495"/>
                </a:cubicBezTo>
                <a:cubicBezTo>
                  <a:pt x="123149" y="8638"/>
                  <a:pt x="128067" y="11266"/>
                  <a:pt x="132725" y="14378"/>
                </a:cubicBezTo>
                <a:cubicBezTo>
                  <a:pt x="137383" y="17492"/>
                  <a:pt x="141693" y="21029"/>
                  <a:pt x="145654" y="24990"/>
                </a:cubicBezTo>
                <a:cubicBezTo>
                  <a:pt x="149616" y="28951"/>
                  <a:pt x="153152" y="33260"/>
                  <a:pt x="156265" y="37918"/>
                </a:cubicBezTo>
                <a:cubicBezTo>
                  <a:pt x="159378" y="42577"/>
                  <a:pt x="162007" y="47494"/>
                  <a:pt x="164150" y="52670"/>
                </a:cubicBezTo>
                <a:cubicBezTo>
                  <a:pt x="166293" y="57846"/>
                  <a:pt x="167912" y="63182"/>
                  <a:pt x="169005" y="68676"/>
                </a:cubicBezTo>
                <a:cubicBezTo>
                  <a:pt x="170097" y="74171"/>
                  <a:pt x="170644" y="79719"/>
                  <a:pt x="170645" y="853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76" cap="flat">
            <a:solidFill>
              <a:srgbClr val="000000"/>
            </a:solidFill>
            <a:miter/>
          </a:ln>
        </p:spPr>
      </p:sp>
      <p:sp>
        <p:nvSpPr>
          <p:cNvPr id="136" name="Text 7">
            <a:extLst xmlns:a="http://schemas.openxmlformats.org/drawingml/2006/main">
              <a:ext uri="{FF2B5EF4-FFF2-40B4-BE49-F238E27FC236}">
                <a16:creationId xmlns:a16="http://schemas.microsoft.com/office/drawing/2014/main" id="{09358F2A-C832-4B0B-B5BD-A2C447F9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312" y="3122774"/>
            <a:ext cx="58720" cy="88477"/>
          </a:xfrm>
          <a:custGeom xmlns:a="http://schemas.openxmlformats.org/drawingml/2006/main">
            <a:pathLst>
              <a:path w="58720" h="88477">
                <a:moveTo>
                  <a:pt x="0" y="16009"/>
                </a:moveTo>
                <a:lnTo>
                  <a:pt x="0" y="0"/>
                </a:lnTo>
                <a:lnTo>
                  <a:pt x="58720" y="0"/>
                </a:lnTo>
                <a:lnTo>
                  <a:pt x="58720" y="12465"/>
                </a:lnTo>
                <a:cubicBezTo>
                  <a:pt x="53873" y="17239"/>
                  <a:pt x="48944" y="24094"/>
                  <a:pt x="43933" y="33030"/>
                </a:cubicBezTo>
                <a:cubicBezTo>
                  <a:pt x="38923" y="41965"/>
                  <a:pt x="35104" y="51462"/>
                  <a:pt x="32476" y="61519"/>
                </a:cubicBezTo>
                <a:cubicBezTo>
                  <a:pt x="29849" y="71576"/>
                  <a:pt x="28555" y="80562"/>
                  <a:pt x="28596" y="88477"/>
                </a:cubicBezTo>
                <a:lnTo>
                  <a:pt x="12037" y="88477"/>
                </a:lnTo>
                <a:cubicBezTo>
                  <a:pt x="12322" y="76083"/>
                  <a:pt x="14879" y="63445"/>
                  <a:pt x="19706" y="50563"/>
                </a:cubicBezTo>
                <a:cubicBezTo>
                  <a:pt x="24533" y="37679"/>
                  <a:pt x="30979" y="26161"/>
                  <a:pt x="39045" y="16009"/>
                </a:cubicBezTo>
                <a:lnTo>
                  <a:pt x="0" y="160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466788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2026-09-05T08:52:38.5490000Z</dcterms:created>
  <dcterms:modified xsi:type="dcterms:W3CDTF">2026-09-05T08:52:38.5490000Z</dcterms:modified>
</coreProperties>
</file>