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478ce1e7cd48b1" /><Relationship Type="http://schemas.openxmlformats.org/officeDocument/2006/relationships/extended-properties" Target="/docProps/app.xml" Id="R9f86ff73a0624caf" /><Relationship Type="http://schemas.openxmlformats.org/officeDocument/2006/relationships/officeDocument" Target="/ppt/presentation.xml" Id="R38beac14840f44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583ac70acb46ff"/>
  </p:sldMasterIdLst>
  <p:notesMasterIdLst>
    <p:notesMasterId xmlns:r="http://schemas.openxmlformats.org/officeDocument/2006/relationships" r:id="Rcc3205c86b194999"/>
  </p:notesMasterIdLst>
  <p:sldIdLst>
    <p:sldId xmlns:r="http://schemas.openxmlformats.org/officeDocument/2006/relationships" id="256" r:id="R5b174efe34f141ae"/>
  </p:sldIdLst>
  <p:sldSz cx="7286625" cy="3629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e085688eae4666" /><Relationship Type="http://schemas.openxmlformats.org/officeDocument/2006/relationships/slideMaster" Target="/ppt/slideMasters/slideMaster1.xml" Id="Reb583ac70acb46ff" /><Relationship Type="http://schemas.openxmlformats.org/officeDocument/2006/relationships/notesMaster" Target="/ppt/notesMasters/notesMaster1.xml" Id="Rcc3205c86b194999" /><Relationship Type="http://schemas.openxmlformats.org/officeDocument/2006/relationships/presProps" Target="/ppt/presProps.xml" Id="Rbcbc13bd06b24828" /><Relationship Type="http://schemas.openxmlformats.org/officeDocument/2006/relationships/tableStyles" Target="/ppt/tableStyles.xml" Id="R27e4ef2f8de547c5" /><Relationship Type="http://schemas.openxmlformats.org/officeDocument/2006/relationships/slide" Target="/ppt/slides/slide1.xml" Id="R5b174efe34f141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59b1ac821d44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4e71202c3e40c6" /><Relationship Type="http://schemas.openxmlformats.org/officeDocument/2006/relationships/notesMaster" Target="/ppt/notesMasters/notesMaster1.xml" Id="R856ff51831a94460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素材ID：SEC-034</ns1:t>
            </ns1:r>
          </ns1:p>
          <ns1:p>
            <ns1:r>
              <ns1:t>论文：ReThink: Reveal the Threat of Electromagnetic Interference on Power Inverters</ns1:t>
            </ns1:r>
          </ns1:p>
          <ns1:p>
            <ns1:r>
              <ns1:t>会议：NDSS 2025</ns1:t>
            </ns1:r>
          </ns1:p>
          <ns1:p>
            <ns1:r>
              <ns1:t>奖项：Distinguished Paper Award</ns1:t>
            </ns1:r>
          </ns1:p>
          <ns1:p>
            <ns1:r>
              <ns1:t>图号：Figure 2，PDF第3页</ns1:t>
            </ns1:r>
          </ns1:p>
          <ns1:p>
            <ns1:r>
              <ns1:t>类型：系统架构</ns1:t>
            </ns1:r>
          </ns1:p>
          <ns1:p>
            <ns1:r>
              <ns1:t>借鉴点：在一个系统图中并列能量转换器、传感器和反馈控制器，可迁移到CPS、机器人与真实世界控制研究。</ns1:t>
            </ns1:r>
          </ns1:p>
          <ns1:p>
            <ns1:r>
              <ns1:t>论文URL：https://www.ndss-symposium.org/wp-content/uploads/2025-691-paper.pdf</ns1:t>
            </ns1:r>
          </ns1:p>
          <ns1:p>
            <ns1:r>
              <ns1:t>官方获奖URL：https://www.ndss-symposium.org/ndss2025/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843f1243d840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629cfc238e40b4" /><Relationship Type="http://schemas.openxmlformats.org/officeDocument/2006/relationships/slideLayout" Target="/ppt/slideLayouts/slideLayout1.xml" Id="Rc817720463b74c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17720463b74c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c153ef99c4985" /><Relationship Type="http://schemas.openxmlformats.org/officeDocument/2006/relationships/image" Target="/ppt/media/image.png" Id="Re262a71d8daa45b7" /><Relationship Type="http://schemas.openxmlformats.org/officeDocument/2006/relationships/image" Target="/ppt/media/image2.png" Id="Ra99af3191a1843bb" /><Relationship Type="http://schemas.openxmlformats.org/officeDocument/2006/relationships/image" Target="/ppt/media/image3.png" Id="R6481f17200cc4510" /><Relationship Type="http://schemas.openxmlformats.org/officeDocument/2006/relationships/image" Target="/ppt/media/image4.png" Id="R18afab86bd074dd4" /><Relationship Type="http://schemas.openxmlformats.org/officeDocument/2006/relationships/image" Target="/ppt/media/image5.png" Id="R92fd582e95ff466c" /><Relationship Type="http://schemas.openxmlformats.org/officeDocument/2006/relationships/image" Target="/ppt/media/image6.png" Id="R57aa667469b64c8e" /><Relationship Type="http://schemas.openxmlformats.org/officeDocument/2006/relationships/image" Target="/ppt/media/image7.png" Id="Rb4dab15adcac4bbf" /><Relationship Type="http://schemas.openxmlformats.org/officeDocument/2006/relationships/notesSlide" Target="/ppt/notesSlides/notesSlide1.xml" Id="R7c54b592ef2549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3" name="Text C">
            <a:extLst xmlns:a="http://schemas.openxmlformats.org/drawingml/2006/main">
              <a:ext uri="{FF2B5EF4-FFF2-40B4-BE49-F238E27FC236}">
                <a16:creationId xmlns:a16="http://schemas.microsoft.com/office/drawing/2014/main" id="{D3DB2AFB-B23C-4883-88BE-3F5E7FCF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395" y="1260777"/>
            <a:ext cx="77386" cy="85494"/>
          </a:xfrm>
          <a:custGeom xmlns:a="http://schemas.openxmlformats.org/drawingml/2006/main">
            <a:pathLst>
              <a:path w="77386" h="85494">
                <a:moveTo>
                  <a:pt x="24905" y="85494"/>
                </a:moveTo>
                <a:cubicBezTo>
                  <a:pt x="14164" y="85494"/>
                  <a:pt x="7035" y="81652"/>
                  <a:pt x="3517" y="73967"/>
                </a:cubicBezTo>
                <a:cubicBezTo>
                  <a:pt x="0" y="66283"/>
                  <a:pt x="469" y="55758"/>
                  <a:pt x="4923" y="42393"/>
                </a:cubicBezTo>
                <a:cubicBezTo>
                  <a:pt x="9378" y="29029"/>
                  <a:pt x="15954" y="18622"/>
                  <a:pt x="24652" y="11173"/>
                </a:cubicBezTo>
                <a:cubicBezTo>
                  <a:pt x="33352" y="3724"/>
                  <a:pt x="43210" y="0"/>
                  <a:pt x="54227" y="0"/>
                </a:cubicBezTo>
                <a:cubicBezTo>
                  <a:pt x="61269" y="0"/>
                  <a:pt x="66728" y="1415"/>
                  <a:pt x="70604" y="4245"/>
                </a:cubicBezTo>
                <a:cubicBezTo>
                  <a:pt x="74481" y="7075"/>
                  <a:pt x="76741" y="11596"/>
                  <a:pt x="77386" y="17806"/>
                </a:cubicBezTo>
                <a:lnTo>
                  <a:pt x="69053" y="20872"/>
                </a:lnTo>
                <a:cubicBezTo>
                  <a:pt x="68725" y="15841"/>
                  <a:pt x="67110" y="12225"/>
                  <a:pt x="64208" y="10023"/>
                </a:cubicBezTo>
                <a:cubicBezTo>
                  <a:pt x="61306" y="7822"/>
                  <a:pt x="57241" y="6722"/>
                  <a:pt x="52013" y="6722"/>
                </a:cubicBezTo>
                <a:cubicBezTo>
                  <a:pt x="43365" y="6722"/>
                  <a:pt x="35638" y="9885"/>
                  <a:pt x="28832" y="16213"/>
                </a:cubicBezTo>
                <a:cubicBezTo>
                  <a:pt x="22026" y="22540"/>
                  <a:pt x="16769" y="31265"/>
                  <a:pt x="13062" y="42388"/>
                </a:cubicBezTo>
                <a:cubicBezTo>
                  <a:pt x="9289" y="53707"/>
                  <a:pt x="8671" y="62609"/>
                  <a:pt x="11207" y="69094"/>
                </a:cubicBezTo>
                <a:cubicBezTo>
                  <a:pt x="13743" y="75578"/>
                  <a:pt x="19177" y="78820"/>
                  <a:pt x="27510" y="78820"/>
                </a:cubicBezTo>
                <a:cubicBezTo>
                  <a:pt x="33367" y="78820"/>
                  <a:pt x="38656" y="77401"/>
                  <a:pt x="43375" y="74562"/>
                </a:cubicBezTo>
                <a:cubicBezTo>
                  <a:pt x="48095" y="71724"/>
                  <a:pt x="52193" y="67860"/>
                  <a:pt x="55670" y="62971"/>
                </a:cubicBezTo>
                <a:lnTo>
                  <a:pt x="61504" y="66164"/>
                </a:lnTo>
                <a:cubicBezTo>
                  <a:pt x="51701" y="79051"/>
                  <a:pt x="39501" y="85494"/>
                  <a:pt x="24905" y="85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Text pv">
            <a:extLst xmlns:a="http://schemas.openxmlformats.org/drawingml/2006/main">
              <a:ext uri="{FF2B5EF4-FFF2-40B4-BE49-F238E27FC236}">
                <a16:creationId xmlns:a16="http://schemas.microsoft.com/office/drawing/2014/main" id="{0ACF758B-E0C3-4FE7-A716-339A9619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747" y="1318664"/>
            <a:ext cx="78484" cy="58385"/>
          </a:xfrm>
          <a:custGeom xmlns:a="http://schemas.openxmlformats.org/drawingml/2006/main">
            <a:pathLst>
              <a:path w="78484" h="58385">
                <a:moveTo>
                  <a:pt x="37458" y="21375"/>
                </a:moveTo>
                <a:cubicBezTo>
                  <a:pt x="37458" y="28080"/>
                  <a:pt x="35850" y="33373"/>
                  <a:pt x="32633" y="37254"/>
                </a:cubicBezTo>
                <a:cubicBezTo>
                  <a:pt x="29417" y="41136"/>
                  <a:pt x="24985" y="43077"/>
                  <a:pt x="19340" y="43077"/>
                </a:cubicBezTo>
                <a:cubicBezTo>
                  <a:pt x="16055" y="43077"/>
                  <a:pt x="13307" y="42459"/>
                  <a:pt x="11095" y="41224"/>
                </a:cubicBezTo>
                <a:cubicBezTo>
                  <a:pt x="8883" y="39989"/>
                  <a:pt x="7030" y="38001"/>
                  <a:pt x="5537" y="35259"/>
                </a:cubicBezTo>
                <a:lnTo>
                  <a:pt x="5374" y="35259"/>
                </a:lnTo>
                <a:cubicBezTo>
                  <a:pt x="5429" y="36374"/>
                  <a:pt x="5469" y="37489"/>
                  <a:pt x="5497" y="38604"/>
                </a:cubicBezTo>
                <a:cubicBezTo>
                  <a:pt x="5524" y="39719"/>
                  <a:pt x="5537" y="40861"/>
                  <a:pt x="5537" y="42029"/>
                </a:cubicBezTo>
                <a:lnTo>
                  <a:pt x="5537" y="58385"/>
                </a:lnTo>
                <a:lnTo>
                  <a:pt x="326" y="58385"/>
                </a:lnTo>
                <a:lnTo>
                  <a:pt x="326" y="9615"/>
                </a:lnTo>
                <a:cubicBezTo>
                  <a:pt x="326" y="6681"/>
                  <a:pt x="217" y="3747"/>
                  <a:pt x="0" y="814"/>
                </a:cubicBezTo>
                <a:lnTo>
                  <a:pt x="4920" y="814"/>
                </a:lnTo>
                <a:cubicBezTo>
                  <a:pt x="5223" y="3746"/>
                  <a:pt x="5374" y="6297"/>
                  <a:pt x="5374" y="8469"/>
                </a:cubicBezTo>
                <a:lnTo>
                  <a:pt x="5537" y="8469"/>
                </a:lnTo>
                <a:cubicBezTo>
                  <a:pt x="7166" y="5456"/>
                  <a:pt x="9147" y="3291"/>
                  <a:pt x="11482" y="1975"/>
                </a:cubicBezTo>
                <a:cubicBezTo>
                  <a:pt x="13816" y="658"/>
                  <a:pt x="16707" y="0"/>
                  <a:pt x="20154" y="0"/>
                </a:cubicBezTo>
                <a:cubicBezTo>
                  <a:pt x="25691" y="0"/>
                  <a:pt x="29960" y="1846"/>
                  <a:pt x="32959" y="5537"/>
                </a:cubicBezTo>
                <a:cubicBezTo>
                  <a:pt x="35958" y="9229"/>
                  <a:pt x="37458" y="14508"/>
                  <a:pt x="37458" y="21375"/>
                </a:cubicBezTo>
                <a:moveTo>
                  <a:pt x="32083" y="21457"/>
                </a:moveTo>
                <a:cubicBezTo>
                  <a:pt x="32083" y="15976"/>
                  <a:pt x="31027" y="11744"/>
                  <a:pt x="28913" y="8760"/>
                </a:cubicBezTo>
                <a:cubicBezTo>
                  <a:pt x="26799" y="5775"/>
                  <a:pt x="23601" y="4283"/>
                  <a:pt x="19318" y="4283"/>
                </a:cubicBezTo>
                <a:cubicBezTo>
                  <a:pt x="14711" y="4283"/>
                  <a:pt x="11249" y="5768"/>
                  <a:pt x="8932" y="8740"/>
                </a:cubicBezTo>
                <a:cubicBezTo>
                  <a:pt x="6615" y="11710"/>
                  <a:pt x="5456" y="15990"/>
                  <a:pt x="5456" y="21579"/>
                </a:cubicBezTo>
                <a:cubicBezTo>
                  <a:pt x="5456" y="27195"/>
                  <a:pt x="6581" y="31469"/>
                  <a:pt x="8830" y="34399"/>
                </a:cubicBezTo>
                <a:cubicBezTo>
                  <a:pt x="11080" y="37329"/>
                  <a:pt x="14427" y="38794"/>
                  <a:pt x="18871" y="38794"/>
                </a:cubicBezTo>
                <a:cubicBezTo>
                  <a:pt x="23235" y="38794"/>
                  <a:pt x="26528" y="37302"/>
                  <a:pt x="28750" y="34318"/>
                </a:cubicBezTo>
                <a:cubicBezTo>
                  <a:pt x="30972" y="31333"/>
                  <a:pt x="32083" y="27046"/>
                  <a:pt x="32083" y="21457"/>
                </a:cubicBezTo>
                <a:close/>
                <a:moveTo>
                  <a:pt x="62157" y="42262"/>
                </a:moveTo>
                <a:lnTo>
                  <a:pt x="56131" y="42262"/>
                </a:lnTo>
                <a:lnTo>
                  <a:pt x="40211" y="814"/>
                </a:lnTo>
                <a:lnTo>
                  <a:pt x="45749" y="814"/>
                </a:lnTo>
                <a:lnTo>
                  <a:pt x="56375" y="29641"/>
                </a:lnTo>
                <a:cubicBezTo>
                  <a:pt x="57814" y="33685"/>
                  <a:pt x="58737" y="36508"/>
                  <a:pt x="59144" y="38109"/>
                </a:cubicBezTo>
                <a:cubicBezTo>
                  <a:pt x="59605" y="36698"/>
                  <a:pt x="60074" y="35286"/>
                  <a:pt x="60549" y="33875"/>
                </a:cubicBezTo>
                <a:cubicBezTo>
                  <a:pt x="61024" y="32463"/>
                  <a:pt x="61533" y="31066"/>
                  <a:pt x="62075" y="29681"/>
                </a:cubicBezTo>
                <a:lnTo>
                  <a:pt x="73028" y="814"/>
                </a:lnTo>
                <a:lnTo>
                  <a:pt x="78484" y="814"/>
                </a:lnTo>
                <a:lnTo>
                  <a:pt x="62157" y="422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E3DB3C-0B71-44A5-B481-A68F5E83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240" y="1293309"/>
            <a:ext cx="146510" cy="10"/>
          </a:xfrm>
          <a:custGeom xmlns:a="http://schemas.openxmlformats.org/drawingml/2006/main">
            <a:pathLst>
              <a:path w="146510" h="1" fill="none">
                <a:moveTo>
                  <a:pt x="1465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0ABBB9-62A1-402A-888C-86BE3BF1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595" y="1293309"/>
            <a:ext cx="10" cy="41383"/>
          </a:xfrm>
          <a:custGeom xmlns:a="http://schemas.openxmlformats.org/drawingml/2006/main">
            <a:pathLst>
              <a:path w="1" h="41383" fill="none">
                <a:moveTo>
                  <a:pt x="0" y="0"/>
                </a:moveTo>
                <a:lnTo>
                  <a:pt x="0" y="41383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3B5F7C-0431-406F-BBD9-6138CC2A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595" y="1212271"/>
            <a:ext cx="10" cy="41383"/>
          </a:xfrm>
          <a:custGeom xmlns:a="http://schemas.openxmlformats.org/drawingml/2006/main">
            <a:pathLst>
              <a:path w="1" h="41383" fill="none">
                <a:moveTo>
                  <a:pt x="0" y="413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B7FD14-3D32-4A20-98D4-F1F523CE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240" y="1253655"/>
            <a:ext cx="146510" cy="10"/>
          </a:xfrm>
          <a:custGeom xmlns:a="http://schemas.openxmlformats.org/drawingml/2006/main">
            <a:pathLst>
              <a:path w="146510" h="1" fill="none">
                <a:moveTo>
                  <a:pt x="1465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53D922-2E6C-4DC8-A103-E0A6821E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240" y="1293309"/>
            <a:ext cx="146510" cy="10"/>
          </a:xfrm>
          <a:custGeom xmlns:a="http://schemas.openxmlformats.org/drawingml/2006/main">
            <a:pathLst>
              <a:path w="146510" h="1" fill="none">
                <a:moveTo>
                  <a:pt x="1465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6D2C27-6B80-49A4-A3C2-5A7D48A7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595" y="1293309"/>
            <a:ext cx="10" cy="41383"/>
          </a:xfrm>
          <a:custGeom xmlns:a="http://schemas.openxmlformats.org/drawingml/2006/main">
            <a:pathLst>
              <a:path w="1" h="41383" fill="none">
                <a:moveTo>
                  <a:pt x="0" y="0"/>
                </a:moveTo>
                <a:lnTo>
                  <a:pt x="0" y="41383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44C036-5A3E-4211-9802-A4B04557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595" y="1212271"/>
            <a:ext cx="10" cy="41383"/>
          </a:xfrm>
          <a:custGeom xmlns:a="http://schemas.openxmlformats.org/drawingml/2006/main">
            <a:pathLst>
              <a:path w="1" h="41383" fill="none">
                <a:moveTo>
                  <a:pt x="0" y="413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B1C93F-6B58-4E0A-9482-2C58A4E8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240" y="1253655"/>
            <a:ext cx="146510" cy="10"/>
          </a:xfrm>
          <a:custGeom xmlns:a="http://schemas.openxmlformats.org/drawingml/2006/main">
            <a:pathLst>
              <a:path w="146510" h="1" fill="none">
                <a:moveTo>
                  <a:pt x="1465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pic>
        <p:nvPicPr>
          <p:cNvPr id="3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2a71d8daa45b7"/>
          <a:stretch xmlns:a="http://schemas.openxmlformats.org/drawingml/2006/main"/>
        </p:blipFill>
        <p:spPr>
          <a:xfrm xmlns:a="http://schemas.openxmlformats.org/drawingml/2006/main">
            <a:off x="216819" y="1019585"/>
            <a:ext cx="496675" cy="496675"/>
          </a:xfrm>
          <a:prstGeom xmlns:a="http://schemas.openxmlformats.org/drawingml/2006/main" prst="rect">
            <a:avLst/>
          </a:prstGeom>
        </p:spPr>
      </p:pic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F900F4-0137-4695-8D23-6ABBA512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012" y="880833"/>
            <a:ext cx="67078" cy="10"/>
          </a:xfrm>
          <a:custGeom xmlns:a="http://schemas.openxmlformats.org/drawingml/2006/main">
            <a:pathLst>
              <a:path w="67078" h="1" fill="none">
                <a:moveTo>
                  <a:pt x="0" y="0"/>
                </a:moveTo>
                <a:lnTo>
                  <a:pt x="670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7CFA8-5D91-4773-83E0-41E956BB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601" y="849703"/>
            <a:ext cx="10" cy="64855"/>
          </a:xfrm>
          <a:custGeom xmlns:a="http://schemas.openxmlformats.org/drawingml/2006/main">
            <a:pathLst>
              <a:path w="1" h="64855" fill="none">
                <a:moveTo>
                  <a:pt x="0" y="0"/>
                </a:moveTo>
                <a:lnTo>
                  <a:pt x="0" y="64855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393332-652D-4B61-BCF1-EACF87DF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012" y="880833"/>
            <a:ext cx="67078" cy="10"/>
          </a:xfrm>
          <a:custGeom xmlns:a="http://schemas.openxmlformats.org/drawingml/2006/main">
            <a:pathLst>
              <a:path w="67078" h="1" fill="none">
                <a:moveTo>
                  <a:pt x="0" y="0"/>
                </a:moveTo>
                <a:lnTo>
                  <a:pt x="670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A68499-0F07-4273-8627-D14AC536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601" y="849703"/>
            <a:ext cx="10" cy="64855"/>
          </a:xfrm>
          <a:custGeom xmlns:a="http://schemas.openxmlformats.org/drawingml/2006/main">
            <a:pathLst>
              <a:path w="1" h="64855" fill="none">
                <a:moveTo>
                  <a:pt x="0" y="0"/>
                </a:moveTo>
                <a:lnTo>
                  <a:pt x="0" y="64855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AF1ECB-ADC9-427D-A910-47B22915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047" y="1649824"/>
            <a:ext cx="66955" cy="10"/>
          </a:xfrm>
          <a:custGeom xmlns:a="http://schemas.openxmlformats.org/drawingml/2006/main">
            <a:pathLst>
              <a:path w="66955" h="1" fill="none">
                <a:moveTo>
                  <a:pt x="0" y="0"/>
                </a:moveTo>
                <a:lnTo>
                  <a:pt x="669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89D99A-3145-4EF2-95EE-2C796063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050" y="879474"/>
            <a:ext cx="385175" cy="350215"/>
          </a:xfrm>
          <a:custGeom xmlns:a="http://schemas.openxmlformats.org/drawingml/2006/main">
            <a:pathLst>
              <a:path w="385175" h="350215" fill="none">
                <a:moveTo>
                  <a:pt x="0" y="0"/>
                </a:moveTo>
                <a:lnTo>
                  <a:pt x="385175" y="0"/>
                </a:lnTo>
                <a:lnTo>
                  <a:pt x="384433" y="350215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513A7E-9086-42E0-8009-6B5F9D17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050" y="1299732"/>
            <a:ext cx="385175" cy="350091"/>
          </a:xfrm>
          <a:custGeom xmlns:a="http://schemas.openxmlformats.org/drawingml/2006/main">
            <a:pathLst>
              <a:path w="385175" h="350091" fill="none">
                <a:moveTo>
                  <a:pt x="385175" y="0"/>
                </a:moveTo>
                <a:lnTo>
                  <a:pt x="385175" y="350091"/>
                </a:lnTo>
                <a:lnTo>
                  <a:pt x="0" y="350091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9" name="Text PV">
            <a:extLst xmlns:a="http://schemas.openxmlformats.org/drawingml/2006/main">
              <a:ext uri="{FF2B5EF4-FFF2-40B4-BE49-F238E27FC236}">
                <a16:creationId xmlns:a16="http://schemas.microsoft.com/office/drawing/2014/main" id="{9AADAEB6-739D-4DCA-8584-CE807733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12" y="860105"/>
            <a:ext cx="140530" cy="83136"/>
          </a:xfrm>
          <a:custGeom xmlns:a="http://schemas.openxmlformats.org/drawingml/2006/main">
            <a:pathLst>
              <a:path w="140530" h="83136">
                <a:moveTo>
                  <a:pt x="41981" y="25589"/>
                </a:moveTo>
                <a:cubicBezTo>
                  <a:pt x="41981" y="20794"/>
                  <a:pt x="40533" y="17060"/>
                  <a:pt x="37638" y="14387"/>
                </a:cubicBezTo>
                <a:cubicBezTo>
                  <a:pt x="34742" y="11714"/>
                  <a:pt x="30380" y="10377"/>
                  <a:pt x="24550" y="10377"/>
                </a:cubicBezTo>
                <a:lnTo>
                  <a:pt x="14269" y="10377"/>
                </a:lnTo>
                <a:lnTo>
                  <a:pt x="14269" y="41391"/>
                </a:lnTo>
                <a:lnTo>
                  <a:pt x="25022" y="41391"/>
                </a:lnTo>
                <a:cubicBezTo>
                  <a:pt x="30380" y="41391"/>
                  <a:pt x="34546" y="40025"/>
                  <a:pt x="37520" y="37293"/>
                </a:cubicBezTo>
                <a:cubicBezTo>
                  <a:pt x="40494" y="34561"/>
                  <a:pt x="41981" y="30660"/>
                  <a:pt x="41981" y="25589"/>
                </a:cubicBezTo>
                <a:moveTo>
                  <a:pt x="56367" y="25471"/>
                </a:moveTo>
                <a:cubicBezTo>
                  <a:pt x="56367" y="30660"/>
                  <a:pt x="55196" y="35220"/>
                  <a:pt x="52853" y="39150"/>
                </a:cubicBezTo>
                <a:cubicBezTo>
                  <a:pt x="50512" y="43081"/>
                  <a:pt x="47107" y="46147"/>
                  <a:pt x="42638" y="48348"/>
                </a:cubicBezTo>
                <a:cubicBezTo>
                  <a:pt x="38171" y="50550"/>
                  <a:pt x="32887" y="51650"/>
                  <a:pt x="26787" y="51650"/>
                </a:cubicBezTo>
                <a:lnTo>
                  <a:pt x="14269" y="51650"/>
                </a:lnTo>
                <a:lnTo>
                  <a:pt x="14269" y="83136"/>
                </a:lnTo>
                <a:lnTo>
                  <a:pt x="0" y="83136"/>
                </a:lnTo>
                <a:lnTo>
                  <a:pt x="0" y="0"/>
                </a:lnTo>
                <a:lnTo>
                  <a:pt x="26207" y="0"/>
                </a:lnTo>
                <a:cubicBezTo>
                  <a:pt x="35886" y="0"/>
                  <a:pt x="43332" y="2211"/>
                  <a:pt x="48546" y="6633"/>
                </a:cubicBezTo>
                <a:cubicBezTo>
                  <a:pt x="53760" y="11055"/>
                  <a:pt x="56367" y="17335"/>
                  <a:pt x="56367" y="25471"/>
                </a:cubicBezTo>
                <a:close/>
                <a:moveTo>
                  <a:pt x="94835" y="83136"/>
                </a:moveTo>
                <a:lnTo>
                  <a:pt x="64352" y="0"/>
                </a:lnTo>
                <a:lnTo>
                  <a:pt x="79269" y="0"/>
                </a:lnTo>
                <a:lnTo>
                  <a:pt x="97901" y="55647"/>
                </a:lnTo>
                <a:cubicBezTo>
                  <a:pt x="99670" y="60957"/>
                  <a:pt x="101223" y="66287"/>
                  <a:pt x="102559" y="71638"/>
                </a:cubicBezTo>
                <a:cubicBezTo>
                  <a:pt x="104171" y="65541"/>
                  <a:pt x="105684" y="60308"/>
                  <a:pt x="107099" y="55942"/>
                </a:cubicBezTo>
                <a:lnTo>
                  <a:pt x="125613" y="0"/>
                </a:lnTo>
                <a:lnTo>
                  <a:pt x="140530" y="0"/>
                </a:lnTo>
                <a:lnTo>
                  <a:pt x="110106" y="83136"/>
                </a:lnTo>
                <a:lnTo>
                  <a:pt x="94835" y="831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panel">
            <a:extLst xmlns:a="http://schemas.openxmlformats.org/drawingml/2006/main">
              <a:ext uri="{FF2B5EF4-FFF2-40B4-BE49-F238E27FC236}">
                <a16:creationId xmlns:a16="http://schemas.microsoft.com/office/drawing/2014/main" id="{D8F62DCD-1F20-43F1-AFCB-5D6A884D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874" y="1006120"/>
            <a:ext cx="291523" cy="108961"/>
          </a:xfrm>
          <a:custGeom xmlns:a="http://schemas.openxmlformats.org/drawingml/2006/main">
            <a:pathLst>
              <a:path w="291523" h="108961">
                <a:moveTo>
                  <a:pt x="59079" y="55188"/>
                </a:moveTo>
                <a:cubicBezTo>
                  <a:pt x="59079" y="65093"/>
                  <a:pt x="56776" y="72857"/>
                  <a:pt x="52170" y="78478"/>
                </a:cubicBezTo>
                <a:cubicBezTo>
                  <a:pt x="47563" y="84099"/>
                  <a:pt x="41163" y="86909"/>
                  <a:pt x="32969" y="86909"/>
                </a:cubicBezTo>
                <a:cubicBezTo>
                  <a:pt x="28264" y="86909"/>
                  <a:pt x="24402" y="86005"/>
                  <a:pt x="21383" y="84197"/>
                </a:cubicBezTo>
                <a:cubicBezTo>
                  <a:pt x="18365" y="82389"/>
                  <a:pt x="15954" y="79755"/>
                  <a:pt x="14151" y="76296"/>
                </a:cubicBezTo>
                <a:lnTo>
                  <a:pt x="13856" y="76296"/>
                </a:lnTo>
                <a:cubicBezTo>
                  <a:pt x="13935" y="77868"/>
                  <a:pt x="14003" y="79421"/>
                  <a:pt x="14062" y="80954"/>
                </a:cubicBezTo>
                <a:cubicBezTo>
                  <a:pt x="14121" y="82487"/>
                  <a:pt x="14151" y="84040"/>
                  <a:pt x="14151" y="85612"/>
                </a:cubicBezTo>
                <a:lnTo>
                  <a:pt x="14151" y="108961"/>
                </a:lnTo>
                <a:lnTo>
                  <a:pt x="472" y="108961"/>
                </a:lnTo>
                <a:lnTo>
                  <a:pt x="472" y="38688"/>
                </a:lnTo>
                <a:cubicBezTo>
                  <a:pt x="472" y="34597"/>
                  <a:pt x="314" y="30113"/>
                  <a:pt x="0" y="25236"/>
                </a:cubicBezTo>
                <a:lnTo>
                  <a:pt x="13145" y="25236"/>
                </a:lnTo>
                <a:cubicBezTo>
                  <a:pt x="13658" y="29324"/>
                  <a:pt x="13915" y="32743"/>
                  <a:pt x="13915" y="35495"/>
                </a:cubicBezTo>
                <a:lnTo>
                  <a:pt x="14151" y="35495"/>
                </a:lnTo>
                <a:cubicBezTo>
                  <a:pt x="17914" y="27869"/>
                  <a:pt x="24521" y="24056"/>
                  <a:pt x="33969" y="24056"/>
                </a:cubicBezTo>
                <a:cubicBezTo>
                  <a:pt x="42084" y="24056"/>
                  <a:pt x="48297" y="26739"/>
                  <a:pt x="52610" y="32105"/>
                </a:cubicBezTo>
                <a:cubicBezTo>
                  <a:pt x="56923" y="37470"/>
                  <a:pt x="59079" y="45164"/>
                  <a:pt x="59079" y="55188"/>
                </a:cubicBezTo>
                <a:moveTo>
                  <a:pt x="44929" y="55306"/>
                </a:moveTo>
                <a:cubicBezTo>
                  <a:pt x="44929" y="41155"/>
                  <a:pt x="39975" y="34080"/>
                  <a:pt x="30069" y="34080"/>
                </a:cubicBezTo>
                <a:cubicBezTo>
                  <a:pt x="24782" y="34080"/>
                  <a:pt x="20767" y="35908"/>
                  <a:pt x="18026" y="39563"/>
                </a:cubicBezTo>
                <a:cubicBezTo>
                  <a:pt x="15285" y="43219"/>
                  <a:pt x="13915" y="48525"/>
                  <a:pt x="13915" y="55483"/>
                </a:cubicBezTo>
                <a:cubicBezTo>
                  <a:pt x="13915" y="62440"/>
                  <a:pt x="15246" y="67747"/>
                  <a:pt x="17910" y="71402"/>
                </a:cubicBezTo>
                <a:cubicBezTo>
                  <a:pt x="20573" y="75058"/>
                  <a:pt x="24547" y="76886"/>
                  <a:pt x="29833" y="76886"/>
                </a:cubicBezTo>
                <a:cubicBezTo>
                  <a:pt x="39897" y="76886"/>
                  <a:pt x="44929" y="69692"/>
                  <a:pt x="44929" y="55306"/>
                </a:cubicBezTo>
                <a:close/>
                <a:moveTo>
                  <a:pt x="93361" y="77357"/>
                </a:moveTo>
                <a:cubicBezTo>
                  <a:pt x="97567" y="77357"/>
                  <a:pt x="100888" y="75890"/>
                  <a:pt x="103326" y="72954"/>
                </a:cubicBezTo>
                <a:cubicBezTo>
                  <a:pt x="105763" y="70017"/>
                  <a:pt x="106981" y="66242"/>
                  <a:pt x="106981" y="61629"/>
                </a:cubicBezTo>
                <a:lnTo>
                  <a:pt x="106981" y="56131"/>
                </a:lnTo>
                <a:lnTo>
                  <a:pt x="100554" y="56367"/>
                </a:lnTo>
                <a:cubicBezTo>
                  <a:pt x="94776" y="56644"/>
                  <a:pt x="90619" y="57669"/>
                  <a:pt x="88084" y="59442"/>
                </a:cubicBezTo>
                <a:cubicBezTo>
                  <a:pt x="85549" y="61216"/>
                  <a:pt x="84281" y="63995"/>
                  <a:pt x="84281" y="67780"/>
                </a:cubicBezTo>
                <a:cubicBezTo>
                  <a:pt x="84281" y="74165"/>
                  <a:pt x="87308" y="77357"/>
                  <a:pt x="93361" y="77357"/>
                </a:cubicBezTo>
                <a:moveTo>
                  <a:pt x="120483" y="85730"/>
                </a:moveTo>
                <a:lnTo>
                  <a:pt x="107394" y="85730"/>
                </a:lnTo>
                <a:lnTo>
                  <a:pt x="106922" y="76178"/>
                </a:lnTo>
                <a:cubicBezTo>
                  <a:pt x="104914" y="80109"/>
                  <a:pt x="102492" y="82880"/>
                  <a:pt x="99657" y="84492"/>
                </a:cubicBezTo>
                <a:cubicBezTo>
                  <a:pt x="96823" y="86103"/>
                  <a:pt x="93340" y="86909"/>
                  <a:pt x="89206" y="86909"/>
                </a:cubicBezTo>
                <a:cubicBezTo>
                  <a:pt x="82986" y="86909"/>
                  <a:pt x="78231" y="85295"/>
                  <a:pt x="74943" y="82067"/>
                </a:cubicBezTo>
                <a:cubicBezTo>
                  <a:pt x="71656" y="78839"/>
                  <a:pt x="70012" y="74351"/>
                  <a:pt x="70012" y="68604"/>
                </a:cubicBezTo>
                <a:cubicBezTo>
                  <a:pt x="70012" y="62304"/>
                  <a:pt x="72257" y="57482"/>
                  <a:pt x="76745" y="54136"/>
                </a:cubicBezTo>
                <a:cubicBezTo>
                  <a:pt x="81233" y="50790"/>
                  <a:pt x="87848" y="48979"/>
                  <a:pt x="96587" y="48702"/>
                </a:cubicBezTo>
                <a:lnTo>
                  <a:pt x="106922" y="48348"/>
                </a:lnTo>
                <a:lnTo>
                  <a:pt x="106922" y="46471"/>
                </a:lnTo>
                <a:cubicBezTo>
                  <a:pt x="106922" y="41814"/>
                  <a:pt x="106164" y="38439"/>
                  <a:pt x="104648" y="36346"/>
                </a:cubicBezTo>
                <a:cubicBezTo>
                  <a:pt x="103133" y="34253"/>
                  <a:pt x="100563" y="33206"/>
                  <a:pt x="96939" y="33206"/>
                </a:cubicBezTo>
                <a:cubicBezTo>
                  <a:pt x="93750" y="33206"/>
                  <a:pt x="91398" y="33805"/>
                  <a:pt x="89880" y="35003"/>
                </a:cubicBezTo>
                <a:cubicBezTo>
                  <a:pt x="88365" y="36199"/>
                  <a:pt x="87332" y="38053"/>
                  <a:pt x="86781" y="40565"/>
                </a:cubicBezTo>
                <a:lnTo>
                  <a:pt x="73668" y="38502"/>
                </a:lnTo>
                <a:cubicBezTo>
                  <a:pt x="74848" y="33353"/>
                  <a:pt x="77318" y="29658"/>
                  <a:pt x="81077" y="27417"/>
                </a:cubicBezTo>
                <a:cubicBezTo>
                  <a:pt x="84836" y="25177"/>
                  <a:pt x="90178" y="24056"/>
                  <a:pt x="97105" y="24056"/>
                </a:cubicBezTo>
                <a:cubicBezTo>
                  <a:pt x="105173" y="24056"/>
                  <a:pt x="111086" y="25963"/>
                  <a:pt x="114845" y="29776"/>
                </a:cubicBezTo>
                <a:cubicBezTo>
                  <a:pt x="118604" y="33588"/>
                  <a:pt x="120483" y="39504"/>
                  <a:pt x="120483" y="47523"/>
                </a:cubicBezTo>
                <a:lnTo>
                  <a:pt x="120483" y="85730"/>
                </a:lnTo>
                <a:close/>
                <a:moveTo>
                  <a:pt x="178957" y="85730"/>
                </a:moveTo>
                <a:lnTo>
                  <a:pt x="178957" y="51952"/>
                </a:lnTo>
                <a:cubicBezTo>
                  <a:pt x="178957" y="45822"/>
                  <a:pt x="178004" y="41420"/>
                  <a:pt x="176097" y="38749"/>
                </a:cubicBezTo>
                <a:cubicBezTo>
                  <a:pt x="174191" y="36076"/>
                  <a:pt x="171174" y="34739"/>
                  <a:pt x="167047" y="34739"/>
                </a:cubicBezTo>
                <a:cubicBezTo>
                  <a:pt x="162605" y="34739"/>
                  <a:pt x="159117" y="36449"/>
                  <a:pt x="156581" y="39869"/>
                </a:cubicBezTo>
                <a:cubicBezTo>
                  <a:pt x="154046" y="43288"/>
                  <a:pt x="152778" y="47925"/>
                  <a:pt x="152778" y="53780"/>
                </a:cubicBezTo>
                <a:lnTo>
                  <a:pt x="152778" y="85730"/>
                </a:lnTo>
                <a:lnTo>
                  <a:pt x="139217" y="85730"/>
                </a:lnTo>
                <a:lnTo>
                  <a:pt x="139217" y="39163"/>
                </a:lnTo>
                <a:cubicBezTo>
                  <a:pt x="139217" y="34482"/>
                  <a:pt x="139040" y="29839"/>
                  <a:pt x="138686" y="25236"/>
                </a:cubicBezTo>
                <a:lnTo>
                  <a:pt x="151599" y="25236"/>
                </a:lnTo>
                <a:cubicBezTo>
                  <a:pt x="152031" y="31132"/>
                  <a:pt x="152248" y="35023"/>
                  <a:pt x="152248" y="36910"/>
                </a:cubicBezTo>
                <a:lnTo>
                  <a:pt x="152483" y="36910"/>
                </a:lnTo>
                <a:cubicBezTo>
                  <a:pt x="154806" y="32410"/>
                  <a:pt x="157502" y="29144"/>
                  <a:pt x="160572" y="27109"/>
                </a:cubicBezTo>
                <a:cubicBezTo>
                  <a:pt x="163643" y="25074"/>
                  <a:pt x="167600" y="24056"/>
                  <a:pt x="172442" y="24056"/>
                </a:cubicBezTo>
                <a:cubicBezTo>
                  <a:pt x="179173" y="24056"/>
                  <a:pt x="184222" y="26041"/>
                  <a:pt x="187588" y="30011"/>
                </a:cubicBezTo>
                <a:cubicBezTo>
                  <a:pt x="190953" y="33981"/>
                  <a:pt x="192636" y="40113"/>
                  <a:pt x="192636" y="48407"/>
                </a:cubicBezTo>
                <a:lnTo>
                  <a:pt x="192636" y="85730"/>
                </a:lnTo>
                <a:lnTo>
                  <a:pt x="178957" y="85730"/>
                </a:lnTo>
                <a:close/>
                <a:moveTo>
                  <a:pt x="223734" y="58088"/>
                </a:moveTo>
                <a:cubicBezTo>
                  <a:pt x="223930" y="64252"/>
                  <a:pt x="225292" y="68993"/>
                  <a:pt x="227819" y="72311"/>
                </a:cubicBezTo>
                <a:cubicBezTo>
                  <a:pt x="230347" y="75629"/>
                  <a:pt x="233806" y="77287"/>
                  <a:pt x="238196" y="77287"/>
                </a:cubicBezTo>
                <a:cubicBezTo>
                  <a:pt x="241174" y="77287"/>
                  <a:pt x="243828" y="76537"/>
                  <a:pt x="246159" y="75036"/>
                </a:cubicBezTo>
                <a:cubicBezTo>
                  <a:pt x="248492" y="73535"/>
                  <a:pt x="250599" y="71007"/>
                  <a:pt x="252479" y="67452"/>
                </a:cubicBezTo>
                <a:lnTo>
                  <a:pt x="263120" y="72596"/>
                </a:lnTo>
                <a:cubicBezTo>
                  <a:pt x="260803" y="76343"/>
                  <a:pt x="258487" y="79182"/>
                  <a:pt x="256170" y="81113"/>
                </a:cubicBezTo>
                <a:cubicBezTo>
                  <a:pt x="253853" y="83045"/>
                  <a:pt x="251154" y="84494"/>
                  <a:pt x="248072" y="85459"/>
                </a:cubicBezTo>
                <a:cubicBezTo>
                  <a:pt x="244990" y="86426"/>
                  <a:pt x="241329" y="86909"/>
                  <a:pt x="237089" y="86909"/>
                </a:cubicBezTo>
                <a:cubicBezTo>
                  <a:pt x="228253" y="86909"/>
                  <a:pt x="221440" y="84128"/>
                  <a:pt x="216649" y="78566"/>
                </a:cubicBezTo>
                <a:cubicBezTo>
                  <a:pt x="211860" y="73004"/>
                  <a:pt x="209465" y="65192"/>
                  <a:pt x="209465" y="55129"/>
                </a:cubicBezTo>
                <a:cubicBezTo>
                  <a:pt x="209465" y="44988"/>
                  <a:pt x="211981" y="37273"/>
                  <a:pt x="217012" y="31987"/>
                </a:cubicBezTo>
                <a:cubicBezTo>
                  <a:pt x="222044" y="26700"/>
                  <a:pt x="228903" y="24056"/>
                  <a:pt x="237590" y="24056"/>
                </a:cubicBezTo>
                <a:cubicBezTo>
                  <a:pt x="246198" y="24056"/>
                  <a:pt x="252782" y="26878"/>
                  <a:pt x="257342" y="32521"/>
                </a:cubicBezTo>
                <a:cubicBezTo>
                  <a:pt x="261902" y="38163"/>
                  <a:pt x="264181" y="46135"/>
                  <a:pt x="264181" y="56437"/>
                </a:cubicBezTo>
                <a:lnTo>
                  <a:pt x="264181" y="58088"/>
                </a:lnTo>
                <a:lnTo>
                  <a:pt x="223734" y="58088"/>
                </a:lnTo>
                <a:moveTo>
                  <a:pt x="237118" y="33442"/>
                </a:moveTo>
                <a:cubicBezTo>
                  <a:pt x="233165" y="33442"/>
                  <a:pt x="230014" y="34857"/>
                  <a:pt x="227666" y="37686"/>
                </a:cubicBezTo>
                <a:cubicBezTo>
                  <a:pt x="225318" y="40513"/>
                  <a:pt x="224047" y="44421"/>
                  <a:pt x="223852" y="49410"/>
                </a:cubicBezTo>
                <a:lnTo>
                  <a:pt x="250031" y="49410"/>
                </a:lnTo>
                <a:cubicBezTo>
                  <a:pt x="249639" y="44068"/>
                  <a:pt x="248425" y="40071"/>
                  <a:pt x="246390" y="37420"/>
                </a:cubicBezTo>
                <a:cubicBezTo>
                  <a:pt x="244356" y="34768"/>
                  <a:pt x="241265" y="33442"/>
                  <a:pt x="237118" y="33442"/>
                </a:cubicBezTo>
                <a:close/>
                <a:moveTo>
                  <a:pt x="277962" y="85730"/>
                </a:moveTo>
                <a:lnTo>
                  <a:pt x="277962" y="0"/>
                </a:lnTo>
                <a:lnTo>
                  <a:pt x="291523" y="0"/>
                </a:lnTo>
                <a:lnTo>
                  <a:pt x="291523" y="85730"/>
                </a:lnTo>
                <a:lnTo>
                  <a:pt x="277962" y="857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6B9B74-CB04-4D93-8CE2-2B5EFF67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39" y="1250566"/>
            <a:ext cx="51871" cy="34589"/>
          </a:xfrm>
          <a:custGeom xmlns:a="http://schemas.openxmlformats.org/drawingml/2006/main">
            <a:pathLst>
              <a:path w="51871" h="34589">
                <a:moveTo>
                  <a:pt x="51871" y="17295"/>
                </a:moveTo>
                <a:lnTo>
                  <a:pt x="0" y="34589"/>
                </a:lnTo>
                <a:lnTo>
                  <a:pt x="0" y="0"/>
                </a:lnTo>
                <a:lnTo>
                  <a:pt x="51871" y="172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63B20B-37BF-4951-BD0B-AA966E72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39" y="1250566"/>
            <a:ext cx="51871" cy="34589"/>
          </a:xfrm>
          <a:custGeom xmlns:a="http://schemas.openxmlformats.org/drawingml/2006/main">
            <a:pathLst>
              <a:path w="51871" h="34589" fill="none">
                <a:moveTo>
                  <a:pt x="51871" y="17295"/>
                </a:moveTo>
                <a:lnTo>
                  <a:pt x="0" y="34589"/>
                </a:lnTo>
                <a:lnTo>
                  <a:pt x="0" y="0"/>
                </a:lnTo>
                <a:lnTo>
                  <a:pt x="51871" y="172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1E4F21-32BE-4C62-9A1C-67B9C9E7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898" y="1268726"/>
            <a:ext cx="140074" cy="10"/>
          </a:xfrm>
          <a:custGeom xmlns:a="http://schemas.openxmlformats.org/drawingml/2006/main">
            <a:pathLst>
              <a:path w="140074" h="1" fill="none">
                <a:moveTo>
                  <a:pt x="14007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265" cap="rnd">
            <a:solidFill>
              <a:srgbClr val="000000"/>
            </a:solidFill>
            <a:round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0C7C4B-1E40-4964-A990-75308ABD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39" y="1250566"/>
            <a:ext cx="51871" cy="34589"/>
          </a:xfrm>
          <a:custGeom xmlns:a="http://schemas.openxmlformats.org/drawingml/2006/main">
            <a:pathLst>
              <a:path w="51871" h="34589">
                <a:moveTo>
                  <a:pt x="51871" y="17295"/>
                </a:moveTo>
                <a:lnTo>
                  <a:pt x="0" y="34589"/>
                </a:lnTo>
                <a:lnTo>
                  <a:pt x="0" y="0"/>
                </a:lnTo>
                <a:lnTo>
                  <a:pt x="51871" y="172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A66231-2399-4072-8C53-AF4B65F2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39" y="1250566"/>
            <a:ext cx="51871" cy="34589"/>
          </a:xfrm>
          <a:custGeom xmlns:a="http://schemas.openxmlformats.org/drawingml/2006/main">
            <a:pathLst>
              <a:path w="51871" h="34589" fill="none">
                <a:moveTo>
                  <a:pt x="51871" y="17295"/>
                </a:moveTo>
                <a:lnTo>
                  <a:pt x="0" y="34589"/>
                </a:lnTo>
                <a:lnTo>
                  <a:pt x="0" y="0"/>
                </a:lnTo>
                <a:lnTo>
                  <a:pt x="51871" y="172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B327DC-57AD-4BDC-AC95-99DC35C6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898" y="1268726"/>
            <a:ext cx="140074" cy="10"/>
          </a:xfrm>
          <a:custGeom xmlns:a="http://schemas.openxmlformats.org/drawingml/2006/main">
            <a:pathLst>
              <a:path w="140074" h="1" fill="none">
                <a:moveTo>
                  <a:pt x="14007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265" cap="rnd">
            <a:solidFill>
              <a:srgbClr val="000000"/>
            </a:solidFill>
            <a:round/>
          </a:ln>
        </p:spPr>
      </p:sp>
      <p:sp>
        <p:nvSpPr>
          <p:cNvPr id="27" name="Text PV">
            <a:extLst xmlns:a="http://schemas.openxmlformats.org/drawingml/2006/main">
              <a:ext uri="{FF2B5EF4-FFF2-40B4-BE49-F238E27FC236}">
                <a16:creationId xmlns:a16="http://schemas.microsoft.com/office/drawing/2014/main" id="{FBED820F-5EBC-4FAF-BBDD-AD1A0F24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60" y="1000612"/>
            <a:ext cx="111912" cy="70378"/>
          </a:xfrm>
          <a:custGeom xmlns:a="http://schemas.openxmlformats.org/drawingml/2006/main">
            <a:pathLst>
              <a:path w="111912" h="70378">
                <a:moveTo>
                  <a:pt x="35539" y="21663"/>
                </a:moveTo>
                <a:cubicBezTo>
                  <a:pt x="35539" y="17603"/>
                  <a:pt x="34313" y="14442"/>
                  <a:pt x="31862" y="12179"/>
                </a:cubicBezTo>
                <a:cubicBezTo>
                  <a:pt x="29411" y="9916"/>
                  <a:pt x="25718" y="8785"/>
                  <a:pt x="20783" y="8785"/>
                </a:cubicBezTo>
                <a:lnTo>
                  <a:pt x="12079" y="8785"/>
                </a:lnTo>
                <a:lnTo>
                  <a:pt x="12079" y="35039"/>
                </a:lnTo>
                <a:lnTo>
                  <a:pt x="21182" y="35039"/>
                </a:lnTo>
                <a:cubicBezTo>
                  <a:pt x="25718" y="35039"/>
                  <a:pt x="29245" y="33883"/>
                  <a:pt x="31762" y="31570"/>
                </a:cubicBezTo>
                <a:cubicBezTo>
                  <a:pt x="34280" y="29258"/>
                  <a:pt x="35539" y="25955"/>
                  <a:pt x="35539" y="21663"/>
                </a:cubicBezTo>
                <a:moveTo>
                  <a:pt x="47717" y="21563"/>
                </a:moveTo>
                <a:cubicBezTo>
                  <a:pt x="47717" y="25955"/>
                  <a:pt x="46726" y="29815"/>
                  <a:pt x="44743" y="33143"/>
                </a:cubicBezTo>
                <a:cubicBezTo>
                  <a:pt x="42761" y="36470"/>
                  <a:pt x="39878" y="39066"/>
                  <a:pt x="36095" y="40929"/>
                </a:cubicBezTo>
                <a:cubicBezTo>
                  <a:pt x="32313" y="42793"/>
                  <a:pt x="27840" y="43724"/>
                  <a:pt x="22676" y="43724"/>
                </a:cubicBezTo>
                <a:lnTo>
                  <a:pt x="12079" y="43724"/>
                </a:lnTo>
                <a:lnTo>
                  <a:pt x="12079" y="70378"/>
                </a:lnTo>
                <a:lnTo>
                  <a:pt x="0" y="70378"/>
                </a:lnTo>
                <a:lnTo>
                  <a:pt x="0" y="0"/>
                </a:lnTo>
                <a:lnTo>
                  <a:pt x="22185" y="0"/>
                </a:lnTo>
                <a:cubicBezTo>
                  <a:pt x="30379" y="0"/>
                  <a:pt x="36683" y="1872"/>
                  <a:pt x="41096" y="5615"/>
                </a:cubicBezTo>
                <a:cubicBezTo>
                  <a:pt x="45510" y="9359"/>
                  <a:pt x="47717" y="14675"/>
                  <a:pt x="47717" y="21563"/>
                </a:cubicBezTo>
                <a:close/>
                <a:moveTo>
                  <a:pt x="73229" y="70378"/>
                </a:moveTo>
                <a:lnTo>
                  <a:pt x="47424" y="0"/>
                </a:lnTo>
                <a:lnTo>
                  <a:pt x="60052" y="0"/>
                </a:lnTo>
                <a:lnTo>
                  <a:pt x="75825" y="47108"/>
                </a:lnTo>
                <a:cubicBezTo>
                  <a:pt x="77322" y="51603"/>
                  <a:pt x="78636" y="56115"/>
                  <a:pt x="79768" y="60645"/>
                </a:cubicBezTo>
                <a:cubicBezTo>
                  <a:pt x="81132" y="55483"/>
                  <a:pt x="82413" y="51054"/>
                  <a:pt x="83611" y="47357"/>
                </a:cubicBezTo>
                <a:lnTo>
                  <a:pt x="99284" y="0"/>
                </a:lnTo>
                <a:lnTo>
                  <a:pt x="111912" y="0"/>
                </a:lnTo>
                <a:lnTo>
                  <a:pt x="86157" y="70378"/>
                </a:lnTo>
                <a:lnTo>
                  <a:pt x="73229" y="703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input">
            <a:extLst xmlns:a="http://schemas.openxmlformats.org/drawingml/2006/main">
              <a:ext uri="{FF2B5EF4-FFF2-40B4-BE49-F238E27FC236}">
                <a16:creationId xmlns:a16="http://schemas.microsoft.com/office/drawing/2014/main" id="{06AF9CFF-EBCE-4CFC-A6AE-BA6E45CE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11" y="1117378"/>
            <a:ext cx="230282" cy="92240"/>
          </a:xfrm>
          <a:custGeom xmlns:a="http://schemas.openxmlformats.org/drawingml/2006/main">
            <a:pathLst>
              <a:path w="230282" h="92240">
                <a:moveTo>
                  <a:pt x="0" y="9842"/>
                </a:moveTo>
                <a:lnTo>
                  <a:pt x="0" y="0"/>
                </a:lnTo>
                <a:lnTo>
                  <a:pt x="11430" y="0"/>
                </a:lnTo>
                <a:lnTo>
                  <a:pt x="11430" y="9842"/>
                </a:lnTo>
                <a:lnTo>
                  <a:pt x="0" y="9842"/>
                </a:lnTo>
                <a:moveTo>
                  <a:pt x="0" y="72574"/>
                </a:moveTo>
                <a:lnTo>
                  <a:pt x="0" y="21363"/>
                </a:lnTo>
                <a:lnTo>
                  <a:pt x="11480" y="21363"/>
                </a:lnTo>
                <a:lnTo>
                  <a:pt x="11480" y="72574"/>
                </a:lnTo>
                <a:lnTo>
                  <a:pt x="0" y="72574"/>
                </a:lnTo>
                <a:close/>
                <a:moveTo>
                  <a:pt x="61344" y="72574"/>
                </a:moveTo>
                <a:lnTo>
                  <a:pt x="61344" y="43980"/>
                </a:lnTo>
                <a:cubicBezTo>
                  <a:pt x="61344" y="38790"/>
                  <a:pt x="60537" y="35064"/>
                  <a:pt x="58924" y="32803"/>
                </a:cubicBezTo>
                <a:cubicBezTo>
                  <a:pt x="57310" y="30540"/>
                  <a:pt x="54756" y="29409"/>
                  <a:pt x="51262" y="29409"/>
                </a:cubicBezTo>
                <a:cubicBezTo>
                  <a:pt x="47502" y="29409"/>
                  <a:pt x="44548" y="30856"/>
                  <a:pt x="42402" y="33751"/>
                </a:cubicBezTo>
                <a:cubicBezTo>
                  <a:pt x="40256" y="36645"/>
                  <a:pt x="39183" y="40570"/>
                  <a:pt x="39183" y="45528"/>
                </a:cubicBezTo>
                <a:lnTo>
                  <a:pt x="39183" y="72574"/>
                </a:lnTo>
                <a:lnTo>
                  <a:pt x="27703" y="72574"/>
                </a:lnTo>
                <a:lnTo>
                  <a:pt x="27703" y="33154"/>
                </a:lnTo>
                <a:cubicBezTo>
                  <a:pt x="27703" y="29191"/>
                  <a:pt x="27553" y="25260"/>
                  <a:pt x="27253" y="21363"/>
                </a:cubicBezTo>
                <a:lnTo>
                  <a:pt x="38184" y="21363"/>
                </a:lnTo>
                <a:cubicBezTo>
                  <a:pt x="38550" y="26354"/>
                  <a:pt x="38733" y="29649"/>
                  <a:pt x="38733" y="31246"/>
                </a:cubicBezTo>
                <a:lnTo>
                  <a:pt x="38933" y="31246"/>
                </a:lnTo>
                <a:cubicBezTo>
                  <a:pt x="40899" y="27437"/>
                  <a:pt x="43182" y="24671"/>
                  <a:pt x="45781" y="22949"/>
                </a:cubicBezTo>
                <a:cubicBezTo>
                  <a:pt x="48380" y="21226"/>
                  <a:pt x="51730" y="20365"/>
                  <a:pt x="55829" y="20365"/>
                </a:cubicBezTo>
                <a:cubicBezTo>
                  <a:pt x="61527" y="20365"/>
                  <a:pt x="65801" y="22045"/>
                  <a:pt x="68650" y="25406"/>
                </a:cubicBezTo>
                <a:cubicBezTo>
                  <a:pt x="71500" y="28767"/>
                  <a:pt x="72924" y="33958"/>
                  <a:pt x="72924" y="40979"/>
                </a:cubicBezTo>
                <a:lnTo>
                  <a:pt x="72924" y="72574"/>
                </a:lnTo>
                <a:lnTo>
                  <a:pt x="61344" y="72574"/>
                </a:lnTo>
                <a:close/>
                <a:moveTo>
                  <a:pt x="132926" y="46719"/>
                </a:moveTo>
                <a:cubicBezTo>
                  <a:pt x="132926" y="55105"/>
                  <a:pt x="130976" y="61677"/>
                  <a:pt x="127077" y="66435"/>
                </a:cubicBezTo>
                <a:cubicBezTo>
                  <a:pt x="123177" y="71194"/>
                  <a:pt x="117759" y="73573"/>
                  <a:pt x="110822" y="73573"/>
                </a:cubicBezTo>
                <a:cubicBezTo>
                  <a:pt x="106839" y="73573"/>
                  <a:pt x="103570" y="72807"/>
                  <a:pt x="101014" y="71277"/>
                </a:cubicBezTo>
                <a:cubicBezTo>
                  <a:pt x="98459" y="69746"/>
                  <a:pt x="96418" y="67517"/>
                  <a:pt x="94892" y="64588"/>
                </a:cubicBezTo>
                <a:lnTo>
                  <a:pt x="94642" y="64588"/>
                </a:lnTo>
                <a:cubicBezTo>
                  <a:pt x="94709" y="65919"/>
                  <a:pt x="94767" y="67234"/>
                  <a:pt x="94817" y="68531"/>
                </a:cubicBezTo>
                <a:cubicBezTo>
                  <a:pt x="94867" y="69829"/>
                  <a:pt x="94892" y="71144"/>
                  <a:pt x="94892" y="72475"/>
                </a:cubicBezTo>
                <a:lnTo>
                  <a:pt x="94892" y="92240"/>
                </a:lnTo>
                <a:lnTo>
                  <a:pt x="83312" y="92240"/>
                </a:lnTo>
                <a:lnTo>
                  <a:pt x="83312" y="32751"/>
                </a:lnTo>
                <a:cubicBezTo>
                  <a:pt x="83312" y="29288"/>
                  <a:pt x="83179" y="25492"/>
                  <a:pt x="82913" y="21363"/>
                </a:cubicBezTo>
                <a:lnTo>
                  <a:pt x="94040" y="21363"/>
                </a:lnTo>
                <a:cubicBezTo>
                  <a:pt x="94475" y="24824"/>
                  <a:pt x="94692" y="27719"/>
                  <a:pt x="94692" y="30048"/>
                </a:cubicBezTo>
                <a:lnTo>
                  <a:pt x="94892" y="30048"/>
                </a:lnTo>
                <a:cubicBezTo>
                  <a:pt x="98078" y="23593"/>
                  <a:pt x="103670" y="20365"/>
                  <a:pt x="111669" y="20365"/>
                </a:cubicBezTo>
                <a:cubicBezTo>
                  <a:pt x="118539" y="20365"/>
                  <a:pt x="123799" y="22636"/>
                  <a:pt x="127450" y="27178"/>
                </a:cubicBezTo>
                <a:cubicBezTo>
                  <a:pt x="131101" y="31720"/>
                  <a:pt x="132926" y="38234"/>
                  <a:pt x="132926" y="46719"/>
                </a:cubicBezTo>
                <a:moveTo>
                  <a:pt x="120947" y="46819"/>
                </a:moveTo>
                <a:cubicBezTo>
                  <a:pt x="120947" y="34840"/>
                  <a:pt x="116754" y="28850"/>
                  <a:pt x="108367" y="28850"/>
                </a:cubicBezTo>
                <a:cubicBezTo>
                  <a:pt x="103891" y="28850"/>
                  <a:pt x="100493" y="30397"/>
                  <a:pt x="98172" y="33492"/>
                </a:cubicBezTo>
                <a:cubicBezTo>
                  <a:pt x="95852" y="36587"/>
                  <a:pt x="94692" y="41079"/>
                  <a:pt x="94692" y="46969"/>
                </a:cubicBezTo>
                <a:cubicBezTo>
                  <a:pt x="94692" y="52859"/>
                  <a:pt x="95819" y="57351"/>
                  <a:pt x="98074" y="60445"/>
                </a:cubicBezTo>
                <a:cubicBezTo>
                  <a:pt x="100328" y="63540"/>
                  <a:pt x="103693" y="65087"/>
                  <a:pt x="108167" y="65087"/>
                </a:cubicBezTo>
                <a:cubicBezTo>
                  <a:pt x="116687" y="65087"/>
                  <a:pt x="120947" y="58998"/>
                  <a:pt x="120947" y="46819"/>
                </a:cubicBezTo>
                <a:close/>
                <a:moveTo>
                  <a:pt x="149703" y="21363"/>
                </a:moveTo>
                <a:lnTo>
                  <a:pt x="149703" y="49996"/>
                </a:lnTo>
                <a:cubicBezTo>
                  <a:pt x="149703" y="55194"/>
                  <a:pt x="150519" y="58925"/>
                  <a:pt x="152153" y="61191"/>
                </a:cubicBezTo>
                <a:cubicBezTo>
                  <a:pt x="153788" y="63456"/>
                  <a:pt x="156339" y="64588"/>
                  <a:pt x="159807" y="64588"/>
                </a:cubicBezTo>
                <a:cubicBezTo>
                  <a:pt x="163543" y="64588"/>
                  <a:pt x="166512" y="63164"/>
                  <a:pt x="168712" y="60316"/>
                </a:cubicBezTo>
                <a:cubicBezTo>
                  <a:pt x="170913" y="57468"/>
                  <a:pt x="172014" y="53495"/>
                  <a:pt x="172014" y="48398"/>
                </a:cubicBezTo>
                <a:lnTo>
                  <a:pt x="172014" y="21363"/>
                </a:lnTo>
                <a:lnTo>
                  <a:pt x="183494" y="21363"/>
                </a:lnTo>
                <a:lnTo>
                  <a:pt x="183494" y="60734"/>
                </a:lnTo>
                <a:cubicBezTo>
                  <a:pt x="183494" y="64730"/>
                  <a:pt x="183644" y="68677"/>
                  <a:pt x="183943" y="72574"/>
                </a:cubicBezTo>
                <a:lnTo>
                  <a:pt x="173012" y="72574"/>
                </a:lnTo>
                <a:cubicBezTo>
                  <a:pt x="172646" y="67517"/>
                  <a:pt x="172463" y="64222"/>
                  <a:pt x="172463" y="62692"/>
                </a:cubicBezTo>
                <a:lnTo>
                  <a:pt x="172264" y="62692"/>
                </a:lnTo>
                <a:cubicBezTo>
                  <a:pt x="170264" y="66618"/>
                  <a:pt x="167956" y="69413"/>
                  <a:pt x="165340" y="71077"/>
                </a:cubicBezTo>
                <a:cubicBezTo>
                  <a:pt x="162724" y="72741"/>
                  <a:pt x="159367" y="73573"/>
                  <a:pt x="155268" y="73573"/>
                </a:cubicBezTo>
                <a:cubicBezTo>
                  <a:pt x="149603" y="73573"/>
                  <a:pt x="145346" y="71882"/>
                  <a:pt x="142496" y="68502"/>
                </a:cubicBezTo>
                <a:cubicBezTo>
                  <a:pt x="139647" y="65121"/>
                  <a:pt x="138222" y="59933"/>
                  <a:pt x="138222" y="52938"/>
                </a:cubicBezTo>
                <a:lnTo>
                  <a:pt x="138222" y="21363"/>
                </a:lnTo>
                <a:lnTo>
                  <a:pt x="149703" y="21363"/>
                </a:lnTo>
                <a:close/>
                <a:moveTo>
                  <a:pt x="218779" y="73473"/>
                </a:moveTo>
                <a:cubicBezTo>
                  <a:pt x="214778" y="73473"/>
                  <a:pt x="211618" y="72332"/>
                  <a:pt x="209300" y="70051"/>
                </a:cubicBezTo>
                <a:cubicBezTo>
                  <a:pt x="206983" y="67769"/>
                  <a:pt x="205825" y="64497"/>
                  <a:pt x="205825" y="60233"/>
                </a:cubicBezTo>
                <a:lnTo>
                  <a:pt x="205825" y="29708"/>
                </a:lnTo>
                <a:lnTo>
                  <a:pt x="198238" y="29708"/>
                </a:lnTo>
                <a:lnTo>
                  <a:pt x="198238" y="21363"/>
                </a:lnTo>
                <a:lnTo>
                  <a:pt x="205975" y="21363"/>
                </a:lnTo>
                <a:lnTo>
                  <a:pt x="209634" y="8984"/>
                </a:lnTo>
                <a:lnTo>
                  <a:pt x="217305" y="8984"/>
                </a:lnTo>
                <a:lnTo>
                  <a:pt x="217305" y="21363"/>
                </a:lnTo>
                <a:lnTo>
                  <a:pt x="229634" y="21363"/>
                </a:lnTo>
                <a:lnTo>
                  <a:pt x="229634" y="29708"/>
                </a:lnTo>
                <a:lnTo>
                  <a:pt x="217305" y="29708"/>
                </a:lnTo>
                <a:lnTo>
                  <a:pt x="217305" y="57335"/>
                </a:lnTo>
                <a:cubicBezTo>
                  <a:pt x="217305" y="62397"/>
                  <a:pt x="219451" y="64928"/>
                  <a:pt x="223744" y="64928"/>
                </a:cubicBezTo>
                <a:cubicBezTo>
                  <a:pt x="225774" y="64928"/>
                  <a:pt x="227953" y="64712"/>
                  <a:pt x="230282" y="64279"/>
                </a:cubicBezTo>
                <a:lnTo>
                  <a:pt x="230282" y="71974"/>
                </a:lnTo>
                <a:cubicBezTo>
                  <a:pt x="226482" y="72973"/>
                  <a:pt x="222647" y="73473"/>
                  <a:pt x="218779" y="734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E2C849-F7CA-4073-881F-3D113441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439" y="830803"/>
            <a:ext cx="665322" cy="867816"/>
          </a:xfrm>
          <a:custGeom xmlns:a="http://schemas.openxmlformats.org/drawingml/2006/main">
            <a:pathLst>
              <a:path w="665322" h="867816">
                <a:moveTo>
                  <a:pt x="0" y="867816"/>
                </a:moveTo>
                <a:lnTo>
                  <a:pt x="0" y="0"/>
                </a:lnTo>
                <a:lnTo>
                  <a:pt x="665322" y="0"/>
                </a:lnTo>
                <a:lnTo>
                  <a:pt x="665322" y="867816"/>
                </a:lnTo>
                <a:lnTo>
                  <a:pt x="0" y="86781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9450EC-EAF8-4C31-A7B3-BAACD14F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439" y="830803"/>
            <a:ext cx="665322" cy="867816"/>
          </a:xfrm>
          <a:custGeom xmlns:a="http://schemas.openxmlformats.org/drawingml/2006/main">
            <a:pathLst>
              <a:path w="665322" h="867816" fill="none">
                <a:moveTo>
                  <a:pt x="0" y="867816"/>
                </a:moveTo>
                <a:lnTo>
                  <a:pt x="665322" y="867816"/>
                </a:lnTo>
                <a:lnTo>
                  <a:pt x="665322" y="0"/>
                </a:lnTo>
                <a:lnTo>
                  <a:pt x="0" y="0"/>
                </a:lnTo>
                <a:lnTo>
                  <a:pt x="0" y="8678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795" cap="rnd">
            <a:solidFill>
              <a:srgbClr val="000000"/>
            </a:solidFill>
            <a:round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5CC04A-BB6C-4BE6-A91F-0E417B77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439" y="830803"/>
            <a:ext cx="665346" cy="867816"/>
          </a:xfrm>
          <a:custGeom xmlns:a="http://schemas.openxmlformats.org/drawingml/2006/main">
            <a:pathLst>
              <a:path w="665346" h="867816" fill="none">
                <a:moveTo>
                  <a:pt x="0" y="867816"/>
                </a:moveTo>
                <a:lnTo>
                  <a:pt x="6653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795" cap="rnd">
            <a:solidFill>
              <a:srgbClr val="000000"/>
            </a:solidFill>
            <a:round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62140D-89A4-43E2-B144-B44B3259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439" y="830803"/>
            <a:ext cx="665322" cy="867816"/>
          </a:xfrm>
          <a:custGeom xmlns:a="http://schemas.openxmlformats.org/drawingml/2006/main">
            <a:pathLst>
              <a:path w="665322" h="867816">
                <a:moveTo>
                  <a:pt x="0" y="867816"/>
                </a:moveTo>
                <a:lnTo>
                  <a:pt x="0" y="0"/>
                </a:lnTo>
                <a:lnTo>
                  <a:pt x="665322" y="0"/>
                </a:lnTo>
                <a:lnTo>
                  <a:pt x="665322" y="867816"/>
                </a:lnTo>
                <a:lnTo>
                  <a:pt x="0" y="86781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7CB36C-8E15-4E5E-BFFA-34FBAE20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439" y="830803"/>
            <a:ext cx="665322" cy="867816"/>
          </a:xfrm>
          <a:custGeom xmlns:a="http://schemas.openxmlformats.org/drawingml/2006/main">
            <a:pathLst>
              <a:path w="665322" h="867816" fill="none">
                <a:moveTo>
                  <a:pt x="0" y="867816"/>
                </a:moveTo>
                <a:lnTo>
                  <a:pt x="665322" y="867816"/>
                </a:lnTo>
                <a:lnTo>
                  <a:pt x="665322" y="0"/>
                </a:lnTo>
                <a:lnTo>
                  <a:pt x="0" y="0"/>
                </a:lnTo>
                <a:lnTo>
                  <a:pt x="0" y="8678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795" cap="rnd">
            <a:solidFill>
              <a:srgbClr val="000000"/>
            </a:solidFill>
            <a:round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B154B6-E348-4048-87F0-4F0B5A5C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439" y="830803"/>
            <a:ext cx="665346" cy="867816"/>
          </a:xfrm>
          <a:custGeom xmlns:a="http://schemas.openxmlformats.org/drawingml/2006/main">
            <a:pathLst>
              <a:path w="665346" h="867816" fill="none">
                <a:moveTo>
                  <a:pt x="0" y="867816"/>
                </a:moveTo>
                <a:lnTo>
                  <a:pt x="6653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795" cap="rnd">
            <a:solidFill>
              <a:srgbClr val="000000"/>
            </a:solidFill>
            <a:round/>
          </a:ln>
        </p:spPr>
      </p:sp>
      <p:sp>
        <p:nvSpPr>
          <p:cNvPr id="35" name="Text DC">
            <a:extLst xmlns:a="http://schemas.openxmlformats.org/drawingml/2006/main">
              <a:ext uri="{FF2B5EF4-FFF2-40B4-BE49-F238E27FC236}">
                <a16:creationId xmlns:a16="http://schemas.microsoft.com/office/drawing/2014/main" id="{C4AA55AF-37AD-40D1-8322-FF394F72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836" y="909574"/>
            <a:ext cx="154746" cy="85494"/>
          </a:xfrm>
          <a:custGeom xmlns:a="http://schemas.openxmlformats.org/drawingml/2006/main">
            <a:pathLst>
              <a:path w="154746" h="85494">
                <a:moveTo>
                  <a:pt x="55778" y="42069"/>
                </a:moveTo>
                <a:cubicBezTo>
                  <a:pt x="55778" y="22403"/>
                  <a:pt x="46389" y="12570"/>
                  <a:pt x="27612" y="12570"/>
                </a:cubicBezTo>
                <a:lnTo>
                  <a:pt x="14269" y="12570"/>
                </a:lnTo>
                <a:lnTo>
                  <a:pt x="14269" y="72924"/>
                </a:lnTo>
                <a:lnTo>
                  <a:pt x="29444" y="72924"/>
                </a:lnTo>
                <a:cubicBezTo>
                  <a:pt x="37749" y="72924"/>
                  <a:pt x="44214" y="70230"/>
                  <a:pt x="48839" y="64843"/>
                </a:cubicBezTo>
                <a:cubicBezTo>
                  <a:pt x="53465" y="59454"/>
                  <a:pt x="55778" y="51863"/>
                  <a:pt x="55778" y="42069"/>
                </a:cubicBezTo>
                <a:moveTo>
                  <a:pt x="70282" y="42069"/>
                </a:moveTo>
                <a:cubicBezTo>
                  <a:pt x="70282" y="50723"/>
                  <a:pt x="68667" y="58236"/>
                  <a:pt x="65438" y="64609"/>
                </a:cubicBezTo>
                <a:cubicBezTo>
                  <a:pt x="62210" y="70980"/>
                  <a:pt x="57594" y="75858"/>
                  <a:pt x="51589" y="79241"/>
                </a:cubicBezTo>
                <a:cubicBezTo>
                  <a:pt x="45585" y="82623"/>
                  <a:pt x="38606" y="84315"/>
                  <a:pt x="30653" y="84315"/>
                </a:cubicBezTo>
                <a:lnTo>
                  <a:pt x="0" y="84315"/>
                </a:lnTo>
                <a:lnTo>
                  <a:pt x="0" y="1179"/>
                </a:lnTo>
                <a:lnTo>
                  <a:pt x="27935" y="1179"/>
                </a:lnTo>
                <a:cubicBezTo>
                  <a:pt x="41716" y="1179"/>
                  <a:pt x="52219" y="4660"/>
                  <a:pt x="59444" y="11623"/>
                </a:cubicBezTo>
                <a:cubicBezTo>
                  <a:pt x="66669" y="18585"/>
                  <a:pt x="70282" y="28734"/>
                  <a:pt x="70282" y="42069"/>
                </a:cubicBezTo>
                <a:close/>
                <a:moveTo>
                  <a:pt x="123878" y="85494"/>
                </a:moveTo>
                <a:cubicBezTo>
                  <a:pt x="112803" y="85494"/>
                  <a:pt x="104172" y="81681"/>
                  <a:pt x="97986" y="74056"/>
                </a:cubicBezTo>
                <a:cubicBezTo>
                  <a:pt x="91801" y="66430"/>
                  <a:pt x="88709" y="55876"/>
                  <a:pt x="88709" y="42393"/>
                </a:cubicBezTo>
                <a:cubicBezTo>
                  <a:pt x="88709" y="28989"/>
                  <a:pt x="91752" y="18573"/>
                  <a:pt x="97839" y="11144"/>
                </a:cubicBezTo>
                <a:cubicBezTo>
                  <a:pt x="103927" y="3715"/>
                  <a:pt x="112567" y="0"/>
                  <a:pt x="123760" y="0"/>
                </a:cubicBezTo>
                <a:cubicBezTo>
                  <a:pt x="131496" y="0"/>
                  <a:pt x="137887" y="1690"/>
                  <a:pt x="142933" y="5071"/>
                </a:cubicBezTo>
                <a:cubicBezTo>
                  <a:pt x="147981" y="8451"/>
                  <a:pt x="151781" y="13797"/>
                  <a:pt x="154333" y="21108"/>
                </a:cubicBezTo>
                <a:lnTo>
                  <a:pt x="141730" y="25589"/>
                </a:lnTo>
                <a:cubicBezTo>
                  <a:pt x="140395" y="20951"/>
                  <a:pt x="138216" y="17433"/>
                  <a:pt x="135193" y="15035"/>
                </a:cubicBezTo>
                <a:cubicBezTo>
                  <a:pt x="132170" y="12637"/>
                  <a:pt x="128459" y="11439"/>
                  <a:pt x="124062" y="11439"/>
                </a:cubicBezTo>
                <a:cubicBezTo>
                  <a:pt x="117387" y="11439"/>
                  <a:pt x="112243" y="14121"/>
                  <a:pt x="108631" y="19485"/>
                </a:cubicBezTo>
                <a:cubicBezTo>
                  <a:pt x="105019" y="24849"/>
                  <a:pt x="103213" y="32483"/>
                  <a:pt x="103213" y="42388"/>
                </a:cubicBezTo>
                <a:cubicBezTo>
                  <a:pt x="103213" y="52213"/>
                  <a:pt x="105058" y="59956"/>
                  <a:pt x="108748" y="65615"/>
                </a:cubicBezTo>
                <a:cubicBezTo>
                  <a:pt x="112440" y="71274"/>
                  <a:pt x="117505" y="74104"/>
                  <a:pt x="123944" y="74104"/>
                </a:cubicBezTo>
                <a:cubicBezTo>
                  <a:pt x="128302" y="74104"/>
                  <a:pt x="132042" y="72754"/>
                  <a:pt x="135163" y="70054"/>
                </a:cubicBezTo>
                <a:cubicBezTo>
                  <a:pt x="138285" y="67352"/>
                  <a:pt x="140591" y="63498"/>
                  <a:pt x="142084" y="58490"/>
                </a:cubicBezTo>
                <a:lnTo>
                  <a:pt x="154746" y="63454"/>
                </a:lnTo>
                <a:cubicBezTo>
                  <a:pt x="149248" y="78147"/>
                  <a:pt x="138958" y="85494"/>
                  <a:pt x="123878" y="85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DC">
            <a:extLst xmlns:a="http://schemas.openxmlformats.org/drawingml/2006/main">
              <a:ext uri="{FF2B5EF4-FFF2-40B4-BE49-F238E27FC236}">
                <a16:creationId xmlns:a16="http://schemas.microsoft.com/office/drawing/2014/main" id="{D8DE0303-80E0-403C-B159-5DCA4068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022" y="1555402"/>
            <a:ext cx="154746" cy="85494"/>
          </a:xfrm>
          <a:custGeom xmlns:a="http://schemas.openxmlformats.org/drawingml/2006/main">
            <a:pathLst>
              <a:path w="154746" h="85494">
                <a:moveTo>
                  <a:pt x="55778" y="42069"/>
                </a:moveTo>
                <a:cubicBezTo>
                  <a:pt x="55778" y="22403"/>
                  <a:pt x="46389" y="12570"/>
                  <a:pt x="27612" y="12570"/>
                </a:cubicBezTo>
                <a:lnTo>
                  <a:pt x="14269" y="12570"/>
                </a:lnTo>
                <a:lnTo>
                  <a:pt x="14269" y="72924"/>
                </a:lnTo>
                <a:lnTo>
                  <a:pt x="29444" y="72924"/>
                </a:lnTo>
                <a:cubicBezTo>
                  <a:pt x="37749" y="72924"/>
                  <a:pt x="44214" y="70230"/>
                  <a:pt x="48839" y="64843"/>
                </a:cubicBezTo>
                <a:cubicBezTo>
                  <a:pt x="53465" y="59454"/>
                  <a:pt x="55778" y="51863"/>
                  <a:pt x="55778" y="42069"/>
                </a:cubicBezTo>
                <a:moveTo>
                  <a:pt x="70282" y="42069"/>
                </a:moveTo>
                <a:cubicBezTo>
                  <a:pt x="70282" y="50723"/>
                  <a:pt x="68667" y="58236"/>
                  <a:pt x="65438" y="64609"/>
                </a:cubicBezTo>
                <a:cubicBezTo>
                  <a:pt x="62210" y="70980"/>
                  <a:pt x="57594" y="75858"/>
                  <a:pt x="51589" y="79241"/>
                </a:cubicBezTo>
                <a:cubicBezTo>
                  <a:pt x="45585" y="82623"/>
                  <a:pt x="38606" y="84315"/>
                  <a:pt x="30653" y="84315"/>
                </a:cubicBezTo>
                <a:lnTo>
                  <a:pt x="0" y="84315"/>
                </a:lnTo>
                <a:lnTo>
                  <a:pt x="0" y="1179"/>
                </a:lnTo>
                <a:lnTo>
                  <a:pt x="27935" y="1179"/>
                </a:lnTo>
                <a:cubicBezTo>
                  <a:pt x="41716" y="1179"/>
                  <a:pt x="52219" y="4660"/>
                  <a:pt x="59444" y="11623"/>
                </a:cubicBezTo>
                <a:cubicBezTo>
                  <a:pt x="66669" y="18585"/>
                  <a:pt x="70282" y="28734"/>
                  <a:pt x="70282" y="42069"/>
                </a:cubicBezTo>
                <a:close/>
                <a:moveTo>
                  <a:pt x="123878" y="85494"/>
                </a:moveTo>
                <a:cubicBezTo>
                  <a:pt x="112803" y="85494"/>
                  <a:pt x="104172" y="81681"/>
                  <a:pt x="97986" y="74056"/>
                </a:cubicBezTo>
                <a:cubicBezTo>
                  <a:pt x="91801" y="66430"/>
                  <a:pt x="88709" y="55876"/>
                  <a:pt x="88709" y="42393"/>
                </a:cubicBezTo>
                <a:cubicBezTo>
                  <a:pt x="88709" y="28989"/>
                  <a:pt x="91752" y="18573"/>
                  <a:pt x="97839" y="11144"/>
                </a:cubicBezTo>
                <a:cubicBezTo>
                  <a:pt x="103927" y="3715"/>
                  <a:pt x="112567" y="0"/>
                  <a:pt x="123760" y="0"/>
                </a:cubicBezTo>
                <a:cubicBezTo>
                  <a:pt x="131496" y="0"/>
                  <a:pt x="137887" y="1690"/>
                  <a:pt x="142933" y="5071"/>
                </a:cubicBezTo>
                <a:cubicBezTo>
                  <a:pt x="147981" y="8451"/>
                  <a:pt x="151781" y="13797"/>
                  <a:pt x="154333" y="21108"/>
                </a:cubicBezTo>
                <a:lnTo>
                  <a:pt x="141730" y="25589"/>
                </a:lnTo>
                <a:cubicBezTo>
                  <a:pt x="140395" y="20951"/>
                  <a:pt x="138216" y="17433"/>
                  <a:pt x="135193" y="15035"/>
                </a:cubicBezTo>
                <a:cubicBezTo>
                  <a:pt x="132170" y="12637"/>
                  <a:pt x="128459" y="11439"/>
                  <a:pt x="124062" y="11439"/>
                </a:cubicBezTo>
                <a:cubicBezTo>
                  <a:pt x="117387" y="11439"/>
                  <a:pt x="112243" y="14121"/>
                  <a:pt x="108631" y="19485"/>
                </a:cubicBezTo>
                <a:cubicBezTo>
                  <a:pt x="105019" y="24849"/>
                  <a:pt x="103214" y="32483"/>
                  <a:pt x="103214" y="42388"/>
                </a:cubicBezTo>
                <a:cubicBezTo>
                  <a:pt x="103214" y="52213"/>
                  <a:pt x="105059" y="59956"/>
                  <a:pt x="108749" y="65615"/>
                </a:cubicBezTo>
                <a:cubicBezTo>
                  <a:pt x="112440" y="71274"/>
                  <a:pt x="117505" y="74104"/>
                  <a:pt x="123944" y="74104"/>
                </a:cubicBezTo>
                <a:cubicBezTo>
                  <a:pt x="128302" y="74104"/>
                  <a:pt x="132042" y="72754"/>
                  <a:pt x="135163" y="70054"/>
                </a:cubicBezTo>
                <a:cubicBezTo>
                  <a:pt x="138285" y="67352"/>
                  <a:pt x="140591" y="63498"/>
                  <a:pt x="142084" y="58490"/>
                </a:cubicBezTo>
                <a:lnTo>
                  <a:pt x="154746" y="63454"/>
                </a:lnTo>
                <a:cubicBezTo>
                  <a:pt x="149248" y="78147"/>
                  <a:pt x="138958" y="85494"/>
                  <a:pt x="123878" y="85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37822C-1AEC-4580-9226-38647EB5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439" y="830803"/>
            <a:ext cx="665322" cy="867816"/>
          </a:xfrm>
          <a:custGeom xmlns:a="http://schemas.openxmlformats.org/drawingml/2006/main">
            <a:pathLst>
              <a:path w="665322" h="867816">
                <a:moveTo>
                  <a:pt x="0" y="867816"/>
                </a:moveTo>
                <a:lnTo>
                  <a:pt x="0" y="0"/>
                </a:lnTo>
                <a:lnTo>
                  <a:pt x="665322" y="0"/>
                </a:lnTo>
                <a:lnTo>
                  <a:pt x="665322" y="867816"/>
                </a:lnTo>
                <a:lnTo>
                  <a:pt x="0" y="86781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6EEB4F-F33F-4929-AADA-2B39031B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439" y="830803"/>
            <a:ext cx="665322" cy="867816"/>
          </a:xfrm>
          <a:custGeom xmlns:a="http://schemas.openxmlformats.org/drawingml/2006/main">
            <a:pathLst>
              <a:path w="665322" h="867816" fill="none">
                <a:moveTo>
                  <a:pt x="0" y="867816"/>
                </a:moveTo>
                <a:lnTo>
                  <a:pt x="665322" y="867816"/>
                </a:lnTo>
                <a:lnTo>
                  <a:pt x="665322" y="0"/>
                </a:lnTo>
                <a:lnTo>
                  <a:pt x="0" y="0"/>
                </a:lnTo>
                <a:lnTo>
                  <a:pt x="0" y="8678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795" cap="rnd">
            <a:solidFill>
              <a:srgbClr val="000000"/>
            </a:solidFill>
            <a:round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14B6B5-075B-4FD9-9384-189C6322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439" y="830803"/>
            <a:ext cx="665346" cy="867816"/>
          </a:xfrm>
          <a:custGeom xmlns:a="http://schemas.openxmlformats.org/drawingml/2006/main">
            <a:pathLst>
              <a:path w="665346" h="867816" fill="none">
                <a:moveTo>
                  <a:pt x="0" y="867816"/>
                </a:moveTo>
                <a:lnTo>
                  <a:pt x="6653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795" cap="rnd">
            <a:solidFill>
              <a:srgbClr val="000000"/>
            </a:solidFill>
            <a:round/>
          </a:ln>
        </p:spPr>
      </p:sp>
      <p:sp>
        <p:nvSpPr>
          <p:cNvPr id="40" name="Text DC">
            <a:extLst xmlns:a="http://schemas.openxmlformats.org/drawingml/2006/main">
              <a:ext uri="{FF2B5EF4-FFF2-40B4-BE49-F238E27FC236}">
                <a16:creationId xmlns:a16="http://schemas.microsoft.com/office/drawing/2014/main" id="{4278F894-928D-462B-ADF3-8663C9FC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836" y="909574"/>
            <a:ext cx="154746" cy="85494"/>
          </a:xfrm>
          <a:custGeom xmlns:a="http://schemas.openxmlformats.org/drawingml/2006/main">
            <a:pathLst>
              <a:path w="154746" h="85494">
                <a:moveTo>
                  <a:pt x="55778" y="42069"/>
                </a:moveTo>
                <a:cubicBezTo>
                  <a:pt x="55778" y="22403"/>
                  <a:pt x="46389" y="12570"/>
                  <a:pt x="27612" y="12570"/>
                </a:cubicBezTo>
                <a:lnTo>
                  <a:pt x="14269" y="12570"/>
                </a:lnTo>
                <a:lnTo>
                  <a:pt x="14269" y="72924"/>
                </a:lnTo>
                <a:lnTo>
                  <a:pt x="29444" y="72924"/>
                </a:lnTo>
                <a:cubicBezTo>
                  <a:pt x="37749" y="72924"/>
                  <a:pt x="44214" y="70230"/>
                  <a:pt x="48839" y="64843"/>
                </a:cubicBezTo>
                <a:cubicBezTo>
                  <a:pt x="53465" y="59454"/>
                  <a:pt x="55778" y="51863"/>
                  <a:pt x="55778" y="42069"/>
                </a:cubicBezTo>
                <a:moveTo>
                  <a:pt x="70282" y="42069"/>
                </a:moveTo>
                <a:cubicBezTo>
                  <a:pt x="70282" y="50723"/>
                  <a:pt x="68667" y="58236"/>
                  <a:pt x="65438" y="64609"/>
                </a:cubicBezTo>
                <a:cubicBezTo>
                  <a:pt x="62210" y="70980"/>
                  <a:pt x="57594" y="75858"/>
                  <a:pt x="51589" y="79241"/>
                </a:cubicBezTo>
                <a:cubicBezTo>
                  <a:pt x="45585" y="82623"/>
                  <a:pt x="38606" y="84315"/>
                  <a:pt x="30653" y="84315"/>
                </a:cubicBezTo>
                <a:lnTo>
                  <a:pt x="0" y="84315"/>
                </a:lnTo>
                <a:lnTo>
                  <a:pt x="0" y="1179"/>
                </a:lnTo>
                <a:lnTo>
                  <a:pt x="27935" y="1179"/>
                </a:lnTo>
                <a:cubicBezTo>
                  <a:pt x="41716" y="1179"/>
                  <a:pt x="52219" y="4660"/>
                  <a:pt x="59444" y="11623"/>
                </a:cubicBezTo>
                <a:cubicBezTo>
                  <a:pt x="66669" y="18585"/>
                  <a:pt x="70282" y="28734"/>
                  <a:pt x="70282" y="42069"/>
                </a:cubicBezTo>
                <a:close/>
                <a:moveTo>
                  <a:pt x="123878" y="85494"/>
                </a:moveTo>
                <a:cubicBezTo>
                  <a:pt x="112803" y="85494"/>
                  <a:pt x="104172" y="81681"/>
                  <a:pt x="97986" y="74056"/>
                </a:cubicBezTo>
                <a:cubicBezTo>
                  <a:pt x="91801" y="66430"/>
                  <a:pt x="88709" y="55876"/>
                  <a:pt x="88709" y="42393"/>
                </a:cubicBezTo>
                <a:cubicBezTo>
                  <a:pt x="88709" y="28989"/>
                  <a:pt x="91752" y="18573"/>
                  <a:pt x="97839" y="11144"/>
                </a:cubicBezTo>
                <a:cubicBezTo>
                  <a:pt x="103927" y="3715"/>
                  <a:pt x="112567" y="0"/>
                  <a:pt x="123760" y="0"/>
                </a:cubicBezTo>
                <a:cubicBezTo>
                  <a:pt x="131496" y="0"/>
                  <a:pt x="137887" y="1690"/>
                  <a:pt x="142933" y="5071"/>
                </a:cubicBezTo>
                <a:cubicBezTo>
                  <a:pt x="147981" y="8451"/>
                  <a:pt x="151781" y="13797"/>
                  <a:pt x="154333" y="21108"/>
                </a:cubicBezTo>
                <a:lnTo>
                  <a:pt x="141730" y="25589"/>
                </a:lnTo>
                <a:cubicBezTo>
                  <a:pt x="140395" y="20951"/>
                  <a:pt x="138216" y="17433"/>
                  <a:pt x="135193" y="15035"/>
                </a:cubicBezTo>
                <a:cubicBezTo>
                  <a:pt x="132170" y="12637"/>
                  <a:pt x="128459" y="11439"/>
                  <a:pt x="124062" y="11439"/>
                </a:cubicBezTo>
                <a:cubicBezTo>
                  <a:pt x="117387" y="11439"/>
                  <a:pt x="112243" y="14121"/>
                  <a:pt x="108631" y="19485"/>
                </a:cubicBezTo>
                <a:cubicBezTo>
                  <a:pt x="105019" y="24849"/>
                  <a:pt x="103213" y="32483"/>
                  <a:pt x="103213" y="42388"/>
                </a:cubicBezTo>
                <a:cubicBezTo>
                  <a:pt x="103213" y="52213"/>
                  <a:pt x="105058" y="59956"/>
                  <a:pt x="108748" y="65615"/>
                </a:cubicBezTo>
                <a:cubicBezTo>
                  <a:pt x="112440" y="71274"/>
                  <a:pt x="117505" y="74104"/>
                  <a:pt x="123944" y="74104"/>
                </a:cubicBezTo>
                <a:cubicBezTo>
                  <a:pt x="128302" y="74104"/>
                  <a:pt x="132042" y="72754"/>
                  <a:pt x="135163" y="70054"/>
                </a:cubicBezTo>
                <a:cubicBezTo>
                  <a:pt x="138285" y="67352"/>
                  <a:pt x="140591" y="63498"/>
                  <a:pt x="142084" y="58490"/>
                </a:cubicBezTo>
                <a:lnTo>
                  <a:pt x="154746" y="63454"/>
                </a:lnTo>
                <a:cubicBezTo>
                  <a:pt x="149248" y="78147"/>
                  <a:pt x="138958" y="85494"/>
                  <a:pt x="123878" y="85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DC">
            <a:extLst xmlns:a="http://schemas.openxmlformats.org/drawingml/2006/main">
              <a:ext uri="{FF2B5EF4-FFF2-40B4-BE49-F238E27FC236}">
                <a16:creationId xmlns:a16="http://schemas.microsoft.com/office/drawing/2014/main" id="{B7BD1066-C1DA-4588-A819-AFF516C1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022" y="1555402"/>
            <a:ext cx="154746" cy="85494"/>
          </a:xfrm>
          <a:custGeom xmlns:a="http://schemas.openxmlformats.org/drawingml/2006/main">
            <a:pathLst>
              <a:path w="154746" h="85494">
                <a:moveTo>
                  <a:pt x="55778" y="42069"/>
                </a:moveTo>
                <a:cubicBezTo>
                  <a:pt x="55778" y="22403"/>
                  <a:pt x="46389" y="12570"/>
                  <a:pt x="27612" y="12570"/>
                </a:cubicBezTo>
                <a:lnTo>
                  <a:pt x="14269" y="12570"/>
                </a:lnTo>
                <a:lnTo>
                  <a:pt x="14269" y="72924"/>
                </a:lnTo>
                <a:lnTo>
                  <a:pt x="29444" y="72924"/>
                </a:lnTo>
                <a:cubicBezTo>
                  <a:pt x="37749" y="72924"/>
                  <a:pt x="44214" y="70230"/>
                  <a:pt x="48839" y="64843"/>
                </a:cubicBezTo>
                <a:cubicBezTo>
                  <a:pt x="53465" y="59454"/>
                  <a:pt x="55778" y="51863"/>
                  <a:pt x="55778" y="42069"/>
                </a:cubicBezTo>
                <a:moveTo>
                  <a:pt x="70282" y="42069"/>
                </a:moveTo>
                <a:cubicBezTo>
                  <a:pt x="70282" y="50723"/>
                  <a:pt x="68667" y="58236"/>
                  <a:pt x="65438" y="64609"/>
                </a:cubicBezTo>
                <a:cubicBezTo>
                  <a:pt x="62210" y="70980"/>
                  <a:pt x="57594" y="75858"/>
                  <a:pt x="51589" y="79241"/>
                </a:cubicBezTo>
                <a:cubicBezTo>
                  <a:pt x="45585" y="82623"/>
                  <a:pt x="38606" y="84315"/>
                  <a:pt x="30653" y="84315"/>
                </a:cubicBezTo>
                <a:lnTo>
                  <a:pt x="0" y="84315"/>
                </a:lnTo>
                <a:lnTo>
                  <a:pt x="0" y="1179"/>
                </a:lnTo>
                <a:lnTo>
                  <a:pt x="27935" y="1179"/>
                </a:lnTo>
                <a:cubicBezTo>
                  <a:pt x="41716" y="1179"/>
                  <a:pt x="52219" y="4660"/>
                  <a:pt x="59444" y="11623"/>
                </a:cubicBezTo>
                <a:cubicBezTo>
                  <a:pt x="66669" y="18585"/>
                  <a:pt x="70282" y="28734"/>
                  <a:pt x="70282" y="42069"/>
                </a:cubicBezTo>
                <a:close/>
                <a:moveTo>
                  <a:pt x="123878" y="85494"/>
                </a:moveTo>
                <a:cubicBezTo>
                  <a:pt x="112803" y="85494"/>
                  <a:pt x="104172" y="81681"/>
                  <a:pt x="97986" y="74056"/>
                </a:cubicBezTo>
                <a:cubicBezTo>
                  <a:pt x="91801" y="66430"/>
                  <a:pt x="88709" y="55876"/>
                  <a:pt x="88709" y="42393"/>
                </a:cubicBezTo>
                <a:cubicBezTo>
                  <a:pt x="88709" y="28989"/>
                  <a:pt x="91752" y="18573"/>
                  <a:pt x="97839" y="11144"/>
                </a:cubicBezTo>
                <a:cubicBezTo>
                  <a:pt x="103927" y="3715"/>
                  <a:pt x="112567" y="0"/>
                  <a:pt x="123760" y="0"/>
                </a:cubicBezTo>
                <a:cubicBezTo>
                  <a:pt x="131496" y="0"/>
                  <a:pt x="137887" y="1690"/>
                  <a:pt x="142933" y="5071"/>
                </a:cubicBezTo>
                <a:cubicBezTo>
                  <a:pt x="147981" y="8451"/>
                  <a:pt x="151781" y="13797"/>
                  <a:pt x="154333" y="21108"/>
                </a:cubicBezTo>
                <a:lnTo>
                  <a:pt x="141730" y="25589"/>
                </a:lnTo>
                <a:cubicBezTo>
                  <a:pt x="140395" y="20951"/>
                  <a:pt x="138216" y="17433"/>
                  <a:pt x="135193" y="15035"/>
                </a:cubicBezTo>
                <a:cubicBezTo>
                  <a:pt x="132170" y="12637"/>
                  <a:pt x="128459" y="11439"/>
                  <a:pt x="124062" y="11439"/>
                </a:cubicBezTo>
                <a:cubicBezTo>
                  <a:pt x="117387" y="11439"/>
                  <a:pt x="112243" y="14121"/>
                  <a:pt x="108631" y="19485"/>
                </a:cubicBezTo>
                <a:cubicBezTo>
                  <a:pt x="105019" y="24849"/>
                  <a:pt x="103214" y="32483"/>
                  <a:pt x="103214" y="42388"/>
                </a:cubicBezTo>
                <a:cubicBezTo>
                  <a:pt x="103214" y="52213"/>
                  <a:pt x="105059" y="59956"/>
                  <a:pt x="108749" y="65615"/>
                </a:cubicBezTo>
                <a:cubicBezTo>
                  <a:pt x="112440" y="71274"/>
                  <a:pt x="117505" y="74104"/>
                  <a:pt x="123944" y="74104"/>
                </a:cubicBezTo>
                <a:cubicBezTo>
                  <a:pt x="128302" y="74104"/>
                  <a:pt x="132042" y="72754"/>
                  <a:pt x="135163" y="70054"/>
                </a:cubicBezTo>
                <a:cubicBezTo>
                  <a:pt x="138285" y="67352"/>
                  <a:pt x="140591" y="63498"/>
                  <a:pt x="142084" y="58490"/>
                </a:cubicBezTo>
                <a:lnTo>
                  <a:pt x="154746" y="63454"/>
                </a:lnTo>
                <a:cubicBezTo>
                  <a:pt x="149248" y="78147"/>
                  <a:pt x="138958" y="85494"/>
                  <a:pt x="123878" y="85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6030B1-B62F-42CE-BEC8-0902BEE2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225" y="879474"/>
            <a:ext cx="350215" cy="10"/>
          </a:xfrm>
          <a:custGeom xmlns:a="http://schemas.openxmlformats.org/drawingml/2006/main">
            <a:pathLst>
              <a:path w="350215" h="1" fill="none">
                <a:moveTo>
                  <a:pt x="0" y="0"/>
                </a:moveTo>
                <a:lnTo>
                  <a:pt x="3502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BACBF-C09D-4E3F-9A9D-C61F4BA7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225" y="1649824"/>
            <a:ext cx="350215" cy="10"/>
          </a:xfrm>
          <a:custGeom xmlns:a="http://schemas.openxmlformats.org/drawingml/2006/main">
            <a:pathLst>
              <a:path w="350215" h="1" fill="none">
                <a:moveTo>
                  <a:pt x="0" y="0"/>
                </a:moveTo>
                <a:lnTo>
                  <a:pt x="3502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29FBCB-0717-41DB-93B0-2F8BE70D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024" y="830803"/>
            <a:ext cx="665322" cy="867816"/>
          </a:xfrm>
          <a:custGeom xmlns:a="http://schemas.openxmlformats.org/drawingml/2006/main">
            <a:pathLst>
              <a:path w="665322" h="867816">
                <a:moveTo>
                  <a:pt x="0" y="867816"/>
                </a:moveTo>
                <a:lnTo>
                  <a:pt x="0" y="0"/>
                </a:lnTo>
                <a:lnTo>
                  <a:pt x="665322" y="0"/>
                </a:lnTo>
                <a:lnTo>
                  <a:pt x="665322" y="867816"/>
                </a:lnTo>
                <a:lnTo>
                  <a:pt x="0" y="86781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B754CF-2AF5-4058-A4F5-07D70D37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024" y="830803"/>
            <a:ext cx="665322" cy="867816"/>
          </a:xfrm>
          <a:custGeom xmlns:a="http://schemas.openxmlformats.org/drawingml/2006/main">
            <a:pathLst>
              <a:path w="665322" h="867816" fill="none">
                <a:moveTo>
                  <a:pt x="0" y="867816"/>
                </a:moveTo>
                <a:lnTo>
                  <a:pt x="665322" y="867816"/>
                </a:lnTo>
                <a:lnTo>
                  <a:pt x="665322" y="0"/>
                </a:lnTo>
                <a:lnTo>
                  <a:pt x="0" y="0"/>
                </a:lnTo>
                <a:lnTo>
                  <a:pt x="0" y="8678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795" cap="rnd">
            <a:solidFill>
              <a:srgbClr val="000000"/>
            </a:solidFill>
            <a:round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1D4C20-D0D9-4E8E-BD66-7721516E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024" y="830803"/>
            <a:ext cx="665223" cy="867816"/>
          </a:xfrm>
          <a:custGeom xmlns:a="http://schemas.openxmlformats.org/drawingml/2006/main">
            <a:pathLst>
              <a:path w="665223" h="867816" fill="none">
                <a:moveTo>
                  <a:pt x="0" y="867816"/>
                </a:moveTo>
                <a:lnTo>
                  <a:pt x="6652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795" cap="rnd">
            <a:solidFill>
              <a:srgbClr val="000000"/>
            </a:solidFill>
            <a:round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2BE316-C9BA-44DE-B257-E36BD45C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024" y="830803"/>
            <a:ext cx="665322" cy="867816"/>
          </a:xfrm>
          <a:custGeom xmlns:a="http://schemas.openxmlformats.org/drawingml/2006/main">
            <a:pathLst>
              <a:path w="665322" h="867816">
                <a:moveTo>
                  <a:pt x="0" y="867816"/>
                </a:moveTo>
                <a:lnTo>
                  <a:pt x="0" y="0"/>
                </a:lnTo>
                <a:lnTo>
                  <a:pt x="665322" y="0"/>
                </a:lnTo>
                <a:lnTo>
                  <a:pt x="665322" y="867816"/>
                </a:lnTo>
                <a:lnTo>
                  <a:pt x="0" y="86781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168626-7890-4E45-91D7-2882453F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024" y="830803"/>
            <a:ext cx="665322" cy="867816"/>
          </a:xfrm>
          <a:custGeom xmlns:a="http://schemas.openxmlformats.org/drawingml/2006/main">
            <a:pathLst>
              <a:path w="665322" h="867816" fill="none">
                <a:moveTo>
                  <a:pt x="0" y="867816"/>
                </a:moveTo>
                <a:lnTo>
                  <a:pt x="665322" y="867816"/>
                </a:lnTo>
                <a:lnTo>
                  <a:pt x="665322" y="0"/>
                </a:lnTo>
                <a:lnTo>
                  <a:pt x="0" y="0"/>
                </a:lnTo>
                <a:lnTo>
                  <a:pt x="0" y="8678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795" cap="rnd">
            <a:solidFill>
              <a:srgbClr val="000000"/>
            </a:solidFill>
            <a:round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D83872-C8EC-46E8-968F-24D0B3BC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024" y="830803"/>
            <a:ext cx="665223" cy="867816"/>
          </a:xfrm>
          <a:custGeom xmlns:a="http://schemas.openxmlformats.org/drawingml/2006/main">
            <a:pathLst>
              <a:path w="665223" h="867816" fill="none">
                <a:moveTo>
                  <a:pt x="0" y="867816"/>
                </a:moveTo>
                <a:lnTo>
                  <a:pt x="6652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795" cap="rnd">
            <a:solidFill>
              <a:srgbClr val="000000"/>
            </a:solidFill>
            <a:round/>
          </a:ln>
        </p:spPr>
      </p:sp>
      <p:sp>
        <p:nvSpPr>
          <p:cNvPr id="50" name="Text DC">
            <a:extLst xmlns:a="http://schemas.openxmlformats.org/drawingml/2006/main">
              <a:ext uri="{FF2B5EF4-FFF2-40B4-BE49-F238E27FC236}">
                <a16:creationId xmlns:a16="http://schemas.microsoft.com/office/drawing/2014/main" id="{4E76D25B-5E5E-4BB1-A7C9-DD27310C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768" y="909574"/>
            <a:ext cx="154746" cy="85494"/>
          </a:xfrm>
          <a:custGeom xmlns:a="http://schemas.openxmlformats.org/drawingml/2006/main">
            <a:pathLst>
              <a:path w="154746" h="85494">
                <a:moveTo>
                  <a:pt x="55778" y="42069"/>
                </a:moveTo>
                <a:cubicBezTo>
                  <a:pt x="55778" y="22403"/>
                  <a:pt x="46389" y="12570"/>
                  <a:pt x="27612" y="12570"/>
                </a:cubicBezTo>
                <a:lnTo>
                  <a:pt x="14269" y="12570"/>
                </a:lnTo>
                <a:lnTo>
                  <a:pt x="14269" y="72924"/>
                </a:lnTo>
                <a:lnTo>
                  <a:pt x="29444" y="72924"/>
                </a:lnTo>
                <a:cubicBezTo>
                  <a:pt x="37749" y="72924"/>
                  <a:pt x="44214" y="70230"/>
                  <a:pt x="48839" y="64843"/>
                </a:cubicBezTo>
                <a:cubicBezTo>
                  <a:pt x="53465" y="59454"/>
                  <a:pt x="55778" y="51863"/>
                  <a:pt x="55778" y="42069"/>
                </a:cubicBezTo>
                <a:moveTo>
                  <a:pt x="70282" y="42069"/>
                </a:moveTo>
                <a:cubicBezTo>
                  <a:pt x="70282" y="50723"/>
                  <a:pt x="68667" y="58236"/>
                  <a:pt x="65438" y="64609"/>
                </a:cubicBezTo>
                <a:cubicBezTo>
                  <a:pt x="62210" y="70980"/>
                  <a:pt x="57594" y="75858"/>
                  <a:pt x="51589" y="79241"/>
                </a:cubicBezTo>
                <a:cubicBezTo>
                  <a:pt x="45585" y="82623"/>
                  <a:pt x="38606" y="84315"/>
                  <a:pt x="30653" y="84315"/>
                </a:cubicBezTo>
                <a:lnTo>
                  <a:pt x="0" y="84315"/>
                </a:lnTo>
                <a:lnTo>
                  <a:pt x="0" y="1179"/>
                </a:lnTo>
                <a:lnTo>
                  <a:pt x="27935" y="1179"/>
                </a:lnTo>
                <a:cubicBezTo>
                  <a:pt x="41716" y="1179"/>
                  <a:pt x="52219" y="4660"/>
                  <a:pt x="59444" y="11623"/>
                </a:cubicBezTo>
                <a:cubicBezTo>
                  <a:pt x="66669" y="18585"/>
                  <a:pt x="70282" y="28734"/>
                  <a:pt x="70282" y="42069"/>
                </a:cubicBezTo>
                <a:close/>
                <a:moveTo>
                  <a:pt x="123878" y="85494"/>
                </a:moveTo>
                <a:cubicBezTo>
                  <a:pt x="112803" y="85494"/>
                  <a:pt x="104173" y="81681"/>
                  <a:pt x="97987" y="74056"/>
                </a:cubicBezTo>
                <a:cubicBezTo>
                  <a:pt x="91802" y="66430"/>
                  <a:pt x="88710" y="55876"/>
                  <a:pt x="88710" y="42393"/>
                </a:cubicBezTo>
                <a:cubicBezTo>
                  <a:pt x="88710" y="28989"/>
                  <a:pt x="91753" y="18573"/>
                  <a:pt x="97839" y="11144"/>
                </a:cubicBezTo>
                <a:cubicBezTo>
                  <a:pt x="103927" y="3715"/>
                  <a:pt x="112567" y="0"/>
                  <a:pt x="123760" y="0"/>
                </a:cubicBezTo>
                <a:cubicBezTo>
                  <a:pt x="131497" y="0"/>
                  <a:pt x="137888" y="1690"/>
                  <a:pt x="142934" y="5071"/>
                </a:cubicBezTo>
                <a:cubicBezTo>
                  <a:pt x="147981" y="8451"/>
                  <a:pt x="151781" y="13797"/>
                  <a:pt x="154334" y="21108"/>
                </a:cubicBezTo>
                <a:lnTo>
                  <a:pt x="141731" y="25589"/>
                </a:lnTo>
                <a:cubicBezTo>
                  <a:pt x="140395" y="20951"/>
                  <a:pt x="138216" y="17433"/>
                  <a:pt x="135193" y="15035"/>
                </a:cubicBezTo>
                <a:cubicBezTo>
                  <a:pt x="132170" y="12637"/>
                  <a:pt x="128460" y="11439"/>
                  <a:pt x="124062" y="11439"/>
                </a:cubicBezTo>
                <a:cubicBezTo>
                  <a:pt x="117388" y="11439"/>
                  <a:pt x="112244" y="14121"/>
                  <a:pt x="108631" y="19485"/>
                </a:cubicBezTo>
                <a:cubicBezTo>
                  <a:pt x="105020" y="24849"/>
                  <a:pt x="103214" y="32483"/>
                  <a:pt x="103214" y="42388"/>
                </a:cubicBezTo>
                <a:cubicBezTo>
                  <a:pt x="103214" y="52213"/>
                  <a:pt x="105059" y="59956"/>
                  <a:pt x="108749" y="65615"/>
                </a:cubicBezTo>
                <a:cubicBezTo>
                  <a:pt x="112440" y="71274"/>
                  <a:pt x="117505" y="74104"/>
                  <a:pt x="123945" y="74104"/>
                </a:cubicBezTo>
                <a:cubicBezTo>
                  <a:pt x="128303" y="74104"/>
                  <a:pt x="132043" y="72754"/>
                  <a:pt x="135164" y="70054"/>
                </a:cubicBezTo>
                <a:cubicBezTo>
                  <a:pt x="138285" y="67352"/>
                  <a:pt x="140592" y="63498"/>
                  <a:pt x="142084" y="58490"/>
                </a:cubicBezTo>
                <a:lnTo>
                  <a:pt x="154746" y="63454"/>
                </a:lnTo>
                <a:cubicBezTo>
                  <a:pt x="149248" y="78147"/>
                  <a:pt x="138959" y="85494"/>
                  <a:pt x="123878" y="85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AC">
            <a:extLst xmlns:a="http://schemas.openxmlformats.org/drawingml/2006/main">
              <a:ext uri="{FF2B5EF4-FFF2-40B4-BE49-F238E27FC236}">
                <a16:creationId xmlns:a16="http://schemas.microsoft.com/office/drawing/2014/main" id="{501CA135-ECF5-4961-AA38-6F437EAD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355" y="1555402"/>
            <a:ext cx="154801" cy="85494"/>
          </a:xfrm>
          <a:custGeom xmlns:a="http://schemas.openxmlformats.org/drawingml/2006/main">
            <a:pathLst>
              <a:path w="154801" h="85494">
                <a:moveTo>
                  <a:pt x="47818" y="1179"/>
                </a:moveTo>
                <a:lnTo>
                  <a:pt x="78773" y="84315"/>
                </a:lnTo>
                <a:lnTo>
                  <a:pt x="64386" y="84315"/>
                </a:lnTo>
                <a:lnTo>
                  <a:pt x="56131" y="61626"/>
                </a:lnTo>
                <a:lnTo>
                  <a:pt x="22582" y="61626"/>
                </a:lnTo>
                <a:lnTo>
                  <a:pt x="14387" y="84315"/>
                </a:lnTo>
                <a:lnTo>
                  <a:pt x="0" y="84315"/>
                </a:lnTo>
                <a:lnTo>
                  <a:pt x="31014" y="1179"/>
                </a:lnTo>
                <a:lnTo>
                  <a:pt x="47818" y="1179"/>
                </a:lnTo>
                <a:moveTo>
                  <a:pt x="39445" y="11980"/>
                </a:moveTo>
                <a:cubicBezTo>
                  <a:pt x="38738" y="14263"/>
                  <a:pt x="38069" y="16388"/>
                  <a:pt x="37441" y="18355"/>
                </a:cubicBezTo>
                <a:cubicBezTo>
                  <a:pt x="36812" y="20323"/>
                  <a:pt x="36065" y="22488"/>
                  <a:pt x="35200" y="24850"/>
                </a:cubicBezTo>
                <a:lnTo>
                  <a:pt x="25943" y="50707"/>
                </a:lnTo>
                <a:lnTo>
                  <a:pt x="52947" y="50707"/>
                </a:lnTo>
                <a:lnTo>
                  <a:pt x="43631" y="24909"/>
                </a:lnTo>
                <a:cubicBezTo>
                  <a:pt x="42334" y="21367"/>
                  <a:pt x="40939" y="17057"/>
                  <a:pt x="39445" y="11980"/>
                </a:cubicBezTo>
                <a:close/>
                <a:moveTo>
                  <a:pt x="123933" y="85494"/>
                </a:moveTo>
                <a:cubicBezTo>
                  <a:pt x="112858" y="85494"/>
                  <a:pt x="104228" y="81681"/>
                  <a:pt x="98042" y="74056"/>
                </a:cubicBezTo>
                <a:cubicBezTo>
                  <a:pt x="91857" y="66430"/>
                  <a:pt x="88764" y="55876"/>
                  <a:pt x="88764" y="42393"/>
                </a:cubicBezTo>
                <a:cubicBezTo>
                  <a:pt x="88764" y="28989"/>
                  <a:pt x="91808" y="18573"/>
                  <a:pt x="97894" y="11144"/>
                </a:cubicBezTo>
                <a:cubicBezTo>
                  <a:pt x="103982" y="3715"/>
                  <a:pt x="112622" y="0"/>
                  <a:pt x="123815" y="0"/>
                </a:cubicBezTo>
                <a:cubicBezTo>
                  <a:pt x="131551" y="0"/>
                  <a:pt x="137942" y="1690"/>
                  <a:pt x="142989" y="5071"/>
                </a:cubicBezTo>
                <a:cubicBezTo>
                  <a:pt x="148036" y="8451"/>
                  <a:pt x="151836" y="13797"/>
                  <a:pt x="154388" y="21108"/>
                </a:cubicBezTo>
                <a:lnTo>
                  <a:pt x="141785" y="25589"/>
                </a:lnTo>
                <a:cubicBezTo>
                  <a:pt x="140450" y="20951"/>
                  <a:pt x="138271" y="17433"/>
                  <a:pt x="135248" y="15035"/>
                </a:cubicBezTo>
                <a:cubicBezTo>
                  <a:pt x="132225" y="12637"/>
                  <a:pt x="128515" y="11439"/>
                  <a:pt x="124117" y="11439"/>
                </a:cubicBezTo>
                <a:cubicBezTo>
                  <a:pt x="117442" y="11439"/>
                  <a:pt x="112299" y="14121"/>
                  <a:pt x="108686" y="19485"/>
                </a:cubicBezTo>
                <a:cubicBezTo>
                  <a:pt x="105075" y="24849"/>
                  <a:pt x="103269" y="32483"/>
                  <a:pt x="103269" y="42388"/>
                </a:cubicBezTo>
                <a:cubicBezTo>
                  <a:pt x="103269" y="52213"/>
                  <a:pt x="105114" y="59956"/>
                  <a:pt x="108804" y="65615"/>
                </a:cubicBezTo>
                <a:cubicBezTo>
                  <a:pt x="112495" y="71274"/>
                  <a:pt x="117560" y="74104"/>
                  <a:pt x="123999" y="74104"/>
                </a:cubicBezTo>
                <a:cubicBezTo>
                  <a:pt x="128358" y="74104"/>
                  <a:pt x="132097" y="72754"/>
                  <a:pt x="135219" y="70054"/>
                </a:cubicBezTo>
                <a:cubicBezTo>
                  <a:pt x="138340" y="67352"/>
                  <a:pt x="140647" y="63498"/>
                  <a:pt x="142139" y="58490"/>
                </a:cubicBezTo>
                <a:lnTo>
                  <a:pt x="154801" y="63454"/>
                </a:lnTo>
                <a:cubicBezTo>
                  <a:pt x="149303" y="78147"/>
                  <a:pt x="139014" y="85494"/>
                  <a:pt x="123933" y="85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143B1B-EB1F-4AFD-90EB-1ECAD2AD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024" y="830803"/>
            <a:ext cx="665322" cy="867816"/>
          </a:xfrm>
          <a:custGeom xmlns:a="http://schemas.openxmlformats.org/drawingml/2006/main">
            <a:pathLst>
              <a:path w="665322" h="867816">
                <a:moveTo>
                  <a:pt x="0" y="867816"/>
                </a:moveTo>
                <a:lnTo>
                  <a:pt x="0" y="0"/>
                </a:lnTo>
                <a:lnTo>
                  <a:pt x="665322" y="0"/>
                </a:lnTo>
                <a:lnTo>
                  <a:pt x="665322" y="867816"/>
                </a:lnTo>
                <a:lnTo>
                  <a:pt x="0" y="86781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83F386-B144-4D11-A05C-8FA7A1C0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024" y="830803"/>
            <a:ext cx="665322" cy="867816"/>
          </a:xfrm>
          <a:custGeom xmlns:a="http://schemas.openxmlformats.org/drawingml/2006/main">
            <a:pathLst>
              <a:path w="665322" h="867816" fill="none">
                <a:moveTo>
                  <a:pt x="0" y="867816"/>
                </a:moveTo>
                <a:lnTo>
                  <a:pt x="665322" y="867816"/>
                </a:lnTo>
                <a:lnTo>
                  <a:pt x="665322" y="0"/>
                </a:lnTo>
                <a:lnTo>
                  <a:pt x="0" y="0"/>
                </a:lnTo>
                <a:lnTo>
                  <a:pt x="0" y="8678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795" cap="rnd">
            <a:solidFill>
              <a:srgbClr val="000000"/>
            </a:solidFill>
            <a:round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7F0DCE-4053-4E6B-BD88-4FF7A052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024" y="830803"/>
            <a:ext cx="665223" cy="867816"/>
          </a:xfrm>
          <a:custGeom xmlns:a="http://schemas.openxmlformats.org/drawingml/2006/main">
            <a:pathLst>
              <a:path w="665223" h="867816" fill="none">
                <a:moveTo>
                  <a:pt x="0" y="867816"/>
                </a:moveTo>
                <a:lnTo>
                  <a:pt x="6652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795" cap="rnd">
            <a:solidFill>
              <a:srgbClr val="000000"/>
            </a:solidFill>
            <a:round/>
          </a:ln>
        </p:spPr>
      </p:sp>
      <p:sp>
        <p:nvSpPr>
          <p:cNvPr id="55" name="Text DC">
            <a:extLst xmlns:a="http://schemas.openxmlformats.org/drawingml/2006/main">
              <a:ext uri="{FF2B5EF4-FFF2-40B4-BE49-F238E27FC236}">
                <a16:creationId xmlns:a16="http://schemas.microsoft.com/office/drawing/2014/main" id="{BF850C0D-5326-40D1-8093-F8769F9C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768" y="909574"/>
            <a:ext cx="154746" cy="85494"/>
          </a:xfrm>
          <a:custGeom xmlns:a="http://schemas.openxmlformats.org/drawingml/2006/main">
            <a:pathLst>
              <a:path w="154746" h="85494">
                <a:moveTo>
                  <a:pt x="55778" y="42069"/>
                </a:moveTo>
                <a:cubicBezTo>
                  <a:pt x="55778" y="22403"/>
                  <a:pt x="46389" y="12570"/>
                  <a:pt x="27612" y="12570"/>
                </a:cubicBezTo>
                <a:lnTo>
                  <a:pt x="14269" y="12570"/>
                </a:lnTo>
                <a:lnTo>
                  <a:pt x="14269" y="72924"/>
                </a:lnTo>
                <a:lnTo>
                  <a:pt x="29444" y="72924"/>
                </a:lnTo>
                <a:cubicBezTo>
                  <a:pt x="37749" y="72924"/>
                  <a:pt x="44214" y="70230"/>
                  <a:pt x="48839" y="64843"/>
                </a:cubicBezTo>
                <a:cubicBezTo>
                  <a:pt x="53465" y="59454"/>
                  <a:pt x="55778" y="51863"/>
                  <a:pt x="55778" y="42069"/>
                </a:cubicBezTo>
                <a:moveTo>
                  <a:pt x="70282" y="42069"/>
                </a:moveTo>
                <a:cubicBezTo>
                  <a:pt x="70282" y="50723"/>
                  <a:pt x="68667" y="58236"/>
                  <a:pt x="65438" y="64609"/>
                </a:cubicBezTo>
                <a:cubicBezTo>
                  <a:pt x="62210" y="70980"/>
                  <a:pt x="57594" y="75858"/>
                  <a:pt x="51589" y="79241"/>
                </a:cubicBezTo>
                <a:cubicBezTo>
                  <a:pt x="45585" y="82623"/>
                  <a:pt x="38606" y="84315"/>
                  <a:pt x="30653" y="84315"/>
                </a:cubicBezTo>
                <a:lnTo>
                  <a:pt x="0" y="84315"/>
                </a:lnTo>
                <a:lnTo>
                  <a:pt x="0" y="1179"/>
                </a:lnTo>
                <a:lnTo>
                  <a:pt x="27935" y="1179"/>
                </a:lnTo>
                <a:cubicBezTo>
                  <a:pt x="41716" y="1179"/>
                  <a:pt x="52219" y="4660"/>
                  <a:pt x="59444" y="11623"/>
                </a:cubicBezTo>
                <a:cubicBezTo>
                  <a:pt x="66669" y="18585"/>
                  <a:pt x="70282" y="28734"/>
                  <a:pt x="70282" y="42069"/>
                </a:cubicBezTo>
                <a:close/>
                <a:moveTo>
                  <a:pt x="123878" y="85494"/>
                </a:moveTo>
                <a:cubicBezTo>
                  <a:pt x="112803" y="85494"/>
                  <a:pt x="104173" y="81681"/>
                  <a:pt x="97987" y="74056"/>
                </a:cubicBezTo>
                <a:cubicBezTo>
                  <a:pt x="91802" y="66430"/>
                  <a:pt x="88710" y="55876"/>
                  <a:pt x="88710" y="42393"/>
                </a:cubicBezTo>
                <a:cubicBezTo>
                  <a:pt x="88710" y="28989"/>
                  <a:pt x="91753" y="18573"/>
                  <a:pt x="97839" y="11144"/>
                </a:cubicBezTo>
                <a:cubicBezTo>
                  <a:pt x="103927" y="3715"/>
                  <a:pt x="112567" y="0"/>
                  <a:pt x="123760" y="0"/>
                </a:cubicBezTo>
                <a:cubicBezTo>
                  <a:pt x="131497" y="0"/>
                  <a:pt x="137888" y="1690"/>
                  <a:pt x="142934" y="5071"/>
                </a:cubicBezTo>
                <a:cubicBezTo>
                  <a:pt x="147981" y="8451"/>
                  <a:pt x="151781" y="13797"/>
                  <a:pt x="154334" y="21108"/>
                </a:cubicBezTo>
                <a:lnTo>
                  <a:pt x="141731" y="25589"/>
                </a:lnTo>
                <a:cubicBezTo>
                  <a:pt x="140395" y="20951"/>
                  <a:pt x="138216" y="17433"/>
                  <a:pt x="135193" y="15035"/>
                </a:cubicBezTo>
                <a:cubicBezTo>
                  <a:pt x="132170" y="12637"/>
                  <a:pt x="128460" y="11439"/>
                  <a:pt x="124062" y="11439"/>
                </a:cubicBezTo>
                <a:cubicBezTo>
                  <a:pt x="117388" y="11439"/>
                  <a:pt x="112244" y="14121"/>
                  <a:pt x="108631" y="19485"/>
                </a:cubicBezTo>
                <a:cubicBezTo>
                  <a:pt x="105020" y="24849"/>
                  <a:pt x="103214" y="32483"/>
                  <a:pt x="103214" y="42388"/>
                </a:cubicBezTo>
                <a:cubicBezTo>
                  <a:pt x="103214" y="52213"/>
                  <a:pt x="105059" y="59956"/>
                  <a:pt x="108749" y="65615"/>
                </a:cubicBezTo>
                <a:cubicBezTo>
                  <a:pt x="112440" y="71274"/>
                  <a:pt x="117505" y="74104"/>
                  <a:pt x="123945" y="74104"/>
                </a:cubicBezTo>
                <a:cubicBezTo>
                  <a:pt x="128303" y="74104"/>
                  <a:pt x="132043" y="72754"/>
                  <a:pt x="135164" y="70054"/>
                </a:cubicBezTo>
                <a:cubicBezTo>
                  <a:pt x="138285" y="67352"/>
                  <a:pt x="140592" y="63498"/>
                  <a:pt x="142084" y="58490"/>
                </a:cubicBezTo>
                <a:lnTo>
                  <a:pt x="154746" y="63454"/>
                </a:lnTo>
                <a:cubicBezTo>
                  <a:pt x="149248" y="78147"/>
                  <a:pt x="138959" y="85494"/>
                  <a:pt x="123878" y="85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AC">
            <a:extLst xmlns:a="http://schemas.openxmlformats.org/drawingml/2006/main">
              <a:ext uri="{FF2B5EF4-FFF2-40B4-BE49-F238E27FC236}">
                <a16:creationId xmlns:a16="http://schemas.microsoft.com/office/drawing/2014/main" id="{9001C99C-D332-4446-99C9-9F7EB46B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355" y="1555402"/>
            <a:ext cx="154801" cy="85494"/>
          </a:xfrm>
          <a:custGeom xmlns:a="http://schemas.openxmlformats.org/drawingml/2006/main">
            <a:pathLst>
              <a:path w="154801" h="85494">
                <a:moveTo>
                  <a:pt x="47818" y="1179"/>
                </a:moveTo>
                <a:lnTo>
                  <a:pt x="78773" y="84315"/>
                </a:lnTo>
                <a:lnTo>
                  <a:pt x="64386" y="84315"/>
                </a:lnTo>
                <a:lnTo>
                  <a:pt x="56131" y="61626"/>
                </a:lnTo>
                <a:lnTo>
                  <a:pt x="22582" y="61626"/>
                </a:lnTo>
                <a:lnTo>
                  <a:pt x="14387" y="84315"/>
                </a:lnTo>
                <a:lnTo>
                  <a:pt x="0" y="84315"/>
                </a:lnTo>
                <a:lnTo>
                  <a:pt x="31014" y="1179"/>
                </a:lnTo>
                <a:lnTo>
                  <a:pt x="47818" y="1179"/>
                </a:lnTo>
                <a:moveTo>
                  <a:pt x="39445" y="11980"/>
                </a:moveTo>
                <a:cubicBezTo>
                  <a:pt x="38738" y="14263"/>
                  <a:pt x="38069" y="16388"/>
                  <a:pt x="37441" y="18355"/>
                </a:cubicBezTo>
                <a:cubicBezTo>
                  <a:pt x="36812" y="20323"/>
                  <a:pt x="36065" y="22488"/>
                  <a:pt x="35200" y="24850"/>
                </a:cubicBezTo>
                <a:lnTo>
                  <a:pt x="25943" y="50707"/>
                </a:lnTo>
                <a:lnTo>
                  <a:pt x="52947" y="50707"/>
                </a:lnTo>
                <a:lnTo>
                  <a:pt x="43631" y="24909"/>
                </a:lnTo>
                <a:cubicBezTo>
                  <a:pt x="42334" y="21367"/>
                  <a:pt x="40939" y="17057"/>
                  <a:pt x="39445" y="11980"/>
                </a:cubicBezTo>
                <a:close/>
                <a:moveTo>
                  <a:pt x="123933" y="85494"/>
                </a:moveTo>
                <a:cubicBezTo>
                  <a:pt x="112858" y="85494"/>
                  <a:pt x="104228" y="81681"/>
                  <a:pt x="98042" y="74056"/>
                </a:cubicBezTo>
                <a:cubicBezTo>
                  <a:pt x="91857" y="66430"/>
                  <a:pt x="88764" y="55876"/>
                  <a:pt x="88764" y="42393"/>
                </a:cubicBezTo>
                <a:cubicBezTo>
                  <a:pt x="88764" y="28989"/>
                  <a:pt x="91808" y="18573"/>
                  <a:pt x="97894" y="11144"/>
                </a:cubicBezTo>
                <a:cubicBezTo>
                  <a:pt x="103982" y="3715"/>
                  <a:pt x="112622" y="0"/>
                  <a:pt x="123815" y="0"/>
                </a:cubicBezTo>
                <a:cubicBezTo>
                  <a:pt x="131551" y="0"/>
                  <a:pt x="137942" y="1690"/>
                  <a:pt x="142989" y="5071"/>
                </a:cubicBezTo>
                <a:cubicBezTo>
                  <a:pt x="148036" y="8451"/>
                  <a:pt x="151836" y="13797"/>
                  <a:pt x="154388" y="21108"/>
                </a:cubicBezTo>
                <a:lnTo>
                  <a:pt x="141785" y="25589"/>
                </a:lnTo>
                <a:cubicBezTo>
                  <a:pt x="140450" y="20951"/>
                  <a:pt x="138271" y="17433"/>
                  <a:pt x="135248" y="15035"/>
                </a:cubicBezTo>
                <a:cubicBezTo>
                  <a:pt x="132225" y="12637"/>
                  <a:pt x="128515" y="11439"/>
                  <a:pt x="124117" y="11439"/>
                </a:cubicBezTo>
                <a:cubicBezTo>
                  <a:pt x="117442" y="11439"/>
                  <a:pt x="112299" y="14121"/>
                  <a:pt x="108686" y="19485"/>
                </a:cubicBezTo>
                <a:cubicBezTo>
                  <a:pt x="105075" y="24849"/>
                  <a:pt x="103269" y="32483"/>
                  <a:pt x="103269" y="42388"/>
                </a:cubicBezTo>
                <a:cubicBezTo>
                  <a:pt x="103269" y="52213"/>
                  <a:pt x="105114" y="59956"/>
                  <a:pt x="108804" y="65615"/>
                </a:cubicBezTo>
                <a:cubicBezTo>
                  <a:pt x="112495" y="71274"/>
                  <a:pt x="117560" y="74104"/>
                  <a:pt x="123999" y="74104"/>
                </a:cubicBezTo>
                <a:cubicBezTo>
                  <a:pt x="128358" y="74104"/>
                  <a:pt x="132097" y="72754"/>
                  <a:pt x="135219" y="70054"/>
                </a:cubicBezTo>
                <a:cubicBezTo>
                  <a:pt x="138340" y="67352"/>
                  <a:pt x="140647" y="63498"/>
                  <a:pt x="142139" y="58490"/>
                </a:cubicBezTo>
                <a:lnTo>
                  <a:pt x="154801" y="63454"/>
                </a:lnTo>
                <a:cubicBezTo>
                  <a:pt x="149303" y="78147"/>
                  <a:pt x="139014" y="85494"/>
                  <a:pt x="123933" y="85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F3DBD1-3481-4F03-B111-ACEFB01F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786" y="879474"/>
            <a:ext cx="1253238" cy="10"/>
          </a:xfrm>
          <a:custGeom xmlns:a="http://schemas.openxmlformats.org/drawingml/2006/main">
            <a:pathLst>
              <a:path w="1253238" h="1" fill="none">
                <a:moveTo>
                  <a:pt x="0" y="0"/>
                </a:moveTo>
                <a:lnTo>
                  <a:pt x="12532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8CDE72-2515-4D31-A6AE-361C935F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786" y="1649824"/>
            <a:ext cx="1253238" cy="10"/>
          </a:xfrm>
          <a:custGeom xmlns:a="http://schemas.openxmlformats.org/drawingml/2006/main">
            <a:pathLst>
              <a:path w="1253238" h="1" fill="none">
                <a:moveTo>
                  <a:pt x="0" y="0"/>
                </a:moveTo>
                <a:lnTo>
                  <a:pt x="12532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59" name="Text C">
            <a:extLst xmlns:a="http://schemas.openxmlformats.org/drawingml/2006/main">
              <a:ext uri="{FF2B5EF4-FFF2-40B4-BE49-F238E27FC236}">
                <a16:creationId xmlns:a16="http://schemas.microsoft.com/office/drawing/2014/main" id="{B79DCDAA-8881-4C8C-83FA-522E573C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1056" y="1260777"/>
            <a:ext cx="77386" cy="85494"/>
          </a:xfrm>
          <a:custGeom xmlns:a="http://schemas.openxmlformats.org/drawingml/2006/main">
            <a:pathLst>
              <a:path w="77386" h="85494">
                <a:moveTo>
                  <a:pt x="24905" y="85494"/>
                </a:moveTo>
                <a:cubicBezTo>
                  <a:pt x="14164" y="85494"/>
                  <a:pt x="7035" y="81652"/>
                  <a:pt x="3517" y="73967"/>
                </a:cubicBezTo>
                <a:cubicBezTo>
                  <a:pt x="0" y="66283"/>
                  <a:pt x="469" y="55758"/>
                  <a:pt x="4923" y="42393"/>
                </a:cubicBezTo>
                <a:cubicBezTo>
                  <a:pt x="9378" y="29029"/>
                  <a:pt x="15954" y="18622"/>
                  <a:pt x="24652" y="11173"/>
                </a:cubicBezTo>
                <a:cubicBezTo>
                  <a:pt x="33352" y="3724"/>
                  <a:pt x="43210" y="0"/>
                  <a:pt x="54227" y="0"/>
                </a:cubicBezTo>
                <a:cubicBezTo>
                  <a:pt x="61269" y="0"/>
                  <a:pt x="66728" y="1415"/>
                  <a:pt x="70604" y="4245"/>
                </a:cubicBezTo>
                <a:cubicBezTo>
                  <a:pt x="74481" y="7075"/>
                  <a:pt x="76741" y="11596"/>
                  <a:pt x="77386" y="17806"/>
                </a:cubicBezTo>
                <a:lnTo>
                  <a:pt x="69053" y="20872"/>
                </a:lnTo>
                <a:cubicBezTo>
                  <a:pt x="68725" y="15841"/>
                  <a:pt x="67110" y="12225"/>
                  <a:pt x="64208" y="10023"/>
                </a:cubicBezTo>
                <a:cubicBezTo>
                  <a:pt x="61306" y="7822"/>
                  <a:pt x="57241" y="6722"/>
                  <a:pt x="52013" y="6722"/>
                </a:cubicBezTo>
                <a:cubicBezTo>
                  <a:pt x="43365" y="6722"/>
                  <a:pt x="35638" y="9885"/>
                  <a:pt x="28832" y="16213"/>
                </a:cubicBezTo>
                <a:cubicBezTo>
                  <a:pt x="22026" y="22540"/>
                  <a:pt x="16769" y="31265"/>
                  <a:pt x="13062" y="42388"/>
                </a:cubicBezTo>
                <a:cubicBezTo>
                  <a:pt x="9289" y="53707"/>
                  <a:pt x="8671" y="62609"/>
                  <a:pt x="11207" y="69094"/>
                </a:cubicBezTo>
                <a:cubicBezTo>
                  <a:pt x="13743" y="75578"/>
                  <a:pt x="19177" y="78820"/>
                  <a:pt x="27510" y="78820"/>
                </a:cubicBezTo>
                <a:cubicBezTo>
                  <a:pt x="33367" y="78820"/>
                  <a:pt x="38656" y="77401"/>
                  <a:pt x="43375" y="74562"/>
                </a:cubicBezTo>
                <a:cubicBezTo>
                  <a:pt x="48095" y="71724"/>
                  <a:pt x="52193" y="67860"/>
                  <a:pt x="55670" y="62971"/>
                </a:cubicBezTo>
                <a:lnTo>
                  <a:pt x="61504" y="66164"/>
                </a:lnTo>
                <a:cubicBezTo>
                  <a:pt x="51701" y="79051"/>
                  <a:pt x="39501" y="85494"/>
                  <a:pt x="24905" y="85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dc">
            <a:extLst xmlns:a="http://schemas.openxmlformats.org/drawingml/2006/main">
              <a:ext uri="{FF2B5EF4-FFF2-40B4-BE49-F238E27FC236}">
                <a16:creationId xmlns:a16="http://schemas.microsoft.com/office/drawing/2014/main" id="{A9DC04A0-0AD5-4495-B3E0-BBF12BE9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295" y="1301727"/>
            <a:ext cx="78565" cy="60014"/>
          </a:xfrm>
          <a:custGeom xmlns:a="http://schemas.openxmlformats.org/drawingml/2006/main">
            <a:pathLst>
              <a:path w="78565" h="60014">
                <a:moveTo>
                  <a:pt x="0" y="38557"/>
                </a:moveTo>
                <a:cubicBezTo>
                  <a:pt x="0" y="31907"/>
                  <a:pt x="1595" y="26641"/>
                  <a:pt x="4784" y="22760"/>
                </a:cubicBezTo>
                <a:cubicBezTo>
                  <a:pt x="7973" y="18878"/>
                  <a:pt x="12418" y="16937"/>
                  <a:pt x="18118" y="16937"/>
                </a:cubicBezTo>
                <a:cubicBezTo>
                  <a:pt x="21321" y="16937"/>
                  <a:pt x="24049" y="17552"/>
                  <a:pt x="26302" y="18781"/>
                </a:cubicBezTo>
                <a:cubicBezTo>
                  <a:pt x="28555" y="20009"/>
                  <a:pt x="30428" y="22001"/>
                  <a:pt x="31921" y="24755"/>
                </a:cubicBezTo>
                <a:lnTo>
                  <a:pt x="32083" y="24755"/>
                </a:lnTo>
                <a:cubicBezTo>
                  <a:pt x="32002" y="23506"/>
                  <a:pt x="31961" y="22244"/>
                  <a:pt x="31961" y="20968"/>
                </a:cubicBezTo>
                <a:lnTo>
                  <a:pt x="31961" y="0"/>
                </a:lnTo>
                <a:lnTo>
                  <a:pt x="37132" y="0"/>
                </a:lnTo>
                <a:lnTo>
                  <a:pt x="37132" y="50440"/>
                </a:lnTo>
                <a:cubicBezTo>
                  <a:pt x="37132" y="53835"/>
                  <a:pt x="37241" y="56755"/>
                  <a:pt x="37458" y="59200"/>
                </a:cubicBezTo>
                <a:lnTo>
                  <a:pt x="32491" y="59200"/>
                </a:lnTo>
                <a:cubicBezTo>
                  <a:pt x="32219" y="55698"/>
                  <a:pt x="32083" y="53174"/>
                  <a:pt x="32083" y="51627"/>
                </a:cubicBezTo>
                <a:lnTo>
                  <a:pt x="31921" y="51627"/>
                </a:lnTo>
                <a:cubicBezTo>
                  <a:pt x="30238" y="54640"/>
                  <a:pt x="28249" y="56791"/>
                  <a:pt x="25956" y="58080"/>
                </a:cubicBezTo>
                <a:cubicBezTo>
                  <a:pt x="23662" y="59369"/>
                  <a:pt x="20928" y="60014"/>
                  <a:pt x="17752" y="60014"/>
                </a:cubicBezTo>
                <a:cubicBezTo>
                  <a:pt x="12106" y="60014"/>
                  <a:pt x="7736" y="58141"/>
                  <a:pt x="4642" y="54395"/>
                </a:cubicBezTo>
                <a:cubicBezTo>
                  <a:pt x="1547" y="50650"/>
                  <a:pt x="0" y="45370"/>
                  <a:pt x="0" y="38557"/>
                </a:cubicBezTo>
                <a:moveTo>
                  <a:pt x="5374" y="38476"/>
                </a:moveTo>
                <a:cubicBezTo>
                  <a:pt x="5374" y="43956"/>
                  <a:pt x="6438" y="48202"/>
                  <a:pt x="8565" y="51214"/>
                </a:cubicBezTo>
                <a:cubicBezTo>
                  <a:pt x="10693" y="54226"/>
                  <a:pt x="13898" y="55731"/>
                  <a:pt x="18181" y="55731"/>
                </a:cubicBezTo>
                <a:cubicBezTo>
                  <a:pt x="22814" y="55731"/>
                  <a:pt x="26283" y="54253"/>
                  <a:pt x="28587" y="51296"/>
                </a:cubicBezTo>
                <a:cubicBezTo>
                  <a:pt x="30891" y="48338"/>
                  <a:pt x="32043" y="44065"/>
                  <a:pt x="32043" y="38476"/>
                </a:cubicBezTo>
                <a:cubicBezTo>
                  <a:pt x="32043" y="32805"/>
                  <a:pt x="30911" y="28512"/>
                  <a:pt x="28648" y="25596"/>
                </a:cubicBezTo>
                <a:cubicBezTo>
                  <a:pt x="26385" y="22679"/>
                  <a:pt x="23031" y="21220"/>
                  <a:pt x="18586" y="21220"/>
                </a:cubicBezTo>
                <a:cubicBezTo>
                  <a:pt x="14142" y="21220"/>
                  <a:pt x="10829" y="22733"/>
                  <a:pt x="8647" y="25759"/>
                </a:cubicBezTo>
                <a:cubicBezTo>
                  <a:pt x="6465" y="28783"/>
                  <a:pt x="5374" y="33022"/>
                  <a:pt x="5374" y="38476"/>
                </a:cubicBezTo>
                <a:close/>
                <a:moveTo>
                  <a:pt x="63216" y="60014"/>
                </a:moveTo>
                <a:cubicBezTo>
                  <a:pt x="57706" y="60014"/>
                  <a:pt x="53512" y="58189"/>
                  <a:pt x="50635" y="54538"/>
                </a:cubicBezTo>
                <a:cubicBezTo>
                  <a:pt x="47758" y="50887"/>
                  <a:pt x="46319" y="45587"/>
                  <a:pt x="46319" y="38639"/>
                </a:cubicBezTo>
                <a:cubicBezTo>
                  <a:pt x="46319" y="31717"/>
                  <a:pt x="47819" y="26370"/>
                  <a:pt x="50818" y="22597"/>
                </a:cubicBezTo>
                <a:cubicBezTo>
                  <a:pt x="53817" y="18824"/>
                  <a:pt x="58072" y="16937"/>
                  <a:pt x="63582" y="16937"/>
                </a:cubicBezTo>
                <a:cubicBezTo>
                  <a:pt x="67952" y="16937"/>
                  <a:pt x="71379" y="17833"/>
                  <a:pt x="73863" y="19625"/>
                </a:cubicBezTo>
                <a:cubicBezTo>
                  <a:pt x="76346" y="21416"/>
                  <a:pt x="77914" y="24225"/>
                  <a:pt x="78565" y="28053"/>
                </a:cubicBezTo>
                <a:lnTo>
                  <a:pt x="73239" y="28663"/>
                </a:lnTo>
                <a:cubicBezTo>
                  <a:pt x="72724" y="26087"/>
                  <a:pt x="71681" y="24203"/>
                  <a:pt x="70109" y="23010"/>
                </a:cubicBezTo>
                <a:cubicBezTo>
                  <a:pt x="68537" y="21817"/>
                  <a:pt x="66383" y="21220"/>
                  <a:pt x="63646" y="21220"/>
                </a:cubicBezTo>
                <a:cubicBezTo>
                  <a:pt x="55623" y="21220"/>
                  <a:pt x="51612" y="26958"/>
                  <a:pt x="51612" y="38435"/>
                </a:cubicBezTo>
                <a:cubicBezTo>
                  <a:pt x="51612" y="49966"/>
                  <a:pt x="55528" y="55731"/>
                  <a:pt x="63361" y="55731"/>
                </a:cubicBezTo>
                <a:cubicBezTo>
                  <a:pt x="69134" y="55731"/>
                  <a:pt x="72494" y="53087"/>
                  <a:pt x="73443" y="47800"/>
                </a:cubicBezTo>
                <a:lnTo>
                  <a:pt x="78565" y="48535"/>
                </a:lnTo>
                <a:cubicBezTo>
                  <a:pt x="77127" y="56188"/>
                  <a:pt x="72010" y="60014"/>
                  <a:pt x="63216" y="60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1017B6-5AA3-4457-A578-3B631C2A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966" y="1293309"/>
            <a:ext cx="146510" cy="10"/>
          </a:xfrm>
          <a:custGeom xmlns:a="http://schemas.openxmlformats.org/drawingml/2006/main">
            <a:pathLst>
              <a:path w="146510" h="1" fill="none">
                <a:moveTo>
                  <a:pt x="1465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DCFDEC-9482-4685-8229-9B95C45C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321" y="1293309"/>
            <a:ext cx="10" cy="41383"/>
          </a:xfrm>
          <a:custGeom xmlns:a="http://schemas.openxmlformats.org/drawingml/2006/main">
            <a:pathLst>
              <a:path w="1" h="41383" fill="none">
                <a:moveTo>
                  <a:pt x="0" y="0"/>
                </a:moveTo>
                <a:lnTo>
                  <a:pt x="0" y="41383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3B4C0F-01A7-40BB-8C13-E27E2F42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321" y="1212271"/>
            <a:ext cx="10" cy="41383"/>
          </a:xfrm>
          <a:custGeom xmlns:a="http://schemas.openxmlformats.org/drawingml/2006/main">
            <a:pathLst>
              <a:path w="1" h="41383" fill="none">
                <a:moveTo>
                  <a:pt x="0" y="413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3A8AE3-C37B-44B4-92DB-A279942D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966" y="1253655"/>
            <a:ext cx="146510" cy="10"/>
          </a:xfrm>
          <a:custGeom xmlns:a="http://schemas.openxmlformats.org/drawingml/2006/main">
            <a:pathLst>
              <a:path w="146510" h="1" fill="none">
                <a:moveTo>
                  <a:pt x="1465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C1D797-9AF0-406C-9DAA-0696EB62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966" y="1293309"/>
            <a:ext cx="146510" cy="10"/>
          </a:xfrm>
          <a:custGeom xmlns:a="http://schemas.openxmlformats.org/drawingml/2006/main">
            <a:pathLst>
              <a:path w="146510" h="1" fill="none">
                <a:moveTo>
                  <a:pt x="1465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A30C25-95CB-47BF-85A5-3514EB98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321" y="1293309"/>
            <a:ext cx="10" cy="41383"/>
          </a:xfrm>
          <a:custGeom xmlns:a="http://schemas.openxmlformats.org/drawingml/2006/main">
            <a:pathLst>
              <a:path w="1" h="41383" fill="none">
                <a:moveTo>
                  <a:pt x="0" y="0"/>
                </a:moveTo>
                <a:lnTo>
                  <a:pt x="0" y="41383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CCC65F-9D05-41F3-9773-CF44A443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321" y="1212271"/>
            <a:ext cx="10" cy="41383"/>
          </a:xfrm>
          <a:custGeom xmlns:a="http://schemas.openxmlformats.org/drawingml/2006/main">
            <a:pathLst>
              <a:path w="1" h="41383" fill="none">
                <a:moveTo>
                  <a:pt x="0" y="413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E5F7CC-2436-4E71-9CB2-D630403C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966" y="1253655"/>
            <a:ext cx="146510" cy="10"/>
          </a:xfrm>
          <a:custGeom xmlns:a="http://schemas.openxmlformats.org/drawingml/2006/main">
            <a:pathLst>
              <a:path w="146510" h="1" fill="none">
                <a:moveTo>
                  <a:pt x="1465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69" name="Text C">
            <a:extLst xmlns:a="http://schemas.openxmlformats.org/drawingml/2006/main">
              <a:ext uri="{FF2B5EF4-FFF2-40B4-BE49-F238E27FC236}">
                <a16:creationId xmlns:a16="http://schemas.microsoft.com/office/drawing/2014/main" id="{0DC4BE10-B123-4764-BFE6-0E934234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1056" y="1260777"/>
            <a:ext cx="77386" cy="85494"/>
          </a:xfrm>
          <a:custGeom xmlns:a="http://schemas.openxmlformats.org/drawingml/2006/main">
            <a:pathLst>
              <a:path w="77386" h="85494">
                <a:moveTo>
                  <a:pt x="24905" y="85494"/>
                </a:moveTo>
                <a:cubicBezTo>
                  <a:pt x="14164" y="85494"/>
                  <a:pt x="7035" y="81652"/>
                  <a:pt x="3517" y="73967"/>
                </a:cubicBezTo>
                <a:cubicBezTo>
                  <a:pt x="0" y="66283"/>
                  <a:pt x="469" y="55758"/>
                  <a:pt x="4923" y="42393"/>
                </a:cubicBezTo>
                <a:cubicBezTo>
                  <a:pt x="9378" y="29029"/>
                  <a:pt x="15954" y="18622"/>
                  <a:pt x="24652" y="11173"/>
                </a:cubicBezTo>
                <a:cubicBezTo>
                  <a:pt x="33352" y="3724"/>
                  <a:pt x="43210" y="0"/>
                  <a:pt x="54227" y="0"/>
                </a:cubicBezTo>
                <a:cubicBezTo>
                  <a:pt x="61269" y="0"/>
                  <a:pt x="66728" y="1415"/>
                  <a:pt x="70604" y="4245"/>
                </a:cubicBezTo>
                <a:cubicBezTo>
                  <a:pt x="74481" y="7075"/>
                  <a:pt x="76741" y="11596"/>
                  <a:pt x="77386" y="17806"/>
                </a:cubicBezTo>
                <a:lnTo>
                  <a:pt x="69053" y="20872"/>
                </a:lnTo>
                <a:cubicBezTo>
                  <a:pt x="68725" y="15841"/>
                  <a:pt x="67110" y="12225"/>
                  <a:pt x="64208" y="10023"/>
                </a:cubicBezTo>
                <a:cubicBezTo>
                  <a:pt x="61306" y="7822"/>
                  <a:pt x="57241" y="6722"/>
                  <a:pt x="52013" y="6722"/>
                </a:cubicBezTo>
                <a:cubicBezTo>
                  <a:pt x="43365" y="6722"/>
                  <a:pt x="35638" y="9885"/>
                  <a:pt x="28832" y="16213"/>
                </a:cubicBezTo>
                <a:cubicBezTo>
                  <a:pt x="22026" y="22540"/>
                  <a:pt x="16769" y="31265"/>
                  <a:pt x="13062" y="42388"/>
                </a:cubicBezTo>
                <a:cubicBezTo>
                  <a:pt x="9289" y="53707"/>
                  <a:pt x="8671" y="62609"/>
                  <a:pt x="11207" y="69094"/>
                </a:cubicBezTo>
                <a:cubicBezTo>
                  <a:pt x="13743" y="75578"/>
                  <a:pt x="19177" y="78820"/>
                  <a:pt x="27510" y="78820"/>
                </a:cubicBezTo>
                <a:cubicBezTo>
                  <a:pt x="33367" y="78820"/>
                  <a:pt x="38656" y="77401"/>
                  <a:pt x="43375" y="74562"/>
                </a:cubicBezTo>
                <a:cubicBezTo>
                  <a:pt x="48095" y="71724"/>
                  <a:pt x="52193" y="67860"/>
                  <a:pt x="55670" y="62971"/>
                </a:cubicBezTo>
                <a:lnTo>
                  <a:pt x="61504" y="66164"/>
                </a:lnTo>
                <a:cubicBezTo>
                  <a:pt x="51701" y="79051"/>
                  <a:pt x="39501" y="85494"/>
                  <a:pt x="24905" y="85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dc">
            <a:extLst xmlns:a="http://schemas.openxmlformats.org/drawingml/2006/main">
              <a:ext uri="{FF2B5EF4-FFF2-40B4-BE49-F238E27FC236}">
                <a16:creationId xmlns:a16="http://schemas.microsoft.com/office/drawing/2014/main" id="{E4E8F901-25FC-4F6D-B4B6-97AF2C45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295" y="1301727"/>
            <a:ext cx="78565" cy="60014"/>
          </a:xfrm>
          <a:custGeom xmlns:a="http://schemas.openxmlformats.org/drawingml/2006/main">
            <a:pathLst>
              <a:path w="78565" h="60014">
                <a:moveTo>
                  <a:pt x="0" y="38557"/>
                </a:moveTo>
                <a:cubicBezTo>
                  <a:pt x="0" y="31907"/>
                  <a:pt x="1595" y="26641"/>
                  <a:pt x="4784" y="22760"/>
                </a:cubicBezTo>
                <a:cubicBezTo>
                  <a:pt x="7973" y="18878"/>
                  <a:pt x="12418" y="16937"/>
                  <a:pt x="18118" y="16937"/>
                </a:cubicBezTo>
                <a:cubicBezTo>
                  <a:pt x="21321" y="16937"/>
                  <a:pt x="24049" y="17552"/>
                  <a:pt x="26302" y="18781"/>
                </a:cubicBezTo>
                <a:cubicBezTo>
                  <a:pt x="28555" y="20009"/>
                  <a:pt x="30428" y="22001"/>
                  <a:pt x="31921" y="24755"/>
                </a:cubicBezTo>
                <a:lnTo>
                  <a:pt x="32083" y="24755"/>
                </a:lnTo>
                <a:cubicBezTo>
                  <a:pt x="32002" y="23506"/>
                  <a:pt x="31961" y="22244"/>
                  <a:pt x="31961" y="20968"/>
                </a:cubicBezTo>
                <a:lnTo>
                  <a:pt x="31961" y="0"/>
                </a:lnTo>
                <a:lnTo>
                  <a:pt x="37132" y="0"/>
                </a:lnTo>
                <a:lnTo>
                  <a:pt x="37132" y="50440"/>
                </a:lnTo>
                <a:cubicBezTo>
                  <a:pt x="37132" y="53835"/>
                  <a:pt x="37241" y="56755"/>
                  <a:pt x="37458" y="59200"/>
                </a:cubicBezTo>
                <a:lnTo>
                  <a:pt x="32491" y="59200"/>
                </a:lnTo>
                <a:cubicBezTo>
                  <a:pt x="32219" y="55698"/>
                  <a:pt x="32083" y="53174"/>
                  <a:pt x="32083" y="51627"/>
                </a:cubicBezTo>
                <a:lnTo>
                  <a:pt x="31921" y="51627"/>
                </a:lnTo>
                <a:cubicBezTo>
                  <a:pt x="30238" y="54640"/>
                  <a:pt x="28249" y="56791"/>
                  <a:pt x="25956" y="58080"/>
                </a:cubicBezTo>
                <a:cubicBezTo>
                  <a:pt x="23662" y="59369"/>
                  <a:pt x="20928" y="60014"/>
                  <a:pt x="17752" y="60014"/>
                </a:cubicBezTo>
                <a:cubicBezTo>
                  <a:pt x="12106" y="60014"/>
                  <a:pt x="7736" y="58141"/>
                  <a:pt x="4642" y="54395"/>
                </a:cubicBezTo>
                <a:cubicBezTo>
                  <a:pt x="1547" y="50650"/>
                  <a:pt x="0" y="45370"/>
                  <a:pt x="0" y="38557"/>
                </a:cubicBezTo>
                <a:moveTo>
                  <a:pt x="5374" y="38476"/>
                </a:moveTo>
                <a:cubicBezTo>
                  <a:pt x="5374" y="43956"/>
                  <a:pt x="6438" y="48202"/>
                  <a:pt x="8565" y="51214"/>
                </a:cubicBezTo>
                <a:cubicBezTo>
                  <a:pt x="10693" y="54226"/>
                  <a:pt x="13898" y="55731"/>
                  <a:pt x="18181" y="55731"/>
                </a:cubicBezTo>
                <a:cubicBezTo>
                  <a:pt x="22814" y="55731"/>
                  <a:pt x="26283" y="54253"/>
                  <a:pt x="28587" y="51296"/>
                </a:cubicBezTo>
                <a:cubicBezTo>
                  <a:pt x="30891" y="48338"/>
                  <a:pt x="32043" y="44065"/>
                  <a:pt x="32043" y="38476"/>
                </a:cubicBezTo>
                <a:cubicBezTo>
                  <a:pt x="32043" y="32805"/>
                  <a:pt x="30911" y="28512"/>
                  <a:pt x="28648" y="25596"/>
                </a:cubicBezTo>
                <a:cubicBezTo>
                  <a:pt x="26385" y="22679"/>
                  <a:pt x="23031" y="21220"/>
                  <a:pt x="18586" y="21220"/>
                </a:cubicBezTo>
                <a:cubicBezTo>
                  <a:pt x="14142" y="21220"/>
                  <a:pt x="10829" y="22733"/>
                  <a:pt x="8647" y="25759"/>
                </a:cubicBezTo>
                <a:cubicBezTo>
                  <a:pt x="6465" y="28783"/>
                  <a:pt x="5374" y="33022"/>
                  <a:pt x="5374" y="38476"/>
                </a:cubicBezTo>
                <a:close/>
                <a:moveTo>
                  <a:pt x="63216" y="60014"/>
                </a:moveTo>
                <a:cubicBezTo>
                  <a:pt x="57706" y="60014"/>
                  <a:pt x="53512" y="58189"/>
                  <a:pt x="50635" y="54538"/>
                </a:cubicBezTo>
                <a:cubicBezTo>
                  <a:pt x="47758" y="50887"/>
                  <a:pt x="46319" y="45587"/>
                  <a:pt x="46319" y="38639"/>
                </a:cubicBezTo>
                <a:cubicBezTo>
                  <a:pt x="46319" y="31717"/>
                  <a:pt x="47819" y="26370"/>
                  <a:pt x="50818" y="22597"/>
                </a:cubicBezTo>
                <a:cubicBezTo>
                  <a:pt x="53817" y="18824"/>
                  <a:pt x="58072" y="16937"/>
                  <a:pt x="63582" y="16937"/>
                </a:cubicBezTo>
                <a:cubicBezTo>
                  <a:pt x="67952" y="16937"/>
                  <a:pt x="71379" y="17833"/>
                  <a:pt x="73863" y="19625"/>
                </a:cubicBezTo>
                <a:cubicBezTo>
                  <a:pt x="76346" y="21416"/>
                  <a:pt x="77914" y="24225"/>
                  <a:pt x="78565" y="28053"/>
                </a:cubicBezTo>
                <a:lnTo>
                  <a:pt x="73239" y="28663"/>
                </a:lnTo>
                <a:cubicBezTo>
                  <a:pt x="72724" y="26087"/>
                  <a:pt x="71681" y="24203"/>
                  <a:pt x="70109" y="23010"/>
                </a:cubicBezTo>
                <a:cubicBezTo>
                  <a:pt x="68537" y="21817"/>
                  <a:pt x="66383" y="21220"/>
                  <a:pt x="63646" y="21220"/>
                </a:cubicBezTo>
                <a:cubicBezTo>
                  <a:pt x="55623" y="21220"/>
                  <a:pt x="51612" y="26958"/>
                  <a:pt x="51612" y="38435"/>
                </a:cubicBezTo>
                <a:cubicBezTo>
                  <a:pt x="51612" y="49966"/>
                  <a:pt x="55528" y="55731"/>
                  <a:pt x="63361" y="55731"/>
                </a:cubicBezTo>
                <a:cubicBezTo>
                  <a:pt x="69134" y="55731"/>
                  <a:pt x="72494" y="53087"/>
                  <a:pt x="73443" y="47800"/>
                </a:cubicBezTo>
                <a:lnTo>
                  <a:pt x="78565" y="48535"/>
                </a:lnTo>
                <a:cubicBezTo>
                  <a:pt x="77127" y="56188"/>
                  <a:pt x="72010" y="60014"/>
                  <a:pt x="63216" y="600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44A4C3-48B7-49FA-8AE0-E0CF87F1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966" y="1293309"/>
            <a:ext cx="146510" cy="10"/>
          </a:xfrm>
          <a:custGeom xmlns:a="http://schemas.openxmlformats.org/drawingml/2006/main">
            <a:pathLst>
              <a:path w="146510" h="1" fill="none">
                <a:moveTo>
                  <a:pt x="1465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2C8487-4089-4EBE-95E1-3C3038B1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321" y="1293309"/>
            <a:ext cx="10" cy="41383"/>
          </a:xfrm>
          <a:custGeom xmlns:a="http://schemas.openxmlformats.org/drawingml/2006/main">
            <a:pathLst>
              <a:path w="1" h="41383" fill="none">
                <a:moveTo>
                  <a:pt x="0" y="0"/>
                </a:moveTo>
                <a:lnTo>
                  <a:pt x="0" y="41383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612741-F467-4725-B4DB-9B4D5B17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321" y="1212271"/>
            <a:ext cx="10" cy="41383"/>
          </a:xfrm>
          <a:custGeom xmlns:a="http://schemas.openxmlformats.org/drawingml/2006/main">
            <a:pathLst>
              <a:path w="1" h="41383" fill="none">
                <a:moveTo>
                  <a:pt x="0" y="413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E4B7BD-4DE1-41E5-AA08-C96AFB93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966" y="1253655"/>
            <a:ext cx="146510" cy="10"/>
          </a:xfrm>
          <a:custGeom xmlns:a="http://schemas.openxmlformats.org/drawingml/2006/main">
            <a:pathLst>
              <a:path w="146510" h="1" fill="none">
                <a:moveTo>
                  <a:pt x="1465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924A5D-EC17-4C74-9711-AEB56836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321" y="879474"/>
            <a:ext cx="10" cy="332797"/>
          </a:xfrm>
          <a:custGeom xmlns:a="http://schemas.openxmlformats.org/drawingml/2006/main">
            <a:pathLst>
              <a:path w="1" h="332797" fill="none">
                <a:moveTo>
                  <a:pt x="0" y="0"/>
                </a:moveTo>
                <a:lnTo>
                  <a:pt x="0" y="332797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DBC395-030D-4DAE-90E1-ADA5B602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321" y="1334692"/>
            <a:ext cx="10" cy="315132"/>
          </a:xfrm>
          <a:custGeom xmlns:a="http://schemas.openxmlformats.org/drawingml/2006/main">
            <a:pathLst>
              <a:path w="1" h="315132" fill="none">
                <a:moveTo>
                  <a:pt x="0" y="0"/>
                </a:moveTo>
                <a:lnTo>
                  <a:pt x="0" y="315132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5D37ED-2D24-434D-BEC2-41811EB2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683" y="861933"/>
            <a:ext cx="35083" cy="35083"/>
          </a:xfrm>
          <a:custGeom xmlns:a="http://schemas.openxmlformats.org/drawingml/2006/main">
            <a:pathLst>
              <a:path w="35083" h="35083">
                <a:moveTo>
                  <a:pt x="35083" y="17542"/>
                </a:moveTo>
                <a:cubicBezTo>
                  <a:pt x="35083" y="27177"/>
                  <a:pt x="27177" y="35083"/>
                  <a:pt x="17542" y="35083"/>
                </a:cubicBezTo>
                <a:cubicBezTo>
                  <a:pt x="7906" y="35083"/>
                  <a:pt x="0" y="27177"/>
                  <a:pt x="0" y="17542"/>
                </a:cubicBezTo>
                <a:cubicBezTo>
                  <a:pt x="0" y="7906"/>
                  <a:pt x="7906" y="0"/>
                  <a:pt x="17542" y="0"/>
                </a:cubicBezTo>
                <a:cubicBezTo>
                  <a:pt x="27177" y="0"/>
                  <a:pt x="35083" y="7906"/>
                  <a:pt x="35083" y="175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96F35-7FB1-45BA-932F-42BC14C9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683" y="861933"/>
            <a:ext cx="35083" cy="35083"/>
          </a:xfrm>
          <a:custGeom xmlns:a="http://schemas.openxmlformats.org/drawingml/2006/main">
            <a:pathLst>
              <a:path w="35083" h="35083" fill="none">
                <a:moveTo>
                  <a:pt x="35083" y="17542"/>
                </a:moveTo>
                <a:cubicBezTo>
                  <a:pt x="35083" y="7906"/>
                  <a:pt x="27177" y="0"/>
                  <a:pt x="17542" y="0"/>
                </a:cubicBezTo>
                <a:cubicBezTo>
                  <a:pt x="7906" y="0"/>
                  <a:pt x="0" y="7906"/>
                  <a:pt x="0" y="17542"/>
                </a:cubicBezTo>
                <a:cubicBezTo>
                  <a:pt x="0" y="27177"/>
                  <a:pt x="7906" y="35083"/>
                  <a:pt x="17542" y="35083"/>
                </a:cubicBezTo>
                <a:cubicBezTo>
                  <a:pt x="27177" y="35083"/>
                  <a:pt x="35083" y="27177"/>
                  <a:pt x="35083" y="1754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940DA9-1B4C-4807-9CFD-28B6E8CC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683" y="1632406"/>
            <a:ext cx="35083" cy="34960"/>
          </a:xfrm>
          <a:custGeom xmlns:a="http://schemas.openxmlformats.org/drawingml/2006/main">
            <a:pathLst>
              <a:path w="35083" h="34960">
                <a:moveTo>
                  <a:pt x="35083" y="17418"/>
                </a:moveTo>
                <a:cubicBezTo>
                  <a:pt x="35083" y="27177"/>
                  <a:pt x="27177" y="34960"/>
                  <a:pt x="17542" y="34960"/>
                </a:cubicBezTo>
                <a:cubicBezTo>
                  <a:pt x="7906" y="34960"/>
                  <a:pt x="0" y="27177"/>
                  <a:pt x="0" y="17418"/>
                </a:cubicBezTo>
                <a:cubicBezTo>
                  <a:pt x="0" y="7783"/>
                  <a:pt x="7906" y="0"/>
                  <a:pt x="17542" y="0"/>
                </a:cubicBezTo>
                <a:cubicBezTo>
                  <a:pt x="27177" y="0"/>
                  <a:pt x="35083" y="7783"/>
                  <a:pt x="35083" y="174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D0AA95-91A7-40C5-8EC1-36D00707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683" y="1632406"/>
            <a:ext cx="35083" cy="34960"/>
          </a:xfrm>
          <a:custGeom xmlns:a="http://schemas.openxmlformats.org/drawingml/2006/main">
            <a:pathLst>
              <a:path w="35083" h="34960" fill="none">
                <a:moveTo>
                  <a:pt x="35083" y="17418"/>
                </a:moveTo>
                <a:cubicBezTo>
                  <a:pt x="35083" y="7783"/>
                  <a:pt x="27177" y="0"/>
                  <a:pt x="17542" y="0"/>
                </a:cubicBezTo>
                <a:cubicBezTo>
                  <a:pt x="7906" y="0"/>
                  <a:pt x="0" y="7783"/>
                  <a:pt x="0" y="17418"/>
                </a:cubicBezTo>
                <a:cubicBezTo>
                  <a:pt x="0" y="27177"/>
                  <a:pt x="7906" y="34960"/>
                  <a:pt x="17542" y="34960"/>
                </a:cubicBezTo>
                <a:cubicBezTo>
                  <a:pt x="27177" y="34960"/>
                  <a:pt x="35083" y="27177"/>
                  <a:pt x="35083" y="1741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1BD23-A36D-487F-AA3B-89C9C14C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4779" y="861933"/>
            <a:ext cx="34960" cy="35083"/>
          </a:xfrm>
          <a:custGeom xmlns:a="http://schemas.openxmlformats.org/drawingml/2006/main">
            <a:pathLst>
              <a:path w="34960" h="35083">
                <a:moveTo>
                  <a:pt x="34960" y="17542"/>
                </a:moveTo>
                <a:cubicBezTo>
                  <a:pt x="34960" y="27177"/>
                  <a:pt x="27177" y="35083"/>
                  <a:pt x="17542" y="35083"/>
                </a:cubicBezTo>
                <a:cubicBezTo>
                  <a:pt x="7783" y="35083"/>
                  <a:pt x="0" y="27177"/>
                  <a:pt x="0" y="17542"/>
                </a:cubicBezTo>
                <a:cubicBezTo>
                  <a:pt x="0" y="7906"/>
                  <a:pt x="7783" y="0"/>
                  <a:pt x="17542" y="0"/>
                </a:cubicBezTo>
                <a:cubicBezTo>
                  <a:pt x="27177" y="0"/>
                  <a:pt x="34960" y="7906"/>
                  <a:pt x="34960" y="175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E9F9F2-B7E2-4777-87B1-BC8A5A1F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4779" y="861933"/>
            <a:ext cx="34960" cy="35083"/>
          </a:xfrm>
          <a:custGeom xmlns:a="http://schemas.openxmlformats.org/drawingml/2006/main">
            <a:pathLst>
              <a:path w="34960" h="35083" fill="none">
                <a:moveTo>
                  <a:pt x="34960" y="17542"/>
                </a:moveTo>
                <a:cubicBezTo>
                  <a:pt x="34960" y="7906"/>
                  <a:pt x="27177" y="0"/>
                  <a:pt x="17542" y="0"/>
                </a:cubicBezTo>
                <a:cubicBezTo>
                  <a:pt x="7783" y="0"/>
                  <a:pt x="0" y="7906"/>
                  <a:pt x="0" y="17542"/>
                </a:cubicBezTo>
                <a:cubicBezTo>
                  <a:pt x="0" y="27177"/>
                  <a:pt x="7783" y="35083"/>
                  <a:pt x="17542" y="35083"/>
                </a:cubicBezTo>
                <a:cubicBezTo>
                  <a:pt x="27177" y="35083"/>
                  <a:pt x="34960" y="27177"/>
                  <a:pt x="34960" y="1754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EE9DE5-87E6-4E5D-AA07-A4966620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4779" y="1632406"/>
            <a:ext cx="34960" cy="34960"/>
          </a:xfrm>
          <a:custGeom xmlns:a="http://schemas.openxmlformats.org/drawingml/2006/main">
            <a:pathLst>
              <a:path w="34960" h="34960">
                <a:moveTo>
                  <a:pt x="34960" y="17418"/>
                </a:moveTo>
                <a:cubicBezTo>
                  <a:pt x="34960" y="27177"/>
                  <a:pt x="27177" y="34960"/>
                  <a:pt x="17542" y="34960"/>
                </a:cubicBezTo>
                <a:cubicBezTo>
                  <a:pt x="7783" y="34960"/>
                  <a:pt x="0" y="27177"/>
                  <a:pt x="0" y="17418"/>
                </a:cubicBezTo>
                <a:cubicBezTo>
                  <a:pt x="0" y="7783"/>
                  <a:pt x="7783" y="0"/>
                  <a:pt x="17542" y="0"/>
                </a:cubicBezTo>
                <a:cubicBezTo>
                  <a:pt x="27177" y="0"/>
                  <a:pt x="34960" y="7783"/>
                  <a:pt x="34960" y="174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53FC15-CD6E-496A-9DE8-50122E9C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4779" y="1632406"/>
            <a:ext cx="34960" cy="34960"/>
          </a:xfrm>
          <a:custGeom xmlns:a="http://schemas.openxmlformats.org/drawingml/2006/main">
            <a:pathLst>
              <a:path w="34960" h="34960" fill="none">
                <a:moveTo>
                  <a:pt x="34960" y="17418"/>
                </a:moveTo>
                <a:cubicBezTo>
                  <a:pt x="34960" y="7783"/>
                  <a:pt x="27177" y="0"/>
                  <a:pt x="17542" y="0"/>
                </a:cubicBezTo>
                <a:cubicBezTo>
                  <a:pt x="7783" y="0"/>
                  <a:pt x="0" y="7783"/>
                  <a:pt x="0" y="17418"/>
                </a:cubicBezTo>
                <a:cubicBezTo>
                  <a:pt x="0" y="27177"/>
                  <a:pt x="7783" y="34960"/>
                  <a:pt x="17542" y="34960"/>
                </a:cubicBezTo>
                <a:cubicBezTo>
                  <a:pt x="27177" y="34960"/>
                  <a:pt x="34960" y="27177"/>
                  <a:pt x="34960" y="1741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CE3E41-A686-4B8A-A5E4-DA163573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56" y="758042"/>
            <a:ext cx="240518" cy="242865"/>
          </a:xfrm>
          <a:custGeom xmlns:a="http://schemas.openxmlformats.org/drawingml/2006/main">
            <a:pathLst>
              <a:path w="240518" h="242865">
                <a:moveTo>
                  <a:pt x="120321" y="0"/>
                </a:moveTo>
                <a:cubicBezTo>
                  <a:pt x="186658" y="0"/>
                  <a:pt x="240518" y="54354"/>
                  <a:pt x="240518" y="121433"/>
                </a:cubicBezTo>
                <a:cubicBezTo>
                  <a:pt x="240518" y="188511"/>
                  <a:pt x="186658" y="242865"/>
                  <a:pt x="120321" y="242865"/>
                </a:cubicBezTo>
                <a:cubicBezTo>
                  <a:pt x="53860" y="242865"/>
                  <a:pt x="0" y="188511"/>
                  <a:pt x="0" y="121433"/>
                </a:cubicBezTo>
                <a:cubicBezTo>
                  <a:pt x="0" y="54354"/>
                  <a:pt x="53860" y="0"/>
                  <a:pt x="120321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6F3A64-0456-46C5-916A-623FEF56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56" y="758042"/>
            <a:ext cx="240518" cy="242865"/>
          </a:xfrm>
          <a:custGeom xmlns:a="http://schemas.openxmlformats.org/drawingml/2006/main">
            <a:pathLst>
              <a:path w="240518" h="242865" fill="none">
                <a:moveTo>
                  <a:pt x="120321" y="0"/>
                </a:moveTo>
                <a:cubicBezTo>
                  <a:pt x="53860" y="0"/>
                  <a:pt x="0" y="54354"/>
                  <a:pt x="0" y="121433"/>
                </a:cubicBezTo>
                <a:cubicBezTo>
                  <a:pt x="0" y="188511"/>
                  <a:pt x="53860" y="242865"/>
                  <a:pt x="120321" y="242865"/>
                </a:cubicBezTo>
                <a:cubicBezTo>
                  <a:pt x="186658" y="242865"/>
                  <a:pt x="240518" y="188511"/>
                  <a:pt x="240518" y="121433"/>
                </a:cubicBezTo>
                <a:cubicBezTo>
                  <a:pt x="240518" y="54354"/>
                  <a:pt x="186658" y="0"/>
                  <a:pt x="12032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A0F188-8579-4869-AE33-03470A5C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56" y="758042"/>
            <a:ext cx="240518" cy="242865"/>
          </a:xfrm>
          <a:custGeom xmlns:a="http://schemas.openxmlformats.org/drawingml/2006/main">
            <a:pathLst>
              <a:path w="240518" h="242865">
                <a:moveTo>
                  <a:pt x="120321" y="0"/>
                </a:moveTo>
                <a:cubicBezTo>
                  <a:pt x="186658" y="0"/>
                  <a:pt x="240518" y="54354"/>
                  <a:pt x="240518" y="121433"/>
                </a:cubicBezTo>
                <a:cubicBezTo>
                  <a:pt x="240518" y="188511"/>
                  <a:pt x="186658" y="242865"/>
                  <a:pt x="120321" y="242865"/>
                </a:cubicBezTo>
                <a:cubicBezTo>
                  <a:pt x="53860" y="242865"/>
                  <a:pt x="0" y="188511"/>
                  <a:pt x="0" y="121433"/>
                </a:cubicBezTo>
                <a:cubicBezTo>
                  <a:pt x="0" y="54354"/>
                  <a:pt x="53860" y="0"/>
                  <a:pt x="120321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A6A714-F37F-4671-AA50-F9D106C2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56" y="758042"/>
            <a:ext cx="240518" cy="242865"/>
          </a:xfrm>
          <a:custGeom xmlns:a="http://schemas.openxmlformats.org/drawingml/2006/main">
            <a:pathLst>
              <a:path w="240518" h="242865" fill="none">
                <a:moveTo>
                  <a:pt x="120321" y="0"/>
                </a:moveTo>
                <a:cubicBezTo>
                  <a:pt x="53860" y="0"/>
                  <a:pt x="0" y="54354"/>
                  <a:pt x="0" y="121433"/>
                </a:cubicBezTo>
                <a:cubicBezTo>
                  <a:pt x="0" y="188511"/>
                  <a:pt x="53860" y="242865"/>
                  <a:pt x="120321" y="242865"/>
                </a:cubicBezTo>
                <a:cubicBezTo>
                  <a:pt x="186658" y="242865"/>
                  <a:pt x="240518" y="188511"/>
                  <a:pt x="240518" y="121433"/>
                </a:cubicBezTo>
                <a:cubicBezTo>
                  <a:pt x="240518" y="54354"/>
                  <a:pt x="186658" y="0"/>
                  <a:pt x="12032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188D06-DE36-4E04-8160-0E9ED084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578" y="881327"/>
            <a:ext cx="75602" cy="10"/>
          </a:xfrm>
          <a:custGeom xmlns:a="http://schemas.openxmlformats.org/drawingml/2006/main">
            <a:pathLst>
              <a:path w="75602" h="1" fill="none">
                <a:moveTo>
                  <a:pt x="7560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749DC7-7C02-41A1-A7AE-877E8201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574" y="881822"/>
            <a:ext cx="80173" cy="10"/>
          </a:xfrm>
          <a:custGeom xmlns:a="http://schemas.openxmlformats.org/drawingml/2006/main">
            <a:pathLst>
              <a:path w="80173" h="1" fill="none">
                <a:moveTo>
                  <a:pt x="0" y="0"/>
                </a:moveTo>
                <a:lnTo>
                  <a:pt x="801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A9E89B-613C-4A8E-9500-BF50328D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142" y="804984"/>
            <a:ext cx="50895" cy="76343"/>
          </a:xfrm>
          <a:custGeom xmlns:a="http://schemas.openxmlformats.org/drawingml/2006/main">
            <a:pathLst>
              <a:path w="50895" h="76343" fill="none">
                <a:moveTo>
                  <a:pt x="0" y="76343"/>
                </a:moveTo>
                <a:cubicBezTo>
                  <a:pt x="28042" y="76343"/>
                  <a:pt x="50895" y="59296"/>
                  <a:pt x="50895" y="38172"/>
                </a:cubicBezTo>
                <a:cubicBezTo>
                  <a:pt x="50895" y="17171"/>
                  <a:pt x="28042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C4406-F824-4C16-856C-74513817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952" y="881327"/>
            <a:ext cx="47189" cy="76343"/>
          </a:xfrm>
          <a:custGeom xmlns:a="http://schemas.openxmlformats.org/drawingml/2006/main">
            <a:pathLst>
              <a:path w="47189" h="76343" fill="none">
                <a:moveTo>
                  <a:pt x="47189" y="0"/>
                </a:moveTo>
                <a:cubicBezTo>
                  <a:pt x="21124" y="0"/>
                  <a:pt x="0" y="17047"/>
                  <a:pt x="0" y="38172"/>
                </a:cubicBezTo>
                <a:cubicBezTo>
                  <a:pt x="0" y="59296"/>
                  <a:pt x="21124" y="76343"/>
                  <a:pt x="47189" y="763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AB70A3-BA46-4D79-B09F-DEF3A8B6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56" y="758042"/>
            <a:ext cx="240518" cy="242865"/>
          </a:xfrm>
          <a:custGeom xmlns:a="http://schemas.openxmlformats.org/drawingml/2006/main">
            <a:pathLst>
              <a:path w="240518" h="242865">
                <a:moveTo>
                  <a:pt x="120321" y="0"/>
                </a:moveTo>
                <a:cubicBezTo>
                  <a:pt x="186658" y="0"/>
                  <a:pt x="240518" y="54354"/>
                  <a:pt x="240518" y="121433"/>
                </a:cubicBezTo>
                <a:cubicBezTo>
                  <a:pt x="240518" y="188511"/>
                  <a:pt x="186658" y="242865"/>
                  <a:pt x="120321" y="242865"/>
                </a:cubicBezTo>
                <a:cubicBezTo>
                  <a:pt x="53860" y="242865"/>
                  <a:pt x="0" y="188511"/>
                  <a:pt x="0" y="121433"/>
                </a:cubicBezTo>
                <a:cubicBezTo>
                  <a:pt x="0" y="54354"/>
                  <a:pt x="53860" y="0"/>
                  <a:pt x="120321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E86898-B38D-4C09-A46F-A921C60B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56" y="758042"/>
            <a:ext cx="240518" cy="242865"/>
          </a:xfrm>
          <a:custGeom xmlns:a="http://schemas.openxmlformats.org/drawingml/2006/main">
            <a:pathLst>
              <a:path w="240518" h="242865" fill="none">
                <a:moveTo>
                  <a:pt x="120321" y="0"/>
                </a:moveTo>
                <a:cubicBezTo>
                  <a:pt x="53860" y="0"/>
                  <a:pt x="0" y="54354"/>
                  <a:pt x="0" y="121433"/>
                </a:cubicBezTo>
                <a:cubicBezTo>
                  <a:pt x="0" y="188511"/>
                  <a:pt x="53860" y="242865"/>
                  <a:pt x="120321" y="242865"/>
                </a:cubicBezTo>
                <a:cubicBezTo>
                  <a:pt x="186658" y="242865"/>
                  <a:pt x="240518" y="188511"/>
                  <a:pt x="240518" y="121433"/>
                </a:cubicBezTo>
                <a:cubicBezTo>
                  <a:pt x="240518" y="54354"/>
                  <a:pt x="186658" y="0"/>
                  <a:pt x="12032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EE38C6-ADAE-4B10-AEB4-208EBCD6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578" y="881327"/>
            <a:ext cx="75602" cy="10"/>
          </a:xfrm>
          <a:custGeom xmlns:a="http://schemas.openxmlformats.org/drawingml/2006/main">
            <a:pathLst>
              <a:path w="75602" h="1" fill="none">
                <a:moveTo>
                  <a:pt x="7560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18CF50-59AE-437A-B31A-A1EAA422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574" y="881822"/>
            <a:ext cx="80173" cy="10"/>
          </a:xfrm>
          <a:custGeom xmlns:a="http://schemas.openxmlformats.org/drawingml/2006/main">
            <a:pathLst>
              <a:path w="80173" h="1" fill="none">
                <a:moveTo>
                  <a:pt x="0" y="0"/>
                </a:moveTo>
                <a:lnTo>
                  <a:pt x="801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6E25B0-C4EE-43A0-8A3D-C3F0C58E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142" y="804984"/>
            <a:ext cx="50895" cy="76343"/>
          </a:xfrm>
          <a:custGeom xmlns:a="http://schemas.openxmlformats.org/drawingml/2006/main">
            <a:pathLst>
              <a:path w="50895" h="76343" fill="none">
                <a:moveTo>
                  <a:pt x="0" y="76343"/>
                </a:moveTo>
                <a:cubicBezTo>
                  <a:pt x="28042" y="76343"/>
                  <a:pt x="50895" y="59296"/>
                  <a:pt x="50895" y="38172"/>
                </a:cubicBezTo>
                <a:cubicBezTo>
                  <a:pt x="50895" y="17171"/>
                  <a:pt x="28042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1255CB-DCBF-4D07-A21D-4B9A95A8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952" y="881327"/>
            <a:ext cx="47189" cy="76343"/>
          </a:xfrm>
          <a:custGeom xmlns:a="http://schemas.openxmlformats.org/drawingml/2006/main">
            <a:pathLst>
              <a:path w="47189" h="76343" fill="none">
                <a:moveTo>
                  <a:pt x="47189" y="0"/>
                </a:moveTo>
                <a:cubicBezTo>
                  <a:pt x="21124" y="0"/>
                  <a:pt x="0" y="17047"/>
                  <a:pt x="0" y="38172"/>
                </a:cubicBezTo>
                <a:cubicBezTo>
                  <a:pt x="0" y="59296"/>
                  <a:pt x="21124" y="76343"/>
                  <a:pt x="47189" y="763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1EF795-4AEB-426F-9B4C-F220A1E0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56" y="1171258"/>
            <a:ext cx="240518" cy="242742"/>
          </a:xfrm>
          <a:custGeom xmlns:a="http://schemas.openxmlformats.org/drawingml/2006/main">
            <a:pathLst>
              <a:path w="240518" h="242742">
                <a:moveTo>
                  <a:pt x="120321" y="0"/>
                </a:moveTo>
                <a:cubicBezTo>
                  <a:pt x="186658" y="0"/>
                  <a:pt x="240518" y="54354"/>
                  <a:pt x="240518" y="121309"/>
                </a:cubicBezTo>
                <a:cubicBezTo>
                  <a:pt x="240518" y="188387"/>
                  <a:pt x="186658" y="242742"/>
                  <a:pt x="120321" y="242742"/>
                </a:cubicBezTo>
                <a:cubicBezTo>
                  <a:pt x="53860" y="242742"/>
                  <a:pt x="0" y="188387"/>
                  <a:pt x="0" y="121309"/>
                </a:cubicBezTo>
                <a:cubicBezTo>
                  <a:pt x="0" y="54354"/>
                  <a:pt x="53860" y="0"/>
                  <a:pt x="120321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14CEE2-F1C7-4DCD-8103-31BDCDA4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56" y="1171258"/>
            <a:ext cx="240518" cy="242742"/>
          </a:xfrm>
          <a:custGeom xmlns:a="http://schemas.openxmlformats.org/drawingml/2006/main">
            <a:pathLst>
              <a:path w="240518" h="242742" fill="none">
                <a:moveTo>
                  <a:pt x="120321" y="0"/>
                </a:moveTo>
                <a:cubicBezTo>
                  <a:pt x="53860" y="0"/>
                  <a:pt x="0" y="54354"/>
                  <a:pt x="0" y="121309"/>
                </a:cubicBezTo>
                <a:cubicBezTo>
                  <a:pt x="0" y="188387"/>
                  <a:pt x="53860" y="242742"/>
                  <a:pt x="120321" y="242742"/>
                </a:cubicBezTo>
                <a:cubicBezTo>
                  <a:pt x="186658" y="242742"/>
                  <a:pt x="240518" y="188387"/>
                  <a:pt x="240518" y="121309"/>
                </a:cubicBezTo>
                <a:cubicBezTo>
                  <a:pt x="240518" y="54354"/>
                  <a:pt x="186658" y="0"/>
                  <a:pt x="12032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86DB55-52E5-4765-BC36-05A60E13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56" y="1171258"/>
            <a:ext cx="240518" cy="242742"/>
          </a:xfrm>
          <a:custGeom xmlns:a="http://schemas.openxmlformats.org/drawingml/2006/main">
            <a:pathLst>
              <a:path w="240518" h="242742">
                <a:moveTo>
                  <a:pt x="120321" y="0"/>
                </a:moveTo>
                <a:cubicBezTo>
                  <a:pt x="186658" y="0"/>
                  <a:pt x="240518" y="54354"/>
                  <a:pt x="240518" y="121309"/>
                </a:cubicBezTo>
                <a:cubicBezTo>
                  <a:pt x="240518" y="188387"/>
                  <a:pt x="186658" y="242742"/>
                  <a:pt x="120321" y="242742"/>
                </a:cubicBezTo>
                <a:cubicBezTo>
                  <a:pt x="53860" y="242742"/>
                  <a:pt x="0" y="188387"/>
                  <a:pt x="0" y="121309"/>
                </a:cubicBezTo>
                <a:cubicBezTo>
                  <a:pt x="0" y="54354"/>
                  <a:pt x="53860" y="0"/>
                  <a:pt x="120321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472C2E-3C39-457C-B27A-1389C55C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56" y="1171258"/>
            <a:ext cx="240518" cy="242742"/>
          </a:xfrm>
          <a:custGeom xmlns:a="http://schemas.openxmlformats.org/drawingml/2006/main">
            <a:pathLst>
              <a:path w="240518" h="242742" fill="none">
                <a:moveTo>
                  <a:pt x="120321" y="0"/>
                </a:moveTo>
                <a:cubicBezTo>
                  <a:pt x="53860" y="0"/>
                  <a:pt x="0" y="54354"/>
                  <a:pt x="0" y="121309"/>
                </a:cubicBezTo>
                <a:cubicBezTo>
                  <a:pt x="0" y="188387"/>
                  <a:pt x="53860" y="242742"/>
                  <a:pt x="120321" y="242742"/>
                </a:cubicBezTo>
                <a:cubicBezTo>
                  <a:pt x="186658" y="242742"/>
                  <a:pt x="240518" y="188387"/>
                  <a:pt x="240518" y="121309"/>
                </a:cubicBezTo>
                <a:cubicBezTo>
                  <a:pt x="240518" y="54354"/>
                  <a:pt x="186658" y="0"/>
                  <a:pt x="12032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26B472-FFD9-410F-BDB6-BA11F93A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578" y="1294420"/>
            <a:ext cx="75602" cy="10"/>
          </a:xfrm>
          <a:custGeom xmlns:a="http://schemas.openxmlformats.org/drawingml/2006/main">
            <a:pathLst>
              <a:path w="75602" h="1" fill="none">
                <a:moveTo>
                  <a:pt x="7560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FDED57-AE47-4084-B225-9430933A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574" y="1295038"/>
            <a:ext cx="80173" cy="10"/>
          </a:xfrm>
          <a:custGeom xmlns:a="http://schemas.openxmlformats.org/drawingml/2006/main">
            <a:pathLst>
              <a:path w="80173" h="1" fill="none">
                <a:moveTo>
                  <a:pt x="0" y="0"/>
                </a:moveTo>
                <a:lnTo>
                  <a:pt x="801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4C165A-42E0-4B52-AB1F-74657639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142" y="1218201"/>
            <a:ext cx="50895" cy="76220"/>
          </a:xfrm>
          <a:custGeom xmlns:a="http://schemas.openxmlformats.org/drawingml/2006/main">
            <a:pathLst>
              <a:path w="50895" h="76220" fill="none">
                <a:moveTo>
                  <a:pt x="0" y="76220"/>
                </a:moveTo>
                <a:cubicBezTo>
                  <a:pt x="28042" y="76220"/>
                  <a:pt x="50895" y="59172"/>
                  <a:pt x="50895" y="38172"/>
                </a:cubicBezTo>
                <a:cubicBezTo>
                  <a:pt x="50895" y="17047"/>
                  <a:pt x="28042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D49908-80E6-4D9C-BCE6-DF657D8B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952" y="1294420"/>
            <a:ext cx="47189" cy="76343"/>
          </a:xfrm>
          <a:custGeom xmlns:a="http://schemas.openxmlformats.org/drawingml/2006/main">
            <a:pathLst>
              <a:path w="47189" h="76343" fill="none">
                <a:moveTo>
                  <a:pt x="47189" y="0"/>
                </a:moveTo>
                <a:cubicBezTo>
                  <a:pt x="21124" y="0"/>
                  <a:pt x="0" y="17171"/>
                  <a:pt x="0" y="38172"/>
                </a:cubicBezTo>
                <a:cubicBezTo>
                  <a:pt x="0" y="59296"/>
                  <a:pt x="21124" y="76343"/>
                  <a:pt x="47189" y="763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CB5444-5F9E-4E9F-A5E2-D9B74817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56" y="1171258"/>
            <a:ext cx="240518" cy="242742"/>
          </a:xfrm>
          <a:custGeom xmlns:a="http://schemas.openxmlformats.org/drawingml/2006/main">
            <a:pathLst>
              <a:path w="240518" h="242742">
                <a:moveTo>
                  <a:pt x="120321" y="0"/>
                </a:moveTo>
                <a:cubicBezTo>
                  <a:pt x="186658" y="0"/>
                  <a:pt x="240518" y="54354"/>
                  <a:pt x="240518" y="121309"/>
                </a:cubicBezTo>
                <a:cubicBezTo>
                  <a:pt x="240518" y="188387"/>
                  <a:pt x="186658" y="242742"/>
                  <a:pt x="120321" y="242742"/>
                </a:cubicBezTo>
                <a:cubicBezTo>
                  <a:pt x="53860" y="242742"/>
                  <a:pt x="0" y="188387"/>
                  <a:pt x="0" y="121309"/>
                </a:cubicBezTo>
                <a:cubicBezTo>
                  <a:pt x="0" y="54354"/>
                  <a:pt x="53860" y="0"/>
                  <a:pt x="120321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2227E1-A34B-46FE-8D80-3DFF02F7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56" y="1171258"/>
            <a:ext cx="240518" cy="242742"/>
          </a:xfrm>
          <a:custGeom xmlns:a="http://schemas.openxmlformats.org/drawingml/2006/main">
            <a:pathLst>
              <a:path w="240518" h="242742" fill="none">
                <a:moveTo>
                  <a:pt x="120321" y="0"/>
                </a:moveTo>
                <a:cubicBezTo>
                  <a:pt x="53860" y="0"/>
                  <a:pt x="0" y="54354"/>
                  <a:pt x="0" y="121309"/>
                </a:cubicBezTo>
                <a:cubicBezTo>
                  <a:pt x="0" y="188387"/>
                  <a:pt x="53860" y="242742"/>
                  <a:pt x="120321" y="242742"/>
                </a:cubicBezTo>
                <a:cubicBezTo>
                  <a:pt x="186658" y="242742"/>
                  <a:pt x="240518" y="188387"/>
                  <a:pt x="240518" y="121309"/>
                </a:cubicBezTo>
                <a:cubicBezTo>
                  <a:pt x="240518" y="54354"/>
                  <a:pt x="186658" y="0"/>
                  <a:pt x="12032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71CCF4-49DB-49A0-8613-6B9F125D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578" y="1294420"/>
            <a:ext cx="75602" cy="10"/>
          </a:xfrm>
          <a:custGeom xmlns:a="http://schemas.openxmlformats.org/drawingml/2006/main">
            <a:pathLst>
              <a:path w="75602" h="1" fill="none">
                <a:moveTo>
                  <a:pt x="7560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F51457-0EE6-41B8-8963-83EEFE03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574" y="1295038"/>
            <a:ext cx="80173" cy="10"/>
          </a:xfrm>
          <a:custGeom xmlns:a="http://schemas.openxmlformats.org/drawingml/2006/main">
            <a:pathLst>
              <a:path w="80173" h="1" fill="none">
                <a:moveTo>
                  <a:pt x="0" y="0"/>
                </a:moveTo>
                <a:lnTo>
                  <a:pt x="801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393D1F-F78A-4859-83D7-13748E06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142" y="1218201"/>
            <a:ext cx="50895" cy="76220"/>
          </a:xfrm>
          <a:custGeom xmlns:a="http://schemas.openxmlformats.org/drawingml/2006/main">
            <a:pathLst>
              <a:path w="50895" h="76220" fill="none">
                <a:moveTo>
                  <a:pt x="0" y="76220"/>
                </a:moveTo>
                <a:cubicBezTo>
                  <a:pt x="28042" y="76220"/>
                  <a:pt x="50895" y="59172"/>
                  <a:pt x="50895" y="38172"/>
                </a:cubicBezTo>
                <a:cubicBezTo>
                  <a:pt x="50895" y="17047"/>
                  <a:pt x="28042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9F5266-6E20-4914-82B0-E328BC9B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952" y="1294420"/>
            <a:ext cx="47189" cy="76343"/>
          </a:xfrm>
          <a:custGeom xmlns:a="http://schemas.openxmlformats.org/drawingml/2006/main">
            <a:pathLst>
              <a:path w="47189" h="76343" fill="none">
                <a:moveTo>
                  <a:pt x="47189" y="0"/>
                </a:moveTo>
                <a:cubicBezTo>
                  <a:pt x="21124" y="0"/>
                  <a:pt x="0" y="17171"/>
                  <a:pt x="0" y="38172"/>
                </a:cubicBezTo>
                <a:cubicBezTo>
                  <a:pt x="0" y="59296"/>
                  <a:pt x="21124" y="76343"/>
                  <a:pt x="47189" y="763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15364-06C1-47AF-B6C8-CD1CD632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56" y="1528391"/>
            <a:ext cx="240518" cy="242865"/>
          </a:xfrm>
          <a:custGeom xmlns:a="http://schemas.openxmlformats.org/drawingml/2006/main">
            <a:pathLst>
              <a:path w="240518" h="242865">
                <a:moveTo>
                  <a:pt x="120321" y="0"/>
                </a:moveTo>
                <a:cubicBezTo>
                  <a:pt x="186658" y="0"/>
                  <a:pt x="240518" y="54354"/>
                  <a:pt x="240518" y="121433"/>
                </a:cubicBezTo>
                <a:cubicBezTo>
                  <a:pt x="240518" y="188511"/>
                  <a:pt x="186658" y="242865"/>
                  <a:pt x="120321" y="242865"/>
                </a:cubicBezTo>
                <a:cubicBezTo>
                  <a:pt x="53860" y="242865"/>
                  <a:pt x="0" y="188511"/>
                  <a:pt x="0" y="121433"/>
                </a:cubicBezTo>
                <a:cubicBezTo>
                  <a:pt x="0" y="54354"/>
                  <a:pt x="53860" y="0"/>
                  <a:pt x="120321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0835B1-4FEF-497D-B9D0-F4801DB7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56" y="1528391"/>
            <a:ext cx="240518" cy="242865"/>
          </a:xfrm>
          <a:custGeom xmlns:a="http://schemas.openxmlformats.org/drawingml/2006/main">
            <a:pathLst>
              <a:path w="240518" h="242865" fill="none">
                <a:moveTo>
                  <a:pt x="120321" y="0"/>
                </a:moveTo>
                <a:cubicBezTo>
                  <a:pt x="53860" y="0"/>
                  <a:pt x="0" y="54354"/>
                  <a:pt x="0" y="121433"/>
                </a:cubicBezTo>
                <a:cubicBezTo>
                  <a:pt x="0" y="188511"/>
                  <a:pt x="53860" y="242865"/>
                  <a:pt x="120321" y="242865"/>
                </a:cubicBezTo>
                <a:cubicBezTo>
                  <a:pt x="186658" y="242865"/>
                  <a:pt x="240518" y="188511"/>
                  <a:pt x="240518" y="121433"/>
                </a:cubicBezTo>
                <a:cubicBezTo>
                  <a:pt x="240518" y="54354"/>
                  <a:pt x="186658" y="0"/>
                  <a:pt x="12032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7AFCE6-D57F-495F-904B-83DEDA62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56" y="1528391"/>
            <a:ext cx="240518" cy="242865"/>
          </a:xfrm>
          <a:custGeom xmlns:a="http://schemas.openxmlformats.org/drawingml/2006/main">
            <a:pathLst>
              <a:path w="240518" h="242865">
                <a:moveTo>
                  <a:pt x="120321" y="0"/>
                </a:moveTo>
                <a:cubicBezTo>
                  <a:pt x="186658" y="0"/>
                  <a:pt x="240518" y="54354"/>
                  <a:pt x="240518" y="121433"/>
                </a:cubicBezTo>
                <a:cubicBezTo>
                  <a:pt x="240518" y="188511"/>
                  <a:pt x="186658" y="242865"/>
                  <a:pt x="120321" y="242865"/>
                </a:cubicBezTo>
                <a:cubicBezTo>
                  <a:pt x="53860" y="242865"/>
                  <a:pt x="0" y="188511"/>
                  <a:pt x="0" y="121433"/>
                </a:cubicBezTo>
                <a:cubicBezTo>
                  <a:pt x="0" y="54354"/>
                  <a:pt x="53860" y="0"/>
                  <a:pt x="120321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3BA6B4-CABE-4867-A02E-A056F895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56" y="1528391"/>
            <a:ext cx="240518" cy="242865"/>
          </a:xfrm>
          <a:custGeom xmlns:a="http://schemas.openxmlformats.org/drawingml/2006/main">
            <a:pathLst>
              <a:path w="240518" h="242865" fill="none">
                <a:moveTo>
                  <a:pt x="120321" y="0"/>
                </a:moveTo>
                <a:cubicBezTo>
                  <a:pt x="53860" y="0"/>
                  <a:pt x="0" y="54354"/>
                  <a:pt x="0" y="121433"/>
                </a:cubicBezTo>
                <a:cubicBezTo>
                  <a:pt x="0" y="188511"/>
                  <a:pt x="53860" y="242865"/>
                  <a:pt x="120321" y="242865"/>
                </a:cubicBezTo>
                <a:cubicBezTo>
                  <a:pt x="186658" y="242865"/>
                  <a:pt x="240518" y="188511"/>
                  <a:pt x="240518" y="121433"/>
                </a:cubicBezTo>
                <a:cubicBezTo>
                  <a:pt x="240518" y="54354"/>
                  <a:pt x="186658" y="0"/>
                  <a:pt x="12032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324411-1AC2-4159-91B0-B8B7FC4F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578" y="1651677"/>
            <a:ext cx="75602" cy="10"/>
          </a:xfrm>
          <a:custGeom xmlns:a="http://schemas.openxmlformats.org/drawingml/2006/main">
            <a:pathLst>
              <a:path w="75602" h="1" fill="none">
                <a:moveTo>
                  <a:pt x="7560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C3BEFF-0FAD-4225-B7F3-9A1DCA17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574" y="1652171"/>
            <a:ext cx="80173" cy="10"/>
          </a:xfrm>
          <a:custGeom xmlns:a="http://schemas.openxmlformats.org/drawingml/2006/main">
            <a:pathLst>
              <a:path w="80173" h="1" fill="none">
                <a:moveTo>
                  <a:pt x="0" y="0"/>
                </a:moveTo>
                <a:lnTo>
                  <a:pt x="801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D6D31B-D965-4711-9D50-D67621B1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142" y="1575334"/>
            <a:ext cx="50895" cy="76343"/>
          </a:xfrm>
          <a:custGeom xmlns:a="http://schemas.openxmlformats.org/drawingml/2006/main">
            <a:pathLst>
              <a:path w="50895" h="76343" fill="none">
                <a:moveTo>
                  <a:pt x="0" y="76343"/>
                </a:moveTo>
                <a:cubicBezTo>
                  <a:pt x="28042" y="76343"/>
                  <a:pt x="50895" y="59296"/>
                  <a:pt x="50895" y="38172"/>
                </a:cubicBezTo>
                <a:cubicBezTo>
                  <a:pt x="50895" y="17171"/>
                  <a:pt x="28042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C7ECE3-3F77-4694-9772-6BED184E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952" y="1651677"/>
            <a:ext cx="47189" cy="76343"/>
          </a:xfrm>
          <a:custGeom xmlns:a="http://schemas.openxmlformats.org/drawingml/2006/main">
            <a:pathLst>
              <a:path w="47189" h="76343" fill="none">
                <a:moveTo>
                  <a:pt x="47189" y="0"/>
                </a:moveTo>
                <a:cubicBezTo>
                  <a:pt x="21124" y="0"/>
                  <a:pt x="0" y="17171"/>
                  <a:pt x="0" y="38172"/>
                </a:cubicBezTo>
                <a:cubicBezTo>
                  <a:pt x="0" y="59296"/>
                  <a:pt x="21124" y="76343"/>
                  <a:pt x="47189" y="763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1E3EFC-BAC2-4A24-A480-452E4820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56" y="1528391"/>
            <a:ext cx="240518" cy="242865"/>
          </a:xfrm>
          <a:custGeom xmlns:a="http://schemas.openxmlformats.org/drawingml/2006/main">
            <a:pathLst>
              <a:path w="240518" h="242865">
                <a:moveTo>
                  <a:pt x="120321" y="0"/>
                </a:moveTo>
                <a:cubicBezTo>
                  <a:pt x="186658" y="0"/>
                  <a:pt x="240518" y="54354"/>
                  <a:pt x="240518" y="121433"/>
                </a:cubicBezTo>
                <a:cubicBezTo>
                  <a:pt x="240518" y="188511"/>
                  <a:pt x="186658" y="242865"/>
                  <a:pt x="120321" y="242865"/>
                </a:cubicBezTo>
                <a:cubicBezTo>
                  <a:pt x="53860" y="242865"/>
                  <a:pt x="0" y="188511"/>
                  <a:pt x="0" y="121433"/>
                </a:cubicBezTo>
                <a:cubicBezTo>
                  <a:pt x="0" y="54354"/>
                  <a:pt x="53860" y="0"/>
                  <a:pt x="120321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5CAC24-5CD7-411E-BB56-ACC7C167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56" y="1528391"/>
            <a:ext cx="240518" cy="242865"/>
          </a:xfrm>
          <a:custGeom xmlns:a="http://schemas.openxmlformats.org/drawingml/2006/main">
            <a:pathLst>
              <a:path w="240518" h="242865" fill="none">
                <a:moveTo>
                  <a:pt x="120321" y="0"/>
                </a:moveTo>
                <a:cubicBezTo>
                  <a:pt x="53860" y="0"/>
                  <a:pt x="0" y="54354"/>
                  <a:pt x="0" y="121433"/>
                </a:cubicBezTo>
                <a:cubicBezTo>
                  <a:pt x="0" y="188511"/>
                  <a:pt x="53860" y="242865"/>
                  <a:pt x="120321" y="242865"/>
                </a:cubicBezTo>
                <a:cubicBezTo>
                  <a:pt x="186658" y="242865"/>
                  <a:pt x="240518" y="188511"/>
                  <a:pt x="240518" y="121433"/>
                </a:cubicBezTo>
                <a:cubicBezTo>
                  <a:pt x="240518" y="54354"/>
                  <a:pt x="186658" y="0"/>
                  <a:pt x="12032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B71CE3-49BC-43B7-AECE-F0ADBBF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578" y="1651677"/>
            <a:ext cx="75602" cy="10"/>
          </a:xfrm>
          <a:custGeom xmlns:a="http://schemas.openxmlformats.org/drawingml/2006/main">
            <a:pathLst>
              <a:path w="75602" h="1" fill="none">
                <a:moveTo>
                  <a:pt x="7560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5B989-3CE0-4D4B-A529-470F8947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574" y="1652171"/>
            <a:ext cx="80173" cy="10"/>
          </a:xfrm>
          <a:custGeom xmlns:a="http://schemas.openxmlformats.org/drawingml/2006/main">
            <a:pathLst>
              <a:path w="80173" h="1" fill="none">
                <a:moveTo>
                  <a:pt x="0" y="0"/>
                </a:moveTo>
                <a:lnTo>
                  <a:pt x="801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EE9CB4-D817-4984-A01C-98271361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142" y="1575334"/>
            <a:ext cx="50895" cy="76343"/>
          </a:xfrm>
          <a:custGeom xmlns:a="http://schemas.openxmlformats.org/drawingml/2006/main">
            <a:pathLst>
              <a:path w="50895" h="76343" fill="none">
                <a:moveTo>
                  <a:pt x="0" y="76343"/>
                </a:moveTo>
                <a:cubicBezTo>
                  <a:pt x="28042" y="76343"/>
                  <a:pt x="50895" y="59296"/>
                  <a:pt x="50895" y="38172"/>
                </a:cubicBezTo>
                <a:cubicBezTo>
                  <a:pt x="50895" y="17171"/>
                  <a:pt x="28042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0070F7-A78E-473D-A214-5DDA7DC9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952" y="1651677"/>
            <a:ext cx="47189" cy="76343"/>
          </a:xfrm>
          <a:custGeom xmlns:a="http://schemas.openxmlformats.org/drawingml/2006/main">
            <a:pathLst>
              <a:path w="47189" h="76343" fill="none">
                <a:moveTo>
                  <a:pt x="47189" y="0"/>
                </a:moveTo>
                <a:cubicBezTo>
                  <a:pt x="21124" y="0"/>
                  <a:pt x="0" y="17171"/>
                  <a:pt x="0" y="38172"/>
                </a:cubicBezTo>
                <a:cubicBezTo>
                  <a:pt x="0" y="59296"/>
                  <a:pt x="21124" y="76343"/>
                  <a:pt x="47189" y="763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0E538F-7C2C-4B64-898D-906BE95D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247" y="879845"/>
            <a:ext cx="982331" cy="1482"/>
          </a:xfrm>
          <a:custGeom xmlns:a="http://schemas.openxmlformats.org/drawingml/2006/main">
            <a:pathLst>
              <a:path w="982331" h="1482" fill="none">
                <a:moveTo>
                  <a:pt x="0" y="0"/>
                </a:moveTo>
                <a:lnTo>
                  <a:pt x="982331" y="1482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73BA6D-DA30-4325-92A3-14DDB2F4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247" y="1294420"/>
            <a:ext cx="982331" cy="10"/>
          </a:xfrm>
          <a:custGeom xmlns:a="http://schemas.openxmlformats.org/drawingml/2006/main">
            <a:pathLst>
              <a:path w="982331" h="1" fill="none">
                <a:moveTo>
                  <a:pt x="0" y="0"/>
                </a:moveTo>
                <a:lnTo>
                  <a:pt x="982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AEFAD7-9078-4667-AC9A-C6809E89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247" y="1650194"/>
            <a:ext cx="982331" cy="1482"/>
          </a:xfrm>
          <a:custGeom xmlns:a="http://schemas.openxmlformats.org/drawingml/2006/main">
            <a:pathLst>
              <a:path w="982331" h="1482" fill="none">
                <a:moveTo>
                  <a:pt x="0" y="0"/>
                </a:moveTo>
                <a:lnTo>
                  <a:pt x="982331" y="1482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150B9D-1F80-4530-B71A-AFE726D0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103" y="886516"/>
            <a:ext cx="1235" cy="765655"/>
          </a:xfrm>
          <a:custGeom xmlns:a="http://schemas.openxmlformats.org/drawingml/2006/main">
            <a:pathLst>
              <a:path w="1235" h="765655" fill="none">
                <a:moveTo>
                  <a:pt x="1235" y="0"/>
                </a:moveTo>
                <a:lnTo>
                  <a:pt x="0" y="765655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348611-0353-44EA-87DF-532B995F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747" y="881822"/>
            <a:ext cx="117356" cy="10"/>
          </a:xfrm>
          <a:custGeom xmlns:a="http://schemas.openxmlformats.org/drawingml/2006/main">
            <a:pathLst>
              <a:path w="117356" h="1" fill="none">
                <a:moveTo>
                  <a:pt x="0" y="0"/>
                </a:moveTo>
                <a:lnTo>
                  <a:pt x="1173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427607-60A6-4800-8864-D1BBA77E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747" y="1295038"/>
            <a:ext cx="117356" cy="10"/>
          </a:xfrm>
          <a:custGeom xmlns:a="http://schemas.openxmlformats.org/drawingml/2006/main">
            <a:pathLst>
              <a:path w="117356" h="1" fill="none">
                <a:moveTo>
                  <a:pt x="0" y="0"/>
                </a:moveTo>
                <a:lnTo>
                  <a:pt x="1173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2C291F-0536-44D3-B06D-B31CF5B7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747" y="1652171"/>
            <a:ext cx="117356" cy="10"/>
          </a:xfrm>
          <a:custGeom xmlns:a="http://schemas.openxmlformats.org/drawingml/2006/main">
            <a:pathLst>
              <a:path w="117356" h="1" fill="none">
                <a:moveTo>
                  <a:pt x="0" y="0"/>
                </a:moveTo>
                <a:lnTo>
                  <a:pt x="1173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34" name="Text Grid">
            <a:extLst xmlns:a="http://schemas.openxmlformats.org/drawingml/2006/main">
              <a:ext uri="{FF2B5EF4-FFF2-40B4-BE49-F238E27FC236}">
                <a16:creationId xmlns:a16="http://schemas.microsoft.com/office/drawing/2014/main" id="{8F48771F-E766-4D4F-9784-3A400644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554" y="599327"/>
            <a:ext cx="224893" cy="86909"/>
          </a:xfrm>
          <a:custGeom xmlns:a="http://schemas.openxmlformats.org/drawingml/2006/main">
            <a:pathLst>
              <a:path w="224893" h="86909">
                <a:moveTo>
                  <a:pt x="37912" y="86909"/>
                </a:moveTo>
                <a:cubicBezTo>
                  <a:pt x="25884" y="86909"/>
                  <a:pt x="16558" y="83126"/>
                  <a:pt x="9935" y="75559"/>
                </a:cubicBezTo>
                <a:cubicBezTo>
                  <a:pt x="3312" y="67992"/>
                  <a:pt x="0" y="57409"/>
                  <a:pt x="0" y="43808"/>
                </a:cubicBezTo>
                <a:cubicBezTo>
                  <a:pt x="0" y="30129"/>
                  <a:pt x="3243" y="19644"/>
                  <a:pt x="9729" y="12352"/>
                </a:cubicBezTo>
                <a:cubicBezTo>
                  <a:pt x="16214" y="5061"/>
                  <a:pt x="25471" y="1415"/>
                  <a:pt x="37499" y="1415"/>
                </a:cubicBezTo>
                <a:cubicBezTo>
                  <a:pt x="45793" y="1415"/>
                  <a:pt x="52613" y="3056"/>
                  <a:pt x="57959" y="6338"/>
                </a:cubicBezTo>
                <a:cubicBezTo>
                  <a:pt x="63305" y="9621"/>
                  <a:pt x="67216" y="14622"/>
                  <a:pt x="69692" y="21344"/>
                </a:cubicBezTo>
                <a:lnTo>
                  <a:pt x="56485" y="25353"/>
                </a:lnTo>
                <a:cubicBezTo>
                  <a:pt x="53419" y="17020"/>
                  <a:pt x="47032" y="12854"/>
                  <a:pt x="37323" y="12854"/>
                </a:cubicBezTo>
                <a:cubicBezTo>
                  <a:pt x="29854" y="12854"/>
                  <a:pt x="24184" y="15516"/>
                  <a:pt x="20312" y="20841"/>
                </a:cubicBezTo>
                <a:cubicBezTo>
                  <a:pt x="16440" y="26166"/>
                  <a:pt x="14505" y="33820"/>
                  <a:pt x="14505" y="43803"/>
                </a:cubicBezTo>
                <a:cubicBezTo>
                  <a:pt x="14505" y="53786"/>
                  <a:pt x="16578" y="61567"/>
                  <a:pt x="20725" y="67148"/>
                </a:cubicBezTo>
                <a:cubicBezTo>
                  <a:pt x="24872" y="72728"/>
                  <a:pt x="30640" y="75519"/>
                  <a:pt x="38030" y="75519"/>
                </a:cubicBezTo>
                <a:cubicBezTo>
                  <a:pt x="45695" y="75519"/>
                  <a:pt x="52083" y="73084"/>
                  <a:pt x="57193" y="68215"/>
                </a:cubicBezTo>
                <a:lnTo>
                  <a:pt x="57193" y="53607"/>
                </a:lnTo>
                <a:lnTo>
                  <a:pt x="37617" y="53607"/>
                </a:lnTo>
                <a:lnTo>
                  <a:pt x="37617" y="43042"/>
                </a:lnTo>
                <a:lnTo>
                  <a:pt x="70636" y="43042"/>
                </a:lnTo>
                <a:lnTo>
                  <a:pt x="70636" y="73348"/>
                </a:lnTo>
                <a:cubicBezTo>
                  <a:pt x="66980" y="77475"/>
                  <a:pt x="62244" y="80767"/>
                  <a:pt x="56426" y="83224"/>
                </a:cubicBezTo>
                <a:cubicBezTo>
                  <a:pt x="50609" y="85681"/>
                  <a:pt x="44437" y="86909"/>
                  <a:pt x="37912" y="86909"/>
                </a:cubicBezTo>
                <a:close/>
                <a:moveTo>
                  <a:pt x="114259" y="35329"/>
                </a:moveTo>
                <a:cubicBezTo>
                  <a:pt x="109844" y="35329"/>
                  <a:pt x="106316" y="37265"/>
                  <a:pt x="103675" y="41137"/>
                </a:cubicBezTo>
                <a:cubicBezTo>
                  <a:pt x="101034" y="45007"/>
                  <a:pt x="99714" y="50224"/>
                  <a:pt x="99714" y="56785"/>
                </a:cubicBezTo>
                <a:lnTo>
                  <a:pt x="99714" y="85730"/>
                </a:lnTo>
                <a:lnTo>
                  <a:pt x="86152" y="85730"/>
                </a:lnTo>
                <a:lnTo>
                  <a:pt x="86152" y="40168"/>
                </a:lnTo>
                <a:cubicBezTo>
                  <a:pt x="86152" y="33794"/>
                  <a:pt x="85995" y="28816"/>
                  <a:pt x="85681" y="25236"/>
                </a:cubicBezTo>
                <a:lnTo>
                  <a:pt x="98650" y="25236"/>
                </a:lnTo>
                <a:cubicBezTo>
                  <a:pt x="99045" y="29952"/>
                  <a:pt x="99242" y="34512"/>
                  <a:pt x="99242" y="38915"/>
                </a:cubicBezTo>
                <a:lnTo>
                  <a:pt x="99478" y="38915"/>
                </a:lnTo>
                <a:cubicBezTo>
                  <a:pt x="101371" y="33355"/>
                  <a:pt x="103558" y="29489"/>
                  <a:pt x="106041" y="27316"/>
                </a:cubicBezTo>
                <a:cubicBezTo>
                  <a:pt x="108525" y="25143"/>
                  <a:pt x="111796" y="24056"/>
                  <a:pt x="115856" y="24056"/>
                </a:cubicBezTo>
                <a:cubicBezTo>
                  <a:pt x="117708" y="24056"/>
                  <a:pt x="119246" y="24312"/>
                  <a:pt x="120468" y="24823"/>
                </a:cubicBezTo>
                <a:lnTo>
                  <a:pt x="120468" y="35966"/>
                </a:lnTo>
                <a:cubicBezTo>
                  <a:pt x="118457" y="35541"/>
                  <a:pt x="116387" y="35329"/>
                  <a:pt x="114259" y="35329"/>
                </a:cubicBezTo>
                <a:close/>
                <a:moveTo>
                  <a:pt x="132519" y="11626"/>
                </a:moveTo>
                <a:lnTo>
                  <a:pt x="132519" y="0"/>
                </a:lnTo>
                <a:lnTo>
                  <a:pt x="146021" y="0"/>
                </a:lnTo>
                <a:lnTo>
                  <a:pt x="146021" y="11626"/>
                </a:lnTo>
                <a:lnTo>
                  <a:pt x="132519" y="11626"/>
                </a:lnTo>
                <a:moveTo>
                  <a:pt x="132519" y="85730"/>
                </a:moveTo>
                <a:lnTo>
                  <a:pt x="132519" y="25236"/>
                </a:lnTo>
                <a:lnTo>
                  <a:pt x="146080" y="25236"/>
                </a:lnTo>
                <a:lnTo>
                  <a:pt x="146080" y="85730"/>
                </a:lnTo>
                <a:lnTo>
                  <a:pt x="132519" y="85730"/>
                </a:lnTo>
                <a:close/>
                <a:moveTo>
                  <a:pt x="179728" y="55365"/>
                </a:moveTo>
                <a:cubicBezTo>
                  <a:pt x="179728" y="69744"/>
                  <a:pt x="184740" y="76934"/>
                  <a:pt x="194763" y="76934"/>
                </a:cubicBezTo>
                <a:cubicBezTo>
                  <a:pt x="200070" y="76934"/>
                  <a:pt x="204099" y="75097"/>
                  <a:pt x="206851" y="71424"/>
                </a:cubicBezTo>
                <a:cubicBezTo>
                  <a:pt x="209602" y="67750"/>
                  <a:pt x="210978" y="62417"/>
                  <a:pt x="210978" y="55424"/>
                </a:cubicBezTo>
                <a:cubicBezTo>
                  <a:pt x="210978" y="48431"/>
                  <a:pt x="209622" y="43117"/>
                  <a:pt x="206910" y="39484"/>
                </a:cubicBezTo>
                <a:cubicBezTo>
                  <a:pt x="204197" y="35849"/>
                  <a:pt x="200208" y="34032"/>
                  <a:pt x="194940" y="34032"/>
                </a:cubicBezTo>
                <a:cubicBezTo>
                  <a:pt x="184799" y="34032"/>
                  <a:pt x="179728" y="41143"/>
                  <a:pt x="179728" y="55365"/>
                </a:cubicBezTo>
                <a:moveTo>
                  <a:pt x="165578" y="55542"/>
                </a:moveTo>
                <a:cubicBezTo>
                  <a:pt x="165578" y="45754"/>
                  <a:pt x="167860" y="38060"/>
                  <a:pt x="172426" y="32458"/>
                </a:cubicBezTo>
                <a:cubicBezTo>
                  <a:pt x="176992" y="26857"/>
                  <a:pt x="183407" y="24056"/>
                  <a:pt x="191672" y="24056"/>
                </a:cubicBezTo>
                <a:cubicBezTo>
                  <a:pt x="196159" y="24056"/>
                  <a:pt x="199937" y="24882"/>
                  <a:pt x="203007" y="26533"/>
                </a:cubicBezTo>
                <a:cubicBezTo>
                  <a:pt x="206078" y="28184"/>
                  <a:pt x="208676" y="30896"/>
                  <a:pt x="210801" y="34669"/>
                </a:cubicBezTo>
                <a:lnTo>
                  <a:pt x="211037" y="34669"/>
                </a:lnTo>
                <a:cubicBezTo>
                  <a:pt x="210958" y="33097"/>
                  <a:pt x="210889" y="31535"/>
                  <a:pt x="210830" y="29982"/>
                </a:cubicBezTo>
                <a:cubicBezTo>
                  <a:pt x="210771" y="28429"/>
                  <a:pt x="210742" y="26867"/>
                  <a:pt x="210742" y="25294"/>
                </a:cubicBezTo>
                <a:lnTo>
                  <a:pt x="210742" y="0"/>
                </a:lnTo>
                <a:lnTo>
                  <a:pt x="224421" y="0"/>
                </a:lnTo>
                <a:lnTo>
                  <a:pt x="224421" y="72228"/>
                </a:lnTo>
                <a:cubicBezTo>
                  <a:pt x="224421" y="76355"/>
                  <a:pt x="224578" y="80856"/>
                  <a:pt x="224893" y="85730"/>
                </a:cubicBezTo>
                <a:lnTo>
                  <a:pt x="211571" y="85730"/>
                </a:lnTo>
                <a:cubicBezTo>
                  <a:pt x="211413" y="85137"/>
                  <a:pt x="211254" y="83536"/>
                  <a:pt x="211096" y="80926"/>
                </a:cubicBezTo>
                <a:cubicBezTo>
                  <a:pt x="210939" y="78317"/>
                  <a:pt x="210860" y="76499"/>
                  <a:pt x="210860" y="75471"/>
                </a:cubicBezTo>
                <a:lnTo>
                  <a:pt x="210624" y="75471"/>
                </a:lnTo>
                <a:cubicBezTo>
                  <a:pt x="206649" y="83018"/>
                  <a:pt x="200214" y="86791"/>
                  <a:pt x="191318" y="86791"/>
                </a:cubicBezTo>
                <a:cubicBezTo>
                  <a:pt x="183092" y="86791"/>
                  <a:pt x="176745" y="84118"/>
                  <a:pt x="172277" y="78773"/>
                </a:cubicBezTo>
                <a:cubicBezTo>
                  <a:pt x="167811" y="73427"/>
                  <a:pt x="165578" y="65683"/>
                  <a:pt x="165578" y="555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9A4498-383B-47C7-AC01-BC6F5D1C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94" y="864651"/>
            <a:ext cx="35083" cy="34960"/>
          </a:xfrm>
          <a:custGeom xmlns:a="http://schemas.openxmlformats.org/drawingml/2006/main">
            <a:pathLst>
              <a:path w="35083" h="34960">
                <a:moveTo>
                  <a:pt x="35083" y="17418"/>
                </a:moveTo>
                <a:cubicBezTo>
                  <a:pt x="35083" y="27177"/>
                  <a:pt x="27177" y="34960"/>
                  <a:pt x="17542" y="34960"/>
                </a:cubicBezTo>
                <a:cubicBezTo>
                  <a:pt x="7906" y="34960"/>
                  <a:pt x="0" y="27177"/>
                  <a:pt x="0" y="17418"/>
                </a:cubicBezTo>
                <a:cubicBezTo>
                  <a:pt x="0" y="7783"/>
                  <a:pt x="7906" y="0"/>
                  <a:pt x="17542" y="0"/>
                </a:cubicBezTo>
                <a:cubicBezTo>
                  <a:pt x="27177" y="0"/>
                  <a:pt x="35083" y="7783"/>
                  <a:pt x="35083" y="174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8E8231-2C9E-4F85-86FC-733BE8A3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94" y="864651"/>
            <a:ext cx="35083" cy="34960"/>
          </a:xfrm>
          <a:custGeom xmlns:a="http://schemas.openxmlformats.org/drawingml/2006/main">
            <a:pathLst>
              <a:path w="35083" h="34960" fill="none">
                <a:moveTo>
                  <a:pt x="35083" y="17418"/>
                </a:moveTo>
                <a:cubicBezTo>
                  <a:pt x="35083" y="7783"/>
                  <a:pt x="27177" y="0"/>
                  <a:pt x="17542" y="0"/>
                </a:cubicBezTo>
                <a:cubicBezTo>
                  <a:pt x="7906" y="0"/>
                  <a:pt x="0" y="7783"/>
                  <a:pt x="0" y="17418"/>
                </a:cubicBezTo>
                <a:cubicBezTo>
                  <a:pt x="0" y="27177"/>
                  <a:pt x="7906" y="34960"/>
                  <a:pt x="17542" y="34960"/>
                </a:cubicBezTo>
                <a:cubicBezTo>
                  <a:pt x="27177" y="34960"/>
                  <a:pt x="35083" y="27177"/>
                  <a:pt x="35083" y="1741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24EF56-6964-4A95-B5DA-D1D13E2B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769" y="861933"/>
            <a:ext cx="35083" cy="35083"/>
          </a:xfrm>
          <a:custGeom xmlns:a="http://schemas.openxmlformats.org/drawingml/2006/main">
            <a:pathLst>
              <a:path w="35083" h="35083">
                <a:moveTo>
                  <a:pt x="35083" y="17542"/>
                </a:moveTo>
                <a:cubicBezTo>
                  <a:pt x="35083" y="27177"/>
                  <a:pt x="27177" y="35083"/>
                  <a:pt x="17542" y="35083"/>
                </a:cubicBezTo>
                <a:cubicBezTo>
                  <a:pt x="7906" y="35083"/>
                  <a:pt x="0" y="27177"/>
                  <a:pt x="0" y="17542"/>
                </a:cubicBezTo>
                <a:cubicBezTo>
                  <a:pt x="0" y="7906"/>
                  <a:pt x="7906" y="0"/>
                  <a:pt x="17542" y="0"/>
                </a:cubicBezTo>
                <a:cubicBezTo>
                  <a:pt x="27177" y="0"/>
                  <a:pt x="35083" y="7906"/>
                  <a:pt x="35083" y="175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1092D7-D10A-4641-AFBE-846E1FD1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769" y="861933"/>
            <a:ext cx="35083" cy="35083"/>
          </a:xfrm>
          <a:custGeom xmlns:a="http://schemas.openxmlformats.org/drawingml/2006/main">
            <a:pathLst>
              <a:path w="35083" h="35083" fill="none">
                <a:moveTo>
                  <a:pt x="35083" y="17542"/>
                </a:moveTo>
                <a:cubicBezTo>
                  <a:pt x="35083" y="7906"/>
                  <a:pt x="27177" y="0"/>
                  <a:pt x="17542" y="0"/>
                </a:cubicBezTo>
                <a:cubicBezTo>
                  <a:pt x="7906" y="0"/>
                  <a:pt x="0" y="7906"/>
                  <a:pt x="0" y="17542"/>
                </a:cubicBezTo>
                <a:cubicBezTo>
                  <a:pt x="0" y="27177"/>
                  <a:pt x="7906" y="35083"/>
                  <a:pt x="17542" y="35083"/>
                </a:cubicBezTo>
                <a:cubicBezTo>
                  <a:pt x="27177" y="35083"/>
                  <a:pt x="35083" y="27177"/>
                  <a:pt x="35083" y="1754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8347DD-F737-46ED-8A24-5AF9A98D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136" y="897016"/>
            <a:ext cx="10" cy="1137859"/>
          </a:xfrm>
          <a:custGeom xmlns:a="http://schemas.openxmlformats.org/drawingml/2006/main">
            <a:pathLst>
              <a:path w="1" h="1137859" fill="none">
                <a:moveTo>
                  <a:pt x="0" y="0"/>
                </a:moveTo>
                <a:lnTo>
                  <a:pt x="0" y="1137859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9ECF6E-FE56-49FE-8639-87636169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311" y="899610"/>
            <a:ext cx="10" cy="1155400"/>
          </a:xfrm>
          <a:custGeom xmlns:a="http://schemas.openxmlformats.org/drawingml/2006/main">
            <a:pathLst>
              <a:path w="1" h="1155400" fill="none">
                <a:moveTo>
                  <a:pt x="0" y="0"/>
                </a:moveTo>
                <a:lnTo>
                  <a:pt x="0" y="115540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A8D22A-847A-4B4C-A9C6-B4B05EE3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9360" y="1698619"/>
            <a:ext cx="10" cy="1356277"/>
          </a:xfrm>
          <a:custGeom xmlns:a="http://schemas.openxmlformats.org/drawingml/2006/main">
            <a:pathLst>
              <a:path w="1" h="1356277" fill="none">
                <a:moveTo>
                  <a:pt x="0" y="0"/>
                </a:moveTo>
                <a:lnTo>
                  <a:pt x="0" y="1356277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586650-64C8-4CEF-ABBC-3356E276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929" y="879474"/>
            <a:ext cx="1359" cy="1145765"/>
          </a:xfrm>
          <a:custGeom xmlns:a="http://schemas.openxmlformats.org/drawingml/2006/main">
            <a:pathLst>
              <a:path w="1359" h="1145765" fill="none">
                <a:moveTo>
                  <a:pt x="0" y="0"/>
                </a:moveTo>
                <a:lnTo>
                  <a:pt x="1359" y="1145765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4D79E7-6FBA-4973-A8F0-3F146FC0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511" y="861933"/>
            <a:ext cx="34960" cy="35083"/>
          </a:xfrm>
          <a:custGeom xmlns:a="http://schemas.openxmlformats.org/drawingml/2006/main">
            <a:pathLst>
              <a:path w="34960" h="35083">
                <a:moveTo>
                  <a:pt x="34960" y="17542"/>
                </a:moveTo>
                <a:cubicBezTo>
                  <a:pt x="34960" y="27177"/>
                  <a:pt x="27177" y="35083"/>
                  <a:pt x="17418" y="35083"/>
                </a:cubicBezTo>
                <a:cubicBezTo>
                  <a:pt x="7783" y="35083"/>
                  <a:pt x="0" y="27177"/>
                  <a:pt x="0" y="17542"/>
                </a:cubicBezTo>
                <a:cubicBezTo>
                  <a:pt x="0" y="7906"/>
                  <a:pt x="7783" y="0"/>
                  <a:pt x="17418" y="0"/>
                </a:cubicBezTo>
                <a:cubicBezTo>
                  <a:pt x="27177" y="0"/>
                  <a:pt x="34960" y="7906"/>
                  <a:pt x="34960" y="175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2127BB-CA05-4F24-9406-1F0E6509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511" y="861933"/>
            <a:ext cx="34960" cy="35083"/>
          </a:xfrm>
          <a:custGeom xmlns:a="http://schemas.openxmlformats.org/drawingml/2006/main">
            <a:pathLst>
              <a:path w="34960" h="35083" fill="none">
                <a:moveTo>
                  <a:pt x="34960" y="17542"/>
                </a:moveTo>
                <a:cubicBezTo>
                  <a:pt x="34960" y="7906"/>
                  <a:pt x="27177" y="0"/>
                  <a:pt x="17418" y="0"/>
                </a:cubicBezTo>
                <a:cubicBezTo>
                  <a:pt x="7783" y="0"/>
                  <a:pt x="0" y="7906"/>
                  <a:pt x="0" y="17542"/>
                </a:cubicBezTo>
                <a:cubicBezTo>
                  <a:pt x="0" y="27177"/>
                  <a:pt x="7783" y="35083"/>
                  <a:pt x="17418" y="35083"/>
                </a:cubicBezTo>
                <a:cubicBezTo>
                  <a:pt x="27177" y="35083"/>
                  <a:pt x="34960" y="27177"/>
                  <a:pt x="34960" y="1754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14F693-8B73-4576-B0BF-70D0F579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777" y="740994"/>
            <a:ext cx="140086" cy="1050521"/>
          </a:xfrm>
          <a:custGeom xmlns:a="http://schemas.openxmlformats.org/drawingml/2006/main">
            <a:pathLst>
              <a:path w="140086" h="1050521" fill="none">
                <a:moveTo>
                  <a:pt x="140086" y="525261"/>
                </a:moveTo>
                <a:cubicBezTo>
                  <a:pt x="140086" y="235206"/>
                  <a:pt x="108709" y="0"/>
                  <a:pt x="70043" y="0"/>
                </a:cubicBezTo>
                <a:cubicBezTo>
                  <a:pt x="31377" y="0"/>
                  <a:pt x="0" y="235206"/>
                  <a:pt x="0" y="525261"/>
                </a:cubicBezTo>
                <a:cubicBezTo>
                  <a:pt x="0" y="815315"/>
                  <a:pt x="31377" y="1050521"/>
                  <a:pt x="70043" y="1050521"/>
                </a:cubicBezTo>
                <a:cubicBezTo>
                  <a:pt x="108709" y="1050521"/>
                  <a:pt x="140086" y="815315"/>
                  <a:pt x="140086" y="5252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custDash>
              <a:ds d="700000" sp="500000"/>
            </a:custDash>
            <a:round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3737A-620D-4455-B367-E2D348CD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233" y="1792380"/>
            <a:ext cx="10" cy="232859"/>
          </a:xfrm>
          <a:custGeom xmlns:a="http://schemas.openxmlformats.org/drawingml/2006/main">
            <a:pathLst>
              <a:path w="1" h="232859" fill="none">
                <a:moveTo>
                  <a:pt x="0" y="0"/>
                </a:moveTo>
                <a:lnTo>
                  <a:pt x="0" y="232859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5E5035-FFA1-49F6-83C9-E34C623B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4929" y="2025239"/>
            <a:ext cx="42001" cy="77084"/>
          </a:xfrm>
          <a:custGeom xmlns:a="http://schemas.openxmlformats.org/drawingml/2006/main">
            <a:pathLst>
              <a:path w="42001" h="77084">
                <a:moveTo>
                  <a:pt x="0" y="0"/>
                </a:moveTo>
                <a:lnTo>
                  <a:pt x="42001" y="0"/>
                </a:lnTo>
                <a:lnTo>
                  <a:pt x="21001" y="770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D32DF-BBA2-460A-BE34-42EEFD9E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4929" y="2025239"/>
            <a:ext cx="42001" cy="77084"/>
          </a:xfrm>
          <a:custGeom xmlns:a="http://schemas.openxmlformats.org/drawingml/2006/main">
            <a:pathLst>
              <a:path w="42001" h="77084" fill="none">
                <a:moveTo>
                  <a:pt x="0" y="0"/>
                </a:moveTo>
                <a:lnTo>
                  <a:pt x="42001" y="0"/>
                </a:lnTo>
                <a:lnTo>
                  <a:pt x="21001" y="770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265" cap="rnd">
            <a:solidFill>
              <a:srgbClr val="000000"/>
            </a:solidFill>
            <a:round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38730F-268F-44C6-9276-74A40FBE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112" y="1702449"/>
            <a:ext cx="42001" cy="76961"/>
          </a:xfrm>
          <a:custGeom xmlns:a="http://schemas.openxmlformats.org/drawingml/2006/main">
            <a:pathLst>
              <a:path w="42001" h="76961">
                <a:moveTo>
                  <a:pt x="42001" y="76961"/>
                </a:moveTo>
                <a:lnTo>
                  <a:pt x="0" y="76961"/>
                </a:lnTo>
                <a:lnTo>
                  <a:pt x="21001" y="0"/>
                </a:lnTo>
                <a:lnTo>
                  <a:pt x="42001" y="769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EB2693-34F6-46BE-9F76-35546BE6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112" y="1702449"/>
            <a:ext cx="42001" cy="76961"/>
          </a:xfrm>
          <a:custGeom xmlns:a="http://schemas.openxmlformats.org/drawingml/2006/main">
            <a:pathLst>
              <a:path w="42001" h="76961" fill="none">
                <a:moveTo>
                  <a:pt x="42001" y="76961"/>
                </a:moveTo>
                <a:lnTo>
                  <a:pt x="0" y="76961"/>
                </a:lnTo>
                <a:lnTo>
                  <a:pt x="21001" y="0"/>
                </a:lnTo>
                <a:lnTo>
                  <a:pt x="42001" y="7696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265" cap="rnd">
            <a:solidFill>
              <a:srgbClr val="000000"/>
            </a:solidFill>
            <a:round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4B8854-0343-4363-BAFA-C32238FF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135" y="2034875"/>
            <a:ext cx="42001" cy="77084"/>
          </a:xfrm>
          <a:custGeom xmlns:a="http://schemas.openxmlformats.org/drawingml/2006/main">
            <a:pathLst>
              <a:path w="42001" h="77084">
                <a:moveTo>
                  <a:pt x="0" y="0"/>
                </a:moveTo>
                <a:lnTo>
                  <a:pt x="42001" y="0"/>
                </a:lnTo>
                <a:lnTo>
                  <a:pt x="21001" y="770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B36AF4-4F3D-4235-A4DB-CC5AEFD7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135" y="2034875"/>
            <a:ext cx="42001" cy="77084"/>
          </a:xfrm>
          <a:custGeom xmlns:a="http://schemas.openxmlformats.org/drawingml/2006/main">
            <a:pathLst>
              <a:path w="42001" h="77084" fill="none">
                <a:moveTo>
                  <a:pt x="0" y="0"/>
                </a:moveTo>
                <a:lnTo>
                  <a:pt x="42001" y="0"/>
                </a:lnTo>
                <a:lnTo>
                  <a:pt x="21001" y="770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265" cap="rnd">
            <a:solidFill>
              <a:srgbClr val="000000"/>
            </a:solidFill>
            <a:round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67F110-E9F0-4957-A178-8C6A55FC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310" y="2034875"/>
            <a:ext cx="42001" cy="77084"/>
          </a:xfrm>
          <a:custGeom xmlns:a="http://schemas.openxmlformats.org/drawingml/2006/main">
            <a:pathLst>
              <a:path w="42001" h="77084">
                <a:moveTo>
                  <a:pt x="0" y="0"/>
                </a:moveTo>
                <a:lnTo>
                  <a:pt x="42001" y="0"/>
                </a:lnTo>
                <a:lnTo>
                  <a:pt x="21001" y="770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0902AC-3375-4150-A399-B1A14A3C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310" y="2034875"/>
            <a:ext cx="42001" cy="77084"/>
          </a:xfrm>
          <a:custGeom xmlns:a="http://schemas.openxmlformats.org/drawingml/2006/main">
            <a:pathLst>
              <a:path w="42001" h="77084" fill="none">
                <a:moveTo>
                  <a:pt x="0" y="0"/>
                </a:moveTo>
                <a:lnTo>
                  <a:pt x="42001" y="0"/>
                </a:lnTo>
                <a:lnTo>
                  <a:pt x="21001" y="770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265" cap="rnd">
            <a:solidFill>
              <a:srgbClr val="000000"/>
            </a:solidFill>
            <a:round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4E4992-89A8-4B05-AA94-4B0C3A03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366" y="2462075"/>
            <a:ext cx="10" cy="362445"/>
          </a:xfrm>
          <a:custGeom xmlns:a="http://schemas.openxmlformats.org/drawingml/2006/main">
            <a:pathLst>
              <a:path w="1" h="362445" fill="none">
                <a:moveTo>
                  <a:pt x="0" y="3624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F2F71B-DA14-43E9-9EF6-6E5FE1EF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233" y="2462075"/>
            <a:ext cx="10" cy="341135"/>
          </a:xfrm>
          <a:custGeom xmlns:a="http://schemas.openxmlformats.org/drawingml/2006/main">
            <a:pathLst>
              <a:path w="1" h="341135" fill="none">
                <a:moveTo>
                  <a:pt x="0" y="34113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E3614F-BBA4-4987-8A29-0EAABA2B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233" y="2792265"/>
            <a:ext cx="42001" cy="77035"/>
          </a:xfrm>
          <a:custGeom xmlns:a="http://schemas.openxmlformats.org/drawingml/2006/main">
            <a:pathLst>
              <a:path w="42001" h="77035">
                <a:moveTo>
                  <a:pt x="0" y="0"/>
                </a:moveTo>
                <a:lnTo>
                  <a:pt x="42001" y="0"/>
                </a:lnTo>
                <a:lnTo>
                  <a:pt x="21001" y="770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928B0-7D5B-4D47-9EE1-62699A48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233" y="2792265"/>
            <a:ext cx="42001" cy="77035"/>
          </a:xfrm>
          <a:custGeom xmlns:a="http://schemas.openxmlformats.org/drawingml/2006/main">
            <a:pathLst>
              <a:path w="42001" h="77035" fill="none">
                <a:moveTo>
                  <a:pt x="0" y="0"/>
                </a:moveTo>
                <a:lnTo>
                  <a:pt x="42001" y="0"/>
                </a:lnTo>
                <a:lnTo>
                  <a:pt x="21001" y="7703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265" cap="rnd">
            <a:solidFill>
              <a:srgbClr val="000000"/>
            </a:solidFill>
            <a:round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EBCB16-6629-4CC3-9C02-8838E745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33" y="1774962"/>
            <a:ext cx="10" cy="1192386"/>
          </a:xfrm>
          <a:custGeom xmlns:a="http://schemas.openxmlformats.org/drawingml/2006/main">
            <a:pathLst>
              <a:path w="1" h="1192386" fill="none">
                <a:moveTo>
                  <a:pt x="0" y="0"/>
                </a:moveTo>
                <a:lnTo>
                  <a:pt x="0" y="1192386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ED2C99-6A2E-49C9-9DC5-798CDDE4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926" y="1707513"/>
            <a:ext cx="42001" cy="76961"/>
          </a:xfrm>
          <a:custGeom xmlns:a="http://schemas.openxmlformats.org/drawingml/2006/main">
            <a:pathLst>
              <a:path w="42001" h="76961">
                <a:moveTo>
                  <a:pt x="42001" y="76961"/>
                </a:moveTo>
                <a:lnTo>
                  <a:pt x="0" y="76961"/>
                </a:lnTo>
                <a:lnTo>
                  <a:pt x="21001" y="0"/>
                </a:lnTo>
                <a:lnTo>
                  <a:pt x="42001" y="769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E9CFD4-2D28-433C-BA75-717354F9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926" y="1707513"/>
            <a:ext cx="42001" cy="76961"/>
          </a:xfrm>
          <a:custGeom xmlns:a="http://schemas.openxmlformats.org/drawingml/2006/main">
            <a:pathLst>
              <a:path w="42001" h="76961" fill="none">
                <a:moveTo>
                  <a:pt x="42001" y="76961"/>
                </a:moveTo>
                <a:lnTo>
                  <a:pt x="0" y="76961"/>
                </a:lnTo>
                <a:lnTo>
                  <a:pt x="21001" y="0"/>
                </a:lnTo>
                <a:lnTo>
                  <a:pt x="42001" y="7696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265" cap="rnd">
            <a:solidFill>
              <a:srgbClr val="000000"/>
            </a:solidFill>
            <a:round/>
          </a:ln>
        </p:spPr>
      </p:sp>
      <p:sp>
        <p:nvSpPr>
          <p:cNvPr id="162" name="Text DC-DC">
            <a:extLst xmlns:a="http://schemas.openxmlformats.org/drawingml/2006/main">
              <a:ext uri="{FF2B5EF4-FFF2-40B4-BE49-F238E27FC236}">
                <a16:creationId xmlns:a16="http://schemas.microsoft.com/office/drawing/2014/main" id="{10D8BB8A-4B85-4BAD-8ABC-7B4BA584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779" y="539593"/>
            <a:ext cx="381951" cy="85494"/>
          </a:xfrm>
          <a:custGeom xmlns:a="http://schemas.openxmlformats.org/drawingml/2006/main">
            <a:pathLst>
              <a:path w="381951" h="85494">
                <a:moveTo>
                  <a:pt x="55778" y="42069"/>
                </a:moveTo>
                <a:cubicBezTo>
                  <a:pt x="55778" y="22403"/>
                  <a:pt x="46389" y="12570"/>
                  <a:pt x="27612" y="12570"/>
                </a:cubicBezTo>
                <a:lnTo>
                  <a:pt x="14269" y="12570"/>
                </a:lnTo>
                <a:lnTo>
                  <a:pt x="14269" y="72924"/>
                </a:lnTo>
                <a:lnTo>
                  <a:pt x="29444" y="72924"/>
                </a:lnTo>
                <a:cubicBezTo>
                  <a:pt x="37749" y="72924"/>
                  <a:pt x="44214" y="70230"/>
                  <a:pt x="48839" y="64843"/>
                </a:cubicBezTo>
                <a:cubicBezTo>
                  <a:pt x="53465" y="59454"/>
                  <a:pt x="55778" y="51863"/>
                  <a:pt x="55778" y="42069"/>
                </a:cubicBezTo>
                <a:moveTo>
                  <a:pt x="70282" y="42069"/>
                </a:moveTo>
                <a:cubicBezTo>
                  <a:pt x="70282" y="50723"/>
                  <a:pt x="68667" y="58236"/>
                  <a:pt x="65438" y="64609"/>
                </a:cubicBezTo>
                <a:cubicBezTo>
                  <a:pt x="62210" y="70980"/>
                  <a:pt x="57594" y="75858"/>
                  <a:pt x="51589" y="79241"/>
                </a:cubicBezTo>
                <a:cubicBezTo>
                  <a:pt x="45585" y="82623"/>
                  <a:pt x="38606" y="84315"/>
                  <a:pt x="30653" y="84315"/>
                </a:cubicBezTo>
                <a:lnTo>
                  <a:pt x="0" y="84315"/>
                </a:lnTo>
                <a:lnTo>
                  <a:pt x="0" y="1179"/>
                </a:lnTo>
                <a:lnTo>
                  <a:pt x="27935" y="1179"/>
                </a:lnTo>
                <a:cubicBezTo>
                  <a:pt x="41716" y="1179"/>
                  <a:pt x="52219" y="4660"/>
                  <a:pt x="59444" y="11623"/>
                </a:cubicBezTo>
                <a:cubicBezTo>
                  <a:pt x="66669" y="18585"/>
                  <a:pt x="70282" y="28734"/>
                  <a:pt x="70282" y="42069"/>
                </a:cubicBezTo>
                <a:close/>
                <a:moveTo>
                  <a:pt x="123878" y="85494"/>
                </a:moveTo>
                <a:cubicBezTo>
                  <a:pt x="112803" y="85494"/>
                  <a:pt x="104172" y="81681"/>
                  <a:pt x="97986" y="74056"/>
                </a:cubicBezTo>
                <a:cubicBezTo>
                  <a:pt x="91801" y="66430"/>
                  <a:pt x="88709" y="55876"/>
                  <a:pt x="88709" y="42393"/>
                </a:cubicBezTo>
                <a:cubicBezTo>
                  <a:pt x="88709" y="28989"/>
                  <a:pt x="91752" y="18573"/>
                  <a:pt x="97839" y="11144"/>
                </a:cubicBezTo>
                <a:cubicBezTo>
                  <a:pt x="103927" y="3715"/>
                  <a:pt x="112567" y="0"/>
                  <a:pt x="123760" y="0"/>
                </a:cubicBezTo>
                <a:cubicBezTo>
                  <a:pt x="131496" y="0"/>
                  <a:pt x="137887" y="1690"/>
                  <a:pt x="142933" y="5071"/>
                </a:cubicBezTo>
                <a:cubicBezTo>
                  <a:pt x="147981" y="8451"/>
                  <a:pt x="151781" y="13797"/>
                  <a:pt x="154333" y="21108"/>
                </a:cubicBezTo>
                <a:lnTo>
                  <a:pt x="141730" y="25589"/>
                </a:lnTo>
                <a:cubicBezTo>
                  <a:pt x="140395" y="20951"/>
                  <a:pt x="138216" y="17433"/>
                  <a:pt x="135193" y="15035"/>
                </a:cubicBezTo>
                <a:cubicBezTo>
                  <a:pt x="132170" y="12637"/>
                  <a:pt x="128459" y="11439"/>
                  <a:pt x="124062" y="11439"/>
                </a:cubicBezTo>
                <a:cubicBezTo>
                  <a:pt x="117387" y="11439"/>
                  <a:pt x="112243" y="14121"/>
                  <a:pt x="108631" y="19485"/>
                </a:cubicBezTo>
                <a:cubicBezTo>
                  <a:pt x="105019" y="24849"/>
                  <a:pt x="103213" y="32483"/>
                  <a:pt x="103213" y="42388"/>
                </a:cubicBezTo>
                <a:cubicBezTo>
                  <a:pt x="103213" y="52213"/>
                  <a:pt x="105058" y="59956"/>
                  <a:pt x="108748" y="65615"/>
                </a:cubicBezTo>
                <a:cubicBezTo>
                  <a:pt x="112440" y="71274"/>
                  <a:pt x="117505" y="74104"/>
                  <a:pt x="123944" y="74104"/>
                </a:cubicBezTo>
                <a:cubicBezTo>
                  <a:pt x="128302" y="74104"/>
                  <a:pt x="132042" y="72754"/>
                  <a:pt x="135163" y="70054"/>
                </a:cubicBezTo>
                <a:cubicBezTo>
                  <a:pt x="138285" y="67352"/>
                  <a:pt x="140591" y="63498"/>
                  <a:pt x="142084" y="58490"/>
                </a:cubicBezTo>
                <a:lnTo>
                  <a:pt x="154746" y="63454"/>
                </a:lnTo>
                <a:cubicBezTo>
                  <a:pt x="149248" y="78147"/>
                  <a:pt x="138958" y="85494"/>
                  <a:pt x="123878" y="85494"/>
                </a:cubicBezTo>
                <a:close/>
                <a:moveTo>
                  <a:pt x="168246" y="59669"/>
                </a:moveTo>
                <a:lnTo>
                  <a:pt x="168246" y="47759"/>
                </a:lnTo>
                <a:lnTo>
                  <a:pt x="202444" y="47759"/>
                </a:lnTo>
                <a:lnTo>
                  <a:pt x="202444" y="59669"/>
                </a:lnTo>
                <a:lnTo>
                  <a:pt x="168246" y="59669"/>
                </a:lnTo>
                <a:close/>
                <a:moveTo>
                  <a:pt x="283078" y="42069"/>
                </a:moveTo>
                <a:cubicBezTo>
                  <a:pt x="283078" y="22403"/>
                  <a:pt x="273689" y="12570"/>
                  <a:pt x="254913" y="12570"/>
                </a:cubicBezTo>
                <a:lnTo>
                  <a:pt x="241569" y="12570"/>
                </a:lnTo>
                <a:lnTo>
                  <a:pt x="241569" y="72924"/>
                </a:lnTo>
                <a:lnTo>
                  <a:pt x="256744" y="72924"/>
                </a:lnTo>
                <a:cubicBezTo>
                  <a:pt x="265049" y="72924"/>
                  <a:pt x="271514" y="70230"/>
                  <a:pt x="276139" y="64843"/>
                </a:cubicBezTo>
                <a:cubicBezTo>
                  <a:pt x="280765" y="59454"/>
                  <a:pt x="283078" y="51863"/>
                  <a:pt x="283078" y="42069"/>
                </a:cubicBezTo>
                <a:moveTo>
                  <a:pt x="297582" y="42069"/>
                </a:moveTo>
                <a:cubicBezTo>
                  <a:pt x="297582" y="50723"/>
                  <a:pt x="295968" y="58236"/>
                  <a:pt x="292738" y="64609"/>
                </a:cubicBezTo>
                <a:cubicBezTo>
                  <a:pt x="289510" y="70980"/>
                  <a:pt x="284894" y="75858"/>
                  <a:pt x="278890" y="79241"/>
                </a:cubicBezTo>
                <a:cubicBezTo>
                  <a:pt x="272885" y="82623"/>
                  <a:pt x="265906" y="84315"/>
                  <a:pt x="257953" y="84315"/>
                </a:cubicBezTo>
                <a:lnTo>
                  <a:pt x="227300" y="84315"/>
                </a:lnTo>
                <a:lnTo>
                  <a:pt x="227300" y="1179"/>
                </a:lnTo>
                <a:lnTo>
                  <a:pt x="255235" y="1179"/>
                </a:lnTo>
                <a:cubicBezTo>
                  <a:pt x="269016" y="1179"/>
                  <a:pt x="279519" y="4660"/>
                  <a:pt x="286744" y="11623"/>
                </a:cubicBezTo>
                <a:cubicBezTo>
                  <a:pt x="293970" y="18585"/>
                  <a:pt x="297582" y="28734"/>
                  <a:pt x="297582" y="42069"/>
                </a:cubicBezTo>
                <a:close/>
                <a:moveTo>
                  <a:pt x="351083" y="85494"/>
                </a:moveTo>
                <a:cubicBezTo>
                  <a:pt x="340008" y="85494"/>
                  <a:pt x="331377" y="81681"/>
                  <a:pt x="325191" y="74056"/>
                </a:cubicBezTo>
                <a:cubicBezTo>
                  <a:pt x="319007" y="66430"/>
                  <a:pt x="315914" y="55876"/>
                  <a:pt x="315914" y="42393"/>
                </a:cubicBezTo>
                <a:cubicBezTo>
                  <a:pt x="315914" y="28989"/>
                  <a:pt x="318957" y="18573"/>
                  <a:pt x="325044" y="11144"/>
                </a:cubicBezTo>
                <a:cubicBezTo>
                  <a:pt x="331132" y="3715"/>
                  <a:pt x="339772" y="0"/>
                  <a:pt x="350965" y="0"/>
                </a:cubicBezTo>
                <a:cubicBezTo>
                  <a:pt x="358701" y="0"/>
                  <a:pt x="365092" y="1690"/>
                  <a:pt x="370138" y="5071"/>
                </a:cubicBezTo>
                <a:cubicBezTo>
                  <a:pt x="375186" y="8451"/>
                  <a:pt x="378986" y="13797"/>
                  <a:pt x="381538" y="21108"/>
                </a:cubicBezTo>
                <a:lnTo>
                  <a:pt x="368935" y="25589"/>
                </a:lnTo>
                <a:cubicBezTo>
                  <a:pt x="367600" y="20951"/>
                  <a:pt x="365421" y="17433"/>
                  <a:pt x="362398" y="15035"/>
                </a:cubicBezTo>
                <a:cubicBezTo>
                  <a:pt x="359375" y="12637"/>
                  <a:pt x="355665" y="11439"/>
                  <a:pt x="351267" y="11439"/>
                </a:cubicBezTo>
                <a:cubicBezTo>
                  <a:pt x="344592" y="11439"/>
                  <a:pt x="339448" y="14121"/>
                  <a:pt x="335836" y="19485"/>
                </a:cubicBezTo>
                <a:cubicBezTo>
                  <a:pt x="332224" y="24849"/>
                  <a:pt x="330419" y="32483"/>
                  <a:pt x="330419" y="42388"/>
                </a:cubicBezTo>
                <a:cubicBezTo>
                  <a:pt x="330419" y="52213"/>
                  <a:pt x="332264" y="59956"/>
                  <a:pt x="335954" y="65615"/>
                </a:cubicBezTo>
                <a:cubicBezTo>
                  <a:pt x="339645" y="71274"/>
                  <a:pt x="344710" y="74104"/>
                  <a:pt x="351149" y="74104"/>
                </a:cubicBezTo>
                <a:cubicBezTo>
                  <a:pt x="355507" y="74104"/>
                  <a:pt x="359247" y="72754"/>
                  <a:pt x="362368" y="70054"/>
                </a:cubicBezTo>
                <a:cubicBezTo>
                  <a:pt x="365490" y="67352"/>
                  <a:pt x="367797" y="63498"/>
                  <a:pt x="369289" y="58490"/>
                </a:cubicBezTo>
                <a:lnTo>
                  <a:pt x="381951" y="63454"/>
                </a:lnTo>
                <a:cubicBezTo>
                  <a:pt x="376453" y="78147"/>
                  <a:pt x="366163" y="85494"/>
                  <a:pt x="351083" y="85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stage">
            <a:extLst xmlns:a="http://schemas.openxmlformats.org/drawingml/2006/main">
              <a:ext uri="{FF2B5EF4-FFF2-40B4-BE49-F238E27FC236}">
                <a16:creationId xmlns:a16="http://schemas.microsoft.com/office/drawing/2014/main" id="{64C4B4F6-2C2F-4A86-88D0-8767E658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204" y="697401"/>
            <a:ext cx="297612" cy="98466"/>
          </a:xfrm>
          <a:custGeom xmlns:a="http://schemas.openxmlformats.org/drawingml/2006/main">
            <a:pathLst>
              <a:path w="297612" h="98466">
                <a:moveTo>
                  <a:pt x="45636" y="57723"/>
                </a:moveTo>
                <a:cubicBezTo>
                  <a:pt x="45636" y="63541"/>
                  <a:pt x="43661" y="68091"/>
                  <a:pt x="39711" y="71373"/>
                </a:cubicBezTo>
                <a:cubicBezTo>
                  <a:pt x="35760" y="74655"/>
                  <a:pt x="30228" y="76296"/>
                  <a:pt x="23113" y="76296"/>
                </a:cubicBezTo>
                <a:cubicBezTo>
                  <a:pt x="15723" y="76296"/>
                  <a:pt x="10299" y="75137"/>
                  <a:pt x="6840" y="72817"/>
                </a:cubicBezTo>
                <a:cubicBezTo>
                  <a:pt x="3380" y="70498"/>
                  <a:pt x="1101" y="66764"/>
                  <a:pt x="0" y="61615"/>
                </a:cubicBezTo>
                <a:lnTo>
                  <a:pt x="11674" y="59787"/>
                </a:lnTo>
                <a:cubicBezTo>
                  <a:pt x="12225" y="62495"/>
                  <a:pt x="13394" y="64439"/>
                  <a:pt x="15183" y="65617"/>
                </a:cubicBezTo>
                <a:cubicBezTo>
                  <a:pt x="16971" y="66794"/>
                  <a:pt x="19536" y="67382"/>
                  <a:pt x="22877" y="67382"/>
                </a:cubicBezTo>
                <a:cubicBezTo>
                  <a:pt x="25904" y="67382"/>
                  <a:pt x="28351" y="66734"/>
                  <a:pt x="30218" y="65438"/>
                </a:cubicBezTo>
                <a:cubicBezTo>
                  <a:pt x="32085" y="64141"/>
                  <a:pt x="33018" y="62039"/>
                  <a:pt x="33018" y="59133"/>
                </a:cubicBezTo>
                <a:cubicBezTo>
                  <a:pt x="33018" y="57365"/>
                  <a:pt x="32606" y="55902"/>
                  <a:pt x="31780" y="54744"/>
                </a:cubicBezTo>
                <a:cubicBezTo>
                  <a:pt x="30955" y="53584"/>
                  <a:pt x="29726" y="52583"/>
                  <a:pt x="28095" y="51739"/>
                </a:cubicBezTo>
                <a:cubicBezTo>
                  <a:pt x="26464" y="50894"/>
                  <a:pt x="23290" y="49842"/>
                  <a:pt x="18573" y="48584"/>
                </a:cubicBezTo>
                <a:cubicBezTo>
                  <a:pt x="14249" y="47444"/>
                  <a:pt x="11036" y="46157"/>
                  <a:pt x="8933" y="44722"/>
                </a:cubicBezTo>
                <a:cubicBezTo>
                  <a:pt x="6830" y="43288"/>
                  <a:pt x="5208" y="41479"/>
                  <a:pt x="4068" y="39298"/>
                </a:cubicBezTo>
                <a:cubicBezTo>
                  <a:pt x="2928" y="37116"/>
                  <a:pt x="2358" y="34433"/>
                  <a:pt x="2358" y="31250"/>
                </a:cubicBezTo>
                <a:cubicBezTo>
                  <a:pt x="2358" y="25629"/>
                  <a:pt x="4115" y="21256"/>
                  <a:pt x="7628" y="18131"/>
                </a:cubicBezTo>
                <a:cubicBezTo>
                  <a:pt x="11141" y="15006"/>
                  <a:pt x="16273" y="13443"/>
                  <a:pt x="23024" y="13443"/>
                </a:cubicBezTo>
                <a:cubicBezTo>
                  <a:pt x="29266" y="13443"/>
                  <a:pt x="34064" y="14589"/>
                  <a:pt x="37420" y="16880"/>
                </a:cubicBezTo>
                <a:cubicBezTo>
                  <a:pt x="40776" y="19170"/>
                  <a:pt x="42886" y="22685"/>
                  <a:pt x="43749" y="27423"/>
                </a:cubicBezTo>
                <a:lnTo>
                  <a:pt x="31981" y="28655"/>
                </a:lnTo>
                <a:cubicBezTo>
                  <a:pt x="31550" y="26358"/>
                  <a:pt x="30599" y="24742"/>
                  <a:pt x="29127" y="23808"/>
                </a:cubicBezTo>
                <a:cubicBezTo>
                  <a:pt x="27657" y="22873"/>
                  <a:pt x="25666" y="22405"/>
                  <a:pt x="23155" y="22405"/>
                </a:cubicBezTo>
                <a:cubicBezTo>
                  <a:pt x="17624" y="22405"/>
                  <a:pt x="14858" y="24842"/>
                  <a:pt x="14858" y="29717"/>
                </a:cubicBezTo>
                <a:cubicBezTo>
                  <a:pt x="14858" y="31289"/>
                  <a:pt x="15202" y="32586"/>
                  <a:pt x="15890" y="33608"/>
                </a:cubicBezTo>
                <a:cubicBezTo>
                  <a:pt x="16578" y="34630"/>
                  <a:pt x="17580" y="35505"/>
                  <a:pt x="18897" y="36232"/>
                </a:cubicBezTo>
                <a:cubicBezTo>
                  <a:pt x="20214" y="36959"/>
                  <a:pt x="23211" y="37991"/>
                  <a:pt x="27889" y="39327"/>
                </a:cubicBezTo>
                <a:cubicBezTo>
                  <a:pt x="33038" y="40782"/>
                  <a:pt x="36694" y="42246"/>
                  <a:pt x="38856" y="43720"/>
                </a:cubicBezTo>
                <a:cubicBezTo>
                  <a:pt x="41018" y="45194"/>
                  <a:pt x="42688" y="47051"/>
                  <a:pt x="43867" y="49292"/>
                </a:cubicBezTo>
                <a:cubicBezTo>
                  <a:pt x="45047" y="51532"/>
                  <a:pt x="45636" y="54343"/>
                  <a:pt x="45636" y="57723"/>
                </a:cubicBezTo>
                <a:close/>
                <a:moveTo>
                  <a:pt x="79572" y="76178"/>
                </a:moveTo>
                <a:cubicBezTo>
                  <a:pt x="74845" y="76178"/>
                  <a:pt x="71113" y="74831"/>
                  <a:pt x="68375" y="72136"/>
                </a:cubicBezTo>
                <a:cubicBezTo>
                  <a:pt x="65638" y="69441"/>
                  <a:pt x="64270" y="65575"/>
                  <a:pt x="64270" y="60539"/>
                </a:cubicBezTo>
                <a:lnTo>
                  <a:pt x="64270" y="24480"/>
                </a:lnTo>
                <a:lnTo>
                  <a:pt x="55308" y="24480"/>
                </a:lnTo>
                <a:lnTo>
                  <a:pt x="55308" y="14622"/>
                </a:lnTo>
                <a:lnTo>
                  <a:pt x="64447" y="14622"/>
                </a:lnTo>
                <a:lnTo>
                  <a:pt x="68769" y="0"/>
                </a:lnTo>
                <a:lnTo>
                  <a:pt x="77831" y="0"/>
                </a:lnTo>
                <a:lnTo>
                  <a:pt x="77831" y="14622"/>
                </a:lnTo>
                <a:lnTo>
                  <a:pt x="92394" y="14622"/>
                </a:lnTo>
                <a:lnTo>
                  <a:pt x="92394" y="24480"/>
                </a:lnTo>
                <a:lnTo>
                  <a:pt x="77831" y="24480"/>
                </a:lnTo>
                <a:lnTo>
                  <a:pt x="77831" y="57115"/>
                </a:lnTo>
                <a:cubicBezTo>
                  <a:pt x="77831" y="63095"/>
                  <a:pt x="80366" y="66085"/>
                  <a:pt x="85437" y="66085"/>
                </a:cubicBezTo>
                <a:cubicBezTo>
                  <a:pt x="87835" y="66085"/>
                  <a:pt x="90409" y="65829"/>
                  <a:pt x="93161" y="65318"/>
                </a:cubicBezTo>
                <a:lnTo>
                  <a:pt x="93161" y="74408"/>
                </a:lnTo>
                <a:cubicBezTo>
                  <a:pt x="88671" y="75588"/>
                  <a:pt x="84142" y="76178"/>
                  <a:pt x="79572" y="76178"/>
                </a:cubicBezTo>
                <a:close/>
                <a:moveTo>
                  <a:pt x="126792" y="66744"/>
                </a:moveTo>
                <a:cubicBezTo>
                  <a:pt x="130998" y="66744"/>
                  <a:pt x="134319" y="65276"/>
                  <a:pt x="136756" y="62341"/>
                </a:cubicBezTo>
                <a:cubicBezTo>
                  <a:pt x="139193" y="59404"/>
                  <a:pt x="140412" y="55629"/>
                  <a:pt x="140412" y="51016"/>
                </a:cubicBezTo>
                <a:lnTo>
                  <a:pt x="140412" y="45518"/>
                </a:lnTo>
                <a:lnTo>
                  <a:pt x="133985" y="45754"/>
                </a:lnTo>
                <a:cubicBezTo>
                  <a:pt x="128207" y="46030"/>
                  <a:pt x="124050" y="47056"/>
                  <a:pt x="121515" y="48829"/>
                </a:cubicBezTo>
                <a:cubicBezTo>
                  <a:pt x="118979" y="50603"/>
                  <a:pt x="117712" y="53382"/>
                  <a:pt x="117712" y="57167"/>
                </a:cubicBezTo>
                <a:cubicBezTo>
                  <a:pt x="117712" y="63552"/>
                  <a:pt x="120738" y="66744"/>
                  <a:pt x="126792" y="66744"/>
                </a:cubicBezTo>
                <a:moveTo>
                  <a:pt x="153914" y="75117"/>
                </a:moveTo>
                <a:lnTo>
                  <a:pt x="140825" y="75117"/>
                </a:lnTo>
                <a:lnTo>
                  <a:pt x="140353" y="65565"/>
                </a:lnTo>
                <a:cubicBezTo>
                  <a:pt x="138344" y="69496"/>
                  <a:pt x="135923" y="72267"/>
                  <a:pt x="133088" y="73879"/>
                </a:cubicBezTo>
                <a:cubicBezTo>
                  <a:pt x="130254" y="75490"/>
                  <a:pt x="126770" y="76296"/>
                  <a:pt x="122637" y="76296"/>
                </a:cubicBezTo>
                <a:cubicBezTo>
                  <a:pt x="116416" y="76296"/>
                  <a:pt x="111662" y="74682"/>
                  <a:pt x="108374" y="71454"/>
                </a:cubicBezTo>
                <a:cubicBezTo>
                  <a:pt x="105087" y="68226"/>
                  <a:pt x="103443" y="63738"/>
                  <a:pt x="103443" y="57990"/>
                </a:cubicBezTo>
                <a:cubicBezTo>
                  <a:pt x="103443" y="51691"/>
                  <a:pt x="105687" y="46869"/>
                  <a:pt x="110176" y="43523"/>
                </a:cubicBezTo>
                <a:cubicBezTo>
                  <a:pt x="114664" y="40177"/>
                  <a:pt x="121278" y="38365"/>
                  <a:pt x="130018" y="38089"/>
                </a:cubicBezTo>
                <a:lnTo>
                  <a:pt x="140353" y="37735"/>
                </a:lnTo>
                <a:lnTo>
                  <a:pt x="140353" y="35858"/>
                </a:lnTo>
                <a:cubicBezTo>
                  <a:pt x="140353" y="31201"/>
                  <a:pt x="139595" y="27826"/>
                  <a:pt x="138079" y="25733"/>
                </a:cubicBezTo>
                <a:cubicBezTo>
                  <a:pt x="136563" y="23640"/>
                  <a:pt x="133994" y="22593"/>
                  <a:pt x="130370" y="22593"/>
                </a:cubicBezTo>
                <a:cubicBezTo>
                  <a:pt x="127181" y="22593"/>
                  <a:pt x="124828" y="23192"/>
                  <a:pt x="123311" y="24390"/>
                </a:cubicBezTo>
                <a:cubicBezTo>
                  <a:pt x="121795" y="25586"/>
                  <a:pt x="120762" y="27440"/>
                  <a:pt x="120212" y="29952"/>
                </a:cubicBezTo>
                <a:lnTo>
                  <a:pt x="107099" y="27889"/>
                </a:lnTo>
                <a:cubicBezTo>
                  <a:pt x="108279" y="22739"/>
                  <a:pt x="110749" y="19045"/>
                  <a:pt x="114507" y="16804"/>
                </a:cubicBezTo>
                <a:cubicBezTo>
                  <a:pt x="118266" y="14563"/>
                  <a:pt x="123609" y="13443"/>
                  <a:pt x="130536" y="13443"/>
                </a:cubicBezTo>
                <a:cubicBezTo>
                  <a:pt x="138604" y="13443"/>
                  <a:pt x="144517" y="15350"/>
                  <a:pt x="148276" y="19162"/>
                </a:cubicBezTo>
                <a:cubicBezTo>
                  <a:pt x="152035" y="22975"/>
                  <a:pt x="153914" y="28891"/>
                  <a:pt x="153914" y="36910"/>
                </a:cubicBezTo>
                <a:lnTo>
                  <a:pt x="153914" y="75117"/>
                </a:lnTo>
                <a:close/>
                <a:moveTo>
                  <a:pt x="168874" y="44516"/>
                </a:moveTo>
                <a:cubicBezTo>
                  <a:pt x="168874" y="34513"/>
                  <a:pt x="171082" y="26834"/>
                  <a:pt x="175498" y="21479"/>
                </a:cubicBezTo>
                <a:cubicBezTo>
                  <a:pt x="179915" y="16122"/>
                  <a:pt x="186226" y="13443"/>
                  <a:pt x="194430" y="13443"/>
                </a:cubicBezTo>
                <a:cubicBezTo>
                  <a:pt x="198905" y="13443"/>
                  <a:pt x="202840" y="14461"/>
                  <a:pt x="206236" y="16496"/>
                </a:cubicBezTo>
                <a:cubicBezTo>
                  <a:pt x="209632" y="18530"/>
                  <a:pt x="212213" y="21404"/>
                  <a:pt x="213980" y="25118"/>
                </a:cubicBezTo>
                <a:lnTo>
                  <a:pt x="214216" y="25118"/>
                </a:lnTo>
                <a:cubicBezTo>
                  <a:pt x="214216" y="21717"/>
                  <a:pt x="214471" y="18219"/>
                  <a:pt x="214982" y="14622"/>
                </a:cubicBezTo>
                <a:lnTo>
                  <a:pt x="227954" y="14622"/>
                </a:lnTo>
                <a:cubicBezTo>
                  <a:pt x="227639" y="18165"/>
                  <a:pt x="227482" y="22652"/>
                  <a:pt x="227482" y="28084"/>
                </a:cubicBezTo>
                <a:lnTo>
                  <a:pt x="227482" y="73372"/>
                </a:lnTo>
                <a:cubicBezTo>
                  <a:pt x="227482" y="80221"/>
                  <a:pt x="224952" y="86116"/>
                  <a:pt x="219891" y="91055"/>
                </a:cubicBezTo>
                <a:cubicBezTo>
                  <a:pt x="214831" y="95995"/>
                  <a:pt x="207634" y="98466"/>
                  <a:pt x="198298" y="98466"/>
                </a:cubicBezTo>
                <a:cubicBezTo>
                  <a:pt x="182883" y="98466"/>
                  <a:pt x="173979" y="93061"/>
                  <a:pt x="171587" y="82251"/>
                </a:cubicBezTo>
                <a:lnTo>
                  <a:pt x="185052" y="80188"/>
                </a:lnTo>
                <a:cubicBezTo>
                  <a:pt x="186541" y="85723"/>
                  <a:pt x="191087" y="88490"/>
                  <a:pt x="198692" y="88490"/>
                </a:cubicBezTo>
                <a:cubicBezTo>
                  <a:pt x="203671" y="88490"/>
                  <a:pt x="207473" y="86997"/>
                  <a:pt x="210099" y="84011"/>
                </a:cubicBezTo>
                <a:cubicBezTo>
                  <a:pt x="212726" y="81025"/>
                  <a:pt x="214039" y="77548"/>
                  <a:pt x="214039" y="73580"/>
                </a:cubicBezTo>
                <a:lnTo>
                  <a:pt x="214039" y="67214"/>
                </a:lnTo>
                <a:cubicBezTo>
                  <a:pt x="214039" y="65918"/>
                  <a:pt x="214098" y="64622"/>
                  <a:pt x="214216" y="63325"/>
                </a:cubicBezTo>
                <a:lnTo>
                  <a:pt x="213980" y="63325"/>
                </a:lnTo>
                <a:cubicBezTo>
                  <a:pt x="211938" y="67373"/>
                  <a:pt x="209239" y="70390"/>
                  <a:pt x="205882" y="72375"/>
                </a:cubicBezTo>
                <a:cubicBezTo>
                  <a:pt x="202526" y="74360"/>
                  <a:pt x="198316" y="75353"/>
                  <a:pt x="193253" y="75353"/>
                </a:cubicBezTo>
                <a:cubicBezTo>
                  <a:pt x="185401" y="75353"/>
                  <a:pt x="179375" y="72675"/>
                  <a:pt x="175174" y="67319"/>
                </a:cubicBezTo>
                <a:cubicBezTo>
                  <a:pt x="170974" y="61962"/>
                  <a:pt x="168874" y="54361"/>
                  <a:pt x="168874" y="44516"/>
                </a:cubicBezTo>
                <a:moveTo>
                  <a:pt x="183143" y="44516"/>
                </a:moveTo>
                <a:cubicBezTo>
                  <a:pt x="183143" y="58392"/>
                  <a:pt x="188233" y="65329"/>
                  <a:pt x="198414" y="65329"/>
                </a:cubicBezTo>
                <a:cubicBezTo>
                  <a:pt x="203545" y="65329"/>
                  <a:pt x="207441" y="63487"/>
                  <a:pt x="210103" y="59802"/>
                </a:cubicBezTo>
                <a:cubicBezTo>
                  <a:pt x="212766" y="56115"/>
                  <a:pt x="214098" y="50922"/>
                  <a:pt x="214098" y="44221"/>
                </a:cubicBezTo>
                <a:cubicBezTo>
                  <a:pt x="214098" y="37519"/>
                  <a:pt x="212766" y="32365"/>
                  <a:pt x="210103" y="28758"/>
                </a:cubicBezTo>
                <a:cubicBezTo>
                  <a:pt x="207441" y="25152"/>
                  <a:pt x="203584" y="23349"/>
                  <a:pt x="198532" y="23349"/>
                </a:cubicBezTo>
                <a:cubicBezTo>
                  <a:pt x="193637" y="23349"/>
                  <a:pt x="189848" y="25073"/>
                  <a:pt x="187165" y="28523"/>
                </a:cubicBezTo>
                <a:cubicBezTo>
                  <a:pt x="184484" y="31972"/>
                  <a:pt x="183143" y="37303"/>
                  <a:pt x="183143" y="44516"/>
                </a:cubicBezTo>
                <a:close/>
                <a:moveTo>
                  <a:pt x="257165" y="47475"/>
                </a:moveTo>
                <a:cubicBezTo>
                  <a:pt x="257361" y="53639"/>
                  <a:pt x="258723" y="58380"/>
                  <a:pt x="261250" y="61698"/>
                </a:cubicBezTo>
                <a:cubicBezTo>
                  <a:pt x="263778" y="65015"/>
                  <a:pt x="267237" y="66674"/>
                  <a:pt x="271627" y="66674"/>
                </a:cubicBezTo>
                <a:cubicBezTo>
                  <a:pt x="274604" y="66674"/>
                  <a:pt x="277259" y="65924"/>
                  <a:pt x="279590" y="64423"/>
                </a:cubicBezTo>
                <a:cubicBezTo>
                  <a:pt x="281923" y="62922"/>
                  <a:pt x="284030" y="60394"/>
                  <a:pt x="285910" y="56839"/>
                </a:cubicBezTo>
                <a:lnTo>
                  <a:pt x="296551" y="61983"/>
                </a:lnTo>
                <a:cubicBezTo>
                  <a:pt x="294234" y="65730"/>
                  <a:pt x="291918" y="68569"/>
                  <a:pt x="289601" y="70499"/>
                </a:cubicBezTo>
                <a:cubicBezTo>
                  <a:pt x="287284" y="72432"/>
                  <a:pt x="284585" y="73881"/>
                  <a:pt x="281503" y="74846"/>
                </a:cubicBezTo>
                <a:cubicBezTo>
                  <a:pt x="278421" y="75813"/>
                  <a:pt x="274760" y="76296"/>
                  <a:pt x="270520" y="76296"/>
                </a:cubicBezTo>
                <a:cubicBezTo>
                  <a:pt x="261684" y="76296"/>
                  <a:pt x="254871" y="73515"/>
                  <a:pt x="250080" y="67953"/>
                </a:cubicBezTo>
                <a:cubicBezTo>
                  <a:pt x="245291" y="62391"/>
                  <a:pt x="242896" y="54579"/>
                  <a:pt x="242896" y="44516"/>
                </a:cubicBezTo>
                <a:cubicBezTo>
                  <a:pt x="242896" y="34375"/>
                  <a:pt x="245412" y="26660"/>
                  <a:pt x="250443" y="21374"/>
                </a:cubicBezTo>
                <a:cubicBezTo>
                  <a:pt x="255475" y="16087"/>
                  <a:pt x="262334" y="13443"/>
                  <a:pt x="271021" y="13443"/>
                </a:cubicBezTo>
                <a:cubicBezTo>
                  <a:pt x="279629" y="13443"/>
                  <a:pt x="286213" y="16265"/>
                  <a:pt x="290773" y="21908"/>
                </a:cubicBezTo>
                <a:cubicBezTo>
                  <a:pt x="295332" y="27550"/>
                  <a:pt x="297612" y="35522"/>
                  <a:pt x="297612" y="45824"/>
                </a:cubicBezTo>
                <a:lnTo>
                  <a:pt x="297612" y="47475"/>
                </a:lnTo>
                <a:lnTo>
                  <a:pt x="257165" y="47475"/>
                </a:lnTo>
                <a:moveTo>
                  <a:pt x="270549" y="22829"/>
                </a:moveTo>
                <a:cubicBezTo>
                  <a:pt x="266596" y="22829"/>
                  <a:pt x="263445" y="24244"/>
                  <a:pt x="261097" y="27073"/>
                </a:cubicBezTo>
                <a:cubicBezTo>
                  <a:pt x="258749" y="29900"/>
                  <a:pt x="257478" y="33808"/>
                  <a:pt x="257283" y="38797"/>
                </a:cubicBezTo>
                <a:lnTo>
                  <a:pt x="283462" y="38797"/>
                </a:lnTo>
                <a:cubicBezTo>
                  <a:pt x="283070" y="33454"/>
                  <a:pt x="281856" y="29458"/>
                  <a:pt x="279821" y="26807"/>
                </a:cubicBezTo>
                <a:cubicBezTo>
                  <a:pt x="277787" y="24155"/>
                  <a:pt x="274696" y="22829"/>
                  <a:pt x="270549" y="228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Text DC-AC">
            <a:extLst xmlns:a="http://schemas.openxmlformats.org/drawingml/2006/main">
              <a:ext uri="{FF2B5EF4-FFF2-40B4-BE49-F238E27FC236}">
                <a16:creationId xmlns:a16="http://schemas.microsoft.com/office/drawing/2014/main" id="{2124F0D6-B5C5-46D3-A523-FD162B53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6741" y="539593"/>
            <a:ext cx="372658" cy="85494"/>
          </a:xfrm>
          <a:custGeom xmlns:a="http://schemas.openxmlformats.org/drawingml/2006/main">
            <a:pathLst>
              <a:path w="372658" h="85494">
                <a:moveTo>
                  <a:pt x="55778" y="42069"/>
                </a:moveTo>
                <a:cubicBezTo>
                  <a:pt x="55778" y="22403"/>
                  <a:pt x="46389" y="12570"/>
                  <a:pt x="27612" y="12570"/>
                </a:cubicBezTo>
                <a:lnTo>
                  <a:pt x="14269" y="12570"/>
                </a:lnTo>
                <a:lnTo>
                  <a:pt x="14269" y="72924"/>
                </a:lnTo>
                <a:lnTo>
                  <a:pt x="29444" y="72924"/>
                </a:lnTo>
                <a:cubicBezTo>
                  <a:pt x="37749" y="72924"/>
                  <a:pt x="44214" y="70230"/>
                  <a:pt x="48839" y="64843"/>
                </a:cubicBezTo>
                <a:cubicBezTo>
                  <a:pt x="53465" y="59454"/>
                  <a:pt x="55778" y="51863"/>
                  <a:pt x="55778" y="42069"/>
                </a:cubicBezTo>
                <a:moveTo>
                  <a:pt x="70282" y="42069"/>
                </a:moveTo>
                <a:cubicBezTo>
                  <a:pt x="70282" y="50723"/>
                  <a:pt x="68667" y="58236"/>
                  <a:pt x="65438" y="64609"/>
                </a:cubicBezTo>
                <a:cubicBezTo>
                  <a:pt x="62210" y="70980"/>
                  <a:pt x="57594" y="75858"/>
                  <a:pt x="51589" y="79241"/>
                </a:cubicBezTo>
                <a:cubicBezTo>
                  <a:pt x="45585" y="82623"/>
                  <a:pt x="38606" y="84315"/>
                  <a:pt x="30653" y="84315"/>
                </a:cubicBezTo>
                <a:lnTo>
                  <a:pt x="0" y="84315"/>
                </a:lnTo>
                <a:lnTo>
                  <a:pt x="0" y="1179"/>
                </a:lnTo>
                <a:lnTo>
                  <a:pt x="27935" y="1179"/>
                </a:lnTo>
                <a:cubicBezTo>
                  <a:pt x="41716" y="1179"/>
                  <a:pt x="52219" y="4660"/>
                  <a:pt x="59444" y="11623"/>
                </a:cubicBezTo>
                <a:cubicBezTo>
                  <a:pt x="66669" y="18585"/>
                  <a:pt x="70282" y="28734"/>
                  <a:pt x="70282" y="42069"/>
                </a:cubicBezTo>
                <a:close/>
                <a:moveTo>
                  <a:pt x="123878" y="85494"/>
                </a:moveTo>
                <a:cubicBezTo>
                  <a:pt x="112803" y="85494"/>
                  <a:pt x="104172" y="81681"/>
                  <a:pt x="97986" y="74056"/>
                </a:cubicBezTo>
                <a:cubicBezTo>
                  <a:pt x="91801" y="66430"/>
                  <a:pt x="88709" y="55876"/>
                  <a:pt x="88709" y="42393"/>
                </a:cubicBezTo>
                <a:cubicBezTo>
                  <a:pt x="88709" y="28989"/>
                  <a:pt x="91752" y="18573"/>
                  <a:pt x="97839" y="11144"/>
                </a:cubicBezTo>
                <a:cubicBezTo>
                  <a:pt x="103927" y="3715"/>
                  <a:pt x="112567" y="0"/>
                  <a:pt x="123760" y="0"/>
                </a:cubicBezTo>
                <a:cubicBezTo>
                  <a:pt x="131496" y="0"/>
                  <a:pt x="137887" y="1690"/>
                  <a:pt x="142933" y="5071"/>
                </a:cubicBezTo>
                <a:cubicBezTo>
                  <a:pt x="147981" y="8451"/>
                  <a:pt x="151781" y="13797"/>
                  <a:pt x="154333" y="21108"/>
                </a:cubicBezTo>
                <a:lnTo>
                  <a:pt x="141730" y="25589"/>
                </a:lnTo>
                <a:cubicBezTo>
                  <a:pt x="140395" y="20951"/>
                  <a:pt x="138216" y="17433"/>
                  <a:pt x="135193" y="15035"/>
                </a:cubicBezTo>
                <a:cubicBezTo>
                  <a:pt x="132170" y="12637"/>
                  <a:pt x="128459" y="11439"/>
                  <a:pt x="124062" y="11439"/>
                </a:cubicBezTo>
                <a:cubicBezTo>
                  <a:pt x="117387" y="11439"/>
                  <a:pt x="112243" y="14121"/>
                  <a:pt x="108631" y="19485"/>
                </a:cubicBezTo>
                <a:cubicBezTo>
                  <a:pt x="105019" y="24849"/>
                  <a:pt x="103213" y="32483"/>
                  <a:pt x="103213" y="42388"/>
                </a:cubicBezTo>
                <a:cubicBezTo>
                  <a:pt x="103213" y="52213"/>
                  <a:pt x="105058" y="59956"/>
                  <a:pt x="108748" y="65615"/>
                </a:cubicBezTo>
                <a:cubicBezTo>
                  <a:pt x="112440" y="71274"/>
                  <a:pt x="117505" y="74104"/>
                  <a:pt x="123944" y="74104"/>
                </a:cubicBezTo>
                <a:cubicBezTo>
                  <a:pt x="128302" y="74104"/>
                  <a:pt x="132042" y="72754"/>
                  <a:pt x="135163" y="70054"/>
                </a:cubicBezTo>
                <a:cubicBezTo>
                  <a:pt x="138285" y="67352"/>
                  <a:pt x="140591" y="63498"/>
                  <a:pt x="142084" y="58490"/>
                </a:cubicBezTo>
                <a:lnTo>
                  <a:pt x="154746" y="63454"/>
                </a:lnTo>
                <a:cubicBezTo>
                  <a:pt x="149248" y="78147"/>
                  <a:pt x="138958" y="85494"/>
                  <a:pt x="123878" y="85494"/>
                </a:cubicBezTo>
                <a:close/>
                <a:moveTo>
                  <a:pt x="168245" y="59669"/>
                </a:moveTo>
                <a:lnTo>
                  <a:pt x="168245" y="47759"/>
                </a:lnTo>
                <a:lnTo>
                  <a:pt x="202443" y="47759"/>
                </a:lnTo>
                <a:lnTo>
                  <a:pt x="202443" y="59669"/>
                </a:lnTo>
                <a:lnTo>
                  <a:pt x="168245" y="59669"/>
                </a:lnTo>
                <a:close/>
                <a:moveTo>
                  <a:pt x="266049" y="1179"/>
                </a:moveTo>
                <a:lnTo>
                  <a:pt x="297004" y="84315"/>
                </a:lnTo>
                <a:lnTo>
                  <a:pt x="282617" y="84315"/>
                </a:lnTo>
                <a:lnTo>
                  <a:pt x="274362" y="61626"/>
                </a:lnTo>
                <a:lnTo>
                  <a:pt x="240813" y="61626"/>
                </a:lnTo>
                <a:lnTo>
                  <a:pt x="232618" y="84315"/>
                </a:lnTo>
                <a:lnTo>
                  <a:pt x="218231" y="84315"/>
                </a:lnTo>
                <a:lnTo>
                  <a:pt x="249245" y="1179"/>
                </a:lnTo>
                <a:lnTo>
                  <a:pt x="266049" y="1179"/>
                </a:lnTo>
                <a:moveTo>
                  <a:pt x="257676" y="11980"/>
                </a:moveTo>
                <a:cubicBezTo>
                  <a:pt x="256969" y="14263"/>
                  <a:pt x="256301" y="16388"/>
                  <a:pt x="255672" y="18355"/>
                </a:cubicBezTo>
                <a:cubicBezTo>
                  <a:pt x="255043" y="20323"/>
                  <a:pt x="254296" y="22488"/>
                  <a:pt x="253431" y="24850"/>
                </a:cubicBezTo>
                <a:lnTo>
                  <a:pt x="244174" y="50707"/>
                </a:lnTo>
                <a:lnTo>
                  <a:pt x="271179" y="50707"/>
                </a:lnTo>
                <a:lnTo>
                  <a:pt x="261863" y="24909"/>
                </a:lnTo>
                <a:cubicBezTo>
                  <a:pt x="260565" y="21367"/>
                  <a:pt x="259170" y="17057"/>
                  <a:pt x="257676" y="11980"/>
                </a:cubicBezTo>
                <a:close/>
                <a:moveTo>
                  <a:pt x="341790" y="85494"/>
                </a:moveTo>
                <a:cubicBezTo>
                  <a:pt x="330715" y="85494"/>
                  <a:pt x="322085" y="81681"/>
                  <a:pt x="315899" y="74056"/>
                </a:cubicBezTo>
                <a:cubicBezTo>
                  <a:pt x="309714" y="66430"/>
                  <a:pt x="306621" y="55876"/>
                  <a:pt x="306621" y="42393"/>
                </a:cubicBezTo>
                <a:cubicBezTo>
                  <a:pt x="306621" y="28989"/>
                  <a:pt x="309665" y="18573"/>
                  <a:pt x="315751" y="11144"/>
                </a:cubicBezTo>
                <a:cubicBezTo>
                  <a:pt x="321839" y="3715"/>
                  <a:pt x="330479" y="0"/>
                  <a:pt x="341672" y="0"/>
                </a:cubicBezTo>
                <a:cubicBezTo>
                  <a:pt x="349408" y="0"/>
                  <a:pt x="355800" y="1690"/>
                  <a:pt x="360846" y="5071"/>
                </a:cubicBezTo>
                <a:cubicBezTo>
                  <a:pt x="365893" y="8451"/>
                  <a:pt x="369693" y="13797"/>
                  <a:pt x="372245" y="21108"/>
                </a:cubicBezTo>
                <a:lnTo>
                  <a:pt x="359642" y="25589"/>
                </a:lnTo>
                <a:cubicBezTo>
                  <a:pt x="358307" y="20951"/>
                  <a:pt x="356128" y="17433"/>
                  <a:pt x="353105" y="15035"/>
                </a:cubicBezTo>
                <a:cubicBezTo>
                  <a:pt x="350082" y="12637"/>
                  <a:pt x="346372" y="11439"/>
                  <a:pt x="341974" y="11439"/>
                </a:cubicBezTo>
                <a:cubicBezTo>
                  <a:pt x="335299" y="11439"/>
                  <a:pt x="330156" y="14121"/>
                  <a:pt x="326543" y="19485"/>
                </a:cubicBezTo>
                <a:cubicBezTo>
                  <a:pt x="322932" y="24849"/>
                  <a:pt x="321126" y="32483"/>
                  <a:pt x="321126" y="42388"/>
                </a:cubicBezTo>
                <a:cubicBezTo>
                  <a:pt x="321126" y="52213"/>
                  <a:pt x="322971" y="59956"/>
                  <a:pt x="326661" y="65615"/>
                </a:cubicBezTo>
                <a:cubicBezTo>
                  <a:pt x="330352" y="71274"/>
                  <a:pt x="335417" y="74104"/>
                  <a:pt x="341856" y="74104"/>
                </a:cubicBezTo>
                <a:cubicBezTo>
                  <a:pt x="346215" y="74104"/>
                  <a:pt x="349954" y="72754"/>
                  <a:pt x="353076" y="70054"/>
                </a:cubicBezTo>
                <a:cubicBezTo>
                  <a:pt x="356197" y="67352"/>
                  <a:pt x="358504" y="63498"/>
                  <a:pt x="359996" y="58490"/>
                </a:cubicBezTo>
                <a:lnTo>
                  <a:pt x="372658" y="63454"/>
                </a:lnTo>
                <a:cubicBezTo>
                  <a:pt x="367160" y="78147"/>
                  <a:pt x="356871" y="85494"/>
                  <a:pt x="341790" y="85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stage">
            <a:extLst xmlns:a="http://schemas.openxmlformats.org/drawingml/2006/main">
              <a:ext uri="{FF2B5EF4-FFF2-40B4-BE49-F238E27FC236}">
                <a16:creationId xmlns:a16="http://schemas.microsoft.com/office/drawing/2014/main" id="{0C3DA0D0-2B5A-4D32-B535-B14A0533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448" y="697401"/>
            <a:ext cx="297612" cy="98466"/>
          </a:xfrm>
          <a:custGeom xmlns:a="http://schemas.openxmlformats.org/drawingml/2006/main">
            <a:pathLst>
              <a:path w="297612" h="98466">
                <a:moveTo>
                  <a:pt x="45636" y="57723"/>
                </a:moveTo>
                <a:cubicBezTo>
                  <a:pt x="45636" y="63541"/>
                  <a:pt x="43661" y="68091"/>
                  <a:pt x="39711" y="71373"/>
                </a:cubicBezTo>
                <a:cubicBezTo>
                  <a:pt x="35760" y="74655"/>
                  <a:pt x="30228" y="76296"/>
                  <a:pt x="23113" y="76296"/>
                </a:cubicBezTo>
                <a:cubicBezTo>
                  <a:pt x="15723" y="76296"/>
                  <a:pt x="10299" y="75137"/>
                  <a:pt x="6840" y="72817"/>
                </a:cubicBezTo>
                <a:cubicBezTo>
                  <a:pt x="3380" y="70498"/>
                  <a:pt x="1101" y="66764"/>
                  <a:pt x="0" y="61615"/>
                </a:cubicBezTo>
                <a:lnTo>
                  <a:pt x="11674" y="59787"/>
                </a:lnTo>
                <a:cubicBezTo>
                  <a:pt x="12225" y="62495"/>
                  <a:pt x="13394" y="64439"/>
                  <a:pt x="15183" y="65617"/>
                </a:cubicBezTo>
                <a:cubicBezTo>
                  <a:pt x="16971" y="66794"/>
                  <a:pt x="19536" y="67382"/>
                  <a:pt x="22877" y="67382"/>
                </a:cubicBezTo>
                <a:cubicBezTo>
                  <a:pt x="25904" y="67382"/>
                  <a:pt x="28351" y="66734"/>
                  <a:pt x="30218" y="65438"/>
                </a:cubicBezTo>
                <a:cubicBezTo>
                  <a:pt x="32085" y="64141"/>
                  <a:pt x="33018" y="62039"/>
                  <a:pt x="33018" y="59133"/>
                </a:cubicBezTo>
                <a:cubicBezTo>
                  <a:pt x="33018" y="57365"/>
                  <a:pt x="32606" y="55902"/>
                  <a:pt x="31780" y="54744"/>
                </a:cubicBezTo>
                <a:cubicBezTo>
                  <a:pt x="30955" y="53584"/>
                  <a:pt x="29726" y="52583"/>
                  <a:pt x="28095" y="51739"/>
                </a:cubicBezTo>
                <a:cubicBezTo>
                  <a:pt x="26464" y="50894"/>
                  <a:pt x="23290" y="49842"/>
                  <a:pt x="18573" y="48584"/>
                </a:cubicBezTo>
                <a:cubicBezTo>
                  <a:pt x="14249" y="47444"/>
                  <a:pt x="11036" y="46157"/>
                  <a:pt x="8933" y="44722"/>
                </a:cubicBezTo>
                <a:cubicBezTo>
                  <a:pt x="6830" y="43288"/>
                  <a:pt x="5208" y="41479"/>
                  <a:pt x="4068" y="39298"/>
                </a:cubicBezTo>
                <a:cubicBezTo>
                  <a:pt x="2928" y="37116"/>
                  <a:pt x="2358" y="34433"/>
                  <a:pt x="2358" y="31250"/>
                </a:cubicBezTo>
                <a:cubicBezTo>
                  <a:pt x="2358" y="25629"/>
                  <a:pt x="4115" y="21256"/>
                  <a:pt x="7628" y="18131"/>
                </a:cubicBezTo>
                <a:cubicBezTo>
                  <a:pt x="11141" y="15006"/>
                  <a:pt x="16273" y="13443"/>
                  <a:pt x="23024" y="13443"/>
                </a:cubicBezTo>
                <a:cubicBezTo>
                  <a:pt x="29266" y="13443"/>
                  <a:pt x="34064" y="14589"/>
                  <a:pt x="37420" y="16880"/>
                </a:cubicBezTo>
                <a:cubicBezTo>
                  <a:pt x="40776" y="19170"/>
                  <a:pt x="42886" y="22685"/>
                  <a:pt x="43749" y="27423"/>
                </a:cubicBezTo>
                <a:lnTo>
                  <a:pt x="31981" y="28655"/>
                </a:lnTo>
                <a:cubicBezTo>
                  <a:pt x="31550" y="26358"/>
                  <a:pt x="30599" y="24742"/>
                  <a:pt x="29127" y="23808"/>
                </a:cubicBezTo>
                <a:cubicBezTo>
                  <a:pt x="27657" y="22873"/>
                  <a:pt x="25666" y="22405"/>
                  <a:pt x="23155" y="22405"/>
                </a:cubicBezTo>
                <a:cubicBezTo>
                  <a:pt x="17624" y="22405"/>
                  <a:pt x="14858" y="24842"/>
                  <a:pt x="14858" y="29717"/>
                </a:cubicBezTo>
                <a:cubicBezTo>
                  <a:pt x="14858" y="31289"/>
                  <a:pt x="15202" y="32586"/>
                  <a:pt x="15890" y="33608"/>
                </a:cubicBezTo>
                <a:cubicBezTo>
                  <a:pt x="16578" y="34630"/>
                  <a:pt x="17580" y="35505"/>
                  <a:pt x="18897" y="36232"/>
                </a:cubicBezTo>
                <a:cubicBezTo>
                  <a:pt x="20214" y="36959"/>
                  <a:pt x="23211" y="37991"/>
                  <a:pt x="27889" y="39327"/>
                </a:cubicBezTo>
                <a:cubicBezTo>
                  <a:pt x="33038" y="40782"/>
                  <a:pt x="36694" y="42246"/>
                  <a:pt x="38856" y="43720"/>
                </a:cubicBezTo>
                <a:cubicBezTo>
                  <a:pt x="41018" y="45194"/>
                  <a:pt x="42688" y="47051"/>
                  <a:pt x="43867" y="49292"/>
                </a:cubicBezTo>
                <a:cubicBezTo>
                  <a:pt x="45047" y="51532"/>
                  <a:pt x="45636" y="54343"/>
                  <a:pt x="45636" y="57723"/>
                </a:cubicBezTo>
                <a:close/>
                <a:moveTo>
                  <a:pt x="79572" y="76178"/>
                </a:moveTo>
                <a:cubicBezTo>
                  <a:pt x="74845" y="76178"/>
                  <a:pt x="71113" y="74831"/>
                  <a:pt x="68375" y="72136"/>
                </a:cubicBezTo>
                <a:cubicBezTo>
                  <a:pt x="65638" y="69441"/>
                  <a:pt x="64270" y="65575"/>
                  <a:pt x="64270" y="60539"/>
                </a:cubicBezTo>
                <a:lnTo>
                  <a:pt x="64270" y="24480"/>
                </a:lnTo>
                <a:lnTo>
                  <a:pt x="55308" y="24480"/>
                </a:lnTo>
                <a:lnTo>
                  <a:pt x="55308" y="14622"/>
                </a:lnTo>
                <a:lnTo>
                  <a:pt x="64447" y="14622"/>
                </a:lnTo>
                <a:lnTo>
                  <a:pt x="68769" y="0"/>
                </a:lnTo>
                <a:lnTo>
                  <a:pt x="77831" y="0"/>
                </a:lnTo>
                <a:lnTo>
                  <a:pt x="77831" y="14622"/>
                </a:lnTo>
                <a:lnTo>
                  <a:pt x="92394" y="14622"/>
                </a:lnTo>
                <a:lnTo>
                  <a:pt x="92394" y="24480"/>
                </a:lnTo>
                <a:lnTo>
                  <a:pt x="77831" y="24480"/>
                </a:lnTo>
                <a:lnTo>
                  <a:pt x="77831" y="57115"/>
                </a:lnTo>
                <a:cubicBezTo>
                  <a:pt x="77831" y="63095"/>
                  <a:pt x="80366" y="66085"/>
                  <a:pt x="85437" y="66085"/>
                </a:cubicBezTo>
                <a:cubicBezTo>
                  <a:pt x="87835" y="66085"/>
                  <a:pt x="90409" y="65829"/>
                  <a:pt x="93161" y="65318"/>
                </a:cubicBezTo>
                <a:lnTo>
                  <a:pt x="93161" y="74408"/>
                </a:lnTo>
                <a:cubicBezTo>
                  <a:pt x="88671" y="75588"/>
                  <a:pt x="84142" y="76178"/>
                  <a:pt x="79572" y="76178"/>
                </a:cubicBezTo>
                <a:close/>
                <a:moveTo>
                  <a:pt x="126792" y="66744"/>
                </a:moveTo>
                <a:cubicBezTo>
                  <a:pt x="130998" y="66744"/>
                  <a:pt x="134319" y="65276"/>
                  <a:pt x="136756" y="62341"/>
                </a:cubicBezTo>
                <a:cubicBezTo>
                  <a:pt x="139193" y="59404"/>
                  <a:pt x="140412" y="55629"/>
                  <a:pt x="140412" y="51016"/>
                </a:cubicBezTo>
                <a:lnTo>
                  <a:pt x="140412" y="45518"/>
                </a:lnTo>
                <a:lnTo>
                  <a:pt x="133985" y="45754"/>
                </a:lnTo>
                <a:cubicBezTo>
                  <a:pt x="128207" y="46030"/>
                  <a:pt x="124050" y="47056"/>
                  <a:pt x="121515" y="48829"/>
                </a:cubicBezTo>
                <a:cubicBezTo>
                  <a:pt x="118979" y="50603"/>
                  <a:pt x="117712" y="53382"/>
                  <a:pt x="117712" y="57167"/>
                </a:cubicBezTo>
                <a:cubicBezTo>
                  <a:pt x="117712" y="63552"/>
                  <a:pt x="120738" y="66744"/>
                  <a:pt x="126792" y="66744"/>
                </a:cubicBezTo>
                <a:moveTo>
                  <a:pt x="153914" y="75117"/>
                </a:moveTo>
                <a:lnTo>
                  <a:pt x="140825" y="75117"/>
                </a:lnTo>
                <a:lnTo>
                  <a:pt x="140353" y="65565"/>
                </a:lnTo>
                <a:cubicBezTo>
                  <a:pt x="138344" y="69496"/>
                  <a:pt x="135923" y="72267"/>
                  <a:pt x="133088" y="73879"/>
                </a:cubicBezTo>
                <a:cubicBezTo>
                  <a:pt x="130254" y="75490"/>
                  <a:pt x="126770" y="76296"/>
                  <a:pt x="122637" y="76296"/>
                </a:cubicBezTo>
                <a:cubicBezTo>
                  <a:pt x="116416" y="76296"/>
                  <a:pt x="111662" y="74682"/>
                  <a:pt x="108374" y="71454"/>
                </a:cubicBezTo>
                <a:cubicBezTo>
                  <a:pt x="105087" y="68226"/>
                  <a:pt x="103443" y="63738"/>
                  <a:pt x="103443" y="57990"/>
                </a:cubicBezTo>
                <a:cubicBezTo>
                  <a:pt x="103443" y="51691"/>
                  <a:pt x="105687" y="46869"/>
                  <a:pt x="110176" y="43523"/>
                </a:cubicBezTo>
                <a:cubicBezTo>
                  <a:pt x="114664" y="40177"/>
                  <a:pt x="121278" y="38365"/>
                  <a:pt x="130018" y="38089"/>
                </a:cubicBezTo>
                <a:lnTo>
                  <a:pt x="140353" y="37735"/>
                </a:lnTo>
                <a:lnTo>
                  <a:pt x="140353" y="35858"/>
                </a:lnTo>
                <a:cubicBezTo>
                  <a:pt x="140353" y="31201"/>
                  <a:pt x="139595" y="27826"/>
                  <a:pt x="138079" y="25733"/>
                </a:cubicBezTo>
                <a:cubicBezTo>
                  <a:pt x="136563" y="23640"/>
                  <a:pt x="133994" y="22593"/>
                  <a:pt x="130370" y="22593"/>
                </a:cubicBezTo>
                <a:cubicBezTo>
                  <a:pt x="127181" y="22593"/>
                  <a:pt x="124828" y="23192"/>
                  <a:pt x="123311" y="24390"/>
                </a:cubicBezTo>
                <a:cubicBezTo>
                  <a:pt x="121795" y="25586"/>
                  <a:pt x="120762" y="27440"/>
                  <a:pt x="120212" y="29952"/>
                </a:cubicBezTo>
                <a:lnTo>
                  <a:pt x="107099" y="27889"/>
                </a:lnTo>
                <a:cubicBezTo>
                  <a:pt x="108279" y="22739"/>
                  <a:pt x="110749" y="19045"/>
                  <a:pt x="114507" y="16804"/>
                </a:cubicBezTo>
                <a:cubicBezTo>
                  <a:pt x="118266" y="14563"/>
                  <a:pt x="123609" y="13443"/>
                  <a:pt x="130536" y="13443"/>
                </a:cubicBezTo>
                <a:cubicBezTo>
                  <a:pt x="138604" y="13443"/>
                  <a:pt x="144517" y="15350"/>
                  <a:pt x="148276" y="19162"/>
                </a:cubicBezTo>
                <a:cubicBezTo>
                  <a:pt x="152035" y="22975"/>
                  <a:pt x="153914" y="28891"/>
                  <a:pt x="153914" y="36910"/>
                </a:cubicBezTo>
                <a:lnTo>
                  <a:pt x="153914" y="75117"/>
                </a:lnTo>
                <a:close/>
                <a:moveTo>
                  <a:pt x="168874" y="44516"/>
                </a:moveTo>
                <a:cubicBezTo>
                  <a:pt x="168874" y="34513"/>
                  <a:pt x="171082" y="26834"/>
                  <a:pt x="175498" y="21479"/>
                </a:cubicBezTo>
                <a:cubicBezTo>
                  <a:pt x="179915" y="16122"/>
                  <a:pt x="186226" y="13443"/>
                  <a:pt x="194430" y="13443"/>
                </a:cubicBezTo>
                <a:cubicBezTo>
                  <a:pt x="198905" y="13443"/>
                  <a:pt x="202840" y="14461"/>
                  <a:pt x="206235" y="16496"/>
                </a:cubicBezTo>
                <a:cubicBezTo>
                  <a:pt x="209631" y="18530"/>
                  <a:pt x="212213" y="21404"/>
                  <a:pt x="213979" y="25118"/>
                </a:cubicBezTo>
                <a:lnTo>
                  <a:pt x="214215" y="25118"/>
                </a:lnTo>
                <a:cubicBezTo>
                  <a:pt x="214215" y="21717"/>
                  <a:pt x="214471" y="18219"/>
                  <a:pt x="214982" y="14622"/>
                </a:cubicBezTo>
                <a:lnTo>
                  <a:pt x="227953" y="14622"/>
                </a:lnTo>
                <a:cubicBezTo>
                  <a:pt x="227639" y="18165"/>
                  <a:pt x="227481" y="22652"/>
                  <a:pt x="227481" y="28084"/>
                </a:cubicBezTo>
                <a:lnTo>
                  <a:pt x="227481" y="73372"/>
                </a:lnTo>
                <a:cubicBezTo>
                  <a:pt x="227481" y="80221"/>
                  <a:pt x="224951" y="86116"/>
                  <a:pt x="219890" y="91055"/>
                </a:cubicBezTo>
                <a:cubicBezTo>
                  <a:pt x="214831" y="95995"/>
                  <a:pt x="207633" y="98466"/>
                  <a:pt x="198297" y="98466"/>
                </a:cubicBezTo>
                <a:cubicBezTo>
                  <a:pt x="182883" y="98466"/>
                  <a:pt x="173979" y="93061"/>
                  <a:pt x="171586" y="82251"/>
                </a:cubicBezTo>
                <a:lnTo>
                  <a:pt x="185051" y="80188"/>
                </a:lnTo>
                <a:cubicBezTo>
                  <a:pt x="186540" y="85723"/>
                  <a:pt x="191087" y="88490"/>
                  <a:pt x="198692" y="88490"/>
                </a:cubicBezTo>
                <a:cubicBezTo>
                  <a:pt x="203670" y="88490"/>
                  <a:pt x="207473" y="86997"/>
                  <a:pt x="210099" y="84011"/>
                </a:cubicBezTo>
                <a:cubicBezTo>
                  <a:pt x="212725" y="81025"/>
                  <a:pt x="214038" y="77548"/>
                  <a:pt x="214038" y="73580"/>
                </a:cubicBezTo>
                <a:lnTo>
                  <a:pt x="214038" y="67214"/>
                </a:lnTo>
                <a:cubicBezTo>
                  <a:pt x="214038" y="65918"/>
                  <a:pt x="214097" y="64622"/>
                  <a:pt x="214215" y="63325"/>
                </a:cubicBezTo>
                <a:lnTo>
                  <a:pt x="213979" y="63325"/>
                </a:lnTo>
                <a:cubicBezTo>
                  <a:pt x="211938" y="67373"/>
                  <a:pt x="209238" y="70390"/>
                  <a:pt x="205881" y="72375"/>
                </a:cubicBezTo>
                <a:cubicBezTo>
                  <a:pt x="202525" y="74360"/>
                  <a:pt x="198316" y="75353"/>
                  <a:pt x="193252" y="75353"/>
                </a:cubicBezTo>
                <a:cubicBezTo>
                  <a:pt x="185401" y="75353"/>
                  <a:pt x="179374" y="72675"/>
                  <a:pt x="175173" y="67319"/>
                </a:cubicBezTo>
                <a:cubicBezTo>
                  <a:pt x="170974" y="61962"/>
                  <a:pt x="168874" y="54361"/>
                  <a:pt x="168874" y="44516"/>
                </a:cubicBezTo>
                <a:moveTo>
                  <a:pt x="183142" y="44516"/>
                </a:moveTo>
                <a:cubicBezTo>
                  <a:pt x="183142" y="58392"/>
                  <a:pt x="188233" y="65329"/>
                  <a:pt x="198413" y="65329"/>
                </a:cubicBezTo>
                <a:cubicBezTo>
                  <a:pt x="203544" y="65329"/>
                  <a:pt x="207441" y="63487"/>
                  <a:pt x="210103" y="59802"/>
                </a:cubicBezTo>
                <a:cubicBezTo>
                  <a:pt x="212766" y="56115"/>
                  <a:pt x="214097" y="50922"/>
                  <a:pt x="214097" y="44221"/>
                </a:cubicBezTo>
                <a:cubicBezTo>
                  <a:pt x="214097" y="37519"/>
                  <a:pt x="212766" y="32365"/>
                  <a:pt x="210103" y="28758"/>
                </a:cubicBezTo>
                <a:cubicBezTo>
                  <a:pt x="207441" y="25152"/>
                  <a:pt x="203584" y="23349"/>
                  <a:pt x="198531" y="23349"/>
                </a:cubicBezTo>
                <a:cubicBezTo>
                  <a:pt x="193636" y="23349"/>
                  <a:pt x="189847" y="25073"/>
                  <a:pt x="187165" y="28523"/>
                </a:cubicBezTo>
                <a:cubicBezTo>
                  <a:pt x="184483" y="31972"/>
                  <a:pt x="183142" y="37303"/>
                  <a:pt x="183142" y="44516"/>
                </a:cubicBezTo>
                <a:close/>
                <a:moveTo>
                  <a:pt x="257164" y="47475"/>
                </a:moveTo>
                <a:cubicBezTo>
                  <a:pt x="257361" y="53639"/>
                  <a:pt x="258722" y="58380"/>
                  <a:pt x="261249" y="61698"/>
                </a:cubicBezTo>
                <a:cubicBezTo>
                  <a:pt x="263777" y="65015"/>
                  <a:pt x="267236" y="66674"/>
                  <a:pt x="271626" y="66674"/>
                </a:cubicBezTo>
                <a:cubicBezTo>
                  <a:pt x="274604" y="66674"/>
                  <a:pt x="277258" y="65924"/>
                  <a:pt x="279590" y="64423"/>
                </a:cubicBezTo>
                <a:cubicBezTo>
                  <a:pt x="281923" y="62922"/>
                  <a:pt x="284029" y="60394"/>
                  <a:pt x="285910" y="56839"/>
                </a:cubicBezTo>
                <a:lnTo>
                  <a:pt x="296551" y="61983"/>
                </a:lnTo>
                <a:cubicBezTo>
                  <a:pt x="294234" y="65730"/>
                  <a:pt x="291917" y="68569"/>
                  <a:pt x="289600" y="70499"/>
                </a:cubicBezTo>
                <a:cubicBezTo>
                  <a:pt x="287284" y="72432"/>
                  <a:pt x="284584" y="73881"/>
                  <a:pt x="281502" y="74846"/>
                </a:cubicBezTo>
                <a:cubicBezTo>
                  <a:pt x="278420" y="75813"/>
                  <a:pt x="274759" y="76296"/>
                  <a:pt x="270519" y="76296"/>
                </a:cubicBezTo>
                <a:cubicBezTo>
                  <a:pt x="261683" y="76296"/>
                  <a:pt x="254870" y="73515"/>
                  <a:pt x="250080" y="67953"/>
                </a:cubicBezTo>
                <a:cubicBezTo>
                  <a:pt x="245290" y="62391"/>
                  <a:pt x="242896" y="54579"/>
                  <a:pt x="242896" y="44516"/>
                </a:cubicBezTo>
                <a:cubicBezTo>
                  <a:pt x="242896" y="34375"/>
                  <a:pt x="245411" y="26660"/>
                  <a:pt x="250443" y="21374"/>
                </a:cubicBezTo>
                <a:cubicBezTo>
                  <a:pt x="255474" y="16087"/>
                  <a:pt x="262333" y="13443"/>
                  <a:pt x="271020" y="13443"/>
                </a:cubicBezTo>
                <a:cubicBezTo>
                  <a:pt x="279629" y="13443"/>
                  <a:pt x="286213" y="16265"/>
                  <a:pt x="290772" y="21908"/>
                </a:cubicBezTo>
                <a:cubicBezTo>
                  <a:pt x="295332" y="27550"/>
                  <a:pt x="297612" y="35522"/>
                  <a:pt x="297612" y="45824"/>
                </a:cubicBezTo>
                <a:lnTo>
                  <a:pt x="297612" y="47475"/>
                </a:lnTo>
                <a:lnTo>
                  <a:pt x="257164" y="47475"/>
                </a:lnTo>
                <a:moveTo>
                  <a:pt x="270549" y="22829"/>
                </a:moveTo>
                <a:cubicBezTo>
                  <a:pt x="266596" y="22829"/>
                  <a:pt x="263445" y="24244"/>
                  <a:pt x="261096" y="27073"/>
                </a:cubicBezTo>
                <a:cubicBezTo>
                  <a:pt x="258749" y="29900"/>
                  <a:pt x="257477" y="33808"/>
                  <a:pt x="257282" y="38797"/>
                </a:cubicBezTo>
                <a:lnTo>
                  <a:pt x="283461" y="38797"/>
                </a:lnTo>
                <a:cubicBezTo>
                  <a:pt x="283069" y="33454"/>
                  <a:pt x="281856" y="29458"/>
                  <a:pt x="279820" y="26807"/>
                </a:cubicBezTo>
                <a:cubicBezTo>
                  <a:pt x="277786" y="24155"/>
                  <a:pt x="274695" y="22829"/>
                  <a:pt x="270549" y="228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67D32F-FBF4-4C2C-8EFC-C4DDA515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449" y="2878886"/>
            <a:ext cx="752870" cy="350165"/>
          </a:xfrm>
          <a:custGeom xmlns:a="http://schemas.openxmlformats.org/drawingml/2006/main">
            <a:pathLst>
              <a:path w="752870" h="350165">
                <a:moveTo>
                  <a:pt x="0" y="350165"/>
                </a:moveTo>
                <a:lnTo>
                  <a:pt x="0" y="0"/>
                </a:lnTo>
                <a:lnTo>
                  <a:pt x="752870" y="0"/>
                </a:lnTo>
                <a:lnTo>
                  <a:pt x="752870" y="350165"/>
                </a:lnTo>
                <a:lnTo>
                  <a:pt x="0" y="350165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841AD5-0A34-4FA3-B090-86E1825F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449" y="2878886"/>
            <a:ext cx="752870" cy="350165"/>
          </a:xfrm>
          <a:custGeom xmlns:a="http://schemas.openxmlformats.org/drawingml/2006/main">
            <a:pathLst>
              <a:path w="752870" h="350165" fill="none">
                <a:moveTo>
                  <a:pt x="0" y="350165"/>
                </a:moveTo>
                <a:lnTo>
                  <a:pt x="752870" y="350165"/>
                </a:lnTo>
                <a:lnTo>
                  <a:pt x="752870" y="0"/>
                </a:lnTo>
                <a:lnTo>
                  <a:pt x="0" y="0"/>
                </a:lnTo>
                <a:lnTo>
                  <a:pt x="0" y="3501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68" name="Text MPPTBlock">
            <a:extLst xmlns:a="http://schemas.openxmlformats.org/drawingml/2006/main">
              <a:ext uri="{FF2B5EF4-FFF2-40B4-BE49-F238E27FC236}">
                <a16:creationId xmlns:a16="http://schemas.microsoft.com/office/drawing/2014/main" id="{8620CEBC-B089-4EE5-9905-3AF6C5D9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112" y="3017848"/>
            <a:ext cx="610395" cy="86909"/>
          </a:xfrm>
          <a:custGeom xmlns:a="http://schemas.openxmlformats.org/drawingml/2006/main">
            <a:pathLst>
              <a:path w="610395" h="86909">
                <a:moveTo>
                  <a:pt x="75117" y="85730"/>
                </a:moveTo>
                <a:lnTo>
                  <a:pt x="75117" y="21652"/>
                </a:lnTo>
                <a:cubicBezTo>
                  <a:pt x="75117" y="19960"/>
                  <a:pt x="75235" y="16342"/>
                  <a:pt x="75471" y="10795"/>
                </a:cubicBezTo>
                <a:cubicBezTo>
                  <a:pt x="74646" y="13037"/>
                  <a:pt x="74008" y="14748"/>
                  <a:pt x="73556" y="15929"/>
                </a:cubicBezTo>
                <a:cubicBezTo>
                  <a:pt x="73104" y="17109"/>
                  <a:pt x="71798" y="20355"/>
                  <a:pt x="69639" y="25665"/>
                </a:cubicBezTo>
                <a:lnTo>
                  <a:pt x="45249" y="85730"/>
                </a:lnTo>
                <a:lnTo>
                  <a:pt x="37945" y="85730"/>
                </a:lnTo>
                <a:lnTo>
                  <a:pt x="12260" y="23717"/>
                </a:lnTo>
                <a:cubicBezTo>
                  <a:pt x="10611" y="19902"/>
                  <a:pt x="8941" y="15595"/>
                  <a:pt x="7252" y="10795"/>
                </a:cubicBezTo>
                <a:cubicBezTo>
                  <a:pt x="7331" y="13037"/>
                  <a:pt x="7400" y="15289"/>
                  <a:pt x="7459" y="17552"/>
                </a:cubicBezTo>
                <a:cubicBezTo>
                  <a:pt x="7518" y="19814"/>
                  <a:pt x="7547" y="22065"/>
                  <a:pt x="7547" y="24307"/>
                </a:cubicBezTo>
                <a:lnTo>
                  <a:pt x="7547" y="85730"/>
                </a:lnTo>
                <a:lnTo>
                  <a:pt x="0" y="85730"/>
                </a:lnTo>
                <a:lnTo>
                  <a:pt x="0" y="2594"/>
                </a:lnTo>
                <a:lnTo>
                  <a:pt x="11144" y="2594"/>
                </a:lnTo>
                <a:lnTo>
                  <a:pt x="36025" y="62129"/>
                </a:lnTo>
                <a:cubicBezTo>
                  <a:pt x="37362" y="65512"/>
                  <a:pt x="39209" y="70488"/>
                  <a:pt x="41568" y="77057"/>
                </a:cubicBezTo>
                <a:cubicBezTo>
                  <a:pt x="42511" y="74540"/>
                  <a:pt x="43455" y="72063"/>
                  <a:pt x="44398" y="69624"/>
                </a:cubicBezTo>
                <a:cubicBezTo>
                  <a:pt x="45341" y="67185"/>
                  <a:pt x="46324" y="64726"/>
                  <a:pt x="47346" y="62247"/>
                </a:cubicBezTo>
                <a:lnTo>
                  <a:pt x="71638" y="2594"/>
                </a:lnTo>
                <a:lnTo>
                  <a:pt x="82664" y="2594"/>
                </a:lnTo>
                <a:lnTo>
                  <a:pt x="82664" y="85730"/>
                </a:lnTo>
                <a:lnTo>
                  <a:pt x="75117" y="85730"/>
                </a:lnTo>
                <a:close/>
                <a:moveTo>
                  <a:pt x="161805" y="27093"/>
                </a:moveTo>
                <a:cubicBezTo>
                  <a:pt x="161805" y="32011"/>
                  <a:pt x="160686" y="36389"/>
                  <a:pt x="158448" y="40226"/>
                </a:cubicBezTo>
                <a:cubicBezTo>
                  <a:pt x="156211" y="44064"/>
                  <a:pt x="152983" y="47045"/>
                  <a:pt x="148764" y="49170"/>
                </a:cubicBezTo>
                <a:cubicBezTo>
                  <a:pt x="144544" y="51295"/>
                  <a:pt x="139569" y="52358"/>
                  <a:pt x="133837" y="52358"/>
                </a:cubicBezTo>
                <a:lnTo>
                  <a:pt x="119707" y="52358"/>
                </a:lnTo>
                <a:lnTo>
                  <a:pt x="119707" y="85730"/>
                </a:lnTo>
                <a:lnTo>
                  <a:pt x="111806" y="85730"/>
                </a:lnTo>
                <a:lnTo>
                  <a:pt x="111806" y="2594"/>
                </a:lnTo>
                <a:lnTo>
                  <a:pt x="133360" y="2594"/>
                </a:lnTo>
                <a:cubicBezTo>
                  <a:pt x="142352" y="2594"/>
                  <a:pt x="149340" y="4759"/>
                  <a:pt x="154326" y="9087"/>
                </a:cubicBezTo>
                <a:cubicBezTo>
                  <a:pt x="159312" y="13416"/>
                  <a:pt x="161805" y="19418"/>
                  <a:pt x="161805" y="27093"/>
                </a:cubicBezTo>
                <a:moveTo>
                  <a:pt x="153786" y="27211"/>
                </a:moveTo>
                <a:cubicBezTo>
                  <a:pt x="153786" y="21462"/>
                  <a:pt x="151991" y="16983"/>
                  <a:pt x="148401" y="13775"/>
                </a:cubicBezTo>
                <a:cubicBezTo>
                  <a:pt x="144810" y="10566"/>
                  <a:pt x="139464" y="8962"/>
                  <a:pt x="132361" y="8962"/>
                </a:cubicBezTo>
                <a:lnTo>
                  <a:pt x="119707" y="8962"/>
                </a:lnTo>
                <a:lnTo>
                  <a:pt x="119707" y="46108"/>
                </a:lnTo>
                <a:lnTo>
                  <a:pt x="132892" y="46108"/>
                </a:lnTo>
                <a:cubicBezTo>
                  <a:pt x="139562" y="46108"/>
                  <a:pt x="144712" y="44464"/>
                  <a:pt x="148342" y="41177"/>
                </a:cubicBezTo>
                <a:cubicBezTo>
                  <a:pt x="151972" y="37890"/>
                  <a:pt x="153786" y="33235"/>
                  <a:pt x="153786" y="27211"/>
                </a:cubicBezTo>
                <a:close/>
                <a:moveTo>
                  <a:pt x="226650" y="27093"/>
                </a:moveTo>
                <a:cubicBezTo>
                  <a:pt x="226650" y="32011"/>
                  <a:pt x="225531" y="36389"/>
                  <a:pt x="223292" y="40226"/>
                </a:cubicBezTo>
                <a:cubicBezTo>
                  <a:pt x="221056" y="44064"/>
                  <a:pt x="217828" y="47045"/>
                  <a:pt x="213608" y="49170"/>
                </a:cubicBezTo>
                <a:cubicBezTo>
                  <a:pt x="209389" y="51295"/>
                  <a:pt x="204413" y="52358"/>
                  <a:pt x="198682" y="52358"/>
                </a:cubicBezTo>
                <a:lnTo>
                  <a:pt x="184551" y="52358"/>
                </a:lnTo>
                <a:lnTo>
                  <a:pt x="184551" y="85730"/>
                </a:lnTo>
                <a:lnTo>
                  <a:pt x="176650" y="85730"/>
                </a:lnTo>
                <a:lnTo>
                  <a:pt x="176650" y="2594"/>
                </a:lnTo>
                <a:lnTo>
                  <a:pt x="198204" y="2594"/>
                </a:lnTo>
                <a:cubicBezTo>
                  <a:pt x="207196" y="2594"/>
                  <a:pt x="214185" y="4759"/>
                  <a:pt x="219171" y="9087"/>
                </a:cubicBezTo>
                <a:cubicBezTo>
                  <a:pt x="224157" y="13416"/>
                  <a:pt x="226650" y="19418"/>
                  <a:pt x="226650" y="27093"/>
                </a:cubicBezTo>
                <a:moveTo>
                  <a:pt x="218631" y="27211"/>
                </a:moveTo>
                <a:cubicBezTo>
                  <a:pt x="218631" y="21462"/>
                  <a:pt x="216836" y="16983"/>
                  <a:pt x="213245" y="13775"/>
                </a:cubicBezTo>
                <a:cubicBezTo>
                  <a:pt x="209655" y="10566"/>
                  <a:pt x="204308" y="8962"/>
                  <a:pt x="197206" y="8962"/>
                </a:cubicBezTo>
                <a:lnTo>
                  <a:pt x="184551" y="8962"/>
                </a:lnTo>
                <a:lnTo>
                  <a:pt x="184551" y="46108"/>
                </a:lnTo>
                <a:lnTo>
                  <a:pt x="197736" y="46108"/>
                </a:lnTo>
                <a:cubicBezTo>
                  <a:pt x="204406" y="46108"/>
                  <a:pt x="209556" y="44464"/>
                  <a:pt x="213186" y="41177"/>
                </a:cubicBezTo>
                <a:cubicBezTo>
                  <a:pt x="216816" y="37890"/>
                  <a:pt x="218631" y="33235"/>
                  <a:pt x="218631" y="27211"/>
                </a:cubicBezTo>
                <a:close/>
                <a:moveTo>
                  <a:pt x="265079" y="9386"/>
                </a:moveTo>
                <a:lnTo>
                  <a:pt x="265079" y="85730"/>
                </a:lnTo>
                <a:lnTo>
                  <a:pt x="257178" y="85730"/>
                </a:lnTo>
                <a:lnTo>
                  <a:pt x="257178" y="9386"/>
                </a:lnTo>
                <a:lnTo>
                  <a:pt x="231235" y="9386"/>
                </a:lnTo>
                <a:lnTo>
                  <a:pt x="231235" y="2594"/>
                </a:lnTo>
                <a:lnTo>
                  <a:pt x="291376" y="2594"/>
                </a:lnTo>
                <a:lnTo>
                  <a:pt x="291376" y="9386"/>
                </a:lnTo>
                <a:lnTo>
                  <a:pt x="265079" y="9386"/>
                </a:lnTo>
                <a:close/>
                <a:moveTo>
                  <a:pt x="395173" y="62413"/>
                </a:moveTo>
                <a:cubicBezTo>
                  <a:pt x="395173" y="69811"/>
                  <a:pt x="392562" y="75547"/>
                  <a:pt x="387340" y="79620"/>
                </a:cubicBezTo>
                <a:cubicBezTo>
                  <a:pt x="382118" y="83693"/>
                  <a:pt x="374835" y="85730"/>
                  <a:pt x="365489" y="85730"/>
                </a:cubicBezTo>
                <a:lnTo>
                  <a:pt x="342697" y="85730"/>
                </a:lnTo>
                <a:lnTo>
                  <a:pt x="342697" y="2594"/>
                </a:lnTo>
                <a:lnTo>
                  <a:pt x="361954" y="2594"/>
                </a:lnTo>
                <a:cubicBezTo>
                  <a:pt x="380876" y="2594"/>
                  <a:pt x="390338" y="9278"/>
                  <a:pt x="390338" y="22645"/>
                </a:cubicBezTo>
                <a:cubicBezTo>
                  <a:pt x="390338" y="27598"/>
                  <a:pt x="388962" y="31745"/>
                  <a:pt x="386211" y="35088"/>
                </a:cubicBezTo>
                <a:cubicBezTo>
                  <a:pt x="383459" y="38429"/>
                  <a:pt x="379568" y="40669"/>
                  <a:pt x="374536" y="41809"/>
                </a:cubicBezTo>
                <a:cubicBezTo>
                  <a:pt x="380904" y="42557"/>
                  <a:pt x="385935" y="44771"/>
                  <a:pt x="389630" y="48452"/>
                </a:cubicBezTo>
                <a:cubicBezTo>
                  <a:pt x="393325" y="52131"/>
                  <a:pt x="395173" y="56784"/>
                  <a:pt x="395173" y="62413"/>
                </a:cubicBezTo>
                <a:moveTo>
                  <a:pt x="382319" y="23408"/>
                </a:moveTo>
                <a:cubicBezTo>
                  <a:pt x="382319" y="18416"/>
                  <a:pt x="380603" y="14760"/>
                  <a:pt x="377169" y="12441"/>
                </a:cubicBezTo>
                <a:cubicBezTo>
                  <a:pt x="373736" y="10122"/>
                  <a:pt x="368587" y="8962"/>
                  <a:pt x="361721" y="8962"/>
                </a:cubicBezTo>
                <a:lnTo>
                  <a:pt x="350598" y="8962"/>
                </a:lnTo>
                <a:lnTo>
                  <a:pt x="350598" y="39150"/>
                </a:lnTo>
                <a:lnTo>
                  <a:pt x="361839" y="39150"/>
                </a:lnTo>
                <a:cubicBezTo>
                  <a:pt x="368549" y="39150"/>
                  <a:pt x="373639" y="37804"/>
                  <a:pt x="377110" y="35112"/>
                </a:cubicBezTo>
                <a:cubicBezTo>
                  <a:pt x="380583" y="32419"/>
                  <a:pt x="382319" y="28518"/>
                  <a:pt x="382319" y="23408"/>
                </a:cubicBezTo>
                <a:moveTo>
                  <a:pt x="387154" y="61998"/>
                </a:moveTo>
                <a:cubicBezTo>
                  <a:pt x="387154" y="56567"/>
                  <a:pt x="385103" y="52436"/>
                  <a:pt x="381002" y="49603"/>
                </a:cubicBezTo>
                <a:cubicBezTo>
                  <a:pt x="376901" y="46769"/>
                  <a:pt x="371045" y="45352"/>
                  <a:pt x="363431" y="45352"/>
                </a:cubicBezTo>
                <a:lnTo>
                  <a:pt x="350598" y="45352"/>
                </a:lnTo>
                <a:lnTo>
                  <a:pt x="350598" y="79410"/>
                </a:lnTo>
                <a:lnTo>
                  <a:pt x="364255" y="79410"/>
                </a:lnTo>
                <a:cubicBezTo>
                  <a:pt x="371829" y="79410"/>
                  <a:pt x="377539" y="77915"/>
                  <a:pt x="381385" y="74925"/>
                </a:cubicBezTo>
                <a:cubicBezTo>
                  <a:pt x="385231" y="71934"/>
                  <a:pt x="387154" y="67625"/>
                  <a:pt x="387154" y="61998"/>
                </a:cubicBezTo>
                <a:close/>
                <a:moveTo>
                  <a:pt x="406362" y="85730"/>
                </a:moveTo>
                <a:lnTo>
                  <a:pt x="406362" y="0"/>
                </a:lnTo>
                <a:lnTo>
                  <a:pt x="413909" y="0"/>
                </a:lnTo>
                <a:lnTo>
                  <a:pt x="413909" y="85730"/>
                </a:lnTo>
                <a:lnTo>
                  <a:pt x="406362" y="85730"/>
                </a:lnTo>
                <a:close/>
                <a:moveTo>
                  <a:pt x="487670" y="55660"/>
                </a:moveTo>
                <a:cubicBezTo>
                  <a:pt x="487670" y="65408"/>
                  <a:pt x="485124" y="73053"/>
                  <a:pt x="480034" y="78596"/>
                </a:cubicBezTo>
                <a:cubicBezTo>
                  <a:pt x="474944" y="84138"/>
                  <a:pt x="467800" y="86909"/>
                  <a:pt x="458602" y="86909"/>
                </a:cubicBezTo>
                <a:cubicBezTo>
                  <a:pt x="449757" y="86909"/>
                  <a:pt x="442800" y="84109"/>
                  <a:pt x="437729" y="78507"/>
                </a:cubicBezTo>
                <a:cubicBezTo>
                  <a:pt x="432658" y="72906"/>
                  <a:pt x="430123" y="65290"/>
                  <a:pt x="430123" y="55660"/>
                </a:cubicBezTo>
                <a:cubicBezTo>
                  <a:pt x="430123" y="45872"/>
                  <a:pt x="432658" y="38237"/>
                  <a:pt x="437729" y="32753"/>
                </a:cubicBezTo>
                <a:cubicBezTo>
                  <a:pt x="442800" y="27270"/>
                  <a:pt x="449875" y="24528"/>
                  <a:pt x="458955" y="24528"/>
                </a:cubicBezTo>
                <a:cubicBezTo>
                  <a:pt x="468311" y="24528"/>
                  <a:pt x="475435" y="27191"/>
                  <a:pt x="480329" y="32517"/>
                </a:cubicBezTo>
                <a:cubicBezTo>
                  <a:pt x="485223" y="37843"/>
                  <a:pt x="487670" y="45558"/>
                  <a:pt x="487670" y="55660"/>
                </a:cubicBezTo>
                <a:moveTo>
                  <a:pt x="479769" y="55660"/>
                </a:moveTo>
                <a:cubicBezTo>
                  <a:pt x="479769" y="47409"/>
                  <a:pt x="478044" y="41191"/>
                  <a:pt x="474595" y="37008"/>
                </a:cubicBezTo>
                <a:cubicBezTo>
                  <a:pt x="471146" y="32822"/>
                  <a:pt x="466011" y="30730"/>
                  <a:pt x="459191" y="30730"/>
                </a:cubicBezTo>
                <a:cubicBezTo>
                  <a:pt x="452253" y="30730"/>
                  <a:pt x="446991" y="32872"/>
                  <a:pt x="443404" y="37155"/>
                </a:cubicBezTo>
                <a:cubicBezTo>
                  <a:pt x="439817" y="41437"/>
                  <a:pt x="438024" y="47605"/>
                  <a:pt x="438024" y="55660"/>
                </a:cubicBezTo>
                <a:cubicBezTo>
                  <a:pt x="438024" y="63596"/>
                  <a:pt x="439798" y="69755"/>
                  <a:pt x="443345" y="74137"/>
                </a:cubicBezTo>
                <a:cubicBezTo>
                  <a:pt x="446893" y="78517"/>
                  <a:pt x="451939" y="80707"/>
                  <a:pt x="458485" y="80707"/>
                </a:cubicBezTo>
                <a:cubicBezTo>
                  <a:pt x="465540" y="80707"/>
                  <a:pt x="470851" y="78586"/>
                  <a:pt x="474418" y="74343"/>
                </a:cubicBezTo>
                <a:cubicBezTo>
                  <a:pt x="477985" y="70099"/>
                  <a:pt x="479769" y="63871"/>
                  <a:pt x="479769" y="55660"/>
                </a:cubicBezTo>
                <a:close/>
                <a:moveTo>
                  <a:pt x="528614" y="86909"/>
                </a:moveTo>
                <a:cubicBezTo>
                  <a:pt x="520635" y="86909"/>
                  <a:pt x="514561" y="84266"/>
                  <a:pt x="510395" y="78979"/>
                </a:cubicBezTo>
                <a:cubicBezTo>
                  <a:pt x="506228" y="73692"/>
                  <a:pt x="504145" y="66017"/>
                  <a:pt x="504145" y="55954"/>
                </a:cubicBezTo>
                <a:cubicBezTo>
                  <a:pt x="504145" y="45931"/>
                  <a:pt x="506317" y="38187"/>
                  <a:pt x="510660" y="32724"/>
                </a:cubicBezTo>
                <a:cubicBezTo>
                  <a:pt x="515004" y="27260"/>
                  <a:pt x="521165" y="24528"/>
                  <a:pt x="529145" y="24528"/>
                </a:cubicBezTo>
                <a:cubicBezTo>
                  <a:pt x="535473" y="24528"/>
                  <a:pt x="540436" y="25825"/>
                  <a:pt x="544032" y="28419"/>
                </a:cubicBezTo>
                <a:cubicBezTo>
                  <a:pt x="547629" y="31014"/>
                  <a:pt x="549899" y="35082"/>
                  <a:pt x="550842" y="40624"/>
                </a:cubicBezTo>
                <a:lnTo>
                  <a:pt x="543130" y="41509"/>
                </a:lnTo>
                <a:cubicBezTo>
                  <a:pt x="542384" y="37778"/>
                  <a:pt x="540873" y="35050"/>
                  <a:pt x="538597" y="33322"/>
                </a:cubicBezTo>
                <a:cubicBezTo>
                  <a:pt x="536321" y="31594"/>
                  <a:pt x="533201" y="30730"/>
                  <a:pt x="529237" y="30730"/>
                </a:cubicBezTo>
                <a:cubicBezTo>
                  <a:pt x="517619" y="30730"/>
                  <a:pt x="511810" y="39040"/>
                  <a:pt x="511810" y="55660"/>
                </a:cubicBezTo>
                <a:cubicBezTo>
                  <a:pt x="511810" y="72358"/>
                  <a:pt x="517481" y="80707"/>
                  <a:pt x="528824" y="80707"/>
                </a:cubicBezTo>
                <a:cubicBezTo>
                  <a:pt x="537184" y="80707"/>
                  <a:pt x="542051" y="76878"/>
                  <a:pt x="543424" y="69221"/>
                </a:cubicBezTo>
                <a:lnTo>
                  <a:pt x="550842" y="70286"/>
                </a:lnTo>
                <a:cubicBezTo>
                  <a:pt x="548759" y="81368"/>
                  <a:pt x="541350" y="86909"/>
                  <a:pt x="528614" y="86909"/>
                </a:cubicBezTo>
                <a:close/>
                <a:moveTo>
                  <a:pt x="601256" y="85730"/>
                </a:moveTo>
                <a:lnTo>
                  <a:pt x="578615" y="55719"/>
                </a:lnTo>
                <a:lnTo>
                  <a:pt x="570655" y="63148"/>
                </a:lnTo>
                <a:lnTo>
                  <a:pt x="570655" y="85730"/>
                </a:lnTo>
                <a:lnTo>
                  <a:pt x="563108" y="85730"/>
                </a:lnTo>
                <a:lnTo>
                  <a:pt x="563108" y="0"/>
                </a:lnTo>
                <a:lnTo>
                  <a:pt x="570655" y="0"/>
                </a:lnTo>
                <a:lnTo>
                  <a:pt x="570655" y="55660"/>
                </a:lnTo>
                <a:lnTo>
                  <a:pt x="599915" y="25707"/>
                </a:lnTo>
                <a:lnTo>
                  <a:pt x="609334" y="25707"/>
                </a:lnTo>
                <a:lnTo>
                  <a:pt x="583745" y="51002"/>
                </a:lnTo>
                <a:lnTo>
                  <a:pt x="610395" y="85730"/>
                </a:lnTo>
                <a:lnTo>
                  <a:pt x="601256" y="857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F4C6CD-FC0D-4B67-ABAF-01F3ED68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224" y="2427066"/>
            <a:ext cx="10" cy="360765"/>
          </a:xfrm>
          <a:custGeom xmlns:a="http://schemas.openxmlformats.org/drawingml/2006/main">
            <a:pathLst>
              <a:path w="1" h="360765" fill="none">
                <a:moveTo>
                  <a:pt x="0" y="0"/>
                </a:moveTo>
                <a:lnTo>
                  <a:pt x="0" y="360765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91ADBC-D7B1-4016-B2C3-96A696DA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359" y="2791339"/>
            <a:ext cx="42125" cy="77035"/>
          </a:xfrm>
          <a:custGeom xmlns:a="http://schemas.openxmlformats.org/drawingml/2006/main">
            <a:pathLst>
              <a:path w="42125" h="77035">
                <a:moveTo>
                  <a:pt x="42125" y="0"/>
                </a:moveTo>
                <a:lnTo>
                  <a:pt x="21001" y="77035"/>
                </a:lnTo>
                <a:lnTo>
                  <a:pt x="0" y="0"/>
                </a:lnTo>
                <a:lnTo>
                  <a:pt x="4212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6F6286-C724-416A-B3FE-A783BEBD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359" y="2791339"/>
            <a:ext cx="42125" cy="77035"/>
          </a:xfrm>
          <a:custGeom xmlns:a="http://schemas.openxmlformats.org/drawingml/2006/main">
            <a:pathLst>
              <a:path w="42125" h="77035" fill="none">
                <a:moveTo>
                  <a:pt x="42125" y="0"/>
                </a:moveTo>
                <a:lnTo>
                  <a:pt x="0" y="0"/>
                </a:lnTo>
                <a:lnTo>
                  <a:pt x="21001" y="77035"/>
                </a:lnTo>
                <a:lnTo>
                  <a:pt x="4212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265" cap="rnd">
            <a:solidFill>
              <a:srgbClr val="000000"/>
            </a:solidFill>
            <a:round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2DC141-771A-47C1-9017-F6F5A558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440" y="2444768"/>
            <a:ext cx="10" cy="343062"/>
          </a:xfrm>
          <a:custGeom xmlns:a="http://schemas.openxmlformats.org/drawingml/2006/main">
            <a:pathLst>
              <a:path w="1" h="343062" fill="none">
                <a:moveTo>
                  <a:pt x="0" y="0"/>
                </a:moveTo>
                <a:lnTo>
                  <a:pt x="0" y="343062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01316A-F7AF-4A73-83F7-8DCDFB40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574" y="2791339"/>
            <a:ext cx="42001" cy="77035"/>
          </a:xfrm>
          <a:custGeom xmlns:a="http://schemas.openxmlformats.org/drawingml/2006/main">
            <a:pathLst>
              <a:path w="42001" h="77035">
                <a:moveTo>
                  <a:pt x="42001" y="0"/>
                </a:moveTo>
                <a:lnTo>
                  <a:pt x="21001" y="77035"/>
                </a:lnTo>
                <a:lnTo>
                  <a:pt x="0" y="0"/>
                </a:lnTo>
                <a:lnTo>
                  <a:pt x="4200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58D625-913F-4988-9ADA-DABC5E5D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574" y="2791339"/>
            <a:ext cx="42001" cy="77035"/>
          </a:xfrm>
          <a:custGeom xmlns:a="http://schemas.openxmlformats.org/drawingml/2006/main">
            <a:pathLst>
              <a:path w="42001" h="77035" fill="none">
                <a:moveTo>
                  <a:pt x="42001" y="0"/>
                </a:moveTo>
                <a:lnTo>
                  <a:pt x="0" y="0"/>
                </a:lnTo>
                <a:lnTo>
                  <a:pt x="21001" y="77035"/>
                </a:lnTo>
                <a:lnTo>
                  <a:pt x="4200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265" cap="rnd">
            <a:solidFill>
              <a:srgbClr val="000000"/>
            </a:solidFill>
            <a:round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1BBEFB-EBC7-4765-8701-BF6E1AAD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314" y="2111910"/>
            <a:ext cx="752869" cy="350165"/>
          </a:xfrm>
          <a:custGeom xmlns:a="http://schemas.openxmlformats.org/drawingml/2006/main">
            <a:pathLst>
              <a:path w="752869" h="350165">
                <a:moveTo>
                  <a:pt x="0" y="350165"/>
                </a:moveTo>
                <a:lnTo>
                  <a:pt x="0" y="0"/>
                </a:lnTo>
                <a:lnTo>
                  <a:pt x="752869" y="0"/>
                </a:lnTo>
                <a:lnTo>
                  <a:pt x="752869" y="350165"/>
                </a:lnTo>
                <a:lnTo>
                  <a:pt x="0" y="350165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73D473-690D-4A87-82DD-4AAAF5E1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314" y="2111910"/>
            <a:ext cx="752869" cy="350165"/>
          </a:xfrm>
          <a:custGeom xmlns:a="http://schemas.openxmlformats.org/drawingml/2006/main">
            <a:pathLst>
              <a:path w="752869" h="350165" fill="none">
                <a:moveTo>
                  <a:pt x="0" y="350165"/>
                </a:moveTo>
                <a:lnTo>
                  <a:pt x="752869" y="350165"/>
                </a:lnTo>
                <a:lnTo>
                  <a:pt x="752869" y="0"/>
                </a:lnTo>
                <a:lnTo>
                  <a:pt x="0" y="0"/>
                </a:lnTo>
                <a:lnTo>
                  <a:pt x="0" y="3501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77" name="Text PVsensor">
            <a:extLst xmlns:a="http://schemas.openxmlformats.org/drawingml/2006/main">
              <a:ext uri="{FF2B5EF4-FFF2-40B4-BE49-F238E27FC236}">
                <a16:creationId xmlns:a16="http://schemas.microsoft.com/office/drawing/2014/main" id="{AEF28981-974F-460B-90F1-C3666C2F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849" y="2251452"/>
            <a:ext cx="508798" cy="84315"/>
          </a:xfrm>
          <a:custGeom xmlns:a="http://schemas.openxmlformats.org/drawingml/2006/main">
            <a:pathLst>
              <a:path w="508798" h="84315">
                <a:moveTo>
                  <a:pt x="49999" y="24498"/>
                </a:moveTo>
                <a:cubicBezTo>
                  <a:pt x="49999" y="29417"/>
                  <a:pt x="48880" y="33795"/>
                  <a:pt x="46642" y="37632"/>
                </a:cubicBezTo>
                <a:cubicBezTo>
                  <a:pt x="44405" y="41470"/>
                  <a:pt x="41177" y="44451"/>
                  <a:pt x="36958" y="46576"/>
                </a:cubicBezTo>
                <a:cubicBezTo>
                  <a:pt x="32738" y="48701"/>
                  <a:pt x="27763" y="49763"/>
                  <a:pt x="22031" y="49763"/>
                </a:cubicBezTo>
                <a:lnTo>
                  <a:pt x="7901" y="49763"/>
                </a:lnTo>
                <a:lnTo>
                  <a:pt x="7901" y="83136"/>
                </a:lnTo>
                <a:lnTo>
                  <a:pt x="0" y="83136"/>
                </a:lnTo>
                <a:lnTo>
                  <a:pt x="0" y="0"/>
                </a:lnTo>
                <a:lnTo>
                  <a:pt x="21554" y="0"/>
                </a:lnTo>
                <a:cubicBezTo>
                  <a:pt x="30546" y="0"/>
                  <a:pt x="37535" y="2164"/>
                  <a:pt x="42520" y="6493"/>
                </a:cubicBezTo>
                <a:cubicBezTo>
                  <a:pt x="47506" y="10822"/>
                  <a:pt x="49999" y="16824"/>
                  <a:pt x="49999" y="24498"/>
                </a:cubicBezTo>
                <a:moveTo>
                  <a:pt x="41981" y="24616"/>
                </a:moveTo>
                <a:cubicBezTo>
                  <a:pt x="41981" y="18868"/>
                  <a:pt x="40185" y="14389"/>
                  <a:pt x="36595" y="11181"/>
                </a:cubicBezTo>
                <a:cubicBezTo>
                  <a:pt x="33004" y="7972"/>
                  <a:pt x="27658" y="6368"/>
                  <a:pt x="20555" y="6368"/>
                </a:cubicBezTo>
                <a:lnTo>
                  <a:pt x="7901" y="6368"/>
                </a:lnTo>
                <a:lnTo>
                  <a:pt x="7901" y="43514"/>
                </a:lnTo>
                <a:lnTo>
                  <a:pt x="21086" y="43514"/>
                </a:lnTo>
                <a:cubicBezTo>
                  <a:pt x="27756" y="43514"/>
                  <a:pt x="32906" y="41870"/>
                  <a:pt x="36536" y="38583"/>
                </a:cubicBezTo>
                <a:cubicBezTo>
                  <a:pt x="40166" y="35296"/>
                  <a:pt x="41981" y="30640"/>
                  <a:pt x="41981" y="24616"/>
                </a:cubicBezTo>
                <a:close/>
                <a:moveTo>
                  <a:pt x="94941" y="83136"/>
                </a:moveTo>
                <a:lnTo>
                  <a:pt x="85868" y="83136"/>
                </a:lnTo>
                <a:lnTo>
                  <a:pt x="54703" y="0"/>
                </a:lnTo>
                <a:lnTo>
                  <a:pt x="63245" y="0"/>
                </a:lnTo>
                <a:lnTo>
                  <a:pt x="86104" y="63076"/>
                </a:lnTo>
                <a:cubicBezTo>
                  <a:pt x="88224" y="69133"/>
                  <a:pt x="89677" y="73656"/>
                  <a:pt x="90463" y="76646"/>
                </a:cubicBezTo>
                <a:cubicBezTo>
                  <a:pt x="91131" y="74404"/>
                  <a:pt x="91809" y="72163"/>
                  <a:pt x="92495" y="69921"/>
                </a:cubicBezTo>
                <a:cubicBezTo>
                  <a:pt x="93183" y="67678"/>
                  <a:pt x="93920" y="65436"/>
                  <a:pt x="94705" y="63194"/>
                </a:cubicBezTo>
                <a:lnTo>
                  <a:pt x="117563" y="0"/>
                </a:lnTo>
                <a:lnTo>
                  <a:pt x="126046" y="0"/>
                </a:lnTo>
                <a:lnTo>
                  <a:pt x="94941" y="83136"/>
                </a:lnTo>
                <a:close/>
                <a:moveTo>
                  <a:pt x="210017" y="66568"/>
                </a:moveTo>
                <a:cubicBezTo>
                  <a:pt x="210017" y="72228"/>
                  <a:pt x="208155" y="76601"/>
                  <a:pt x="204430" y="79686"/>
                </a:cubicBezTo>
                <a:cubicBezTo>
                  <a:pt x="200706" y="82772"/>
                  <a:pt x="195474" y="84315"/>
                  <a:pt x="188734" y="84315"/>
                </a:cubicBezTo>
                <a:cubicBezTo>
                  <a:pt x="182427" y="84315"/>
                  <a:pt x="177481" y="83204"/>
                  <a:pt x="173894" y="80984"/>
                </a:cubicBezTo>
                <a:cubicBezTo>
                  <a:pt x="170307" y="78763"/>
                  <a:pt x="167883" y="75058"/>
                  <a:pt x="166621" y="69869"/>
                </a:cubicBezTo>
                <a:lnTo>
                  <a:pt x="173531" y="68631"/>
                </a:lnTo>
                <a:cubicBezTo>
                  <a:pt x="174357" y="71890"/>
                  <a:pt x="175942" y="74344"/>
                  <a:pt x="178285" y="75994"/>
                </a:cubicBezTo>
                <a:cubicBezTo>
                  <a:pt x="180628" y="77642"/>
                  <a:pt x="184084" y="78467"/>
                  <a:pt x="188651" y="78467"/>
                </a:cubicBezTo>
                <a:cubicBezTo>
                  <a:pt x="197942" y="78467"/>
                  <a:pt x="202588" y="74715"/>
                  <a:pt x="202588" y="67211"/>
                </a:cubicBezTo>
                <a:cubicBezTo>
                  <a:pt x="202588" y="65089"/>
                  <a:pt x="202165" y="63361"/>
                  <a:pt x="201320" y="62026"/>
                </a:cubicBezTo>
                <a:cubicBezTo>
                  <a:pt x="200475" y="60689"/>
                  <a:pt x="199315" y="59599"/>
                  <a:pt x="197841" y="58755"/>
                </a:cubicBezTo>
                <a:cubicBezTo>
                  <a:pt x="196367" y="57910"/>
                  <a:pt x="194618" y="57202"/>
                  <a:pt x="192594" y="56632"/>
                </a:cubicBezTo>
                <a:cubicBezTo>
                  <a:pt x="190569" y="56063"/>
                  <a:pt x="188378" y="55463"/>
                  <a:pt x="186020" y="54834"/>
                </a:cubicBezTo>
                <a:cubicBezTo>
                  <a:pt x="181696" y="53773"/>
                  <a:pt x="178443" y="52564"/>
                  <a:pt x="176261" y="51208"/>
                </a:cubicBezTo>
                <a:cubicBezTo>
                  <a:pt x="174080" y="49852"/>
                  <a:pt x="172399" y="48152"/>
                  <a:pt x="171220" y="46108"/>
                </a:cubicBezTo>
                <a:cubicBezTo>
                  <a:pt x="170041" y="44064"/>
                  <a:pt x="169451" y="41568"/>
                  <a:pt x="169451" y="38620"/>
                </a:cubicBezTo>
                <a:cubicBezTo>
                  <a:pt x="169451" y="33313"/>
                  <a:pt x="171083" y="29206"/>
                  <a:pt x="174345" y="26297"/>
                </a:cubicBezTo>
                <a:cubicBezTo>
                  <a:pt x="177608" y="23388"/>
                  <a:pt x="182403" y="21934"/>
                  <a:pt x="188732" y="21934"/>
                </a:cubicBezTo>
                <a:cubicBezTo>
                  <a:pt x="194471" y="21934"/>
                  <a:pt x="198922" y="22991"/>
                  <a:pt x="202087" y="25105"/>
                </a:cubicBezTo>
                <a:cubicBezTo>
                  <a:pt x="205251" y="27219"/>
                  <a:pt x="207383" y="30565"/>
                  <a:pt x="208484" y="35145"/>
                </a:cubicBezTo>
                <a:lnTo>
                  <a:pt x="201421" y="35967"/>
                </a:lnTo>
                <a:cubicBezTo>
                  <a:pt x="200754" y="33043"/>
                  <a:pt x="199411" y="30948"/>
                  <a:pt x="197390" y="29682"/>
                </a:cubicBezTo>
                <a:cubicBezTo>
                  <a:pt x="195369" y="28415"/>
                  <a:pt x="192495" y="27782"/>
                  <a:pt x="188769" y="27782"/>
                </a:cubicBezTo>
                <a:cubicBezTo>
                  <a:pt x="184727" y="27782"/>
                  <a:pt x="181716" y="28657"/>
                  <a:pt x="179735" y="30406"/>
                </a:cubicBezTo>
                <a:cubicBezTo>
                  <a:pt x="177753" y="32154"/>
                  <a:pt x="176763" y="34618"/>
                  <a:pt x="176763" y="37800"/>
                </a:cubicBezTo>
                <a:cubicBezTo>
                  <a:pt x="176763" y="39843"/>
                  <a:pt x="177146" y="41473"/>
                  <a:pt x="177912" y="42692"/>
                </a:cubicBezTo>
                <a:cubicBezTo>
                  <a:pt x="178679" y="43909"/>
                  <a:pt x="179819" y="44940"/>
                  <a:pt x="181332" y="45785"/>
                </a:cubicBezTo>
                <a:cubicBezTo>
                  <a:pt x="182845" y="46631"/>
                  <a:pt x="186314" y="47780"/>
                  <a:pt x="191739" y="49233"/>
                </a:cubicBezTo>
                <a:cubicBezTo>
                  <a:pt x="197045" y="50687"/>
                  <a:pt x="200799" y="52112"/>
                  <a:pt x="203000" y="53508"/>
                </a:cubicBezTo>
                <a:cubicBezTo>
                  <a:pt x="205202" y="54903"/>
                  <a:pt x="206921" y="56632"/>
                  <a:pt x="208160" y="58696"/>
                </a:cubicBezTo>
                <a:cubicBezTo>
                  <a:pt x="209398" y="60760"/>
                  <a:pt x="210017" y="63384"/>
                  <a:pt x="210017" y="66568"/>
                </a:cubicBezTo>
                <a:close/>
                <a:moveTo>
                  <a:pt x="233603" y="54315"/>
                </a:moveTo>
                <a:cubicBezTo>
                  <a:pt x="233603" y="61815"/>
                  <a:pt x="235264" y="67656"/>
                  <a:pt x="238586" y="71839"/>
                </a:cubicBezTo>
                <a:cubicBezTo>
                  <a:pt x="241907" y="76022"/>
                  <a:pt x="246536" y="78113"/>
                  <a:pt x="252471" y="78113"/>
                </a:cubicBezTo>
                <a:cubicBezTo>
                  <a:pt x="256441" y="78113"/>
                  <a:pt x="259851" y="77298"/>
                  <a:pt x="262701" y="75670"/>
                </a:cubicBezTo>
                <a:cubicBezTo>
                  <a:pt x="265551" y="74040"/>
                  <a:pt x="268017" y="71300"/>
                  <a:pt x="270101" y="67452"/>
                </a:cubicBezTo>
                <a:lnTo>
                  <a:pt x="276056" y="70695"/>
                </a:lnTo>
                <a:cubicBezTo>
                  <a:pt x="273304" y="75608"/>
                  <a:pt x="270002" y="79107"/>
                  <a:pt x="266150" y="81190"/>
                </a:cubicBezTo>
                <a:cubicBezTo>
                  <a:pt x="262298" y="83273"/>
                  <a:pt x="257679" y="84315"/>
                  <a:pt x="252294" y="84315"/>
                </a:cubicBezTo>
                <a:cubicBezTo>
                  <a:pt x="243764" y="84315"/>
                  <a:pt x="237220" y="81603"/>
                  <a:pt x="232660" y="76178"/>
                </a:cubicBezTo>
                <a:cubicBezTo>
                  <a:pt x="228100" y="70754"/>
                  <a:pt x="225821" y="62912"/>
                  <a:pt x="225821" y="52653"/>
                </a:cubicBezTo>
                <a:cubicBezTo>
                  <a:pt x="225821" y="46088"/>
                  <a:pt x="226903" y="40507"/>
                  <a:pt x="229067" y="35908"/>
                </a:cubicBezTo>
                <a:cubicBezTo>
                  <a:pt x="231231" y="31309"/>
                  <a:pt x="234291" y="27830"/>
                  <a:pt x="238245" y="25471"/>
                </a:cubicBezTo>
                <a:cubicBezTo>
                  <a:pt x="242200" y="23113"/>
                  <a:pt x="246815" y="21934"/>
                  <a:pt x="252088" y="21934"/>
                </a:cubicBezTo>
                <a:cubicBezTo>
                  <a:pt x="260274" y="21934"/>
                  <a:pt x="266531" y="24549"/>
                  <a:pt x="270860" y="29779"/>
                </a:cubicBezTo>
                <a:cubicBezTo>
                  <a:pt x="275188" y="35008"/>
                  <a:pt x="277353" y="42519"/>
                  <a:pt x="277353" y="52310"/>
                </a:cubicBezTo>
                <a:lnTo>
                  <a:pt x="277353" y="54315"/>
                </a:lnTo>
                <a:lnTo>
                  <a:pt x="233603" y="54315"/>
                </a:lnTo>
                <a:moveTo>
                  <a:pt x="251764" y="28136"/>
                </a:moveTo>
                <a:cubicBezTo>
                  <a:pt x="246261" y="28136"/>
                  <a:pt x="241956" y="29855"/>
                  <a:pt x="238851" y="33293"/>
                </a:cubicBezTo>
                <a:cubicBezTo>
                  <a:pt x="235746" y="36730"/>
                  <a:pt x="234036" y="41788"/>
                  <a:pt x="233721" y="48466"/>
                </a:cubicBezTo>
                <a:lnTo>
                  <a:pt x="269452" y="48466"/>
                </a:lnTo>
                <a:cubicBezTo>
                  <a:pt x="268744" y="34913"/>
                  <a:pt x="262848" y="28136"/>
                  <a:pt x="251764" y="28136"/>
                </a:cubicBezTo>
                <a:close/>
                <a:moveTo>
                  <a:pt x="325352" y="83136"/>
                </a:moveTo>
                <a:lnTo>
                  <a:pt x="325352" y="48002"/>
                </a:lnTo>
                <a:cubicBezTo>
                  <a:pt x="325352" y="41046"/>
                  <a:pt x="324158" y="35996"/>
                  <a:pt x="321768" y="32853"/>
                </a:cubicBezTo>
                <a:cubicBezTo>
                  <a:pt x="319379" y="29708"/>
                  <a:pt x="315659" y="28136"/>
                  <a:pt x="310606" y="28136"/>
                </a:cubicBezTo>
                <a:cubicBezTo>
                  <a:pt x="305162" y="28136"/>
                  <a:pt x="300834" y="30131"/>
                  <a:pt x="297622" y="34120"/>
                </a:cubicBezTo>
                <a:cubicBezTo>
                  <a:pt x="294411" y="38109"/>
                  <a:pt x="292805" y="43503"/>
                  <a:pt x="292805" y="50302"/>
                </a:cubicBezTo>
                <a:lnTo>
                  <a:pt x="292805" y="83136"/>
                </a:lnTo>
                <a:lnTo>
                  <a:pt x="285258" y="83136"/>
                </a:lnTo>
                <a:lnTo>
                  <a:pt x="285258" y="36497"/>
                </a:lnTo>
                <a:cubicBezTo>
                  <a:pt x="285258" y="34257"/>
                  <a:pt x="285202" y="32026"/>
                  <a:pt x="285089" y="29805"/>
                </a:cubicBezTo>
                <a:cubicBezTo>
                  <a:pt x="284977" y="27584"/>
                  <a:pt x="284876" y="25353"/>
                  <a:pt x="284787" y="23113"/>
                </a:cubicBezTo>
                <a:lnTo>
                  <a:pt x="291615" y="23113"/>
                </a:lnTo>
                <a:lnTo>
                  <a:pt x="292334" y="34551"/>
                </a:lnTo>
                <a:lnTo>
                  <a:pt x="292570" y="34551"/>
                </a:lnTo>
                <a:cubicBezTo>
                  <a:pt x="294649" y="30267"/>
                  <a:pt x="297279" y="27093"/>
                  <a:pt x="300458" y="25029"/>
                </a:cubicBezTo>
                <a:cubicBezTo>
                  <a:pt x="303638" y="22965"/>
                  <a:pt x="307701" y="21934"/>
                  <a:pt x="312646" y="21934"/>
                </a:cubicBezTo>
                <a:cubicBezTo>
                  <a:pt x="319515" y="21934"/>
                  <a:pt x="324608" y="23909"/>
                  <a:pt x="327924" y="27859"/>
                </a:cubicBezTo>
                <a:cubicBezTo>
                  <a:pt x="331241" y="31810"/>
                  <a:pt x="332899" y="37912"/>
                  <a:pt x="332899" y="46167"/>
                </a:cubicBezTo>
                <a:lnTo>
                  <a:pt x="332899" y="83136"/>
                </a:lnTo>
                <a:lnTo>
                  <a:pt x="325352" y="83136"/>
                </a:lnTo>
                <a:close/>
                <a:moveTo>
                  <a:pt x="395011" y="66568"/>
                </a:moveTo>
                <a:cubicBezTo>
                  <a:pt x="395011" y="72228"/>
                  <a:pt x="393149" y="76601"/>
                  <a:pt x="389424" y="79686"/>
                </a:cubicBezTo>
                <a:cubicBezTo>
                  <a:pt x="385700" y="82772"/>
                  <a:pt x="380468" y="84315"/>
                  <a:pt x="373728" y="84315"/>
                </a:cubicBezTo>
                <a:cubicBezTo>
                  <a:pt x="367421" y="84315"/>
                  <a:pt x="362474" y="83204"/>
                  <a:pt x="358888" y="80984"/>
                </a:cubicBezTo>
                <a:cubicBezTo>
                  <a:pt x="355301" y="78763"/>
                  <a:pt x="352877" y="75058"/>
                  <a:pt x="351615" y="69869"/>
                </a:cubicBezTo>
                <a:lnTo>
                  <a:pt x="358525" y="68631"/>
                </a:lnTo>
                <a:cubicBezTo>
                  <a:pt x="359351" y="71890"/>
                  <a:pt x="360936" y="74344"/>
                  <a:pt x="363278" y="75994"/>
                </a:cubicBezTo>
                <a:cubicBezTo>
                  <a:pt x="365622" y="77642"/>
                  <a:pt x="369078" y="78467"/>
                  <a:pt x="373645" y="78467"/>
                </a:cubicBezTo>
                <a:cubicBezTo>
                  <a:pt x="382936" y="78467"/>
                  <a:pt x="387582" y="74715"/>
                  <a:pt x="387582" y="67211"/>
                </a:cubicBezTo>
                <a:cubicBezTo>
                  <a:pt x="387582" y="65089"/>
                  <a:pt x="387159" y="63361"/>
                  <a:pt x="386314" y="62026"/>
                </a:cubicBezTo>
                <a:cubicBezTo>
                  <a:pt x="385469" y="60689"/>
                  <a:pt x="384309" y="59599"/>
                  <a:pt x="382835" y="58755"/>
                </a:cubicBezTo>
                <a:cubicBezTo>
                  <a:pt x="381361" y="57910"/>
                  <a:pt x="379612" y="57202"/>
                  <a:pt x="377588" y="56632"/>
                </a:cubicBezTo>
                <a:cubicBezTo>
                  <a:pt x="375563" y="56063"/>
                  <a:pt x="373372" y="55463"/>
                  <a:pt x="371013" y="54834"/>
                </a:cubicBezTo>
                <a:cubicBezTo>
                  <a:pt x="366690" y="53773"/>
                  <a:pt x="363437" y="52564"/>
                  <a:pt x="361255" y="51208"/>
                </a:cubicBezTo>
                <a:cubicBezTo>
                  <a:pt x="359074" y="49852"/>
                  <a:pt x="357393" y="48152"/>
                  <a:pt x="356214" y="46108"/>
                </a:cubicBezTo>
                <a:cubicBezTo>
                  <a:pt x="355035" y="44064"/>
                  <a:pt x="354445" y="41568"/>
                  <a:pt x="354445" y="38620"/>
                </a:cubicBezTo>
                <a:cubicBezTo>
                  <a:pt x="354445" y="33313"/>
                  <a:pt x="356077" y="29206"/>
                  <a:pt x="359339" y="26297"/>
                </a:cubicBezTo>
                <a:cubicBezTo>
                  <a:pt x="362602" y="23388"/>
                  <a:pt x="367397" y="21934"/>
                  <a:pt x="373726" y="21934"/>
                </a:cubicBezTo>
                <a:cubicBezTo>
                  <a:pt x="379465" y="21934"/>
                  <a:pt x="383916" y="22991"/>
                  <a:pt x="387080" y="25105"/>
                </a:cubicBezTo>
                <a:cubicBezTo>
                  <a:pt x="390245" y="27219"/>
                  <a:pt x="392377" y="30565"/>
                  <a:pt x="393478" y="35145"/>
                </a:cubicBezTo>
                <a:lnTo>
                  <a:pt x="386415" y="35967"/>
                </a:lnTo>
                <a:cubicBezTo>
                  <a:pt x="385748" y="33043"/>
                  <a:pt x="384404" y="30948"/>
                  <a:pt x="382384" y="29682"/>
                </a:cubicBezTo>
                <a:cubicBezTo>
                  <a:pt x="380363" y="28415"/>
                  <a:pt x="377489" y="27782"/>
                  <a:pt x="373763" y="27782"/>
                </a:cubicBezTo>
                <a:cubicBezTo>
                  <a:pt x="369721" y="27782"/>
                  <a:pt x="366710" y="28657"/>
                  <a:pt x="364729" y="30406"/>
                </a:cubicBezTo>
                <a:cubicBezTo>
                  <a:pt x="362747" y="32154"/>
                  <a:pt x="361757" y="34618"/>
                  <a:pt x="361757" y="37800"/>
                </a:cubicBezTo>
                <a:cubicBezTo>
                  <a:pt x="361757" y="39843"/>
                  <a:pt x="362140" y="41473"/>
                  <a:pt x="362906" y="42692"/>
                </a:cubicBezTo>
                <a:cubicBezTo>
                  <a:pt x="363673" y="43909"/>
                  <a:pt x="364813" y="44940"/>
                  <a:pt x="366326" y="45785"/>
                </a:cubicBezTo>
                <a:cubicBezTo>
                  <a:pt x="367839" y="46631"/>
                  <a:pt x="371308" y="47780"/>
                  <a:pt x="376733" y="49233"/>
                </a:cubicBezTo>
                <a:cubicBezTo>
                  <a:pt x="382039" y="50687"/>
                  <a:pt x="385793" y="52112"/>
                  <a:pt x="387994" y="53508"/>
                </a:cubicBezTo>
                <a:cubicBezTo>
                  <a:pt x="390196" y="54903"/>
                  <a:pt x="391915" y="56632"/>
                  <a:pt x="393153" y="58696"/>
                </a:cubicBezTo>
                <a:cubicBezTo>
                  <a:pt x="394392" y="60760"/>
                  <a:pt x="395011" y="63384"/>
                  <a:pt x="395011" y="66568"/>
                </a:cubicBezTo>
                <a:close/>
                <a:moveTo>
                  <a:pt x="459304" y="53065"/>
                </a:moveTo>
                <a:cubicBezTo>
                  <a:pt x="459304" y="62814"/>
                  <a:pt x="456759" y="70459"/>
                  <a:pt x="451669" y="76001"/>
                </a:cubicBezTo>
                <a:cubicBezTo>
                  <a:pt x="446578" y="81544"/>
                  <a:pt x="439434" y="84315"/>
                  <a:pt x="430236" y="84315"/>
                </a:cubicBezTo>
                <a:cubicBezTo>
                  <a:pt x="421392" y="84315"/>
                  <a:pt x="414434" y="81514"/>
                  <a:pt x="409364" y="75913"/>
                </a:cubicBezTo>
                <a:cubicBezTo>
                  <a:pt x="404293" y="70312"/>
                  <a:pt x="401758" y="62696"/>
                  <a:pt x="401758" y="53065"/>
                </a:cubicBezTo>
                <a:cubicBezTo>
                  <a:pt x="401758" y="43278"/>
                  <a:pt x="404293" y="35642"/>
                  <a:pt x="409364" y="30159"/>
                </a:cubicBezTo>
                <a:cubicBezTo>
                  <a:pt x="414434" y="24675"/>
                  <a:pt x="421510" y="21934"/>
                  <a:pt x="430590" y="21934"/>
                </a:cubicBezTo>
                <a:cubicBezTo>
                  <a:pt x="439945" y="21934"/>
                  <a:pt x="447070" y="24597"/>
                  <a:pt x="451963" y="29923"/>
                </a:cubicBezTo>
                <a:cubicBezTo>
                  <a:pt x="456857" y="35249"/>
                  <a:pt x="459304" y="42963"/>
                  <a:pt x="459304" y="53065"/>
                </a:cubicBezTo>
                <a:moveTo>
                  <a:pt x="451403" y="53065"/>
                </a:moveTo>
                <a:cubicBezTo>
                  <a:pt x="451403" y="44814"/>
                  <a:pt x="449679" y="38597"/>
                  <a:pt x="446229" y="34413"/>
                </a:cubicBezTo>
                <a:cubicBezTo>
                  <a:pt x="442780" y="30228"/>
                  <a:pt x="437646" y="28136"/>
                  <a:pt x="430826" y="28136"/>
                </a:cubicBezTo>
                <a:cubicBezTo>
                  <a:pt x="423888" y="28136"/>
                  <a:pt x="418626" y="30277"/>
                  <a:pt x="415039" y="34561"/>
                </a:cubicBezTo>
                <a:cubicBezTo>
                  <a:pt x="411452" y="38843"/>
                  <a:pt x="409659" y="45011"/>
                  <a:pt x="409659" y="53065"/>
                </a:cubicBezTo>
                <a:cubicBezTo>
                  <a:pt x="409659" y="61002"/>
                  <a:pt x="411432" y="67161"/>
                  <a:pt x="414980" y="71542"/>
                </a:cubicBezTo>
                <a:cubicBezTo>
                  <a:pt x="418527" y="75923"/>
                  <a:pt x="423574" y="78113"/>
                  <a:pt x="430120" y="78113"/>
                </a:cubicBezTo>
                <a:cubicBezTo>
                  <a:pt x="437174" y="78113"/>
                  <a:pt x="442485" y="75992"/>
                  <a:pt x="446052" y="71749"/>
                </a:cubicBezTo>
                <a:cubicBezTo>
                  <a:pt x="449620" y="67505"/>
                  <a:pt x="451403" y="61277"/>
                  <a:pt x="451403" y="53065"/>
                </a:cubicBezTo>
                <a:close/>
                <a:moveTo>
                  <a:pt x="479907" y="83136"/>
                </a:moveTo>
                <a:lnTo>
                  <a:pt x="479907" y="37971"/>
                </a:lnTo>
                <a:cubicBezTo>
                  <a:pt x="479907" y="34787"/>
                  <a:pt x="479710" y="29835"/>
                  <a:pt x="479317" y="23113"/>
                </a:cubicBezTo>
                <a:lnTo>
                  <a:pt x="486328" y="23113"/>
                </a:lnTo>
                <a:cubicBezTo>
                  <a:pt x="486764" y="27418"/>
                  <a:pt x="486982" y="31939"/>
                  <a:pt x="486982" y="36674"/>
                </a:cubicBezTo>
                <a:lnTo>
                  <a:pt x="487218" y="36674"/>
                </a:lnTo>
                <a:cubicBezTo>
                  <a:pt x="488864" y="31388"/>
                  <a:pt x="491039" y="27611"/>
                  <a:pt x="493744" y="25341"/>
                </a:cubicBezTo>
                <a:cubicBezTo>
                  <a:pt x="496449" y="23069"/>
                  <a:pt x="499938" y="21934"/>
                  <a:pt x="504212" y="21934"/>
                </a:cubicBezTo>
                <a:cubicBezTo>
                  <a:pt x="505858" y="21934"/>
                  <a:pt x="507386" y="22111"/>
                  <a:pt x="508798" y="22464"/>
                </a:cubicBezTo>
                <a:lnTo>
                  <a:pt x="508798" y="29422"/>
                </a:lnTo>
                <a:cubicBezTo>
                  <a:pt x="507308" y="29068"/>
                  <a:pt x="505446" y="28891"/>
                  <a:pt x="503211" y="28891"/>
                </a:cubicBezTo>
                <a:cubicBezTo>
                  <a:pt x="498272" y="28891"/>
                  <a:pt x="494411" y="31004"/>
                  <a:pt x="491627" y="35229"/>
                </a:cubicBezTo>
                <a:cubicBezTo>
                  <a:pt x="488845" y="39455"/>
                  <a:pt x="487454" y="45263"/>
                  <a:pt x="487454" y="52653"/>
                </a:cubicBezTo>
                <a:lnTo>
                  <a:pt x="487454" y="83136"/>
                </a:lnTo>
                <a:lnTo>
                  <a:pt x="479907" y="831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DDE540-B625-441B-B273-65CE6760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288" y="2462075"/>
            <a:ext cx="988" cy="599726"/>
          </a:xfrm>
          <a:custGeom xmlns:a="http://schemas.openxmlformats.org/drawingml/2006/main">
            <a:pathLst>
              <a:path w="988" h="599726" fill="none">
                <a:moveTo>
                  <a:pt x="0" y="0"/>
                </a:moveTo>
                <a:lnTo>
                  <a:pt x="988" y="599726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06047F-ECCF-4D45-9063-D594A4BA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276" y="2801839"/>
            <a:ext cx="42001" cy="77047"/>
          </a:xfrm>
          <a:custGeom xmlns:a="http://schemas.openxmlformats.org/drawingml/2006/main">
            <a:pathLst>
              <a:path w="42001" h="77047">
                <a:moveTo>
                  <a:pt x="0" y="0"/>
                </a:moveTo>
                <a:lnTo>
                  <a:pt x="42001" y="0"/>
                </a:lnTo>
                <a:lnTo>
                  <a:pt x="21001" y="770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2E7C2E-9DBD-446E-9844-B7E215FC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276" y="2801839"/>
            <a:ext cx="42001" cy="77047"/>
          </a:xfrm>
          <a:custGeom xmlns:a="http://schemas.openxmlformats.org/drawingml/2006/main">
            <a:pathLst>
              <a:path w="42001" h="77047" fill="none">
                <a:moveTo>
                  <a:pt x="0" y="0"/>
                </a:moveTo>
                <a:lnTo>
                  <a:pt x="42001" y="0"/>
                </a:lnTo>
                <a:lnTo>
                  <a:pt x="21001" y="770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265" cap="rnd">
            <a:solidFill>
              <a:srgbClr val="000000"/>
            </a:solidFill>
            <a:round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003D92-B198-4E59-8C0E-7F98AD4C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8377" y="2111910"/>
            <a:ext cx="878008" cy="350165"/>
          </a:xfrm>
          <a:custGeom xmlns:a="http://schemas.openxmlformats.org/drawingml/2006/main">
            <a:pathLst>
              <a:path w="878008" h="350165">
                <a:moveTo>
                  <a:pt x="0" y="350165"/>
                </a:moveTo>
                <a:lnTo>
                  <a:pt x="0" y="0"/>
                </a:lnTo>
                <a:lnTo>
                  <a:pt x="878008" y="0"/>
                </a:lnTo>
                <a:lnTo>
                  <a:pt x="878008" y="350165"/>
                </a:lnTo>
                <a:lnTo>
                  <a:pt x="0" y="350165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62C659-9E7D-4231-8922-C603BF87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8377" y="2111910"/>
            <a:ext cx="878008" cy="350165"/>
          </a:xfrm>
          <a:custGeom xmlns:a="http://schemas.openxmlformats.org/drawingml/2006/main">
            <a:pathLst>
              <a:path w="878008" h="350165" fill="none">
                <a:moveTo>
                  <a:pt x="0" y="350165"/>
                </a:moveTo>
                <a:lnTo>
                  <a:pt x="878008" y="350165"/>
                </a:lnTo>
                <a:lnTo>
                  <a:pt x="878008" y="0"/>
                </a:lnTo>
                <a:lnTo>
                  <a:pt x="0" y="0"/>
                </a:lnTo>
                <a:lnTo>
                  <a:pt x="0" y="3501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83" name="Text DCbussensor">
            <a:extLst xmlns:a="http://schemas.openxmlformats.org/drawingml/2006/main">
              <a:ext uri="{FF2B5EF4-FFF2-40B4-BE49-F238E27FC236}">
                <a16:creationId xmlns:a16="http://schemas.microsoft.com/office/drawing/2014/main" id="{B384A4D1-AC1E-46A0-8759-8F0FE0E5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234" y="2248858"/>
            <a:ext cx="749930" cy="86909"/>
          </a:xfrm>
          <a:custGeom xmlns:a="http://schemas.openxmlformats.org/drawingml/2006/main">
            <a:pathLst>
              <a:path w="749930" h="86909">
                <a:moveTo>
                  <a:pt x="65329" y="43248"/>
                </a:moveTo>
                <a:cubicBezTo>
                  <a:pt x="65329" y="51902"/>
                  <a:pt x="63708" y="59455"/>
                  <a:pt x="60465" y="65906"/>
                </a:cubicBezTo>
                <a:cubicBezTo>
                  <a:pt x="57222" y="72356"/>
                  <a:pt x="52613" y="77273"/>
                  <a:pt x="46639" y="80656"/>
                </a:cubicBezTo>
                <a:cubicBezTo>
                  <a:pt x="40664" y="84039"/>
                  <a:pt x="33726" y="85730"/>
                  <a:pt x="25825" y="85730"/>
                </a:cubicBezTo>
                <a:lnTo>
                  <a:pt x="0" y="85730"/>
                </a:lnTo>
                <a:lnTo>
                  <a:pt x="0" y="2594"/>
                </a:lnTo>
                <a:lnTo>
                  <a:pt x="22995" y="2594"/>
                </a:lnTo>
                <a:cubicBezTo>
                  <a:pt x="36792" y="2594"/>
                  <a:pt x="47297" y="6056"/>
                  <a:pt x="54510" y="12979"/>
                </a:cubicBezTo>
                <a:cubicBezTo>
                  <a:pt x="61723" y="19902"/>
                  <a:pt x="65329" y="29992"/>
                  <a:pt x="65329" y="43248"/>
                </a:cubicBezTo>
                <a:moveTo>
                  <a:pt x="57311" y="43248"/>
                </a:moveTo>
                <a:cubicBezTo>
                  <a:pt x="57311" y="20627"/>
                  <a:pt x="45774" y="9316"/>
                  <a:pt x="22700" y="9316"/>
                </a:cubicBezTo>
                <a:lnTo>
                  <a:pt x="7901" y="9316"/>
                </a:lnTo>
                <a:lnTo>
                  <a:pt x="7901" y="79008"/>
                </a:lnTo>
                <a:lnTo>
                  <a:pt x="24823" y="79008"/>
                </a:lnTo>
                <a:cubicBezTo>
                  <a:pt x="34964" y="79008"/>
                  <a:pt x="42914" y="75871"/>
                  <a:pt x="48673" y="69597"/>
                </a:cubicBezTo>
                <a:cubicBezTo>
                  <a:pt x="54431" y="63321"/>
                  <a:pt x="57311" y="54538"/>
                  <a:pt x="57311" y="43248"/>
                </a:cubicBezTo>
                <a:close/>
                <a:moveTo>
                  <a:pt x="113651" y="86909"/>
                </a:moveTo>
                <a:cubicBezTo>
                  <a:pt x="102911" y="86909"/>
                  <a:pt x="94501" y="83067"/>
                  <a:pt x="88421" y="75382"/>
                </a:cubicBezTo>
                <a:cubicBezTo>
                  <a:pt x="82344" y="67698"/>
                  <a:pt x="79305" y="57173"/>
                  <a:pt x="79305" y="43808"/>
                </a:cubicBezTo>
                <a:cubicBezTo>
                  <a:pt x="79305" y="30444"/>
                  <a:pt x="82412" y="20037"/>
                  <a:pt x="88628" y="12588"/>
                </a:cubicBezTo>
                <a:cubicBezTo>
                  <a:pt x="94845" y="5139"/>
                  <a:pt x="103462" y="1415"/>
                  <a:pt x="114479" y="1415"/>
                </a:cubicBezTo>
                <a:cubicBezTo>
                  <a:pt x="121521" y="1415"/>
                  <a:pt x="127451" y="2830"/>
                  <a:pt x="132270" y="5660"/>
                </a:cubicBezTo>
                <a:cubicBezTo>
                  <a:pt x="137090" y="8490"/>
                  <a:pt x="140858" y="13011"/>
                  <a:pt x="143573" y="19221"/>
                </a:cubicBezTo>
                <a:lnTo>
                  <a:pt x="136261" y="22287"/>
                </a:lnTo>
                <a:cubicBezTo>
                  <a:pt x="134257" y="17256"/>
                  <a:pt x="131436" y="13640"/>
                  <a:pt x="127800" y="11439"/>
                </a:cubicBezTo>
                <a:cubicBezTo>
                  <a:pt x="124164" y="9237"/>
                  <a:pt x="119732" y="8137"/>
                  <a:pt x="114505" y="8137"/>
                </a:cubicBezTo>
                <a:cubicBezTo>
                  <a:pt x="105857" y="8137"/>
                  <a:pt x="99184" y="11300"/>
                  <a:pt x="94487" y="17628"/>
                </a:cubicBezTo>
                <a:cubicBezTo>
                  <a:pt x="89790" y="23955"/>
                  <a:pt x="87441" y="32680"/>
                  <a:pt x="87441" y="43803"/>
                </a:cubicBezTo>
                <a:cubicBezTo>
                  <a:pt x="87441" y="55122"/>
                  <a:pt x="89790" y="64024"/>
                  <a:pt x="94487" y="70509"/>
                </a:cubicBezTo>
                <a:cubicBezTo>
                  <a:pt x="99184" y="76993"/>
                  <a:pt x="105700" y="80236"/>
                  <a:pt x="114033" y="80236"/>
                </a:cubicBezTo>
                <a:cubicBezTo>
                  <a:pt x="119890" y="80236"/>
                  <a:pt x="124705" y="78816"/>
                  <a:pt x="128478" y="75977"/>
                </a:cubicBezTo>
                <a:cubicBezTo>
                  <a:pt x="132252" y="73139"/>
                  <a:pt x="135062" y="69275"/>
                  <a:pt x="136910" y="64386"/>
                </a:cubicBezTo>
                <a:lnTo>
                  <a:pt x="143808" y="67579"/>
                </a:lnTo>
                <a:cubicBezTo>
                  <a:pt x="138300" y="80466"/>
                  <a:pt x="128248" y="86909"/>
                  <a:pt x="113651" y="86909"/>
                </a:cubicBezTo>
                <a:close/>
                <a:moveTo>
                  <a:pt x="247006" y="55483"/>
                </a:moveTo>
                <a:cubicBezTo>
                  <a:pt x="247006" y="65388"/>
                  <a:pt x="244706" y="73102"/>
                  <a:pt x="240107" y="78625"/>
                </a:cubicBezTo>
                <a:cubicBezTo>
                  <a:pt x="235508" y="84148"/>
                  <a:pt x="229042" y="86909"/>
                  <a:pt x="220709" y="86909"/>
                </a:cubicBezTo>
                <a:cubicBezTo>
                  <a:pt x="215992" y="86909"/>
                  <a:pt x="212032" y="85951"/>
                  <a:pt x="208828" y="84035"/>
                </a:cubicBezTo>
                <a:cubicBezTo>
                  <a:pt x="205625" y="82119"/>
                  <a:pt x="202942" y="79146"/>
                  <a:pt x="200780" y="75117"/>
                </a:cubicBezTo>
                <a:lnTo>
                  <a:pt x="200544" y="75117"/>
                </a:lnTo>
                <a:cubicBezTo>
                  <a:pt x="200584" y="77054"/>
                  <a:pt x="200404" y="80592"/>
                  <a:pt x="200006" y="85730"/>
                </a:cubicBezTo>
                <a:lnTo>
                  <a:pt x="192761" y="85730"/>
                </a:lnTo>
                <a:cubicBezTo>
                  <a:pt x="193076" y="81600"/>
                  <a:pt x="193233" y="77372"/>
                  <a:pt x="193233" y="73044"/>
                </a:cubicBezTo>
                <a:lnTo>
                  <a:pt x="193233" y="0"/>
                </a:lnTo>
                <a:lnTo>
                  <a:pt x="200780" y="0"/>
                </a:lnTo>
                <a:lnTo>
                  <a:pt x="200780" y="28950"/>
                </a:lnTo>
                <a:cubicBezTo>
                  <a:pt x="200780" y="30208"/>
                  <a:pt x="200760" y="31476"/>
                  <a:pt x="200721" y="32753"/>
                </a:cubicBezTo>
                <a:cubicBezTo>
                  <a:pt x="200682" y="34031"/>
                  <a:pt x="200623" y="35298"/>
                  <a:pt x="200544" y="36556"/>
                </a:cubicBezTo>
                <a:lnTo>
                  <a:pt x="200780" y="36556"/>
                </a:lnTo>
                <a:cubicBezTo>
                  <a:pt x="203374" y="32058"/>
                  <a:pt x="206332" y="28929"/>
                  <a:pt x="209654" y="27168"/>
                </a:cubicBezTo>
                <a:cubicBezTo>
                  <a:pt x="212975" y="25408"/>
                  <a:pt x="217073" y="24528"/>
                  <a:pt x="221947" y="24528"/>
                </a:cubicBezTo>
                <a:cubicBezTo>
                  <a:pt x="229927" y="24528"/>
                  <a:pt x="236098" y="27250"/>
                  <a:pt x="240461" y="32694"/>
                </a:cubicBezTo>
                <a:cubicBezTo>
                  <a:pt x="244824" y="38138"/>
                  <a:pt x="247006" y="45734"/>
                  <a:pt x="247006" y="55483"/>
                </a:cubicBezTo>
                <a:moveTo>
                  <a:pt x="239223" y="55483"/>
                </a:moveTo>
                <a:cubicBezTo>
                  <a:pt x="239223" y="47350"/>
                  <a:pt x="237653" y="41191"/>
                  <a:pt x="234513" y="37008"/>
                </a:cubicBezTo>
                <a:cubicBezTo>
                  <a:pt x="231374" y="32822"/>
                  <a:pt x="226762" y="30730"/>
                  <a:pt x="220678" y="30730"/>
                </a:cubicBezTo>
                <a:cubicBezTo>
                  <a:pt x="214046" y="30730"/>
                  <a:pt x="209052" y="32881"/>
                  <a:pt x="205696" y="37184"/>
                </a:cubicBezTo>
                <a:cubicBezTo>
                  <a:pt x="202340" y="41486"/>
                  <a:pt x="200662" y="47743"/>
                  <a:pt x="200662" y="55954"/>
                </a:cubicBezTo>
                <a:cubicBezTo>
                  <a:pt x="200662" y="64087"/>
                  <a:pt x="202311" y="70246"/>
                  <a:pt x="205608" y="74431"/>
                </a:cubicBezTo>
                <a:cubicBezTo>
                  <a:pt x="208904" y="78615"/>
                  <a:pt x="213771" y="80707"/>
                  <a:pt x="220208" y="80707"/>
                </a:cubicBezTo>
                <a:cubicBezTo>
                  <a:pt x="226527" y="80707"/>
                  <a:pt x="231275" y="78556"/>
                  <a:pt x="234454" y="74255"/>
                </a:cubicBezTo>
                <a:cubicBezTo>
                  <a:pt x="237633" y="69952"/>
                  <a:pt x="239223" y="63694"/>
                  <a:pt x="239223" y="55483"/>
                </a:cubicBezTo>
                <a:close/>
                <a:moveTo>
                  <a:pt x="274094" y="25707"/>
                </a:moveTo>
                <a:lnTo>
                  <a:pt x="274094" y="60900"/>
                </a:lnTo>
                <a:cubicBezTo>
                  <a:pt x="274094" y="67895"/>
                  <a:pt x="275291" y="72946"/>
                  <a:pt x="277683" y="76051"/>
                </a:cubicBezTo>
                <a:cubicBezTo>
                  <a:pt x="280077" y="79155"/>
                  <a:pt x="283806" y="80707"/>
                  <a:pt x="288868" y="80707"/>
                </a:cubicBezTo>
                <a:cubicBezTo>
                  <a:pt x="294399" y="80707"/>
                  <a:pt x="298763" y="78713"/>
                  <a:pt x="301961" y="74724"/>
                </a:cubicBezTo>
                <a:cubicBezTo>
                  <a:pt x="305159" y="70735"/>
                  <a:pt x="306759" y="65360"/>
                  <a:pt x="306759" y="58600"/>
                </a:cubicBezTo>
                <a:lnTo>
                  <a:pt x="306759" y="25707"/>
                </a:lnTo>
                <a:lnTo>
                  <a:pt x="314306" y="25707"/>
                </a:lnTo>
                <a:lnTo>
                  <a:pt x="314306" y="72346"/>
                </a:lnTo>
                <a:cubicBezTo>
                  <a:pt x="314306" y="74586"/>
                  <a:pt x="314362" y="76817"/>
                  <a:pt x="314474" y="79038"/>
                </a:cubicBezTo>
                <a:cubicBezTo>
                  <a:pt x="314587" y="81259"/>
                  <a:pt x="314688" y="83489"/>
                  <a:pt x="314778" y="85730"/>
                </a:cubicBezTo>
                <a:lnTo>
                  <a:pt x="307944" y="85730"/>
                </a:lnTo>
                <a:lnTo>
                  <a:pt x="307230" y="74291"/>
                </a:lnTo>
                <a:lnTo>
                  <a:pt x="306995" y="74291"/>
                </a:lnTo>
                <a:cubicBezTo>
                  <a:pt x="304911" y="78596"/>
                  <a:pt x="302268" y="81775"/>
                  <a:pt x="299064" y="83828"/>
                </a:cubicBezTo>
                <a:cubicBezTo>
                  <a:pt x="295861" y="85882"/>
                  <a:pt x="291783" y="86909"/>
                  <a:pt x="286830" y="86909"/>
                </a:cubicBezTo>
                <a:cubicBezTo>
                  <a:pt x="279951" y="86909"/>
                  <a:pt x="274851" y="84944"/>
                  <a:pt x="271529" y="81013"/>
                </a:cubicBezTo>
                <a:cubicBezTo>
                  <a:pt x="268208" y="77082"/>
                  <a:pt x="266547" y="70990"/>
                  <a:pt x="266547" y="62735"/>
                </a:cubicBezTo>
                <a:lnTo>
                  <a:pt x="266547" y="25707"/>
                </a:lnTo>
                <a:lnTo>
                  <a:pt x="274094" y="25707"/>
                </a:lnTo>
                <a:close/>
                <a:moveTo>
                  <a:pt x="367830" y="69162"/>
                </a:moveTo>
                <a:cubicBezTo>
                  <a:pt x="367830" y="74822"/>
                  <a:pt x="365967" y="79195"/>
                  <a:pt x="362243" y="82281"/>
                </a:cubicBezTo>
                <a:cubicBezTo>
                  <a:pt x="358519" y="85366"/>
                  <a:pt x="353286" y="86909"/>
                  <a:pt x="346546" y="86909"/>
                </a:cubicBezTo>
                <a:cubicBezTo>
                  <a:pt x="340240" y="86909"/>
                  <a:pt x="335293" y="85799"/>
                  <a:pt x="331707" y="83578"/>
                </a:cubicBezTo>
                <a:cubicBezTo>
                  <a:pt x="328120" y="81357"/>
                  <a:pt x="325696" y="77652"/>
                  <a:pt x="324434" y="72464"/>
                </a:cubicBezTo>
                <a:lnTo>
                  <a:pt x="331344" y="71225"/>
                </a:lnTo>
                <a:cubicBezTo>
                  <a:pt x="332170" y="74484"/>
                  <a:pt x="333755" y="76939"/>
                  <a:pt x="336097" y="78588"/>
                </a:cubicBezTo>
                <a:cubicBezTo>
                  <a:pt x="338441" y="80237"/>
                  <a:pt x="341896" y="81061"/>
                  <a:pt x="346463" y="81061"/>
                </a:cubicBezTo>
                <a:cubicBezTo>
                  <a:pt x="355755" y="81061"/>
                  <a:pt x="360401" y="77309"/>
                  <a:pt x="360401" y="69805"/>
                </a:cubicBezTo>
                <a:cubicBezTo>
                  <a:pt x="360401" y="67683"/>
                  <a:pt x="359978" y="65955"/>
                  <a:pt x="359133" y="64620"/>
                </a:cubicBezTo>
                <a:cubicBezTo>
                  <a:pt x="358288" y="63283"/>
                  <a:pt x="357128" y="62193"/>
                  <a:pt x="355654" y="61349"/>
                </a:cubicBezTo>
                <a:cubicBezTo>
                  <a:pt x="354180" y="60504"/>
                  <a:pt x="352431" y="59797"/>
                  <a:pt x="350407" y="59227"/>
                </a:cubicBezTo>
                <a:cubicBezTo>
                  <a:pt x="348382" y="58657"/>
                  <a:pt x="346191" y="58057"/>
                  <a:pt x="343832" y="57428"/>
                </a:cubicBezTo>
                <a:cubicBezTo>
                  <a:pt x="339508" y="56367"/>
                  <a:pt x="336256" y="55158"/>
                  <a:pt x="334074" y="53802"/>
                </a:cubicBezTo>
                <a:cubicBezTo>
                  <a:pt x="331893" y="52446"/>
                  <a:pt x="330212" y="50746"/>
                  <a:pt x="329033" y="48702"/>
                </a:cubicBezTo>
                <a:cubicBezTo>
                  <a:pt x="327854" y="46658"/>
                  <a:pt x="327264" y="44162"/>
                  <a:pt x="327264" y="41214"/>
                </a:cubicBezTo>
                <a:cubicBezTo>
                  <a:pt x="327264" y="35908"/>
                  <a:pt x="328895" y="31800"/>
                  <a:pt x="332158" y="28891"/>
                </a:cubicBezTo>
                <a:cubicBezTo>
                  <a:pt x="335420" y="25982"/>
                  <a:pt x="340216" y="24528"/>
                  <a:pt x="346545" y="24528"/>
                </a:cubicBezTo>
                <a:cubicBezTo>
                  <a:pt x="352283" y="24528"/>
                  <a:pt x="356735" y="25585"/>
                  <a:pt x="359899" y="27699"/>
                </a:cubicBezTo>
                <a:cubicBezTo>
                  <a:pt x="363064" y="29813"/>
                  <a:pt x="365196" y="33160"/>
                  <a:pt x="366297" y="37739"/>
                </a:cubicBezTo>
                <a:lnTo>
                  <a:pt x="359234" y="38561"/>
                </a:lnTo>
                <a:cubicBezTo>
                  <a:pt x="358567" y="35637"/>
                  <a:pt x="357223" y="33542"/>
                  <a:pt x="355203" y="32276"/>
                </a:cubicBezTo>
                <a:cubicBezTo>
                  <a:pt x="353182" y="31009"/>
                  <a:pt x="350308" y="30376"/>
                  <a:pt x="346581" y="30376"/>
                </a:cubicBezTo>
                <a:cubicBezTo>
                  <a:pt x="342540" y="30376"/>
                  <a:pt x="339529" y="31251"/>
                  <a:pt x="337547" y="33000"/>
                </a:cubicBezTo>
                <a:cubicBezTo>
                  <a:pt x="335566" y="34748"/>
                  <a:pt x="334575" y="37213"/>
                  <a:pt x="334575" y="40394"/>
                </a:cubicBezTo>
                <a:cubicBezTo>
                  <a:pt x="334575" y="42437"/>
                  <a:pt x="334959" y="44068"/>
                  <a:pt x="335725" y="45286"/>
                </a:cubicBezTo>
                <a:cubicBezTo>
                  <a:pt x="336492" y="46503"/>
                  <a:pt x="337632" y="47535"/>
                  <a:pt x="339145" y="48380"/>
                </a:cubicBezTo>
                <a:cubicBezTo>
                  <a:pt x="340658" y="49225"/>
                  <a:pt x="344127" y="50374"/>
                  <a:pt x="349552" y="51827"/>
                </a:cubicBezTo>
                <a:cubicBezTo>
                  <a:pt x="354858" y="53282"/>
                  <a:pt x="358612" y="54706"/>
                  <a:pt x="360813" y="56102"/>
                </a:cubicBezTo>
                <a:cubicBezTo>
                  <a:pt x="363014" y="57497"/>
                  <a:pt x="364734" y="59227"/>
                  <a:pt x="365972" y="61290"/>
                </a:cubicBezTo>
                <a:cubicBezTo>
                  <a:pt x="367211" y="63354"/>
                  <a:pt x="367830" y="65978"/>
                  <a:pt x="367830" y="69162"/>
                </a:cubicBezTo>
                <a:close/>
                <a:moveTo>
                  <a:pt x="451149" y="69162"/>
                </a:moveTo>
                <a:cubicBezTo>
                  <a:pt x="451149" y="74822"/>
                  <a:pt x="449287" y="79195"/>
                  <a:pt x="445563" y="82281"/>
                </a:cubicBezTo>
                <a:cubicBezTo>
                  <a:pt x="441838" y="85366"/>
                  <a:pt x="436606" y="86909"/>
                  <a:pt x="429866" y="86909"/>
                </a:cubicBezTo>
                <a:cubicBezTo>
                  <a:pt x="423560" y="86909"/>
                  <a:pt x="418613" y="85799"/>
                  <a:pt x="415026" y="83578"/>
                </a:cubicBezTo>
                <a:cubicBezTo>
                  <a:pt x="411439" y="81357"/>
                  <a:pt x="409015" y="77652"/>
                  <a:pt x="407754" y="72464"/>
                </a:cubicBezTo>
                <a:lnTo>
                  <a:pt x="414663" y="71225"/>
                </a:lnTo>
                <a:cubicBezTo>
                  <a:pt x="415490" y="74484"/>
                  <a:pt x="417074" y="76939"/>
                  <a:pt x="419417" y="78588"/>
                </a:cubicBezTo>
                <a:cubicBezTo>
                  <a:pt x="421761" y="80237"/>
                  <a:pt x="425216" y="81061"/>
                  <a:pt x="429783" y="81061"/>
                </a:cubicBezTo>
                <a:cubicBezTo>
                  <a:pt x="439074" y="81061"/>
                  <a:pt x="443720" y="77309"/>
                  <a:pt x="443720" y="69805"/>
                </a:cubicBezTo>
                <a:cubicBezTo>
                  <a:pt x="443720" y="67683"/>
                  <a:pt x="443297" y="65955"/>
                  <a:pt x="442452" y="64620"/>
                </a:cubicBezTo>
                <a:cubicBezTo>
                  <a:pt x="441607" y="63283"/>
                  <a:pt x="440448" y="62193"/>
                  <a:pt x="438974" y="61349"/>
                </a:cubicBezTo>
                <a:cubicBezTo>
                  <a:pt x="437500" y="60504"/>
                  <a:pt x="435750" y="59797"/>
                  <a:pt x="433726" y="59227"/>
                </a:cubicBezTo>
                <a:cubicBezTo>
                  <a:pt x="431702" y="58657"/>
                  <a:pt x="429510" y="58057"/>
                  <a:pt x="427152" y="57428"/>
                </a:cubicBezTo>
                <a:cubicBezTo>
                  <a:pt x="422828" y="56367"/>
                  <a:pt x="419575" y="55158"/>
                  <a:pt x="417394" y="53802"/>
                </a:cubicBezTo>
                <a:cubicBezTo>
                  <a:pt x="415212" y="52446"/>
                  <a:pt x="413532" y="50746"/>
                  <a:pt x="412353" y="48702"/>
                </a:cubicBezTo>
                <a:cubicBezTo>
                  <a:pt x="411173" y="46658"/>
                  <a:pt x="410584" y="44162"/>
                  <a:pt x="410584" y="41214"/>
                </a:cubicBezTo>
                <a:cubicBezTo>
                  <a:pt x="410584" y="35908"/>
                  <a:pt x="412215" y="31800"/>
                  <a:pt x="415477" y="28891"/>
                </a:cubicBezTo>
                <a:cubicBezTo>
                  <a:pt x="418740" y="25982"/>
                  <a:pt x="423536" y="24528"/>
                  <a:pt x="429864" y="24528"/>
                </a:cubicBezTo>
                <a:cubicBezTo>
                  <a:pt x="435603" y="24528"/>
                  <a:pt x="440055" y="25585"/>
                  <a:pt x="443219" y="27699"/>
                </a:cubicBezTo>
                <a:cubicBezTo>
                  <a:pt x="446383" y="29813"/>
                  <a:pt x="448516" y="33160"/>
                  <a:pt x="449616" y="37739"/>
                </a:cubicBezTo>
                <a:lnTo>
                  <a:pt x="442554" y="38561"/>
                </a:lnTo>
                <a:cubicBezTo>
                  <a:pt x="441887" y="35637"/>
                  <a:pt x="440543" y="33542"/>
                  <a:pt x="438522" y="32276"/>
                </a:cubicBezTo>
                <a:cubicBezTo>
                  <a:pt x="436502" y="31009"/>
                  <a:pt x="433628" y="30376"/>
                  <a:pt x="429901" y="30376"/>
                </a:cubicBezTo>
                <a:cubicBezTo>
                  <a:pt x="425860" y="30376"/>
                  <a:pt x="422848" y="31251"/>
                  <a:pt x="420867" y="33000"/>
                </a:cubicBezTo>
                <a:cubicBezTo>
                  <a:pt x="418886" y="34748"/>
                  <a:pt x="417895" y="37213"/>
                  <a:pt x="417895" y="40394"/>
                </a:cubicBezTo>
                <a:cubicBezTo>
                  <a:pt x="417895" y="42437"/>
                  <a:pt x="418278" y="44068"/>
                  <a:pt x="419045" y="45286"/>
                </a:cubicBezTo>
                <a:cubicBezTo>
                  <a:pt x="419811" y="46503"/>
                  <a:pt x="420951" y="47535"/>
                  <a:pt x="422464" y="48380"/>
                </a:cubicBezTo>
                <a:cubicBezTo>
                  <a:pt x="423978" y="49225"/>
                  <a:pt x="427447" y="50374"/>
                  <a:pt x="432871" y="51827"/>
                </a:cubicBezTo>
                <a:cubicBezTo>
                  <a:pt x="438178" y="53282"/>
                  <a:pt x="441932" y="54706"/>
                  <a:pt x="444133" y="56102"/>
                </a:cubicBezTo>
                <a:cubicBezTo>
                  <a:pt x="446334" y="57497"/>
                  <a:pt x="448054" y="59227"/>
                  <a:pt x="449292" y="61290"/>
                </a:cubicBezTo>
                <a:cubicBezTo>
                  <a:pt x="450530" y="63354"/>
                  <a:pt x="451149" y="65978"/>
                  <a:pt x="451149" y="69162"/>
                </a:cubicBezTo>
                <a:close/>
                <a:moveTo>
                  <a:pt x="474736" y="56909"/>
                </a:moveTo>
                <a:cubicBezTo>
                  <a:pt x="474736" y="64409"/>
                  <a:pt x="476397" y="70251"/>
                  <a:pt x="479718" y="74433"/>
                </a:cubicBezTo>
                <a:cubicBezTo>
                  <a:pt x="483040" y="78616"/>
                  <a:pt x="487668" y="80707"/>
                  <a:pt x="493604" y="80707"/>
                </a:cubicBezTo>
                <a:cubicBezTo>
                  <a:pt x="497574" y="80707"/>
                  <a:pt x="500984" y="79893"/>
                  <a:pt x="503834" y="78264"/>
                </a:cubicBezTo>
                <a:cubicBezTo>
                  <a:pt x="506683" y="76634"/>
                  <a:pt x="509150" y="73895"/>
                  <a:pt x="511233" y="70046"/>
                </a:cubicBezTo>
                <a:lnTo>
                  <a:pt x="517188" y="73289"/>
                </a:lnTo>
                <a:cubicBezTo>
                  <a:pt x="514437" y="78203"/>
                  <a:pt x="511135" y="81701"/>
                  <a:pt x="507283" y="83784"/>
                </a:cubicBezTo>
                <a:cubicBezTo>
                  <a:pt x="503431" y="85868"/>
                  <a:pt x="498812" y="86909"/>
                  <a:pt x="493427" y="86909"/>
                </a:cubicBezTo>
                <a:cubicBezTo>
                  <a:pt x="484897" y="86909"/>
                  <a:pt x="478352" y="84197"/>
                  <a:pt x="473793" y="78773"/>
                </a:cubicBezTo>
                <a:cubicBezTo>
                  <a:pt x="469233" y="73348"/>
                  <a:pt x="466953" y="65506"/>
                  <a:pt x="466953" y="55247"/>
                </a:cubicBezTo>
                <a:cubicBezTo>
                  <a:pt x="466953" y="48683"/>
                  <a:pt x="468035" y="43101"/>
                  <a:pt x="470200" y="38502"/>
                </a:cubicBezTo>
                <a:cubicBezTo>
                  <a:pt x="472364" y="33903"/>
                  <a:pt x="475423" y="30424"/>
                  <a:pt x="479377" y="28066"/>
                </a:cubicBezTo>
                <a:cubicBezTo>
                  <a:pt x="483333" y="25707"/>
                  <a:pt x="487947" y="24528"/>
                  <a:pt x="493221" y="24528"/>
                </a:cubicBezTo>
                <a:cubicBezTo>
                  <a:pt x="501406" y="24528"/>
                  <a:pt x="507664" y="27143"/>
                  <a:pt x="511992" y="32374"/>
                </a:cubicBezTo>
                <a:cubicBezTo>
                  <a:pt x="516321" y="37603"/>
                  <a:pt x="518485" y="45113"/>
                  <a:pt x="518485" y="54904"/>
                </a:cubicBezTo>
                <a:lnTo>
                  <a:pt x="518485" y="56909"/>
                </a:lnTo>
                <a:lnTo>
                  <a:pt x="474736" y="56909"/>
                </a:lnTo>
                <a:moveTo>
                  <a:pt x="492896" y="30730"/>
                </a:moveTo>
                <a:cubicBezTo>
                  <a:pt x="487393" y="30730"/>
                  <a:pt x="483089" y="32449"/>
                  <a:pt x="479984" y="35887"/>
                </a:cubicBezTo>
                <a:cubicBezTo>
                  <a:pt x="476878" y="39324"/>
                  <a:pt x="475168" y="44382"/>
                  <a:pt x="474854" y="51061"/>
                </a:cubicBezTo>
                <a:lnTo>
                  <a:pt x="510585" y="51061"/>
                </a:lnTo>
                <a:cubicBezTo>
                  <a:pt x="509877" y="37507"/>
                  <a:pt x="503981" y="30730"/>
                  <a:pt x="492896" y="30730"/>
                </a:cubicBezTo>
                <a:close/>
                <a:moveTo>
                  <a:pt x="566485" y="85730"/>
                </a:moveTo>
                <a:lnTo>
                  <a:pt x="566485" y="50596"/>
                </a:lnTo>
                <a:cubicBezTo>
                  <a:pt x="566485" y="43640"/>
                  <a:pt x="565290" y="38590"/>
                  <a:pt x="562901" y="35447"/>
                </a:cubicBezTo>
                <a:cubicBezTo>
                  <a:pt x="560512" y="32302"/>
                  <a:pt x="556791" y="30730"/>
                  <a:pt x="551739" y="30730"/>
                </a:cubicBezTo>
                <a:cubicBezTo>
                  <a:pt x="546295" y="30730"/>
                  <a:pt x="541967" y="32725"/>
                  <a:pt x="538754" y="36715"/>
                </a:cubicBezTo>
                <a:cubicBezTo>
                  <a:pt x="535544" y="40703"/>
                  <a:pt x="533938" y="46097"/>
                  <a:pt x="533938" y="52896"/>
                </a:cubicBezTo>
                <a:lnTo>
                  <a:pt x="533938" y="85730"/>
                </a:lnTo>
                <a:lnTo>
                  <a:pt x="526391" y="85730"/>
                </a:lnTo>
                <a:lnTo>
                  <a:pt x="526391" y="39091"/>
                </a:lnTo>
                <a:cubicBezTo>
                  <a:pt x="526391" y="36851"/>
                  <a:pt x="526334" y="34620"/>
                  <a:pt x="526221" y="32399"/>
                </a:cubicBezTo>
                <a:cubicBezTo>
                  <a:pt x="526110" y="30178"/>
                  <a:pt x="526009" y="27948"/>
                  <a:pt x="525919" y="25707"/>
                </a:cubicBezTo>
                <a:lnTo>
                  <a:pt x="532748" y="25707"/>
                </a:lnTo>
                <a:lnTo>
                  <a:pt x="533466" y="37146"/>
                </a:lnTo>
                <a:lnTo>
                  <a:pt x="533702" y="37146"/>
                </a:lnTo>
                <a:cubicBezTo>
                  <a:pt x="535782" y="32861"/>
                  <a:pt x="538411" y="29687"/>
                  <a:pt x="541590" y="27623"/>
                </a:cubicBezTo>
                <a:cubicBezTo>
                  <a:pt x="544770" y="25560"/>
                  <a:pt x="548833" y="24528"/>
                  <a:pt x="553779" y="24528"/>
                </a:cubicBezTo>
                <a:cubicBezTo>
                  <a:pt x="560648" y="24528"/>
                  <a:pt x="565740" y="26503"/>
                  <a:pt x="569057" y="30454"/>
                </a:cubicBezTo>
                <a:cubicBezTo>
                  <a:pt x="572374" y="34404"/>
                  <a:pt x="574032" y="40507"/>
                  <a:pt x="574032" y="48761"/>
                </a:cubicBezTo>
                <a:lnTo>
                  <a:pt x="574032" y="85730"/>
                </a:lnTo>
                <a:lnTo>
                  <a:pt x="566485" y="85730"/>
                </a:lnTo>
                <a:close/>
                <a:moveTo>
                  <a:pt x="636143" y="69162"/>
                </a:moveTo>
                <a:cubicBezTo>
                  <a:pt x="636143" y="74822"/>
                  <a:pt x="634281" y="79195"/>
                  <a:pt x="630556" y="82281"/>
                </a:cubicBezTo>
                <a:cubicBezTo>
                  <a:pt x="626832" y="85366"/>
                  <a:pt x="621600" y="86909"/>
                  <a:pt x="614860" y="86909"/>
                </a:cubicBezTo>
                <a:cubicBezTo>
                  <a:pt x="608553" y="86909"/>
                  <a:pt x="603607" y="85799"/>
                  <a:pt x="600020" y="83578"/>
                </a:cubicBezTo>
                <a:cubicBezTo>
                  <a:pt x="596433" y="81357"/>
                  <a:pt x="594009" y="77652"/>
                  <a:pt x="592747" y="72464"/>
                </a:cubicBezTo>
                <a:lnTo>
                  <a:pt x="599657" y="71225"/>
                </a:lnTo>
                <a:cubicBezTo>
                  <a:pt x="600483" y="74484"/>
                  <a:pt x="602068" y="76939"/>
                  <a:pt x="604411" y="78588"/>
                </a:cubicBezTo>
                <a:cubicBezTo>
                  <a:pt x="606754" y="80237"/>
                  <a:pt x="610210" y="81061"/>
                  <a:pt x="614777" y="81061"/>
                </a:cubicBezTo>
                <a:cubicBezTo>
                  <a:pt x="624068" y="81061"/>
                  <a:pt x="628714" y="77309"/>
                  <a:pt x="628714" y="69805"/>
                </a:cubicBezTo>
                <a:cubicBezTo>
                  <a:pt x="628714" y="67683"/>
                  <a:pt x="628291" y="65955"/>
                  <a:pt x="627446" y="64620"/>
                </a:cubicBezTo>
                <a:cubicBezTo>
                  <a:pt x="626601" y="63283"/>
                  <a:pt x="625441" y="62193"/>
                  <a:pt x="623967" y="61349"/>
                </a:cubicBezTo>
                <a:cubicBezTo>
                  <a:pt x="622493" y="60504"/>
                  <a:pt x="620744" y="59797"/>
                  <a:pt x="618720" y="59227"/>
                </a:cubicBezTo>
                <a:cubicBezTo>
                  <a:pt x="616695" y="58657"/>
                  <a:pt x="614504" y="58057"/>
                  <a:pt x="612146" y="57428"/>
                </a:cubicBezTo>
                <a:cubicBezTo>
                  <a:pt x="607822" y="56367"/>
                  <a:pt x="604569" y="55158"/>
                  <a:pt x="602387" y="53802"/>
                </a:cubicBezTo>
                <a:cubicBezTo>
                  <a:pt x="600206" y="52446"/>
                  <a:pt x="598525" y="50746"/>
                  <a:pt x="597346" y="48702"/>
                </a:cubicBezTo>
                <a:cubicBezTo>
                  <a:pt x="596167" y="46658"/>
                  <a:pt x="595577" y="44162"/>
                  <a:pt x="595577" y="41214"/>
                </a:cubicBezTo>
                <a:cubicBezTo>
                  <a:pt x="595577" y="35908"/>
                  <a:pt x="597209" y="31800"/>
                  <a:pt x="600471" y="28891"/>
                </a:cubicBezTo>
                <a:cubicBezTo>
                  <a:pt x="603734" y="25982"/>
                  <a:pt x="608529" y="24528"/>
                  <a:pt x="614858" y="24528"/>
                </a:cubicBezTo>
                <a:cubicBezTo>
                  <a:pt x="620597" y="24528"/>
                  <a:pt x="625048" y="25585"/>
                  <a:pt x="628213" y="27699"/>
                </a:cubicBezTo>
                <a:cubicBezTo>
                  <a:pt x="631377" y="29813"/>
                  <a:pt x="633509" y="33160"/>
                  <a:pt x="634610" y="37739"/>
                </a:cubicBezTo>
                <a:lnTo>
                  <a:pt x="627547" y="38561"/>
                </a:lnTo>
                <a:cubicBezTo>
                  <a:pt x="626880" y="35637"/>
                  <a:pt x="625537" y="33542"/>
                  <a:pt x="623516" y="32276"/>
                </a:cubicBezTo>
                <a:cubicBezTo>
                  <a:pt x="621495" y="31009"/>
                  <a:pt x="618622" y="30376"/>
                  <a:pt x="614895" y="30376"/>
                </a:cubicBezTo>
                <a:cubicBezTo>
                  <a:pt x="610853" y="30376"/>
                  <a:pt x="607842" y="31251"/>
                  <a:pt x="605861" y="33000"/>
                </a:cubicBezTo>
                <a:cubicBezTo>
                  <a:pt x="603879" y="34748"/>
                  <a:pt x="602889" y="37213"/>
                  <a:pt x="602889" y="40394"/>
                </a:cubicBezTo>
                <a:cubicBezTo>
                  <a:pt x="602889" y="42437"/>
                  <a:pt x="603272" y="44068"/>
                  <a:pt x="604038" y="45286"/>
                </a:cubicBezTo>
                <a:cubicBezTo>
                  <a:pt x="604805" y="46503"/>
                  <a:pt x="605945" y="47535"/>
                  <a:pt x="607458" y="48380"/>
                </a:cubicBezTo>
                <a:cubicBezTo>
                  <a:pt x="608971" y="49225"/>
                  <a:pt x="612440" y="50374"/>
                  <a:pt x="617865" y="51827"/>
                </a:cubicBezTo>
                <a:cubicBezTo>
                  <a:pt x="623171" y="53282"/>
                  <a:pt x="626925" y="54706"/>
                  <a:pt x="629126" y="56102"/>
                </a:cubicBezTo>
                <a:cubicBezTo>
                  <a:pt x="631328" y="57497"/>
                  <a:pt x="633047" y="59227"/>
                  <a:pt x="634286" y="61290"/>
                </a:cubicBezTo>
                <a:cubicBezTo>
                  <a:pt x="635524" y="63354"/>
                  <a:pt x="636143" y="65978"/>
                  <a:pt x="636143" y="69162"/>
                </a:cubicBezTo>
                <a:close/>
                <a:moveTo>
                  <a:pt x="700437" y="55660"/>
                </a:moveTo>
                <a:cubicBezTo>
                  <a:pt x="700437" y="65408"/>
                  <a:pt x="697892" y="73053"/>
                  <a:pt x="692801" y="78596"/>
                </a:cubicBezTo>
                <a:cubicBezTo>
                  <a:pt x="687711" y="84138"/>
                  <a:pt x="680567" y="86909"/>
                  <a:pt x="671369" y="86909"/>
                </a:cubicBezTo>
                <a:cubicBezTo>
                  <a:pt x="662524" y="86909"/>
                  <a:pt x="655567" y="84109"/>
                  <a:pt x="650496" y="78507"/>
                </a:cubicBezTo>
                <a:cubicBezTo>
                  <a:pt x="645426" y="72906"/>
                  <a:pt x="642890" y="65290"/>
                  <a:pt x="642890" y="55660"/>
                </a:cubicBezTo>
                <a:cubicBezTo>
                  <a:pt x="642890" y="45872"/>
                  <a:pt x="645426" y="38237"/>
                  <a:pt x="650496" y="32753"/>
                </a:cubicBezTo>
                <a:cubicBezTo>
                  <a:pt x="655567" y="27270"/>
                  <a:pt x="662642" y="24528"/>
                  <a:pt x="671722" y="24528"/>
                </a:cubicBezTo>
                <a:cubicBezTo>
                  <a:pt x="681078" y="24528"/>
                  <a:pt x="688202" y="27191"/>
                  <a:pt x="693096" y="32517"/>
                </a:cubicBezTo>
                <a:cubicBezTo>
                  <a:pt x="697990" y="37843"/>
                  <a:pt x="700437" y="45558"/>
                  <a:pt x="700437" y="55660"/>
                </a:cubicBezTo>
                <a:moveTo>
                  <a:pt x="692536" y="55660"/>
                </a:moveTo>
                <a:cubicBezTo>
                  <a:pt x="692536" y="47409"/>
                  <a:pt x="690811" y="41191"/>
                  <a:pt x="687362" y="37008"/>
                </a:cubicBezTo>
                <a:cubicBezTo>
                  <a:pt x="683913" y="32822"/>
                  <a:pt x="678778" y="30730"/>
                  <a:pt x="671958" y="30730"/>
                </a:cubicBezTo>
                <a:cubicBezTo>
                  <a:pt x="665021" y="30730"/>
                  <a:pt x="659758" y="32872"/>
                  <a:pt x="656171" y="37155"/>
                </a:cubicBezTo>
                <a:cubicBezTo>
                  <a:pt x="652585" y="41437"/>
                  <a:pt x="650791" y="47605"/>
                  <a:pt x="650791" y="55660"/>
                </a:cubicBezTo>
                <a:cubicBezTo>
                  <a:pt x="650791" y="63596"/>
                  <a:pt x="652565" y="69755"/>
                  <a:pt x="656112" y="74137"/>
                </a:cubicBezTo>
                <a:cubicBezTo>
                  <a:pt x="659660" y="78517"/>
                  <a:pt x="664707" y="80707"/>
                  <a:pt x="671253" y="80707"/>
                </a:cubicBezTo>
                <a:cubicBezTo>
                  <a:pt x="678307" y="80707"/>
                  <a:pt x="683618" y="78586"/>
                  <a:pt x="687185" y="74343"/>
                </a:cubicBezTo>
                <a:cubicBezTo>
                  <a:pt x="690752" y="70099"/>
                  <a:pt x="692536" y="63871"/>
                  <a:pt x="692536" y="55660"/>
                </a:cubicBezTo>
                <a:close/>
                <a:moveTo>
                  <a:pt x="721039" y="85730"/>
                </a:moveTo>
                <a:lnTo>
                  <a:pt x="721039" y="40565"/>
                </a:lnTo>
                <a:cubicBezTo>
                  <a:pt x="721039" y="37382"/>
                  <a:pt x="720842" y="32429"/>
                  <a:pt x="720449" y="25707"/>
                </a:cubicBezTo>
                <a:lnTo>
                  <a:pt x="727460" y="25707"/>
                </a:lnTo>
                <a:cubicBezTo>
                  <a:pt x="727896" y="30013"/>
                  <a:pt x="728114" y="34533"/>
                  <a:pt x="728114" y="39268"/>
                </a:cubicBezTo>
                <a:lnTo>
                  <a:pt x="728350" y="39268"/>
                </a:lnTo>
                <a:cubicBezTo>
                  <a:pt x="729996" y="33983"/>
                  <a:pt x="732172" y="30205"/>
                  <a:pt x="734876" y="27935"/>
                </a:cubicBezTo>
                <a:cubicBezTo>
                  <a:pt x="737581" y="25664"/>
                  <a:pt x="741070" y="24528"/>
                  <a:pt x="745344" y="24528"/>
                </a:cubicBezTo>
                <a:cubicBezTo>
                  <a:pt x="746990" y="24528"/>
                  <a:pt x="748519" y="24705"/>
                  <a:pt x="749930" y="25059"/>
                </a:cubicBezTo>
                <a:lnTo>
                  <a:pt x="749930" y="32016"/>
                </a:lnTo>
                <a:cubicBezTo>
                  <a:pt x="748440" y="31662"/>
                  <a:pt x="746578" y="31485"/>
                  <a:pt x="744343" y="31485"/>
                </a:cubicBezTo>
                <a:cubicBezTo>
                  <a:pt x="739404" y="31485"/>
                  <a:pt x="735543" y="33598"/>
                  <a:pt x="732759" y="37824"/>
                </a:cubicBezTo>
                <a:cubicBezTo>
                  <a:pt x="729977" y="42049"/>
                  <a:pt x="728586" y="47857"/>
                  <a:pt x="728586" y="55247"/>
                </a:cubicBezTo>
                <a:lnTo>
                  <a:pt x="728586" y="85730"/>
                </a:lnTo>
                <a:lnTo>
                  <a:pt x="721039" y="857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A9317D-931E-4062-9788-84CC685E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276" y="2801357"/>
            <a:ext cx="10" cy="168078"/>
          </a:xfrm>
          <a:custGeom xmlns:a="http://schemas.openxmlformats.org/drawingml/2006/main">
            <a:pathLst>
              <a:path w="1" h="168078" fill="none">
                <a:moveTo>
                  <a:pt x="0" y="0"/>
                </a:moveTo>
                <a:lnTo>
                  <a:pt x="0" y="168078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B4C79B-B429-49F1-A683-F26F40FB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8377" y="2878886"/>
            <a:ext cx="878008" cy="350165"/>
          </a:xfrm>
          <a:custGeom xmlns:a="http://schemas.openxmlformats.org/drawingml/2006/main">
            <a:pathLst>
              <a:path w="878008" h="350165">
                <a:moveTo>
                  <a:pt x="0" y="350165"/>
                </a:moveTo>
                <a:lnTo>
                  <a:pt x="0" y="0"/>
                </a:lnTo>
                <a:lnTo>
                  <a:pt x="878008" y="0"/>
                </a:lnTo>
                <a:lnTo>
                  <a:pt x="878008" y="350165"/>
                </a:lnTo>
                <a:lnTo>
                  <a:pt x="0" y="350165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590B15-8521-43F4-B0DA-5B9EC11A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8377" y="2878886"/>
            <a:ext cx="878008" cy="350165"/>
          </a:xfrm>
          <a:custGeom xmlns:a="http://schemas.openxmlformats.org/drawingml/2006/main">
            <a:pathLst>
              <a:path w="878008" h="350165" fill="none">
                <a:moveTo>
                  <a:pt x="0" y="350165"/>
                </a:moveTo>
                <a:lnTo>
                  <a:pt x="878008" y="350165"/>
                </a:lnTo>
                <a:lnTo>
                  <a:pt x="878008" y="0"/>
                </a:lnTo>
                <a:lnTo>
                  <a:pt x="0" y="0"/>
                </a:lnTo>
                <a:lnTo>
                  <a:pt x="0" y="3501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87" name="Text Voltage">
            <a:extLst xmlns:a="http://schemas.openxmlformats.org/drawingml/2006/main">
              <a:ext uri="{FF2B5EF4-FFF2-40B4-BE49-F238E27FC236}">
                <a16:creationId xmlns:a16="http://schemas.microsoft.com/office/drawing/2014/main" id="{90AE1090-DB85-4065-8527-A9A22CE0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215" y="2943728"/>
            <a:ext cx="398588" cy="109079"/>
          </a:xfrm>
          <a:custGeom xmlns:a="http://schemas.openxmlformats.org/drawingml/2006/main">
            <a:pathLst>
              <a:path w="398588" h="109079">
                <a:moveTo>
                  <a:pt x="40238" y="85730"/>
                </a:moveTo>
                <a:lnTo>
                  <a:pt x="31165" y="85730"/>
                </a:lnTo>
                <a:lnTo>
                  <a:pt x="0" y="2594"/>
                </a:lnTo>
                <a:lnTo>
                  <a:pt x="8542" y="2594"/>
                </a:lnTo>
                <a:lnTo>
                  <a:pt x="31401" y="65670"/>
                </a:lnTo>
                <a:cubicBezTo>
                  <a:pt x="33521" y="71727"/>
                  <a:pt x="34974" y="76251"/>
                  <a:pt x="35760" y="79241"/>
                </a:cubicBezTo>
                <a:cubicBezTo>
                  <a:pt x="36428" y="76999"/>
                  <a:pt x="37106" y="74757"/>
                  <a:pt x="37792" y="72515"/>
                </a:cubicBezTo>
                <a:cubicBezTo>
                  <a:pt x="38480" y="70272"/>
                  <a:pt x="39217" y="68030"/>
                  <a:pt x="40002" y="65788"/>
                </a:cubicBezTo>
                <a:lnTo>
                  <a:pt x="62860" y="2594"/>
                </a:lnTo>
                <a:lnTo>
                  <a:pt x="71343" y="2594"/>
                </a:lnTo>
                <a:lnTo>
                  <a:pt x="40238" y="85730"/>
                </a:lnTo>
                <a:close/>
                <a:moveTo>
                  <a:pt x="136047" y="55660"/>
                </a:moveTo>
                <a:cubicBezTo>
                  <a:pt x="136047" y="65408"/>
                  <a:pt x="133501" y="73053"/>
                  <a:pt x="128411" y="78596"/>
                </a:cubicBezTo>
                <a:cubicBezTo>
                  <a:pt x="123321" y="84138"/>
                  <a:pt x="116177" y="86909"/>
                  <a:pt x="106979" y="86909"/>
                </a:cubicBezTo>
                <a:cubicBezTo>
                  <a:pt x="98134" y="86909"/>
                  <a:pt x="91177" y="84109"/>
                  <a:pt x="86106" y="78507"/>
                </a:cubicBezTo>
                <a:cubicBezTo>
                  <a:pt x="81036" y="72906"/>
                  <a:pt x="78500" y="65290"/>
                  <a:pt x="78500" y="55660"/>
                </a:cubicBezTo>
                <a:cubicBezTo>
                  <a:pt x="78500" y="45872"/>
                  <a:pt x="81036" y="38237"/>
                  <a:pt x="86106" y="32753"/>
                </a:cubicBezTo>
                <a:cubicBezTo>
                  <a:pt x="91177" y="27270"/>
                  <a:pt x="98252" y="24528"/>
                  <a:pt x="107332" y="24528"/>
                </a:cubicBezTo>
                <a:cubicBezTo>
                  <a:pt x="116688" y="24528"/>
                  <a:pt x="123812" y="27191"/>
                  <a:pt x="128706" y="32517"/>
                </a:cubicBezTo>
                <a:cubicBezTo>
                  <a:pt x="133600" y="37843"/>
                  <a:pt x="136047" y="45558"/>
                  <a:pt x="136047" y="55660"/>
                </a:cubicBezTo>
                <a:moveTo>
                  <a:pt x="128146" y="55660"/>
                </a:moveTo>
                <a:cubicBezTo>
                  <a:pt x="128146" y="47409"/>
                  <a:pt x="126421" y="41191"/>
                  <a:pt x="122972" y="37008"/>
                </a:cubicBezTo>
                <a:cubicBezTo>
                  <a:pt x="119523" y="32822"/>
                  <a:pt x="114388" y="30730"/>
                  <a:pt x="107568" y="30730"/>
                </a:cubicBezTo>
                <a:cubicBezTo>
                  <a:pt x="100630" y="30730"/>
                  <a:pt x="95368" y="32872"/>
                  <a:pt x="91781" y="37155"/>
                </a:cubicBezTo>
                <a:cubicBezTo>
                  <a:pt x="88194" y="41437"/>
                  <a:pt x="86401" y="47605"/>
                  <a:pt x="86401" y="55660"/>
                </a:cubicBezTo>
                <a:cubicBezTo>
                  <a:pt x="86401" y="63596"/>
                  <a:pt x="88175" y="69755"/>
                  <a:pt x="91722" y="74137"/>
                </a:cubicBezTo>
                <a:cubicBezTo>
                  <a:pt x="95270" y="78517"/>
                  <a:pt x="100317" y="80707"/>
                  <a:pt x="106863" y="80707"/>
                </a:cubicBezTo>
                <a:cubicBezTo>
                  <a:pt x="113917" y="80707"/>
                  <a:pt x="119228" y="78586"/>
                  <a:pt x="122795" y="74343"/>
                </a:cubicBezTo>
                <a:cubicBezTo>
                  <a:pt x="126362" y="70099"/>
                  <a:pt x="128146" y="63871"/>
                  <a:pt x="128146" y="55660"/>
                </a:cubicBezTo>
                <a:close/>
                <a:moveTo>
                  <a:pt x="156655" y="85730"/>
                </a:moveTo>
                <a:lnTo>
                  <a:pt x="156655" y="0"/>
                </a:lnTo>
                <a:lnTo>
                  <a:pt x="164202" y="0"/>
                </a:lnTo>
                <a:lnTo>
                  <a:pt x="164202" y="85730"/>
                </a:lnTo>
                <a:lnTo>
                  <a:pt x="156655" y="85730"/>
                </a:lnTo>
                <a:close/>
                <a:moveTo>
                  <a:pt x="199435" y="86673"/>
                </a:moveTo>
                <a:cubicBezTo>
                  <a:pt x="195061" y="86673"/>
                  <a:pt x="191740" y="85514"/>
                  <a:pt x="189474" y="83195"/>
                </a:cubicBezTo>
                <a:cubicBezTo>
                  <a:pt x="187209" y="80877"/>
                  <a:pt x="186076" y="77458"/>
                  <a:pt x="186076" y="72939"/>
                </a:cubicBezTo>
                <a:lnTo>
                  <a:pt x="186076" y="31909"/>
                </a:lnTo>
                <a:lnTo>
                  <a:pt x="177232" y="31909"/>
                </a:lnTo>
                <a:lnTo>
                  <a:pt x="177232" y="25707"/>
                </a:lnTo>
                <a:lnTo>
                  <a:pt x="186194" y="25707"/>
                </a:lnTo>
                <a:lnTo>
                  <a:pt x="188199" y="11792"/>
                </a:lnTo>
                <a:lnTo>
                  <a:pt x="193623" y="11792"/>
                </a:lnTo>
                <a:lnTo>
                  <a:pt x="193623" y="25707"/>
                </a:lnTo>
                <a:lnTo>
                  <a:pt x="209661" y="25707"/>
                </a:lnTo>
                <a:lnTo>
                  <a:pt x="209661" y="31909"/>
                </a:lnTo>
                <a:lnTo>
                  <a:pt x="193623" y="31909"/>
                </a:lnTo>
                <a:lnTo>
                  <a:pt x="193623" y="71581"/>
                </a:lnTo>
                <a:cubicBezTo>
                  <a:pt x="193623" y="74411"/>
                  <a:pt x="194195" y="76612"/>
                  <a:pt x="195339" y="78185"/>
                </a:cubicBezTo>
                <a:cubicBezTo>
                  <a:pt x="196484" y="79756"/>
                  <a:pt x="198535" y="80541"/>
                  <a:pt x="201493" y="80541"/>
                </a:cubicBezTo>
                <a:cubicBezTo>
                  <a:pt x="204057" y="80541"/>
                  <a:pt x="207015" y="80188"/>
                  <a:pt x="210369" y="79480"/>
                </a:cubicBezTo>
                <a:lnTo>
                  <a:pt x="210369" y="85317"/>
                </a:lnTo>
                <a:cubicBezTo>
                  <a:pt x="206940" y="86221"/>
                  <a:pt x="203296" y="86673"/>
                  <a:pt x="199435" y="86673"/>
                </a:cubicBezTo>
                <a:close/>
                <a:moveTo>
                  <a:pt x="237746" y="80707"/>
                </a:moveTo>
                <a:cubicBezTo>
                  <a:pt x="241198" y="80707"/>
                  <a:pt x="244267" y="79890"/>
                  <a:pt x="246955" y="78257"/>
                </a:cubicBezTo>
                <a:cubicBezTo>
                  <a:pt x="249643" y="76623"/>
                  <a:pt x="251751" y="74379"/>
                  <a:pt x="253281" y="71526"/>
                </a:cubicBezTo>
                <a:cubicBezTo>
                  <a:pt x="254811" y="68671"/>
                  <a:pt x="255576" y="65670"/>
                  <a:pt x="255576" y="62521"/>
                </a:cubicBezTo>
                <a:lnTo>
                  <a:pt x="255576" y="55258"/>
                </a:lnTo>
                <a:lnTo>
                  <a:pt x="246985" y="55494"/>
                </a:lnTo>
                <a:cubicBezTo>
                  <a:pt x="238981" y="55690"/>
                  <a:pt x="233282" y="56911"/>
                  <a:pt x="229888" y="59155"/>
                </a:cubicBezTo>
                <a:cubicBezTo>
                  <a:pt x="226495" y="61399"/>
                  <a:pt x="224799" y="64785"/>
                  <a:pt x="224799" y="69311"/>
                </a:cubicBezTo>
                <a:cubicBezTo>
                  <a:pt x="224799" y="76908"/>
                  <a:pt x="229114" y="80707"/>
                  <a:pt x="237746" y="80707"/>
                </a:cubicBezTo>
                <a:moveTo>
                  <a:pt x="263123" y="85730"/>
                </a:moveTo>
                <a:lnTo>
                  <a:pt x="255934" y="85730"/>
                </a:lnTo>
                <a:lnTo>
                  <a:pt x="255576" y="75058"/>
                </a:lnTo>
                <a:lnTo>
                  <a:pt x="255341" y="75058"/>
                </a:lnTo>
                <a:cubicBezTo>
                  <a:pt x="251292" y="82959"/>
                  <a:pt x="245003" y="86909"/>
                  <a:pt x="236473" y="86909"/>
                </a:cubicBezTo>
                <a:cubicBezTo>
                  <a:pt x="230223" y="86909"/>
                  <a:pt x="225398" y="85364"/>
                  <a:pt x="221998" y="82273"/>
                </a:cubicBezTo>
                <a:cubicBezTo>
                  <a:pt x="218598" y="79183"/>
                  <a:pt x="216898" y="74901"/>
                  <a:pt x="216898" y="69429"/>
                </a:cubicBezTo>
                <a:cubicBezTo>
                  <a:pt x="216898" y="63209"/>
                  <a:pt x="219246" y="58465"/>
                  <a:pt x="223944" y="55197"/>
                </a:cubicBezTo>
                <a:cubicBezTo>
                  <a:pt x="228641" y="51928"/>
                  <a:pt x="235883" y="50157"/>
                  <a:pt x="245671" y="49881"/>
                </a:cubicBezTo>
                <a:lnTo>
                  <a:pt x="255517" y="49646"/>
                </a:lnTo>
                <a:lnTo>
                  <a:pt x="255517" y="47237"/>
                </a:lnTo>
                <a:cubicBezTo>
                  <a:pt x="255517" y="41598"/>
                  <a:pt x="254387" y="37437"/>
                  <a:pt x="252127" y="34754"/>
                </a:cubicBezTo>
                <a:cubicBezTo>
                  <a:pt x="249867" y="32071"/>
                  <a:pt x="246359" y="30730"/>
                  <a:pt x="241603" y="30730"/>
                </a:cubicBezTo>
                <a:cubicBezTo>
                  <a:pt x="237239" y="30730"/>
                  <a:pt x="233947" y="31427"/>
                  <a:pt x="231727" y="32821"/>
                </a:cubicBezTo>
                <a:cubicBezTo>
                  <a:pt x="229506" y="34214"/>
                  <a:pt x="227982" y="36560"/>
                  <a:pt x="227157" y="39858"/>
                </a:cubicBezTo>
                <a:lnTo>
                  <a:pt x="220082" y="38384"/>
                </a:lnTo>
                <a:cubicBezTo>
                  <a:pt x="221341" y="33313"/>
                  <a:pt x="223732" y="29736"/>
                  <a:pt x="227255" y="27653"/>
                </a:cubicBezTo>
                <a:cubicBezTo>
                  <a:pt x="230778" y="25570"/>
                  <a:pt x="235609" y="24528"/>
                  <a:pt x="241750" y="24528"/>
                </a:cubicBezTo>
                <a:cubicBezTo>
                  <a:pt x="249268" y="24528"/>
                  <a:pt x="254709" y="26395"/>
                  <a:pt x="258075" y="30129"/>
                </a:cubicBezTo>
                <a:cubicBezTo>
                  <a:pt x="261441" y="33864"/>
                  <a:pt x="263123" y="39799"/>
                  <a:pt x="263123" y="47936"/>
                </a:cubicBezTo>
                <a:lnTo>
                  <a:pt x="263123" y="85730"/>
                </a:lnTo>
                <a:close/>
                <a:moveTo>
                  <a:pt x="289994" y="55866"/>
                </a:moveTo>
                <a:cubicBezTo>
                  <a:pt x="289994" y="63852"/>
                  <a:pt x="291599" y="69949"/>
                  <a:pt x="294807" y="74159"/>
                </a:cubicBezTo>
                <a:cubicBezTo>
                  <a:pt x="298016" y="78367"/>
                  <a:pt x="302730" y="80471"/>
                  <a:pt x="308950" y="80471"/>
                </a:cubicBezTo>
                <a:cubicBezTo>
                  <a:pt x="315367" y="80471"/>
                  <a:pt x="320259" y="78308"/>
                  <a:pt x="323624" y="73982"/>
                </a:cubicBezTo>
                <a:cubicBezTo>
                  <a:pt x="326990" y="69654"/>
                  <a:pt x="328673" y="63459"/>
                  <a:pt x="328673" y="55394"/>
                </a:cubicBezTo>
                <a:cubicBezTo>
                  <a:pt x="328673" y="47448"/>
                  <a:pt x="327020" y="41351"/>
                  <a:pt x="323713" y="37103"/>
                </a:cubicBezTo>
                <a:cubicBezTo>
                  <a:pt x="320406" y="32854"/>
                  <a:pt x="315643" y="30730"/>
                  <a:pt x="309422" y="30730"/>
                </a:cubicBezTo>
                <a:cubicBezTo>
                  <a:pt x="303005" y="30730"/>
                  <a:pt x="298163" y="32894"/>
                  <a:pt x="294895" y="37221"/>
                </a:cubicBezTo>
                <a:cubicBezTo>
                  <a:pt x="291628" y="41548"/>
                  <a:pt x="289994" y="47762"/>
                  <a:pt x="289994" y="55866"/>
                </a:cubicBezTo>
                <a:moveTo>
                  <a:pt x="282211" y="55866"/>
                </a:moveTo>
                <a:cubicBezTo>
                  <a:pt x="282211" y="46070"/>
                  <a:pt x="284435" y="38398"/>
                  <a:pt x="288881" y="32851"/>
                </a:cubicBezTo>
                <a:cubicBezTo>
                  <a:pt x="293329" y="27302"/>
                  <a:pt x="299627" y="24528"/>
                  <a:pt x="307775" y="24528"/>
                </a:cubicBezTo>
                <a:cubicBezTo>
                  <a:pt x="317418" y="24528"/>
                  <a:pt x="324305" y="28577"/>
                  <a:pt x="328437" y="36674"/>
                </a:cubicBezTo>
                <a:lnTo>
                  <a:pt x="328673" y="36674"/>
                </a:lnTo>
                <a:cubicBezTo>
                  <a:pt x="328712" y="34066"/>
                  <a:pt x="328930" y="30411"/>
                  <a:pt x="329327" y="25707"/>
                </a:cubicBezTo>
                <a:lnTo>
                  <a:pt x="336456" y="25707"/>
                </a:lnTo>
                <a:cubicBezTo>
                  <a:pt x="336220" y="29719"/>
                  <a:pt x="336102" y="34301"/>
                  <a:pt x="336102" y="39454"/>
                </a:cubicBezTo>
                <a:lnTo>
                  <a:pt x="336102" y="84120"/>
                </a:lnTo>
                <a:cubicBezTo>
                  <a:pt x="336102" y="91043"/>
                  <a:pt x="333819" y="96933"/>
                  <a:pt x="329253" y="101791"/>
                </a:cubicBezTo>
                <a:cubicBezTo>
                  <a:pt x="324689" y="106650"/>
                  <a:pt x="317960" y="109079"/>
                  <a:pt x="309067" y="109079"/>
                </a:cubicBezTo>
                <a:cubicBezTo>
                  <a:pt x="295332" y="109079"/>
                  <a:pt x="287167" y="104104"/>
                  <a:pt x="284570" y="94156"/>
                </a:cubicBezTo>
                <a:lnTo>
                  <a:pt x="291999" y="92805"/>
                </a:lnTo>
                <a:cubicBezTo>
                  <a:pt x="293925" y="99409"/>
                  <a:pt x="299644" y="102711"/>
                  <a:pt x="309157" y="102711"/>
                </a:cubicBezTo>
                <a:cubicBezTo>
                  <a:pt x="322089" y="102711"/>
                  <a:pt x="328555" y="96658"/>
                  <a:pt x="328555" y="84551"/>
                </a:cubicBezTo>
                <a:lnTo>
                  <a:pt x="328555" y="79362"/>
                </a:lnTo>
                <a:cubicBezTo>
                  <a:pt x="328555" y="78458"/>
                  <a:pt x="328565" y="77593"/>
                  <a:pt x="328585" y="76768"/>
                </a:cubicBezTo>
                <a:cubicBezTo>
                  <a:pt x="328604" y="75942"/>
                  <a:pt x="328634" y="75078"/>
                  <a:pt x="328673" y="74174"/>
                </a:cubicBezTo>
                <a:lnTo>
                  <a:pt x="328437" y="74174"/>
                </a:lnTo>
                <a:cubicBezTo>
                  <a:pt x="326154" y="78458"/>
                  <a:pt x="323250" y="81613"/>
                  <a:pt x="319727" y="83637"/>
                </a:cubicBezTo>
                <a:cubicBezTo>
                  <a:pt x="316206" y="85661"/>
                  <a:pt x="311848" y="86673"/>
                  <a:pt x="306653" y="86673"/>
                </a:cubicBezTo>
                <a:cubicBezTo>
                  <a:pt x="298899" y="86673"/>
                  <a:pt x="292887" y="83949"/>
                  <a:pt x="288616" y="78500"/>
                </a:cubicBezTo>
                <a:cubicBezTo>
                  <a:pt x="284346" y="73051"/>
                  <a:pt x="282211" y="65506"/>
                  <a:pt x="282211" y="55866"/>
                </a:cubicBezTo>
                <a:close/>
                <a:moveTo>
                  <a:pt x="354839" y="56909"/>
                </a:moveTo>
                <a:cubicBezTo>
                  <a:pt x="354839" y="64409"/>
                  <a:pt x="356499" y="70251"/>
                  <a:pt x="359821" y="74433"/>
                </a:cubicBezTo>
                <a:cubicBezTo>
                  <a:pt x="363142" y="78616"/>
                  <a:pt x="367771" y="80707"/>
                  <a:pt x="373706" y="80707"/>
                </a:cubicBezTo>
                <a:cubicBezTo>
                  <a:pt x="377676" y="80707"/>
                  <a:pt x="381086" y="79893"/>
                  <a:pt x="383936" y="78264"/>
                </a:cubicBezTo>
                <a:cubicBezTo>
                  <a:pt x="386786" y="76634"/>
                  <a:pt x="389253" y="73895"/>
                  <a:pt x="391336" y="70046"/>
                </a:cubicBezTo>
                <a:lnTo>
                  <a:pt x="397291" y="73289"/>
                </a:lnTo>
                <a:cubicBezTo>
                  <a:pt x="394539" y="78203"/>
                  <a:pt x="391238" y="81701"/>
                  <a:pt x="387385" y="83784"/>
                </a:cubicBezTo>
                <a:cubicBezTo>
                  <a:pt x="383533" y="85868"/>
                  <a:pt x="378915" y="86909"/>
                  <a:pt x="373529" y="86909"/>
                </a:cubicBezTo>
                <a:cubicBezTo>
                  <a:pt x="365000" y="86909"/>
                  <a:pt x="358455" y="84197"/>
                  <a:pt x="353895" y="78773"/>
                </a:cubicBezTo>
                <a:cubicBezTo>
                  <a:pt x="349336" y="73348"/>
                  <a:pt x="347056" y="65506"/>
                  <a:pt x="347056" y="55247"/>
                </a:cubicBezTo>
                <a:cubicBezTo>
                  <a:pt x="347056" y="48683"/>
                  <a:pt x="348138" y="43101"/>
                  <a:pt x="350302" y="38502"/>
                </a:cubicBezTo>
                <a:cubicBezTo>
                  <a:pt x="352467" y="33903"/>
                  <a:pt x="355526" y="30424"/>
                  <a:pt x="359480" y="28066"/>
                </a:cubicBezTo>
                <a:cubicBezTo>
                  <a:pt x="363435" y="25707"/>
                  <a:pt x="368050" y="24528"/>
                  <a:pt x="373323" y="24528"/>
                </a:cubicBezTo>
                <a:cubicBezTo>
                  <a:pt x="381509" y="24528"/>
                  <a:pt x="387766" y="27143"/>
                  <a:pt x="392095" y="32374"/>
                </a:cubicBezTo>
                <a:cubicBezTo>
                  <a:pt x="396424" y="37603"/>
                  <a:pt x="398588" y="45113"/>
                  <a:pt x="398588" y="54904"/>
                </a:cubicBezTo>
                <a:lnTo>
                  <a:pt x="398588" y="56909"/>
                </a:lnTo>
                <a:lnTo>
                  <a:pt x="354839" y="56909"/>
                </a:lnTo>
                <a:moveTo>
                  <a:pt x="372999" y="30730"/>
                </a:moveTo>
                <a:cubicBezTo>
                  <a:pt x="367496" y="30730"/>
                  <a:pt x="363192" y="32449"/>
                  <a:pt x="360086" y="35887"/>
                </a:cubicBezTo>
                <a:cubicBezTo>
                  <a:pt x="356981" y="39324"/>
                  <a:pt x="355271" y="44382"/>
                  <a:pt x="354957" y="51061"/>
                </a:cubicBezTo>
                <a:lnTo>
                  <a:pt x="390687" y="51061"/>
                </a:lnTo>
                <a:cubicBezTo>
                  <a:pt x="389980" y="37507"/>
                  <a:pt x="384084" y="30730"/>
                  <a:pt x="372999" y="307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Text ControlLoop">
            <a:extLst xmlns:a="http://schemas.openxmlformats.org/drawingml/2006/main">
              <a:ext uri="{FF2B5EF4-FFF2-40B4-BE49-F238E27FC236}">
                <a16:creationId xmlns:a16="http://schemas.microsoft.com/office/drawing/2014/main" id="{9A3B19A7-8015-4F42-BC04-19765469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208" y="3092276"/>
            <a:ext cx="688872" cy="109079"/>
          </a:xfrm>
          <a:custGeom xmlns:a="http://schemas.openxmlformats.org/drawingml/2006/main">
            <a:pathLst>
              <a:path w="688872" h="109079">
                <a:moveTo>
                  <a:pt x="34347" y="86909"/>
                </a:moveTo>
                <a:cubicBezTo>
                  <a:pt x="23606" y="86909"/>
                  <a:pt x="15196" y="83067"/>
                  <a:pt x="9117" y="75382"/>
                </a:cubicBezTo>
                <a:cubicBezTo>
                  <a:pt x="3039" y="67698"/>
                  <a:pt x="0" y="57173"/>
                  <a:pt x="0" y="43808"/>
                </a:cubicBezTo>
                <a:cubicBezTo>
                  <a:pt x="0" y="30444"/>
                  <a:pt x="3108" y="20037"/>
                  <a:pt x="9323" y="12588"/>
                </a:cubicBezTo>
                <a:cubicBezTo>
                  <a:pt x="15540" y="5139"/>
                  <a:pt x="24157" y="1415"/>
                  <a:pt x="35174" y="1415"/>
                </a:cubicBezTo>
                <a:cubicBezTo>
                  <a:pt x="42216" y="1415"/>
                  <a:pt x="48147" y="2830"/>
                  <a:pt x="52966" y="5660"/>
                </a:cubicBezTo>
                <a:cubicBezTo>
                  <a:pt x="57786" y="8490"/>
                  <a:pt x="61553" y="13011"/>
                  <a:pt x="64268" y="19221"/>
                </a:cubicBezTo>
                <a:lnTo>
                  <a:pt x="56957" y="22287"/>
                </a:lnTo>
                <a:cubicBezTo>
                  <a:pt x="54952" y="17256"/>
                  <a:pt x="52132" y="13640"/>
                  <a:pt x="48496" y="11439"/>
                </a:cubicBezTo>
                <a:cubicBezTo>
                  <a:pt x="44860" y="9237"/>
                  <a:pt x="40428" y="8137"/>
                  <a:pt x="35200" y="8137"/>
                </a:cubicBezTo>
                <a:cubicBezTo>
                  <a:pt x="26552" y="8137"/>
                  <a:pt x="19880" y="11300"/>
                  <a:pt x="15183" y="17628"/>
                </a:cubicBezTo>
                <a:cubicBezTo>
                  <a:pt x="10485" y="23955"/>
                  <a:pt x="8137" y="32680"/>
                  <a:pt x="8137" y="43803"/>
                </a:cubicBezTo>
                <a:cubicBezTo>
                  <a:pt x="8137" y="55122"/>
                  <a:pt x="10485" y="64024"/>
                  <a:pt x="15183" y="70509"/>
                </a:cubicBezTo>
                <a:cubicBezTo>
                  <a:pt x="19880" y="76993"/>
                  <a:pt x="26395" y="80236"/>
                  <a:pt x="34728" y="80236"/>
                </a:cubicBezTo>
                <a:cubicBezTo>
                  <a:pt x="40585" y="80236"/>
                  <a:pt x="45400" y="78816"/>
                  <a:pt x="49174" y="75977"/>
                </a:cubicBezTo>
                <a:cubicBezTo>
                  <a:pt x="52947" y="73139"/>
                  <a:pt x="55758" y="69275"/>
                  <a:pt x="57605" y="64386"/>
                </a:cubicBezTo>
                <a:lnTo>
                  <a:pt x="64504" y="67579"/>
                </a:lnTo>
                <a:cubicBezTo>
                  <a:pt x="58996" y="80466"/>
                  <a:pt x="48944" y="86909"/>
                  <a:pt x="34347" y="86909"/>
                </a:cubicBezTo>
                <a:close/>
                <a:moveTo>
                  <a:pt x="130633" y="55660"/>
                </a:moveTo>
                <a:cubicBezTo>
                  <a:pt x="130633" y="65408"/>
                  <a:pt x="128088" y="73053"/>
                  <a:pt x="122998" y="78596"/>
                </a:cubicBezTo>
                <a:cubicBezTo>
                  <a:pt x="117907" y="84138"/>
                  <a:pt x="110763" y="86909"/>
                  <a:pt x="101565" y="86909"/>
                </a:cubicBezTo>
                <a:cubicBezTo>
                  <a:pt x="92721" y="86909"/>
                  <a:pt x="85763" y="84109"/>
                  <a:pt x="80693" y="78507"/>
                </a:cubicBezTo>
                <a:cubicBezTo>
                  <a:pt x="75622" y="72906"/>
                  <a:pt x="73087" y="65290"/>
                  <a:pt x="73087" y="55660"/>
                </a:cubicBezTo>
                <a:cubicBezTo>
                  <a:pt x="73087" y="45872"/>
                  <a:pt x="75622" y="38237"/>
                  <a:pt x="80693" y="32753"/>
                </a:cubicBezTo>
                <a:cubicBezTo>
                  <a:pt x="85763" y="27270"/>
                  <a:pt x="92839" y="24528"/>
                  <a:pt x="101919" y="24528"/>
                </a:cubicBezTo>
                <a:cubicBezTo>
                  <a:pt x="111274" y="24528"/>
                  <a:pt x="118399" y="27191"/>
                  <a:pt x="123292" y="32517"/>
                </a:cubicBezTo>
                <a:cubicBezTo>
                  <a:pt x="128186" y="37843"/>
                  <a:pt x="130633" y="45558"/>
                  <a:pt x="130633" y="55660"/>
                </a:cubicBezTo>
                <a:moveTo>
                  <a:pt x="122732" y="55660"/>
                </a:moveTo>
                <a:cubicBezTo>
                  <a:pt x="122732" y="47409"/>
                  <a:pt x="121008" y="41191"/>
                  <a:pt x="117558" y="37008"/>
                </a:cubicBezTo>
                <a:cubicBezTo>
                  <a:pt x="114109" y="32822"/>
                  <a:pt x="108975" y="30730"/>
                  <a:pt x="102155" y="30730"/>
                </a:cubicBezTo>
                <a:cubicBezTo>
                  <a:pt x="95217" y="30730"/>
                  <a:pt x="89955" y="32872"/>
                  <a:pt x="86368" y="37155"/>
                </a:cubicBezTo>
                <a:cubicBezTo>
                  <a:pt x="82781" y="41437"/>
                  <a:pt x="80988" y="47605"/>
                  <a:pt x="80988" y="55660"/>
                </a:cubicBezTo>
                <a:cubicBezTo>
                  <a:pt x="80988" y="63596"/>
                  <a:pt x="82761" y="69755"/>
                  <a:pt x="86309" y="74137"/>
                </a:cubicBezTo>
                <a:cubicBezTo>
                  <a:pt x="89856" y="78517"/>
                  <a:pt x="94903" y="80707"/>
                  <a:pt x="101449" y="80707"/>
                </a:cubicBezTo>
                <a:cubicBezTo>
                  <a:pt x="108504" y="80707"/>
                  <a:pt x="113814" y="78586"/>
                  <a:pt x="117382" y="74343"/>
                </a:cubicBezTo>
                <a:cubicBezTo>
                  <a:pt x="120949" y="70099"/>
                  <a:pt x="122732" y="63871"/>
                  <a:pt x="122732" y="55660"/>
                </a:cubicBezTo>
                <a:close/>
                <a:moveTo>
                  <a:pt x="191335" y="85730"/>
                </a:moveTo>
                <a:lnTo>
                  <a:pt x="191335" y="50596"/>
                </a:lnTo>
                <a:cubicBezTo>
                  <a:pt x="191335" y="43640"/>
                  <a:pt x="190140" y="38590"/>
                  <a:pt x="187751" y="35447"/>
                </a:cubicBezTo>
                <a:cubicBezTo>
                  <a:pt x="185362" y="32302"/>
                  <a:pt x="181641" y="30730"/>
                  <a:pt x="176589" y="30730"/>
                </a:cubicBezTo>
                <a:cubicBezTo>
                  <a:pt x="171145" y="30730"/>
                  <a:pt x="166817" y="32725"/>
                  <a:pt x="163605" y="36715"/>
                </a:cubicBezTo>
                <a:cubicBezTo>
                  <a:pt x="160394" y="40703"/>
                  <a:pt x="158788" y="46097"/>
                  <a:pt x="158788" y="52896"/>
                </a:cubicBezTo>
                <a:lnTo>
                  <a:pt x="158788" y="85730"/>
                </a:lnTo>
                <a:lnTo>
                  <a:pt x="151241" y="85730"/>
                </a:lnTo>
                <a:lnTo>
                  <a:pt x="151241" y="39091"/>
                </a:lnTo>
                <a:cubicBezTo>
                  <a:pt x="151241" y="36851"/>
                  <a:pt x="151185" y="34620"/>
                  <a:pt x="151072" y="32399"/>
                </a:cubicBezTo>
                <a:cubicBezTo>
                  <a:pt x="150960" y="30178"/>
                  <a:pt x="150859" y="27948"/>
                  <a:pt x="150770" y="25707"/>
                </a:cubicBezTo>
                <a:lnTo>
                  <a:pt x="157598" y="25707"/>
                </a:lnTo>
                <a:lnTo>
                  <a:pt x="158317" y="37146"/>
                </a:lnTo>
                <a:lnTo>
                  <a:pt x="158552" y="37146"/>
                </a:lnTo>
                <a:cubicBezTo>
                  <a:pt x="160632" y="32861"/>
                  <a:pt x="163261" y="29687"/>
                  <a:pt x="166440" y="27623"/>
                </a:cubicBezTo>
                <a:cubicBezTo>
                  <a:pt x="169621" y="25560"/>
                  <a:pt x="173683" y="24528"/>
                  <a:pt x="178629" y="24528"/>
                </a:cubicBezTo>
                <a:cubicBezTo>
                  <a:pt x="185498" y="24528"/>
                  <a:pt x="190591" y="26503"/>
                  <a:pt x="193907" y="30454"/>
                </a:cubicBezTo>
                <a:cubicBezTo>
                  <a:pt x="197224" y="34404"/>
                  <a:pt x="198882" y="40507"/>
                  <a:pt x="198882" y="48761"/>
                </a:cubicBezTo>
                <a:lnTo>
                  <a:pt x="198882" y="85730"/>
                </a:lnTo>
                <a:lnTo>
                  <a:pt x="191335" y="85730"/>
                </a:lnTo>
                <a:close/>
                <a:moveTo>
                  <a:pt x="231575" y="86673"/>
                </a:moveTo>
                <a:cubicBezTo>
                  <a:pt x="227201" y="86673"/>
                  <a:pt x="223881" y="85514"/>
                  <a:pt x="221614" y="83195"/>
                </a:cubicBezTo>
                <a:cubicBezTo>
                  <a:pt x="219349" y="80877"/>
                  <a:pt x="218217" y="77458"/>
                  <a:pt x="218217" y="72939"/>
                </a:cubicBezTo>
                <a:lnTo>
                  <a:pt x="218217" y="31909"/>
                </a:lnTo>
                <a:lnTo>
                  <a:pt x="209373" y="31909"/>
                </a:lnTo>
                <a:lnTo>
                  <a:pt x="209373" y="25707"/>
                </a:lnTo>
                <a:lnTo>
                  <a:pt x="218335" y="25707"/>
                </a:lnTo>
                <a:lnTo>
                  <a:pt x="220339" y="11792"/>
                </a:lnTo>
                <a:lnTo>
                  <a:pt x="225764" y="11792"/>
                </a:lnTo>
                <a:lnTo>
                  <a:pt x="225764" y="25707"/>
                </a:lnTo>
                <a:lnTo>
                  <a:pt x="241801" y="25707"/>
                </a:lnTo>
                <a:lnTo>
                  <a:pt x="241801" y="31909"/>
                </a:lnTo>
                <a:lnTo>
                  <a:pt x="225764" y="31909"/>
                </a:lnTo>
                <a:lnTo>
                  <a:pt x="225764" y="71581"/>
                </a:lnTo>
                <a:cubicBezTo>
                  <a:pt x="225764" y="74411"/>
                  <a:pt x="226336" y="76612"/>
                  <a:pt x="227479" y="78185"/>
                </a:cubicBezTo>
                <a:cubicBezTo>
                  <a:pt x="228624" y="79756"/>
                  <a:pt x="230675" y="80541"/>
                  <a:pt x="233633" y="80541"/>
                </a:cubicBezTo>
                <a:cubicBezTo>
                  <a:pt x="236197" y="80541"/>
                  <a:pt x="239155" y="80188"/>
                  <a:pt x="242509" y="79480"/>
                </a:cubicBezTo>
                <a:lnTo>
                  <a:pt x="242509" y="85317"/>
                </a:lnTo>
                <a:cubicBezTo>
                  <a:pt x="239081" y="86221"/>
                  <a:pt x="235436" y="86673"/>
                  <a:pt x="231575" y="86673"/>
                </a:cubicBezTo>
                <a:close/>
                <a:moveTo>
                  <a:pt x="253996" y="85730"/>
                </a:moveTo>
                <a:lnTo>
                  <a:pt x="253996" y="40565"/>
                </a:lnTo>
                <a:cubicBezTo>
                  <a:pt x="253996" y="37382"/>
                  <a:pt x="253800" y="32429"/>
                  <a:pt x="253407" y="25707"/>
                </a:cubicBezTo>
                <a:lnTo>
                  <a:pt x="260418" y="25707"/>
                </a:lnTo>
                <a:cubicBezTo>
                  <a:pt x="260854" y="30013"/>
                  <a:pt x="261072" y="34533"/>
                  <a:pt x="261072" y="39268"/>
                </a:cubicBezTo>
                <a:lnTo>
                  <a:pt x="261308" y="39268"/>
                </a:lnTo>
                <a:cubicBezTo>
                  <a:pt x="262954" y="33983"/>
                  <a:pt x="265129" y="30205"/>
                  <a:pt x="267834" y="27935"/>
                </a:cubicBezTo>
                <a:cubicBezTo>
                  <a:pt x="270539" y="25664"/>
                  <a:pt x="274028" y="24528"/>
                  <a:pt x="278301" y="24528"/>
                </a:cubicBezTo>
                <a:cubicBezTo>
                  <a:pt x="279947" y="24528"/>
                  <a:pt x="281476" y="24705"/>
                  <a:pt x="282888" y="25059"/>
                </a:cubicBezTo>
                <a:lnTo>
                  <a:pt x="282888" y="32016"/>
                </a:lnTo>
                <a:cubicBezTo>
                  <a:pt x="281398" y="31662"/>
                  <a:pt x="279535" y="31485"/>
                  <a:pt x="277301" y="31485"/>
                </a:cubicBezTo>
                <a:cubicBezTo>
                  <a:pt x="272362" y="31485"/>
                  <a:pt x="268500" y="33598"/>
                  <a:pt x="265717" y="37824"/>
                </a:cubicBezTo>
                <a:cubicBezTo>
                  <a:pt x="262935" y="42049"/>
                  <a:pt x="261544" y="47857"/>
                  <a:pt x="261544" y="55247"/>
                </a:cubicBezTo>
                <a:lnTo>
                  <a:pt x="261544" y="85730"/>
                </a:lnTo>
                <a:lnTo>
                  <a:pt x="253996" y="85730"/>
                </a:lnTo>
                <a:close/>
                <a:moveTo>
                  <a:pt x="353905" y="55660"/>
                </a:moveTo>
                <a:cubicBezTo>
                  <a:pt x="353905" y="65408"/>
                  <a:pt x="351360" y="73053"/>
                  <a:pt x="346270" y="78596"/>
                </a:cubicBezTo>
                <a:cubicBezTo>
                  <a:pt x="341180" y="84138"/>
                  <a:pt x="334035" y="86909"/>
                  <a:pt x="324837" y="86909"/>
                </a:cubicBezTo>
                <a:cubicBezTo>
                  <a:pt x="315993" y="86909"/>
                  <a:pt x="309036" y="84109"/>
                  <a:pt x="303965" y="78507"/>
                </a:cubicBezTo>
                <a:cubicBezTo>
                  <a:pt x="298894" y="72906"/>
                  <a:pt x="296359" y="65290"/>
                  <a:pt x="296359" y="55660"/>
                </a:cubicBezTo>
                <a:cubicBezTo>
                  <a:pt x="296359" y="45872"/>
                  <a:pt x="298894" y="38237"/>
                  <a:pt x="303965" y="32753"/>
                </a:cubicBezTo>
                <a:cubicBezTo>
                  <a:pt x="309036" y="27270"/>
                  <a:pt x="316111" y="24528"/>
                  <a:pt x="325191" y="24528"/>
                </a:cubicBezTo>
                <a:cubicBezTo>
                  <a:pt x="334546" y="24528"/>
                  <a:pt x="341671" y="27191"/>
                  <a:pt x="346565" y="32517"/>
                </a:cubicBezTo>
                <a:cubicBezTo>
                  <a:pt x="351458" y="37843"/>
                  <a:pt x="353905" y="45558"/>
                  <a:pt x="353905" y="55660"/>
                </a:cubicBezTo>
                <a:moveTo>
                  <a:pt x="346005" y="55660"/>
                </a:moveTo>
                <a:cubicBezTo>
                  <a:pt x="346005" y="47409"/>
                  <a:pt x="344280" y="41191"/>
                  <a:pt x="340831" y="37008"/>
                </a:cubicBezTo>
                <a:cubicBezTo>
                  <a:pt x="337381" y="32822"/>
                  <a:pt x="332247" y="30730"/>
                  <a:pt x="325427" y="30730"/>
                </a:cubicBezTo>
                <a:cubicBezTo>
                  <a:pt x="318489" y="30730"/>
                  <a:pt x="313227" y="32872"/>
                  <a:pt x="309640" y="37155"/>
                </a:cubicBezTo>
                <a:cubicBezTo>
                  <a:pt x="306053" y="41437"/>
                  <a:pt x="304260" y="47605"/>
                  <a:pt x="304260" y="55660"/>
                </a:cubicBezTo>
                <a:cubicBezTo>
                  <a:pt x="304260" y="63596"/>
                  <a:pt x="306034" y="69755"/>
                  <a:pt x="309581" y="74137"/>
                </a:cubicBezTo>
                <a:cubicBezTo>
                  <a:pt x="313129" y="78517"/>
                  <a:pt x="318175" y="80707"/>
                  <a:pt x="324721" y="80707"/>
                </a:cubicBezTo>
                <a:cubicBezTo>
                  <a:pt x="331776" y="80707"/>
                  <a:pt x="337087" y="78586"/>
                  <a:pt x="340654" y="74343"/>
                </a:cubicBezTo>
                <a:cubicBezTo>
                  <a:pt x="344221" y="70099"/>
                  <a:pt x="346005" y="63871"/>
                  <a:pt x="346005" y="55660"/>
                </a:cubicBezTo>
                <a:close/>
                <a:moveTo>
                  <a:pt x="374514" y="85730"/>
                </a:moveTo>
                <a:lnTo>
                  <a:pt x="374514" y="0"/>
                </a:lnTo>
                <a:lnTo>
                  <a:pt x="382061" y="0"/>
                </a:lnTo>
                <a:lnTo>
                  <a:pt x="382061" y="85730"/>
                </a:lnTo>
                <a:lnTo>
                  <a:pt x="374514" y="85730"/>
                </a:lnTo>
                <a:close/>
                <a:moveTo>
                  <a:pt x="432315" y="85730"/>
                </a:moveTo>
                <a:lnTo>
                  <a:pt x="432315" y="2594"/>
                </a:lnTo>
                <a:lnTo>
                  <a:pt x="440216" y="2594"/>
                </a:lnTo>
                <a:lnTo>
                  <a:pt x="440216" y="79056"/>
                </a:lnTo>
                <a:lnTo>
                  <a:pt x="474767" y="79056"/>
                </a:lnTo>
                <a:lnTo>
                  <a:pt x="474767" y="85730"/>
                </a:lnTo>
                <a:lnTo>
                  <a:pt x="432315" y="85730"/>
                </a:lnTo>
                <a:close/>
                <a:moveTo>
                  <a:pt x="540349" y="55660"/>
                </a:moveTo>
                <a:cubicBezTo>
                  <a:pt x="540349" y="65408"/>
                  <a:pt x="537803" y="73053"/>
                  <a:pt x="532713" y="78596"/>
                </a:cubicBezTo>
                <a:cubicBezTo>
                  <a:pt x="527623" y="84138"/>
                  <a:pt x="520479" y="86909"/>
                  <a:pt x="511281" y="86909"/>
                </a:cubicBezTo>
                <a:cubicBezTo>
                  <a:pt x="502436" y="86909"/>
                  <a:pt x="495479" y="84109"/>
                  <a:pt x="490408" y="78507"/>
                </a:cubicBezTo>
                <a:cubicBezTo>
                  <a:pt x="485338" y="72906"/>
                  <a:pt x="482802" y="65290"/>
                  <a:pt x="482802" y="55660"/>
                </a:cubicBezTo>
                <a:cubicBezTo>
                  <a:pt x="482802" y="45872"/>
                  <a:pt x="485338" y="38237"/>
                  <a:pt x="490408" y="32753"/>
                </a:cubicBezTo>
                <a:cubicBezTo>
                  <a:pt x="495479" y="27270"/>
                  <a:pt x="502554" y="24528"/>
                  <a:pt x="511634" y="24528"/>
                </a:cubicBezTo>
                <a:cubicBezTo>
                  <a:pt x="520990" y="24528"/>
                  <a:pt x="528114" y="27191"/>
                  <a:pt x="533008" y="32517"/>
                </a:cubicBezTo>
                <a:cubicBezTo>
                  <a:pt x="537902" y="37843"/>
                  <a:pt x="540349" y="45558"/>
                  <a:pt x="540349" y="55660"/>
                </a:cubicBezTo>
                <a:moveTo>
                  <a:pt x="532448" y="55660"/>
                </a:moveTo>
                <a:cubicBezTo>
                  <a:pt x="532448" y="47409"/>
                  <a:pt x="530723" y="41191"/>
                  <a:pt x="527274" y="37008"/>
                </a:cubicBezTo>
                <a:cubicBezTo>
                  <a:pt x="523825" y="32822"/>
                  <a:pt x="518690" y="30730"/>
                  <a:pt x="511870" y="30730"/>
                </a:cubicBezTo>
                <a:cubicBezTo>
                  <a:pt x="504932" y="30730"/>
                  <a:pt x="499670" y="32872"/>
                  <a:pt x="496083" y="37155"/>
                </a:cubicBezTo>
                <a:cubicBezTo>
                  <a:pt x="492497" y="41437"/>
                  <a:pt x="490703" y="47605"/>
                  <a:pt x="490703" y="55660"/>
                </a:cubicBezTo>
                <a:cubicBezTo>
                  <a:pt x="490703" y="63596"/>
                  <a:pt x="492477" y="69755"/>
                  <a:pt x="496024" y="74137"/>
                </a:cubicBezTo>
                <a:cubicBezTo>
                  <a:pt x="499572" y="78517"/>
                  <a:pt x="504619" y="80707"/>
                  <a:pt x="511165" y="80707"/>
                </a:cubicBezTo>
                <a:cubicBezTo>
                  <a:pt x="518219" y="80707"/>
                  <a:pt x="523530" y="78586"/>
                  <a:pt x="527097" y="74343"/>
                </a:cubicBezTo>
                <a:cubicBezTo>
                  <a:pt x="530664" y="70099"/>
                  <a:pt x="532448" y="63871"/>
                  <a:pt x="532448" y="55660"/>
                </a:cubicBezTo>
                <a:close/>
                <a:moveTo>
                  <a:pt x="614491" y="55660"/>
                </a:moveTo>
                <a:cubicBezTo>
                  <a:pt x="614491" y="65408"/>
                  <a:pt x="611946" y="73053"/>
                  <a:pt x="606856" y="78596"/>
                </a:cubicBezTo>
                <a:cubicBezTo>
                  <a:pt x="601765" y="84138"/>
                  <a:pt x="594621" y="86909"/>
                  <a:pt x="585423" y="86909"/>
                </a:cubicBezTo>
                <a:cubicBezTo>
                  <a:pt x="576579" y="86909"/>
                  <a:pt x="569621" y="84109"/>
                  <a:pt x="564551" y="78507"/>
                </a:cubicBezTo>
                <a:cubicBezTo>
                  <a:pt x="559480" y="72906"/>
                  <a:pt x="556945" y="65290"/>
                  <a:pt x="556945" y="55660"/>
                </a:cubicBezTo>
                <a:cubicBezTo>
                  <a:pt x="556945" y="45872"/>
                  <a:pt x="559480" y="38237"/>
                  <a:pt x="564551" y="32753"/>
                </a:cubicBezTo>
                <a:cubicBezTo>
                  <a:pt x="569621" y="27270"/>
                  <a:pt x="576697" y="24528"/>
                  <a:pt x="585777" y="24528"/>
                </a:cubicBezTo>
                <a:cubicBezTo>
                  <a:pt x="595132" y="24528"/>
                  <a:pt x="602257" y="27191"/>
                  <a:pt x="607150" y="32517"/>
                </a:cubicBezTo>
                <a:cubicBezTo>
                  <a:pt x="612044" y="37843"/>
                  <a:pt x="614491" y="45558"/>
                  <a:pt x="614491" y="55660"/>
                </a:cubicBezTo>
                <a:moveTo>
                  <a:pt x="606590" y="55660"/>
                </a:moveTo>
                <a:cubicBezTo>
                  <a:pt x="606590" y="47409"/>
                  <a:pt x="604866" y="41191"/>
                  <a:pt x="601416" y="37008"/>
                </a:cubicBezTo>
                <a:cubicBezTo>
                  <a:pt x="597967" y="32822"/>
                  <a:pt x="592833" y="30730"/>
                  <a:pt x="586013" y="30730"/>
                </a:cubicBezTo>
                <a:cubicBezTo>
                  <a:pt x="579075" y="30730"/>
                  <a:pt x="573813" y="32872"/>
                  <a:pt x="570226" y="37155"/>
                </a:cubicBezTo>
                <a:cubicBezTo>
                  <a:pt x="566639" y="41437"/>
                  <a:pt x="564846" y="47605"/>
                  <a:pt x="564846" y="55660"/>
                </a:cubicBezTo>
                <a:cubicBezTo>
                  <a:pt x="564846" y="63596"/>
                  <a:pt x="566619" y="69755"/>
                  <a:pt x="570167" y="74137"/>
                </a:cubicBezTo>
                <a:cubicBezTo>
                  <a:pt x="573714" y="78517"/>
                  <a:pt x="578761" y="80707"/>
                  <a:pt x="585307" y="80707"/>
                </a:cubicBezTo>
                <a:cubicBezTo>
                  <a:pt x="592361" y="80707"/>
                  <a:pt x="597672" y="78586"/>
                  <a:pt x="601239" y="74343"/>
                </a:cubicBezTo>
                <a:cubicBezTo>
                  <a:pt x="604807" y="70099"/>
                  <a:pt x="606590" y="63871"/>
                  <a:pt x="606590" y="55660"/>
                </a:cubicBezTo>
                <a:close/>
                <a:moveTo>
                  <a:pt x="688872" y="55483"/>
                </a:moveTo>
                <a:cubicBezTo>
                  <a:pt x="688872" y="65192"/>
                  <a:pt x="686543" y="72857"/>
                  <a:pt x="681885" y="78478"/>
                </a:cubicBezTo>
                <a:cubicBezTo>
                  <a:pt x="677227" y="84099"/>
                  <a:pt x="670810" y="86909"/>
                  <a:pt x="662634" y="86909"/>
                </a:cubicBezTo>
                <a:cubicBezTo>
                  <a:pt x="657878" y="86909"/>
                  <a:pt x="653898" y="86015"/>
                  <a:pt x="650694" y="84226"/>
                </a:cubicBezTo>
                <a:cubicBezTo>
                  <a:pt x="647491" y="82438"/>
                  <a:pt x="644808" y="79559"/>
                  <a:pt x="642646" y="75589"/>
                </a:cubicBezTo>
                <a:lnTo>
                  <a:pt x="642410" y="75589"/>
                </a:lnTo>
                <a:cubicBezTo>
                  <a:pt x="642489" y="77203"/>
                  <a:pt x="642548" y="78817"/>
                  <a:pt x="642587" y="80433"/>
                </a:cubicBezTo>
                <a:cubicBezTo>
                  <a:pt x="642627" y="82047"/>
                  <a:pt x="642646" y="83700"/>
                  <a:pt x="642646" y="85393"/>
                </a:cubicBezTo>
                <a:lnTo>
                  <a:pt x="642646" y="109079"/>
                </a:lnTo>
                <a:lnTo>
                  <a:pt x="635099" y="109079"/>
                </a:lnTo>
                <a:lnTo>
                  <a:pt x="635099" y="38452"/>
                </a:lnTo>
                <a:cubicBezTo>
                  <a:pt x="635099" y="34203"/>
                  <a:pt x="634942" y="29955"/>
                  <a:pt x="634627" y="25707"/>
                </a:cubicBezTo>
                <a:lnTo>
                  <a:pt x="641753" y="25707"/>
                </a:lnTo>
                <a:cubicBezTo>
                  <a:pt x="642191" y="29952"/>
                  <a:pt x="642410" y="33647"/>
                  <a:pt x="642410" y="36792"/>
                </a:cubicBezTo>
                <a:lnTo>
                  <a:pt x="642646" y="36792"/>
                </a:lnTo>
                <a:cubicBezTo>
                  <a:pt x="645005" y="32429"/>
                  <a:pt x="647874" y="29294"/>
                  <a:pt x="651255" y="27388"/>
                </a:cubicBezTo>
                <a:cubicBezTo>
                  <a:pt x="654635" y="25481"/>
                  <a:pt x="658821" y="24528"/>
                  <a:pt x="663813" y="24528"/>
                </a:cubicBezTo>
                <a:cubicBezTo>
                  <a:pt x="671832" y="24528"/>
                  <a:pt x="678013" y="27201"/>
                  <a:pt x="682357" y="32547"/>
                </a:cubicBezTo>
                <a:cubicBezTo>
                  <a:pt x="686700" y="37893"/>
                  <a:pt x="688872" y="45538"/>
                  <a:pt x="688872" y="55483"/>
                </a:cubicBezTo>
                <a:moveTo>
                  <a:pt x="681089" y="55601"/>
                </a:moveTo>
                <a:cubicBezTo>
                  <a:pt x="681089" y="47664"/>
                  <a:pt x="679559" y="41535"/>
                  <a:pt x="676497" y="37214"/>
                </a:cubicBezTo>
                <a:cubicBezTo>
                  <a:pt x="673436" y="32891"/>
                  <a:pt x="668805" y="30730"/>
                  <a:pt x="662603" y="30730"/>
                </a:cubicBezTo>
                <a:cubicBezTo>
                  <a:pt x="655932" y="30730"/>
                  <a:pt x="650918" y="32881"/>
                  <a:pt x="647562" y="37184"/>
                </a:cubicBezTo>
                <a:cubicBezTo>
                  <a:pt x="644206" y="41486"/>
                  <a:pt x="642528" y="47684"/>
                  <a:pt x="642528" y="55778"/>
                </a:cubicBezTo>
                <a:cubicBezTo>
                  <a:pt x="642528" y="63911"/>
                  <a:pt x="644157" y="70099"/>
                  <a:pt x="647415" y="74343"/>
                </a:cubicBezTo>
                <a:cubicBezTo>
                  <a:pt x="650672" y="78586"/>
                  <a:pt x="655519" y="80707"/>
                  <a:pt x="661956" y="80707"/>
                </a:cubicBezTo>
                <a:cubicBezTo>
                  <a:pt x="668275" y="80707"/>
                  <a:pt x="673043" y="78547"/>
                  <a:pt x="676262" y="74225"/>
                </a:cubicBezTo>
                <a:cubicBezTo>
                  <a:pt x="679480" y="69903"/>
                  <a:pt x="681089" y="63694"/>
                  <a:pt x="681089" y="556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34B518-5B69-4BD9-8BF9-80946ED0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323" y="3135426"/>
            <a:ext cx="1116611" cy="10"/>
          </a:xfrm>
          <a:custGeom xmlns:a="http://schemas.openxmlformats.org/drawingml/2006/main">
            <a:pathLst>
              <a:path w="1116611" h="1" fill="none">
                <a:moveTo>
                  <a:pt x="111661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905369-888F-4180-9EBB-3B573C88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846" y="3114414"/>
            <a:ext cx="76961" cy="42026"/>
          </a:xfrm>
          <a:custGeom xmlns:a="http://schemas.openxmlformats.org/drawingml/2006/main">
            <a:pathLst>
              <a:path w="76961" h="42026">
                <a:moveTo>
                  <a:pt x="0" y="42026"/>
                </a:moveTo>
                <a:lnTo>
                  <a:pt x="0" y="0"/>
                </a:lnTo>
                <a:lnTo>
                  <a:pt x="76961" y="21013"/>
                </a:lnTo>
                <a:lnTo>
                  <a:pt x="0" y="420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1679DA-6C89-49B0-A21F-C1E4EFD6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846" y="3114414"/>
            <a:ext cx="76961" cy="42026"/>
          </a:xfrm>
          <a:custGeom xmlns:a="http://schemas.openxmlformats.org/drawingml/2006/main">
            <a:pathLst>
              <a:path w="76961" h="42026" fill="none">
                <a:moveTo>
                  <a:pt x="0" y="42026"/>
                </a:moveTo>
                <a:lnTo>
                  <a:pt x="0" y="0"/>
                </a:lnTo>
                <a:lnTo>
                  <a:pt x="76961" y="21013"/>
                </a:lnTo>
                <a:lnTo>
                  <a:pt x="0" y="4202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265" cap="rnd">
            <a:solidFill>
              <a:srgbClr val="000000"/>
            </a:solidFill>
            <a:round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B1E7E5-7CD5-46A0-9900-F7FFBC7D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724" y="2111910"/>
            <a:ext cx="878008" cy="350165"/>
          </a:xfrm>
          <a:custGeom xmlns:a="http://schemas.openxmlformats.org/drawingml/2006/main">
            <a:pathLst>
              <a:path w="878008" h="350165">
                <a:moveTo>
                  <a:pt x="0" y="350165"/>
                </a:moveTo>
                <a:lnTo>
                  <a:pt x="0" y="0"/>
                </a:lnTo>
                <a:lnTo>
                  <a:pt x="878008" y="0"/>
                </a:lnTo>
                <a:lnTo>
                  <a:pt x="878008" y="350165"/>
                </a:lnTo>
                <a:lnTo>
                  <a:pt x="0" y="350165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45F2C-225D-418A-9FC5-4726F33E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724" y="2111910"/>
            <a:ext cx="878008" cy="350165"/>
          </a:xfrm>
          <a:custGeom xmlns:a="http://schemas.openxmlformats.org/drawingml/2006/main">
            <a:pathLst>
              <a:path w="878008" h="350165" fill="none">
                <a:moveTo>
                  <a:pt x="0" y="350165"/>
                </a:moveTo>
                <a:lnTo>
                  <a:pt x="878008" y="350165"/>
                </a:lnTo>
                <a:lnTo>
                  <a:pt x="878008" y="0"/>
                </a:lnTo>
                <a:lnTo>
                  <a:pt x="0" y="0"/>
                </a:lnTo>
                <a:lnTo>
                  <a:pt x="0" y="3501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194" name="Text Gridsensor">
            <a:extLst xmlns:a="http://schemas.openxmlformats.org/drawingml/2006/main">
              <a:ext uri="{FF2B5EF4-FFF2-40B4-BE49-F238E27FC236}">
                <a16:creationId xmlns:a16="http://schemas.microsoft.com/office/drawing/2014/main" id="{D4630415-60B2-4CB5-A4B8-E6687F10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102" y="2248858"/>
            <a:ext cx="587416" cy="86909"/>
          </a:xfrm>
          <a:custGeom xmlns:a="http://schemas.openxmlformats.org/drawingml/2006/main">
            <a:pathLst>
              <a:path w="587416" h="86909">
                <a:moveTo>
                  <a:pt x="36470" y="86909"/>
                </a:moveTo>
                <a:cubicBezTo>
                  <a:pt x="24864" y="86909"/>
                  <a:pt x="15884" y="83096"/>
                  <a:pt x="9530" y="75471"/>
                </a:cubicBezTo>
                <a:cubicBezTo>
                  <a:pt x="3177" y="67845"/>
                  <a:pt x="0" y="57291"/>
                  <a:pt x="0" y="43808"/>
                </a:cubicBezTo>
                <a:cubicBezTo>
                  <a:pt x="0" y="30247"/>
                  <a:pt x="3105" y="19791"/>
                  <a:pt x="9316" y="12441"/>
                </a:cubicBezTo>
                <a:cubicBezTo>
                  <a:pt x="15527" y="5090"/>
                  <a:pt x="24371" y="1415"/>
                  <a:pt x="35849" y="1415"/>
                </a:cubicBezTo>
                <a:cubicBezTo>
                  <a:pt x="51021" y="1415"/>
                  <a:pt x="61123" y="7471"/>
                  <a:pt x="66155" y="19583"/>
                </a:cubicBezTo>
                <a:lnTo>
                  <a:pt x="58556" y="22287"/>
                </a:lnTo>
                <a:cubicBezTo>
                  <a:pt x="54747" y="12900"/>
                  <a:pt x="47149" y="8207"/>
                  <a:pt x="35762" y="8207"/>
                </a:cubicBezTo>
                <a:cubicBezTo>
                  <a:pt x="26769" y="8207"/>
                  <a:pt x="19917" y="11262"/>
                  <a:pt x="15205" y="17373"/>
                </a:cubicBezTo>
                <a:cubicBezTo>
                  <a:pt x="10493" y="23483"/>
                  <a:pt x="8137" y="32295"/>
                  <a:pt x="8137" y="43808"/>
                </a:cubicBezTo>
                <a:cubicBezTo>
                  <a:pt x="8137" y="55165"/>
                  <a:pt x="10662" y="64075"/>
                  <a:pt x="15713" y="70540"/>
                </a:cubicBezTo>
                <a:cubicBezTo>
                  <a:pt x="20764" y="77004"/>
                  <a:pt x="27791" y="80236"/>
                  <a:pt x="36792" y="80236"/>
                </a:cubicBezTo>
                <a:cubicBezTo>
                  <a:pt x="46069" y="80236"/>
                  <a:pt x="53616" y="77211"/>
                  <a:pt x="59433" y="71163"/>
                </a:cubicBezTo>
                <a:lnTo>
                  <a:pt x="59433" y="51956"/>
                </a:lnTo>
                <a:lnTo>
                  <a:pt x="37264" y="51956"/>
                </a:lnTo>
                <a:lnTo>
                  <a:pt x="37264" y="45400"/>
                </a:lnTo>
                <a:lnTo>
                  <a:pt x="66862" y="45400"/>
                </a:lnTo>
                <a:lnTo>
                  <a:pt x="66862" y="73702"/>
                </a:lnTo>
                <a:cubicBezTo>
                  <a:pt x="58875" y="82507"/>
                  <a:pt x="48745" y="86909"/>
                  <a:pt x="36470" y="86909"/>
                </a:cubicBezTo>
                <a:close/>
                <a:moveTo>
                  <a:pt x="86621" y="85730"/>
                </a:moveTo>
                <a:lnTo>
                  <a:pt x="86621" y="40565"/>
                </a:lnTo>
                <a:cubicBezTo>
                  <a:pt x="86621" y="37382"/>
                  <a:pt x="86425" y="32429"/>
                  <a:pt x="86032" y="25707"/>
                </a:cubicBezTo>
                <a:lnTo>
                  <a:pt x="93043" y="25707"/>
                </a:lnTo>
                <a:cubicBezTo>
                  <a:pt x="93479" y="30013"/>
                  <a:pt x="93697" y="34533"/>
                  <a:pt x="93697" y="39268"/>
                </a:cubicBezTo>
                <a:lnTo>
                  <a:pt x="93933" y="39268"/>
                </a:lnTo>
                <a:cubicBezTo>
                  <a:pt x="95579" y="33983"/>
                  <a:pt x="97754" y="30205"/>
                  <a:pt x="100459" y="27935"/>
                </a:cubicBezTo>
                <a:cubicBezTo>
                  <a:pt x="103164" y="25664"/>
                  <a:pt x="106653" y="24528"/>
                  <a:pt x="110926" y="24528"/>
                </a:cubicBezTo>
                <a:cubicBezTo>
                  <a:pt x="112572" y="24528"/>
                  <a:pt x="114101" y="24705"/>
                  <a:pt x="115513" y="25059"/>
                </a:cubicBezTo>
                <a:lnTo>
                  <a:pt x="115513" y="32016"/>
                </a:lnTo>
                <a:cubicBezTo>
                  <a:pt x="114023" y="31662"/>
                  <a:pt x="112160" y="31485"/>
                  <a:pt x="109926" y="31485"/>
                </a:cubicBezTo>
                <a:cubicBezTo>
                  <a:pt x="104987" y="31485"/>
                  <a:pt x="101125" y="33598"/>
                  <a:pt x="98342" y="37824"/>
                </a:cubicBezTo>
                <a:cubicBezTo>
                  <a:pt x="95560" y="42049"/>
                  <a:pt x="94168" y="47857"/>
                  <a:pt x="94168" y="55247"/>
                </a:cubicBezTo>
                <a:lnTo>
                  <a:pt x="94168" y="85730"/>
                </a:lnTo>
                <a:lnTo>
                  <a:pt x="86621" y="85730"/>
                </a:lnTo>
                <a:close/>
                <a:moveTo>
                  <a:pt x="132634" y="9080"/>
                </a:moveTo>
                <a:lnTo>
                  <a:pt x="132634" y="0"/>
                </a:lnTo>
                <a:lnTo>
                  <a:pt x="140181" y="0"/>
                </a:lnTo>
                <a:lnTo>
                  <a:pt x="140181" y="9080"/>
                </a:lnTo>
                <a:lnTo>
                  <a:pt x="132634" y="9080"/>
                </a:lnTo>
                <a:moveTo>
                  <a:pt x="132634" y="85730"/>
                </a:moveTo>
                <a:lnTo>
                  <a:pt x="132634" y="25707"/>
                </a:lnTo>
                <a:lnTo>
                  <a:pt x="140181" y="25707"/>
                </a:lnTo>
                <a:lnTo>
                  <a:pt x="140181" y="85730"/>
                </a:lnTo>
                <a:lnTo>
                  <a:pt x="132634" y="85730"/>
                </a:lnTo>
                <a:close/>
                <a:moveTo>
                  <a:pt x="156396" y="55837"/>
                </a:moveTo>
                <a:cubicBezTo>
                  <a:pt x="156396" y="46206"/>
                  <a:pt x="158705" y="38580"/>
                  <a:pt x="163324" y="32959"/>
                </a:cubicBezTo>
                <a:cubicBezTo>
                  <a:pt x="167942" y="27338"/>
                  <a:pt x="174379" y="24528"/>
                  <a:pt x="182633" y="24528"/>
                </a:cubicBezTo>
                <a:cubicBezTo>
                  <a:pt x="187272" y="24528"/>
                  <a:pt x="191222" y="25418"/>
                  <a:pt x="194485" y="27198"/>
                </a:cubicBezTo>
                <a:cubicBezTo>
                  <a:pt x="197747" y="28976"/>
                  <a:pt x="200459" y="31860"/>
                  <a:pt x="202621" y="35849"/>
                </a:cubicBezTo>
                <a:lnTo>
                  <a:pt x="202857" y="35849"/>
                </a:lnTo>
                <a:cubicBezTo>
                  <a:pt x="202739" y="34040"/>
                  <a:pt x="202680" y="32213"/>
                  <a:pt x="202680" y="30365"/>
                </a:cubicBezTo>
                <a:lnTo>
                  <a:pt x="202680" y="0"/>
                </a:lnTo>
                <a:lnTo>
                  <a:pt x="210168" y="0"/>
                </a:lnTo>
                <a:lnTo>
                  <a:pt x="210168" y="73044"/>
                </a:lnTo>
                <a:cubicBezTo>
                  <a:pt x="210168" y="77961"/>
                  <a:pt x="210326" y="82190"/>
                  <a:pt x="210640" y="85730"/>
                </a:cubicBezTo>
                <a:lnTo>
                  <a:pt x="203447" y="85730"/>
                </a:lnTo>
                <a:cubicBezTo>
                  <a:pt x="203054" y="80659"/>
                  <a:pt x="202857" y="77004"/>
                  <a:pt x="202857" y="74763"/>
                </a:cubicBezTo>
                <a:lnTo>
                  <a:pt x="202621" y="74763"/>
                </a:lnTo>
                <a:cubicBezTo>
                  <a:pt x="200184" y="79126"/>
                  <a:pt x="197305" y="82241"/>
                  <a:pt x="193984" y="84109"/>
                </a:cubicBezTo>
                <a:cubicBezTo>
                  <a:pt x="190662" y="85976"/>
                  <a:pt x="186702" y="86909"/>
                  <a:pt x="182103" y="86909"/>
                </a:cubicBezTo>
                <a:cubicBezTo>
                  <a:pt x="173927" y="86909"/>
                  <a:pt x="167598" y="84197"/>
                  <a:pt x="163117" y="78773"/>
                </a:cubicBezTo>
                <a:cubicBezTo>
                  <a:pt x="158636" y="73348"/>
                  <a:pt x="156396" y="65703"/>
                  <a:pt x="156396" y="55837"/>
                </a:cubicBezTo>
                <a:moveTo>
                  <a:pt x="164179" y="55719"/>
                </a:moveTo>
                <a:cubicBezTo>
                  <a:pt x="164179" y="63655"/>
                  <a:pt x="165719" y="69804"/>
                  <a:pt x="168800" y="74166"/>
                </a:cubicBezTo>
                <a:cubicBezTo>
                  <a:pt x="171880" y="78527"/>
                  <a:pt x="176522" y="80707"/>
                  <a:pt x="182724" y="80707"/>
                </a:cubicBezTo>
                <a:cubicBezTo>
                  <a:pt x="189434" y="80707"/>
                  <a:pt x="194458" y="78566"/>
                  <a:pt x="197794" y="74284"/>
                </a:cubicBezTo>
                <a:cubicBezTo>
                  <a:pt x="201130" y="70001"/>
                  <a:pt x="202798" y="63812"/>
                  <a:pt x="202798" y="55719"/>
                </a:cubicBezTo>
                <a:cubicBezTo>
                  <a:pt x="202798" y="47507"/>
                  <a:pt x="201160" y="41290"/>
                  <a:pt x="197882" y="37066"/>
                </a:cubicBezTo>
                <a:cubicBezTo>
                  <a:pt x="194605" y="32842"/>
                  <a:pt x="189748" y="30730"/>
                  <a:pt x="183312" y="30730"/>
                </a:cubicBezTo>
                <a:cubicBezTo>
                  <a:pt x="176875" y="30730"/>
                  <a:pt x="172077" y="32921"/>
                  <a:pt x="168918" y="37302"/>
                </a:cubicBezTo>
                <a:cubicBezTo>
                  <a:pt x="165758" y="41683"/>
                  <a:pt x="164179" y="47821"/>
                  <a:pt x="164179" y="55719"/>
                </a:cubicBezTo>
                <a:close/>
                <a:moveTo>
                  <a:pt x="297813" y="69162"/>
                </a:moveTo>
                <a:cubicBezTo>
                  <a:pt x="297813" y="74822"/>
                  <a:pt x="295951" y="79195"/>
                  <a:pt x="292226" y="82281"/>
                </a:cubicBezTo>
                <a:cubicBezTo>
                  <a:pt x="288502" y="85366"/>
                  <a:pt x="283270" y="86909"/>
                  <a:pt x="276529" y="86909"/>
                </a:cubicBezTo>
                <a:cubicBezTo>
                  <a:pt x="270223" y="86909"/>
                  <a:pt x="265276" y="85799"/>
                  <a:pt x="261690" y="83578"/>
                </a:cubicBezTo>
                <a:cubicBezTo>
                  <a:pt x="258103" y="81357"/>
                  <a:pt x="255679" y="77652"/>
                  <a:pt x="254417" y="72464"/>
                </a:cubicBezTo>
                <a:lnTo>
                  <a:pt x="261327" y="71225"/>
                </a:lnTo>
                <a:cubicBezTo>
                  <a:pt x="262153" y="74484"/>
                  <a:pt x="263738" y="76939"/>
                  <a:pt x="266080" y="78588"/>
                </a:cubicBezTo>
                <a:cubicBezTo>
                  <a:pt x="268424" y="80237"/>
                  <a:pt x="271880" y="81061"/>
                  <a:pt x="276447" y="81061"/>
                </a:cubicBezTo>
                <a:cubicBezTo>
                  <a:pt x="285738" y="81061"/>
                  <a:pt x="290384" y="77309"/>
                  <a:pt x="290384" y="69805"/>
                </a:cubicBezTo>
                <a:cubicBezTo>
                  <a:pt x="290384" y="67683"/>
                  <a:pt x="289961" y="65955"/>
                  <a:pt x="289116" y="64620"/>
                </a:cubicBezTo>
                <a:cubicBezTo>
                  <a:pt x="288271" y="63283"/>
                  <a:pt x="287111" y="62193"/>
                  <a:pt x="285637" y="61349"/>
                </a:cubicBezTo>
                <a:cubicBezTo>
                  <a:pt x="284163" y="60504"/>
                  <a:pt x="282414" y="59797"/>
                  <a:pt x="280390" y="59227"/>
                </a:cubicBezTo>
                <a:cubicBezTo>
                  <a:pt x="278365" y="58657"/>
                  <a:pt x="276174" y="58057"/>
                  <a:pt x="273815" y="57428"/>
                </a:cubicBezTo>
                <a:cubicBezTo>
                  <a:pt x="269492" y="56367"/>
                  <a:pt x="266239" y="55158"/>
                  <a:pt x="264057" y="53802"/>
                </a:cubicBezTo>
                <a:cubicBezTo>
                  <a:pt x="261876" y="52446"/>
                  <a:pt x="260195" y="50746"/>
                  <a:pt x="259016" y="48702"/>
                </a:cubicBezTo>
                <a:cubicBezTo>
                  <a:pt x="257837" y="46658"/>
                  <a:pt x="257247" y="44162"/>
                  <a:pt x="257247" y="41214"/>
                </a:cubicBezTo>
                <a:cubicBezTo>
                  <a:pt x="257247" y="35908"/>
                  <a:pt x="258879" y="31800"/>
                  <a:pt x="262141" y="28891"/>
                </a:cubicBezTo>
                <a:cubicBezTo>
                  <a:pt x="265404" y="25982"/>
                  <a:pt x="270199" y="24528"/>
                  <a:pt x="276528" y="24528"/>
                </a:cubicBezTo>
                <a:cubicBezTo>
                  <a:pt x="282267" y="24528"/>
                  <a:pt x="286718" y="25585"/>
                  <a:pt x="289882" y="27699"/>
                </a:cubicBezTo>
                <a:cubicBezTo>
                  <a:pt x="293047" y="29813"/>
                  <a:pt x="295179" y="33160"/>
                  <a:pt x="296280" y="37739"/>
                </a:cubicBezTo>
                <a:lnTo>
                  <a:pt x="289217" y="38561"/>
                </a:lnTo>
                <a:cubicBezTo>
                  <a:pt x="288550" y="35637"/>
                  <a:pt x="287206" y="33542"/>
                  <a:pt x="285186" y="32276"/>
                </a:cubicBezTo>
                <a:cubicBezTo>
                  <a:pt x="283165" y="31009"/>
                  <a:pt x="280291" y="30376"/>
                  <a:pt x="276564" y="30376"/>
                </a:cubicBezTo>
                <a:cubicBezTo>
                  <a:pt x="272523" y="30376"/>
                  <a:pt x="269512" y="31251"/>
                  <a:pt x="267530" y="33000"/>
                </a:cubicBezTo>
                <a:cubicBezTo>
                  <a:pt x="265549" y="34748"/>
                  <a:pt x="264558" y="37213"/>
                  <a:pt x="264558" y="40394"/>
                </a:cubicBezTo>
                <a:cubicBezTo>
                  <a:pt x="264558" y="42437"/>
                  <a:pt x="264942" y="44068"/>
                  <a:pt x="265708" y="45286"/>
                </a:cubicBezTo>
                <a:cubicBezTo>
                  <a:pt x="266475" y="46503"/>
                  <a:pt x="267615" y="47535"/>
                  <a:pt x="269128" y="48380"/>
                </a:cubicBezTo>
                <a:cubicBezTo>
                  <a:pt x="270641" y="49225"/>
                  <a:pt x="274110" y="50374"/>
                  <a:pt x="279535" y="51827"/>
                </a:cubicBezTo>
                <a:cubicBezTo>
                  <a:pt x="284841" y="53282"/>
                  <a:pt x="288595" y="54706"/>
                  <a:pt x="290796" y="56102"/>
                </a:cubicBezTo>
                <a:cubicBezTo>
                  <a:pt x="292998" y="57497"/>
                  <a:pt x="294717" y="59227"/>
                  <a:pt x="295955" y="61290"/>
                </a:cubicBezTo>
                <a:cubicBezTo>
                  <a:pt x="297194" y="63354"/>
                  <a:pt x="297813" y="65978"/>
                  <a:pt x="297813" y="69162"/>
                </a:cubicBezTo>
                <a:close/>
                <a:moveTo>
                  <a:pt x="312342" y="56909"/>
                </a:moveTo>
                <a:cubicBezTo>
                  <a:pt x="312342" y="64409"/>
                  <a:pt x="314003" y="70251"/>
                  <a:pt x="317325" y="74433"/>
                </a:cubicBezTo>
                <a:cubicBezTo>
                  <a:pt x="320646" y="78616"/>
                  <a:pt x="325275" y="80707"/>
                  <a:pt x="331210" y="80707"/>
                </a:cubicBezTo>
                <a:cubicBezTo>
                  <a:pt x="335180" y="80707"/>
                  <a:pt x="338590" y="79893"/>
                  <a:pt x="341440" y="78264"/>
                </a:cubicBezTo>
                <a:cubicBezTo>
                  <a:pt x="344290" y="76634"/>
                  <a:pt x="346756" y="73895"/>
                  <a:pt x="348840" y="70046"/>
                </a:cubicBezTo>
                <a:lnTo>
                  <a:pt x="354795" y="73289"/>
                </a:lnTo>
                <a:cubicBezTo>
                  <a:pt x="352043" y="78203"/>
                  <a:pt x="348741" y="81701"/>
                  <a:pt x="344889" y="83784"/>
                </a:cubicBezTo>
                <a:cubicBezTo>
                  <a:pt x="341037" y="85868"/>
                  <a:pt x="336418" y="86909"/>
                  <a:pt x="331033" y="86909"/>
                </a:cubicBezTo>
                <a:cubicBezTo>
                  <a:pt x="322504" y="86909"/>
                  <a:pt x="315959" y="84197"/>
                  <a:pt x="311399" y="78773"/>
                </a:cubicBezTo>
                <a:cubicBezTo>
                  <a:pt x="306839" y="73348"/>
                  <a:pt x="304560" y="65506"/>
                  <a:pt x="304560" y="55247"/>
                </a:cubicBezTo>
                <a:cubicBezTo>
                  <a:pt x="304560" y="48683"/>
                  <a:pt x="305642" y="43101"/>
                  <a:pt x="307806" y="38502"/>
                </a:cubicBezTo>
                <a:cubicBezTo>
                  <a:pt x="309971" y="33903"/>
                  <a:pt x="313030" y="30424"/>
                  <a:pt x="316984" y="28066"/>
                </a:cubicBezTo>
                <a:cubicBezTo>
                  <a:pt x="320939" y="25707"/>
                  <a:pt x="325554" y="24528"/>
                  <a:pt x="330827" y="24528"/>
                </a:cubicBezTo>
                <a:cubicBezTo>
                  <a:pt x="339013" y="24528"/>
                  <a:pt x="345270" y="27143"/>
                  <a:pt x="349599" y="32374"/>
                </a:cubicBezTo>
                <a:cubicBezTo>
                  <a:pt x="353928" y="37603"/>
                  <a:pt x="356092" y="45113"/>
                  <a:pt x="356092" y="54904"/>
                </a:cubicBezTo>
                <a:lnTo>
                  <a:pt x="356092" y="56909"/>
                </a:lnTo>
                <a:lnTo>
                  <a:pt x="312342" y="56909"/>
                </a:lnTo>
                <a:moveTo>
                  <a:pt x="330503" y="30730"/>
                </a:moveTo>
                <a:cubicBezTo>
                  <a:pt x="325000" y="30730"/>
                  <a:pt x="320695" y="32449"/>
                  <a:pt x="317590" y="35887"/>
                </a:cubicBezTo>
                <a:cubicBezTo>
                  <a:pt x="314485" y="39324"/>
                  <a:pt x="312775" y="44382"/>
                  <a:pt x="312460" y="51061"/>
                </a:cubicBezTo>
                <a:lnTo>
                  <a:pt x="348191" y="51061"/>
                </a:lnTo>
                <a:cubicBezTo>
                  <a:pt x="347484" y="37507"/>
                  <a:pt x="341587" y="30730"/>
                  <a:pt x="330503" y="30730"/>
                </a:cubicBezTo>
                <a:close/>
                <a:moveTo>
                  <a:pt x="413269" y="85730"/>
                </a:moveTo>
                <a:lnTo>
                  <a:pt x="413269" y="50596"/>
                </a:lnTo>
                <a:cubicBezTo>
                  <a:pt x="413269" y="43640"/>
                  <a:pt x="412074" y="38590"/>
                  <a:pt x="409685" y="35447"/>
                </a:cubicBezTo>
                <a:cubicBezTo>
                  <a:pt x="407296" y="32302"/>
                  <a:pt x="403575" y="30730"/>
                  <a:pt x="398523" y="30730"/>
                </a:cubicBezTo>
                <a:cubicBezTo>
                  <a:pt x="393079" y="30730"/>
                  <a:pt x="388751" y="32725"/>
                  <a:pt x="385539" y="36715"/>
                </a:cubicBezTo>
                <a:cubicBezTo>
                  <a:pt x="382328" y="40703"/>
                  <a:pt x="380722" y="46097"/>
                  <a:pt x="380722" y="52896"/>
                </a:cubicBezTo>
                <a:lnTo>
                  <a:pt x="380722" y="85730"/>
                </a:lnTo>
                <a:lnTo>
                  <a:pt x="373175" y="85730"/>
                </a:lnTo>
                <a:lnTo>
                  <a:pt x="373175" y="39091"/>
                </a:lnTo>
                <a:cubicBezTo>
                  <a:pt x="373175" y="36851"/>
                  <a:pt x="373119" y="34620"/>
                  <a:pt x="373006" y="32399"/>
                </a:cubicBezTo>
                <a:cubicBezTo>
                  <a:pt x="372894" y="30178"/>
                  <a:pt x="372793" y="27948"/>
                  <a:pt x="372703" y="25707"/>
                </a:cubicBezTo>
                <a:lnTo>
                  <a:pt x="379532" y="25707"/>
                </a:lnTo>
                <a:lnTo>
                  <a:pt x="380250" y="37146"/>
                </a:lnTo>
                <a:lnTo>
                  <a:pt x="380486" y="37146"/>
                </a:lnTo>
                <a:cubicBezTo>
                  <a:pt x="382566" y="32861"/>
                  <a:pt x="385195" y="29687"/>
                  <a:pt x="388374" y="27623"/>
                </a:cubicBezTo>
                <a:cubicBezTo>
                  <a:pt x="391555" y="25560"/>
                  <a:pt x="395617" y="24528"/>
                  <a:pt x="400563" y="24528"/>
                </a:cubicBezTo>
                <a:cubicBezTo>
                  <a:pt x="407432" y="24528"/>
                  <a:pt x="412525" y="26503"/>
                  <a:pt x="415841" y="30454"/>
                </a:cubicBezTo>
                <a:cubicBezTo>
                  <a:pt x="419158" y="34404"/>
                  <a:pt x="420816" y="40507"/>
                  <a:pt x="420816" y="48761"/>
                </a:cubicBezTo>
                <a:lnTo>
                  <a:pt x="420816" y="85730"/>
                </a:lnTo>
                <a:lnTo>
                  <a:pt x="413269" y="85730"/>
                </a:lnTo>
                <a:close/>
                <a:moveTo>
                  <a:pt x="473750" y="69162"/>
                </a:moveTo>
                <a:cubicBezTo>
                  <a:pt x="473750" y="74822"/>
                  <a:pt x="471888" y="79195"/>
                  <a:pt x="468164" y="82281"/>
                </a:cubicBezTo>
                <a:cubicBezTo>
                  <a:pt x="464439" y="85366"/>
                  <a:pt x="459207" y="86909"/>
                  <a:pt x="452467" y="86909"/>
                </a:cubicBezTo>
                <a:cubicBezTo>
                  <a:pt x="446160" y="86909"/>
                  <a:pt x="441214" y="85799"/>
                  <a:pt x="437627" y="83578"/>
                </a:cubicBezTo>
                <a:cubicBezTo>
                  <a:pt x="434040" y="81357"/>
                  <a:pt x="431616" y="77652"/>
                  <a:pt x="430355" y="72464"/>
                </a:cubicBezTo>
                <a:lnTo>
                  <a:pt x="437264" y="71225"/>
                </a:lnTo>
                <a:cubicBezTo>
                  <a:pt x="438091" y="74484"/>
                  <a:pt x="439675" y="76939"/>
                  <a:pt x="442018" y="78588"/>
                </a:cubicBezTo>
                <a:cubicBezTo>
                  <a:pt x="444362" y="80237"/>
                  <a:pt x="447817" y="81061"/>
                  <a:pt x="452384" y="81061"/>
                </a:cubicBezTo>
                <a:cubicBezTo>
                  <a:pt x="461675" y="81061"/>
                  <a:pt x="466321" y="77309"/>
                  <a:pt x="466321" y="69805"/>
                </a:cubicBezTo>
                <a:cubicBezTo>
                  <a:pt x="466321" y="67683"/>
                  <a:pt x="465898" y="65955"/>
                  <a:pt x="465053" y="64620"/>
                </a:cubicBezTo>
                <a:cubicBezTo>
                  <a:pt x="464208" y="63283"/>
                  <a:pt x="463049" y="62193"/>
                  <a:pt x="461575" y="61349"/>
                </a:cubicBezTo>
                <a:cubicBezTo>
                  <a:pt x="460101" y="60504"/>
                  <a:pt x="458351" y="59797"/>
                  <a:pt x="456327" y="59227"/>
                </a:cubicBezTo>
                <a:cubicBezTo>
                  <a:pt x="454303" y="58657"/>
                  <a:pt x="452111" y="58057"/>
                  <a:pt x="449753" y="57428"/>
                </a:cubicBezTo>
                <a:cubicBezTo>
                  <a:pt x="445429" y="56367"/>
                  <a:pt x="442176" y="55158"/>
                  <a:pt x="439995" y="53802"/>
                </a:cubicBezTo>
                <a:cubicBezTo>
                  <a:pt x="437813" y="52446"/>
                  <a:pt x="436133" y="50746"/>
                  <a:pt x="434954" y="48702"/>
                </a:cubicBezTo>
                <a:cubicBezTo>
                  <a:pt x="433774" y="46658"/>
                  <a:pt x="433185" y="44162"/>
                  <a:pt x="433185" y="41214"/>
                </a:cubicBezTo>
                <a:cubicBezTo>
                  <a:pt x="433185" y="35908"/>
                  <a:pt x="434816" y="31800"/>
                  <a:pt x="438078" y="28891"/>
                </a:cubicBezTo>
                <a:cubicBezTo>
                  <a:pt x="441341" y="25982"/>
                  <a:pt x="446137" y="24528"/>
                  <a:pt x="452465" y="24528"/>
                </a:cubicBezTo>
                <a:cubicBezTo>
                  <a:pt x="458204" y="24528"/>
                  <a:pt x="462656" y="25585"/>
                  <a:pt x="465820" y="27699"/>
                </a:cubicBezTo>
                <a:cubicBezTo>
                  <a:pt x="468984" y="29813"/>
                  <a:pt x="471117" y="33160"/>
                  <a:pt x="472217" y="37739"/>
                </a:cubicBezTo>
                <a:lnTo>
                  <a:pt x="465155" y="38561"/>
                </a:lnTo>
                <a:cubicBezTo>
                  <a:pt x="464488" y="35637"/>
                  <a:pt x="463144" y="33542"/>
                  <a:pt x="461123" y="32276"/>
                </a:cubicBezTo>
                <a:cubicBezTo>
                  <a:pt x="459103" y="31009"/>
                  <a:pt x="456229" y="30376"/>
                  <a:pt x="452502" y="30376"/>
                </a:cubicBezTo>
                <a:cubicBezTo>
                  <a:pt x="448461" y="30376"/>
                  <a:pt x="445449" y="31251"/>
                  <a:pt x="443468" y="33000"/>
                </a:cubicBezTo>
                <a:cubicBezTo>
                  <a:pt x="441487" y="34748"/>
                  <a:pt x="440496" y="37213"/>
                  <a:pt x="440496" y="40394"/>
                </a:cubicBezTo>
                <a:cubicBezTo>
                  <a:pt x="440496" y="42437"/>
                  <a:pt x="440879" y="44068"/>
                  <a:pt x="441646" y="45286"/>
                </a:cubicBezTo>
                <a:cubicBezTo>
                  <a:pt x="442412" y="46503"/>
                  <a:pt x="443552" y="47535"/>
                  <a:pt x="445065" y="48380"/>
                </a:cubicBezTo>
                <a:cubicBezTo>
                  <a:pt x="446579" y="49225"/>
                  <a:pt x="450048" y="50374"/>
                  <a:pt x="455472" y="51827"/>
                </a:cubicBezTo>
                <a:cubicBezTo>
                  <a:pt x="460779" y="53282"/>
                  <a:pt x="464533" y="54706"/>
                  <a:pt x="466734" y="56102"/>
                </a:cubicBezTo>
                <a:cubicBezTo>
                  <a:pt x="468935" y="57497"/>
                  <a:pt x="470655" y="59227"/>
                  <a:pt x="471893" y="61290"/>
                </a:cubicBezTo>
                <a:cubicBezTo>
                  <a:pt x="473131" y="63354"/>
                  <a:pt x="473750" y="65978"/>
                  <a:pt x="473750" y="69162"/>
                </a:cubicBezTo>
                <a:close/>
                <a:moveTo>
                  <a:pt x="547100" y="55660"/>
                </a:moveTo>
                <a:cubicBezTo>
                  <a:pt x="547100" y="65408"/>
                  <a:pt x="544555" y="73053"/>
                  <a:pt x="539464" y="78596"/>
                </a:cubicBezTo>
                <a:cubicBezTo>
                  <a:pt x="534374" y="84138"/>
                  <a:pt x="527230" y="86909"/>
                  <a:pt x="518032" y="86909"/>
                </a:cubicBezTo>
                <a:cubicBezTo>
                  <a:pt x="509188" y="86909"/>
                  <a:pt x="502230" y="84109"/>
                  <a:pt x="497160" y="78507"/>
                </a:cubicBezTo>
                <a:cubicBezTo>
                  <a:pt x="492089" y="72906"/>
                  <a:pt x="489554" y="65290"/>
                  <a:pt x="489554" y="55660"/>
                </a:cubicBezTo>
                <a:cubicBezTo>
                  <a:pt x="489554" y="45872"/>
                  <a:pt x="492089" y="38237"/>
                  <a:pt x="497160" y="32753"/>
                </a:cubicBezTo>
                <a:cubicBezTo>
                  <a:pt x="502230" y="27270"/>
                  <a:pt x="509306" y="24528"/>
                  <a:pt x="518386" y="24528"/>
                </a:cubicBezTo>
                <a:cubicBezTo>
                  <a:pt x="527741" y="24528"/>
                  <a:pt x="534865" y="27191"/>
                  <a:pt x="539759" y="32517"/>
                </a:cubicBezTo>
                <a:cubicBezTo>
                  <a:pt x="544653" y="37843"/>
                  <a:pt x="547100" y="45558"/>
                  <a:pt x="547100" y="55660"/>
                </a:cubicBezTo>
                <a:moveTo>
                  <a:pt x="539199" y="55660"/>
                </a:moveTo>
                <a:cubicBezTo>
                  <a:pt x="539199" y="47409"/>
                  <a:pt x="537474" y="41191"/>
                  <a:pt x="534025" y="37008"/>
                </a:cubicBezTo>
                <a:cubicBezTo>
                  <a:pt x="530576" y="32822"/>
                  <a:pt x="525441" y="30730"/>
                  <a:pt x="518622" y="30730"/>
                </a:cubicBezTo>
                <a:cubicBezTo>
                  <a:pt x="511684" y="30730"/>
                  <a:pt x="506421" y="32872"/>
                  <a:pt x="502835" y="37155"/>
                </a:cubicBezTo>
                <a:cubicBezTo>
                  <a:pt x="499248" y="41437"/>
                  <a:pt x="497454" y="47605"/>
                  <a:pt x="497454" y="55660"/>
                </a:cubicBezTo>
                <a:cubicBezTo>
                  <a:pt x="497454" y="63596"/>
                  <a:pt x="499228" y="69755"/>
                  <a:pt x="502776" y="74137"/>
                </a:cubicBezTo>
                <a:cubicBezTo>
                  <a:pt x="506323" y="78517"/>
                  <a:pt x="511370" y="80707"/>
                  <a:pt x="517916" y="80707"/>
                </a:cubicBezTo>
                <a:cubicBezTo>
                  <a:pt x="524970" y="80707"/>
                  <a:pt x="530281" y="78586"/>
                  <a:pt x="533848" y="74343"/>
                </a:cubicBezTo>
                <a:cubicBezTo>
                  <a:pt x="537416" y="70099"/>
                  <a:pt x="539199" y="63871"/>
                  <a:pt x="539199" y="55660"/>
                </a:cubicBezTo>
                <a:close/>
                <a:moveTo>
                  <a:pt x="558525" y="85730"/>
                </a:moveTo>
                <a:lnTo>
                  <a:pt x="558525" y="40565"/>
                </a:lnTo>
                <a:cubicBezTo>
                  <a:pt x="558525" y="37382"/>
                  <a:pt x="558329" y="32429"/>
                  <a:pt x="557936" y="25707"/>
                </a:cubicBezTo>
                <a:lnTo>
                  <a:pt x="564947" y="25707"/>
                </a:lnTo>
                <a:cubicBezTo>
                  <a:pt x="565383" y="30013"/>
                  <a:pt x="565601" y="34533"/>
                  <a:pt x="565601" y="39268"/>
                </a:cubicBezTo>
                <a:lnTo>
                  <a:pt x="565836" y="39268"/>
                </a:lnTo>
                <a:cubicBezTo>
                  <a:pt x="567482" y="33983"/>
                  <a:pt x="569658" y="30205"/>
                  <a:pt x="572363" y="27935"/>
                </a:cubicBezTo>
                <a:cubicBezTo>
                  <a:pt x="575068" y="25664"/>
                  <a:pt x="578557" y="24528"/>
                  <a:pt x="582830" y="24528"/>
                </a:cubicBezTo>
                <a:cubicBezTo>
                  <a:pt x="584476" y="24528"/>
                  <a:pt x="586005" y="24705"/>
                  <a:pt x="587416" y="25059"/>
                </a:cubicBezTo>
                <a:lnTo>
                  <a:pt x="587416" y="32016"/>
                </a:lnTo>
                <a:cubicBezTo>
                  <a:pt x="585926" y="31662"/>
                  <a:pt x="584064" y="31485"/>
                  <a:pt x="581830" y="31485"/>
                </a:cubicBezTo>
                <a:cubicBezTo>
                  <a:pt x="576891" y="31485"/>
                  <a:pt x="573029" y="33598"/>
                  <a:pt x="570246" y="37824"/>
                </a:cubicBezTo>
                <a:cubicBezTo>
                  <a:pt x="567463" y="42049"/>
                  <a:pt x="566072" y="47857"/>
                  <a:pt x="566072" y="55247"/>
                </a:cubicBezTo>
                <a:lnTo>
                  <a:pt x="566072" y="85730"/>
                </a:lnTo>
                <a:lnTo>
                  <a:pt x="558525" y="857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8DC56-51C6-49DB-B5E0-311FA13A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233" y="2025239"/>
            <a:ext cx="42001" cy="77084"/>
          </a:xfrm>
          <a:custGeom xmlns:a="http://schemas.openxmlformats.org/drawingml/2006/main">
            <a:pathLst>
              <a:path w="42001" h="77084">
                <a:moveTo>
                  <a:pt x="42001" y="0"/>
                </a:moveTo>
                <a:lnTo>
                  <a:pt x="21001" y="77084"/>
                </a:lnTo>
                <a:lnTo>
                  <a:pt x="0" y="0"/>
                </a:lnTo>
                <a:lnTo>
                  <a:pt x="4200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92B885-5020-44D8-9D2B-2438EE8F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233" y="2025239"/>
            <a:ext cx="42001" cy="77084"/>
          </a:xfrm>
          <a:custGeom xmlns:a="http://schemas.openxmlformats.org/drawingml/2006/main">
            <a:pathLst>
              <a:path w="42001" h="77084" fill="none">
                <a:moveTo>
                  <a:pt x="42001" y="0"/>
                </a:moveTo>
                <a:lnTo>
                  <a:pt x="0" y="0"/>
                </a:lnTo>
                <a:lnTo>
                  <a:pt x="21001" y="77084"/>
                </a:lnTo>
                <a:lnTo>
                  <a:pt x="4200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265" cap="rnd">
            <a:solidFill>
              <a:srgbClr val="000000"/>
            </a:solidFill>
            <a:round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2355C1-A4FE-42FC-8A69-37582E35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365" y="2792265"/>
            <a:ext cx="42001" cy="77035"/>
          </a:xfrm>
          <a:custGeom xmlns:a="http://schemas.openxmlformats.org/drawingml/2006/main">
            <a:pathLst>
              <a:path w="42001" h="77035">
                <a:moveTo>
                  <a:pt x="0" y="0"/>
                </a:moveTo>
                <a:lnTo>
                  <a:pt x="42001" y="0"/>
                </a:lnTo>
                <a:lnTo>
                  <a:pt x="21001" y="770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113D51-6D3B-45B8-8596-ECB6C80D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365" y="2792265"/>
            <a:ext cx="42001" cy="77035"/>
          </a:xfrm>
          <a:custGeom xmlns:a="http://schemas.openxmlformats.org/drawingml/2006/main">
            <a:pathLst>
              <a:path w="42001" h="77035" fill="none">
                <a:moveTo>
                  <a:pt x="0" y="0"/>
                </a:moveTo>
                <a:lnTo>
                  <a:pt x="42001" y="0"/>
                </a:lnTo>
                <a:lnTo>
                  <a:pt x="21001" y="7703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265" cap="rnd">
            <a:solidFill>
              <a:srgbClr val="000000"/>
            </a:solidFill>
            <a:round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58617C-9DC4-4A80-A1D0-3633348D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724" y="2878886"/>
            <a:ext cx="878008" cy="350165"/>
          </a:xfrm>
          <a:custGeom xmlns:a="http://schemas.openxmlformats.org/drawingml/2006/main">
            <a:pathLst>
              <a:path w="878008" h="350165">
                <a:moveTo>
                  <a:pt x="0" y="350165"/>
                </a:moveTo>
                <a:lnTo>
                  <a:pt x="0" y="0"/>
                </a:lnTo>
                <a:lnTo>
                  <a:pt x="878008" y="0"/>
                </a:lnTo>
                <a:lnTo>
                  <a:pt x="878008" y="350165"/>
                </a:lnTo>
                <a:lnTo>
                  <a:pt x="0" y="350165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3C28E6-6228-4701-8001-01C5EF54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724" y="2878886"/>
            <a:ext cx="878008" cy="350165"/>
          </a:xfrm>
          <a:custGeom xmlns:a="http://schemas.openxmlformats.org/drawingml/2006/main">
            <a:pathLst>
              <a:path w="878008" h="350165" fill="none">
                <a:moveTo>
                  <a:pt x="0" y="350165"/>
                </a:moveTo>
                <a:lnTo>
                  <a:pt x="878008" y="350165"/>
                </a:lnTo>
                <a:lnTo>
                  <a:pt x="878008" y="0"/>
                </a:lnTo>
                <a:lnTo>
                  <a:pt x="0" y="0"/>
                </a:lnTo>
                <a:lnTo>
                  <a:pt x="0" y="3501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201" name="Text Current">
            <a:extLst xmlns:a="http://schemas.openxmlformats.org/drawingml/2006/main">
              <a:ext uri="{FF2B5EF4-FFF2-40B4-BE49-F238E27FC236}">
                <a16:creationId xmlns:a16="http://schemas.microsoft.com/office/drawing/2014/main" id="{FA00AD98-5207-45F4-9A8C-2B3F5EAD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242" y="2945143"/>
            <a:ext cx="390793" cy="85494"/>
          </a:xfrm>
          <a:custGeom xmlns:a="http://schemas.openxmlformats.org/drawingml/2006/main">
            <a:pathLst>
              <a:path w="390793" h="85494">
                <a:moveTo>
                  <a:pt x="34347" y="85494"/>
                </a:moveTo>
                <a:cubicBezTo>
                  <a:pt x="23606" y="85494"/>
                  <a:pt x="15196" y="81652"/>
                  <a:pt x="9117" y="73967"/>
                </a:cubicBezTo>
                <a:cubicBezTo>
                  <a:pt x="3039" y="66283"/>
                  <a:pt x="0" y="55758"/>
                  <a:pt x="0" y="42393"/>
                </a:cubicBezTo>
                <a:cubicBezTo>
                  <a:pt x="0" y="29029"/>
                  <a:pt x="3108" y="18622"/>
                  <a:pt x="9323" y="11173"/>
                </a:cubicBezTo>
                <a:cubicBezTo>
                  <a:pt x="15540" y="3724"/>
                  <a:pt x="24157" y="0"/>
                  <a:pt x="35174" y="0"/>
                </a:cubicBezTo>
                <a:cubicBezTo>
                  <a:pt x="42216" y="0"/>
                  <a:pt x="48147" y="1415"/>
                  <a:pt x="52966" y="4245"/>
                </a:cubicBezTo>
                <a:cubicBezTo>
                  <a:pt x="57786" y="7075"/>
                  <a:pt x="61553" y="11596"/>
                  <a:pt x="64268" y="17806"/>
                </a:cubicBezTo>
                <a:lnTo>
                  <a:pt x="56957" y="20872"/>
                </a:lnTo>
                <a:cubicBezTo>
                  <a:pt x="54952" y="15841"/>
                  <a:pt x="52132" y="12225"/>
                  <a:pt x="48496" y="10023"/>
                </a:cubicBezTo>
                <a:cubicBezTo>
                  <a:pt x="44860" y="7822"/>
                  <a:pt x="40428" y="6722"/>
                  <a:pt x="35200" y="6722"/>
                </a:cubicBezTo>
                <a:cubicBezTo>
                  <a:pt x="26552" y="6722"/>
                  <a:pt x="19880" y="9885"/>
                  <a:pt x="15183" y="16213"/>
                </a:cubicBezTo>
                <a:cubicBezTo>
                  <a:pt x="10485" y="22540"/>
                  <a:pt x="8137" y="31265"/>
                  <a:pt x="8137" y="42388"/>
                </a:cubicBezTo>
                <a:cubicBezTo>
                  <a:pt x="8137" y="53707"/>
                  <a:pt x="10485" y="62609"/>
                  <a:pt x="15183" y="69094"/>
                </a:cubicBezTo>
                <a:cubicBezTo>
                  <a:pt x="19880" y="75578"/>
                  <a:pt x="26395" y="78820"/>
                  <a:pt x="34728" y="78820"/>
                </a:cubicBezTo>
                <a:cubicBezTo>
                  <a:pt x="40585" y="78820"/>
                  <a:pt x="45400" y="77401"/>
                  <a:pt x="49174" y="74562"/>
                </a:cubicBezTo>
                <a:cubicBezTo>
                  <a:pt x="52947" y="71724"/>
                  <a:pt x="55758" y="67860"/>
                  <a:pt x="57605" y="62971"/>
                </a:cubicBezTo>
                <a:lnTo>
                  <a:pt x="64504" y="66164"/>
                </a:lnTo>
                <a:cubicBezTo>
                  <a:pt x="58996" y="79051"/>
                  <a:pt x="48944" y="85494"/>
                  <a:pt x="34347" y="85494"/>
                </a:cubicBezTo>
                <a:close/>
                <a:moveTo>
                  <a:pt x="83817" y="24292"/>
                </a:moveTo>
                <a:lnTo>
                  <a:pt x="83817" y="59485"/>
                </a:lnTo>
                <a:cubicBezTo>
                  <a:pt x="83817" y="66480"/>
                  <a:pt x="85014" y="71531"/>
                  <a:pt x="87407" y="74636"/>
                </a:cubicBezTo>
                <a:cubicBezTo>
                  <a:pt x="89801" y="77740"/>
                  <a:pt x="93529" y="79292"/>
                  <a:pt x="98591" y="79292"/>
                </a:cubicBezTo>
                <a:cubicBezTo>
                  <a:pt x="104122" y="79292"/>
                  <a:pt x="108487" y="77298"/>
                  <a:pt x="111684" y="73309"/>
                </a:cubicBezTo>
                <a:cubicBezTo>
                  <a:pt x="114883" y="69320"/>
                  <a:pt x="116482" y="63945"/>
                  <a:pt x="116482" y="57185"/>
                </a:cubicBezTo>
                <a:lnTo>
                  <a:pt x="116482" y="24292"/>
                </a:lnTo>
                <a:lnTo>
                  <a:pt x="124029" y="24292"/>
                </a:lnTo>
                <a:lnTo>
                  <a:pt x="124029" y="70931"/>
                </a:lnTo>
                <a:cubicBezTo>
                  <a:pt x="124029" y="73171"/>
                  <a:pt x="124085" y="75402"/>
                  <a:pt x="124197" y="77623"/>
                </a:cubicBezTo>
                <a:cubicBezTo>
                  <a:pt x="124310" y="79844"/>
                  <a:pt x="124411" y="82074"/>
                  <a:pt x="124501" y="84315"/>
                </a:cubicBezTo>
                <a:lnTo>
                  <a:pt x="117667" y="84315"/>
                </a:lnTo>
                <a:lnTo>
                  <a:pt x="116954" y="72876"/>
                </a:lnTo>
                <a:lnTo>
                  <a:pt x="116718" y="72876"/>
                </a:lnTo>
                <a:cubicBezTo>
                  <a:pt x="114635" y="77181"/>
                  <a:pt x="111991" y="80360"/>
                  <a:pt x="108788" y="82413"/>
                </a:cubicBezTo>
                <a:cubicBezTo>
                  <a:pt x="105584" y="84467"/>
                  <a:pt x="101506" y="85494"/>
                  <a:pt x="96553" y="85494"/>
                </a:cubicBezTo>
                <a:cubicBezTo>
                  <a:pt x="89674" y="85494"/>
                  <a:pt x="84574" y="83529"/>
                  <a:pt x="81253" y="79598"/>
                </a:cubicBezTo>
                <a:cubicBezTo>
                  <a:pt x="77931" y="75667"/>
                  <a:pt x="76270" y="69575"/>
                  <a:pt x="76270" y="61320"/>
                </a:cubicBezTo>
                <a:lnTo>
                  <a:pt x="76270" y="24292"/>
                </a:lnTo>
                <a:lnTo>
                  <a:pt x="83817" y="24292"/>
                </a:lnTo>
                <a:close/>
                <a:moveTo>
                  <a:pt x="151477" y="84315"/>
                </a:moveTo>
                <a:lnTo>
                  <a:pt x="151477" y="39150"/>
                </a:lnTo>
                <a:cubicBezTo>
                  <a:pt x="151477" y="35966"/>
                  <a:pt x="151280" y="31014"/>
                  <a:pt x="150887" y="24292"/>
                </a:cubicBezTo>
                <a:lnTo>
                  <a:pt x="157898" y="24292"/>
                </a:lnTo>
                <a:cubicBezTo>
                  <a:pt x="158334" y="28598"/>
                  <a:pt x="158552" y="33118"/>
                  <a:pt x="158552" y="37853"/>
                </a:cubicBezTo>
                <a:lnTo>
                  <a:pt x="158788" y="37853"/>
                </a:lnTo>
                <a:cubicBezTo>
                  <a:pt x="160434" y="32568"/>
                  <a:pt x="162610" y="28790"/>
                  <a:pt x="165315" y="26520"/>
                </a:cubicBezTo>
                <a:cubicBezTo>
                  <a:pt x="168019" y="24249"/>
                  <a:pt x="171509" y="23113"/>
                  <a:pt x="175782" y="23113"/>
                </a:cubicBezTo>
                <a:cubicBezTo>
                  <a:pt x="177428" y="23113"/>
                  <a:pt x="178957" y="23290"/>
                  <a:pt x="180368" y="23644"/>
                </a:cubicBezTo>
                <a:lnTo>
                  <a:pt x="180368" y="30601"/>
                </a:lnTo>
                <a:cubicBezTo>
                  <a:pt x="178878" y="30247"/>
                  <a:pt x="177016" y="30070"/>
                  <a:pt x="174782" y="30070"/>
                </a:cubicBezTo>
                <a:cubicBezTo>
                  <a:pt x="169842" y="30070"/>
                  <a:pt x="165981" y="32183"/>
                  <a:pt x="163197" y="36409"/>
                </a:cubicBezTo>
                <a:cubicBezTo>
                  <a:pt x="160415" y="40634"/>
                  <a:pt x="159024" y="46442"/>
                  <a:pt x="159024" y="53832"/>
                </a:cubicBezTo>
                <a:lnTo>
                  <a:pt x="159024" y="84315"/>
                </a:lnTo>
                <a:lnTo>
                  <a:pt x="151477" y="84315"/>
                </a:lnTo>
                <a:close/>
                <a:moveTo>
                  <a:pt x="188548" y="84315"/>
                </a:moveTo>
                <a:lnTo>
                  <a:pt x="188548" y="39150"/>
                </a:lnTo>
                <a:cubicBezTo>
                  <a:pt x="188548" y="35966"/>
                  <a:pt x="188351" y="31014"/>
                  <a:pt x="187958" y="24292"/>
                </a:cubicBezTo>
                <a:lnTo>
                  <a:pt x="194969" y="24292"/>
                </a:lnTo>
                <a:cubicBezTo>
                  <a:pt x="195405" y="28598"/>
                  <a:pt x="195623" y="33118"/>
                  <a:pt x="195623" y="37853"/>
                </a:cubicBezTo>
                <a:lnTo>
                  <a:pt x="195859" y="37853"/>
                </a:lnTo>
                <a:cubicBezTo>
                  <a:pt x="197505" y="32568"/>
                  <a:pt x="199681" y="28790"/>
                  <a:pt x="202385" y="26520"/>
                </a:cubicBezTo>
                <a:cubicBezTo>
                  <a:pt x="205090" y="24249"/>
                  <a:pt x="208579" y="23113"/>
                  <a:pt x="212853" y="23113"/>
                </a:cubicBezTo>
                <a:cubicBezTo>
                  <a:pt x="214499" y="23113"/>
                  <a:pt x="216028" y="23290"/>
                  <a:pt x="217439" y="23644"/>
                </a:cubicBezTo>
                <a:lnTo>
                  <a:pt x="217439" y="30601"/>
                </a:lnTo>
                <a:cubicBezTo>
                  <a:pt x="215949" y="30247"/>
                  <a:pt x="214087" y="30070"/>
                  <a:pt x="211852" y="30070"/>
                </a:cubicBezTo>
                <a:cubicBezTo>
                  <a:pt x="206913" y="30070"/>
                  <a:pt x="203052" y="32183"/>
                  <a:pt x="200268" y="36409"/>
                </a:cubicBezTo>
                <a:cubicBezTo>
                  <a:pt x="197486" y="40634"/>
                  <a:pt x="196095" y="46442"/>
                  <a:pt x="196095" y="53832"/>
                </a:cubicBezTo>
                <a:lnTo>
                  <a:pt x="196095" y="84315"/>
                </a:lnTo>
                <a:lnTo>
                  <a:pt x="188548" y="84315"/>
                </a:lnTo>
                <a:close/>
                <a:moveTo>
                  <a:pt x="238452" y="55494"/>
                </a:moveTo>
                <a:cubicBezTo>
                  <a:pt x="238452" y="62994"/>
                  <a:pt x="240113" y="68836"/>
                  <a:pt x="243434" y="73018"/>
                </a:cubicBezTo>
                <a:cubicBezTo>
                  <a:pt x="246756" y="77201"/>
                  <a:pt x="251384" y="79292"/>
                  <a:pt x="257320" y="79292"/>
                </a:cubicBezTo>
                <a:cubicBezTo>
                  <a:pt x="261290" y="79292"/>
                  <a:pt x="264700" y="78478"/>
                  <a:pt x="267550" y="76849"/>
                </a:cubicBezTo>
                <a:cubicBezTo>
                  <a:pt x="270399" y="75219"/>
                  <a:pt x="272866" y="72480"/>
                  <a:pt x="274949" y="68631"/>
                </a:cubicBezTo>
                <a:lnTo>
                  <a:pt x="280904" y="71874"/>
                </a:lnTo>
                <a:cubicBezTo>
                  <a:pt x="278153" y="76787"/>
                  <a:pt x="274851" y="80286"/>
                  <a:pt x="270999" y="82369"/>
                </a:cubicBezTo>
                <a:cubicBezTo>
                  <a:pt x="267147" y="84452"/>
                  <a:pt x="262528" y="85494"/>
                  <a:pt x="257143" y="85494"/>
                </a:cubicBezTo>
                <a:cubicBezTo>
                  <a:pt x="248613" y="85494"/>
                  <a:pt x="242068" y="82782"/>
                  <a:pt x="237509" y="77357"/>
                </a:cubicBezTo>
                <a:cubicBezTo>
                  <a:pt x="232949" y="71933"/>
                  <a:pt x="230669" y="64091"/>
                  <a:pt x="230669" y="53832"/>
                </a:cubicBezTo>
                <a:cubicBezTo>
                  <a:pt x="230669" y="47267"/>
                  <a:pt x="231751" y="41686"/>
                  <a:pt x="233916" y="37087"/>
                </a:cubicBezTo>
                <a:cubicBezTo>
                  <a:pt x="236080" y="32488"/>
                  <a:pt x="239139" y="29009"/>
                  <a:pt x="243094" y="26651"/>
                </a:cubicBezTo>
                <a:cubicBezTo>
                  <a:pt x="247049" y="24292"/>
                  <a:pt x="251663" y="23113"/>
                  <a:pt x="256937" y="23113"/>
                </a:cubicBezTo>
                <a:cubicBezTo>
                  <a:pt x="265122" y="23113"/>
                  <a:pt x="271380" y="25728"/>
                  <a:pt x="275708" y="30958"/>
                </a:cubicBezTo>
                <a:cubicBezTo>
                  <a:pt x="280037" y="36188"/>
                  <a:pt x="282202" y="43698"/>
                  <a:pt x="282202" y="53489"/>
                </a:cubicBezTo>
                <a:lnTo>
                  <a:pt x="282202" y="55494"/>
                </a:lnTo>
                <a:lnTo>
                  <a:pt x="238452" y="55494"/>
                </a:lnTo>
                <a:moveTo>
                  <a:pt x="256612" y="29315"/>
                </a:moveTo>
                <a:cubicBezTo>
                  <a:pt x="251109" y="29315"/>
                  <a:pt x="246805" y="31034"/>
                  <a:pt x="243700" y="34472"/>
                </a:cubicBezTo>
                <a:cubicBezTo>
                  <a:pt x="240594" y="37909"/>
                  <a:pt x="238885" y="42967"/>
                  <a:pt x="238570" y="49646"/>
                </a:cubicBezTo>
                <a:lnTo>
                  <a:pt x="274301" y="49646"/>
                </a:lnTo>
                <a:cubicBezTo>
                  <a:pt x="273593" y="36092"/>
                  <a:pt x="267697" y="29315"/>
                  <a:pt x="256612" y="29315"/>
                </a:cubicBezTo>
                <a:close/>
                <a:moveTo>
                  <a:pt x="330563" y="84315"/>
                </a:moveTo>
                <a:lnTo>
                  <a:pt x="330563" y="49181"/>
                </a:lnTo>
                <a:cubicBezTo>
                  <a:pt x="330563" y="42225"/>
                  <a:pt x="329369" y="37175"/>
                  <a:pt x="326979" y="34032"/>
                </a:cubicBezTo>
                <a:cubicBezTo>
                  <a:pt x="324590" y="30887"/>
                  <a:pt x="320870" y="29315"/>
                  <a:pt x="315817" y="29315"/>
                </a:cubicBezTo>
                <a:cubicBezTo>
                  <a:pt x="310373" y="29315"/>
                  <a:pt x="306045" y="31310"/>
                  <a:pt x="302833" y="35299"/>
                </a:cubicBezTo>
                <a:cubicBezTo>
                  <a:pt x="299622" y="39288"/>
                  <a:pt x="298016" y="44682"/>
                  <a:pt x="298016" y="51481"/>
                </a:cubicBezTo>
                <a:lnTo>
                  <a:pt x="298016" y="84315"/>
                </a:lnTo>
                <a:lnTo>
                  <a:pt x="290469" y="84315"/>
                </a:lnTo>
                <a:lnTo>
                  <a:pt x="290469" y="37676"/>
                </a:lnTo>
                <a:cubicBezTo>
                  <a:pt x="290469" y="35436"/>
                  <a:pt x="290413" y="33205"/>
                  <a:pt x="290300" y="30984"/>
                </a:cubicBezTo>
                <a:cubicBezTo>
                  <a:pt x="290188" y="28763"/>
                  <a:pt x="290087" y="26533"/>
                  <a:pt x="289998" y="24292"/>
                </a:cubicBezTo>
                <a:lnTo>
                  <a:pt x="296826" y="24292"/>
                </a:lnTo>
                <a:lnTo>
                  <a:pt x="297545" y="35731"/>
                </a:lnTo>
                <a:lnTo>
                  <a:pt x="297781" y="35731"/>
                </a:lnTo>
                <a:cubicBezTo>
                  <a:pt x="299860" y="31446"/>
                  <a:pt x="302490" y="28272"/>
                  <a:pt x="305669" y="26208"/>
                </a:cubicBezTo>
                <a:cubicBezTo>
                  <a:pt x="308849" y="24145"/>
                  <a:pt x="312912" y="23113"/>
                  <a:pt x="317857" y="23113"/>
                </a:cubicBezTo>
                <a:cubicBezTo>
                  <a:pt x="324726" y="23113"/>
                  <a:pt x="329819" y="25088"/>
                  <a:pt x="333135" y="29039"/>
                </a:cubicBezTo>
                <a:cubicBezTo>
                  <a:pt x="336452" y="32989"/>
                  <a:pt x="338110" y="39091"/>
                  <a:pt x="338110" y="47346"/>
                </a:cubicBezTo>
                <a:lnTo>
                  <a:pt x="338110" y="84315"/>
                </a:lnTo>
                <a:lnTo>
                  <a:pt x="330563" y="84315"/>
                </a:lnTo>
                <a:close/>
                <a:moveTo>
                  <a:pt x="379860" y="85258"/>
                </a:moveTo>
                <a:cubicBezTo>
                  <a:pt x="375486" y="85258"/>
                  <a:pt x="372165" y="84099"/>
                  <a:pt x="369899" y="81780"/>
                </a:cubicBezTo>
                <a:cubicBezTo>
                  <a:pt x="367634" y="79462"/>
                  <a:pt x="366501" y="76043"/>
                  <a:pt x="366501" y="71524"/>
                </a:cubicBezTo>
                <a:lnTo>
                  <a:pt x="366501" y="30494"/>
                </a:lnTo>
                <a:lnTo>
                  <a:pt x="357657" y="30494"/>
                </a:lnTo>
                <a:lnTo>
                  <a:pt x="357657" y="24292"/>
                </a:lnTo>
                <a:lnTo>
                  <a:pt x="366619" y="24292"/>
                </a:lnTo>
                <a:lnTo>
                  <a:pt x="368624" y="10377"/>
                </a:lnTo>
                <a:lnTo>
                  <a:pt x="374048" y="10377"/>
                </a:lnTo>
                <a:lnTo>
                  <a:pt x="374048" y="24292"/>
                </a:lnTo>
                <a:lnTo>
                  <a:pt x="390086" y="24292"/>
                </a:lnTo>
                <a:lnTo>
                  <a:pt x="390086" y="30494"/>
                </a:lnTo>
                <a:lnTo>
                  <a:pt x="374048" y="30494"/>
                </a:lnTo>
                <a:lnTo>
                  <a:pt x="374048" y="70166"/>
                </a:lnTo>
                <a:cubicBezTo>
                  <a:pt x="374048" y="72996"/>
                  <a:pt x="374620" y="75197"/>
                  <a:pt x="375764" y="76770"/>
                </a:cubicBezTo>
                <a:cubicBezTo>
                  <a:pt x="376909" y="78341"/>
                  <a:pt x="378960" y="79126"/>
                  <a:pt x="381918" y="79126"/>
                </a:cubicBezTo>
                <a:cubicBezTo>
                  <a:pt x="384481" y="79126"/>
                  <a:pt x="387440" y="78773"/>
                  <a:pt x="390793" y="78065"/>
                </a:cubicBezTo>
                <a:lnTo>
                  <a:pt x="390793" y="83902"/>
                </a:lnTo>
                <a:cubicBezTo>
                  <a:pt x="387365" y="84806"/>
                  <a:pt x="383720" y="85258"/>
                  <a:pt x="379860" y="852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ControlLoop">
            <a:extLst xmlns:a="http://schemas.openxmlformats.org/drawingml/2006/main">
              <a:ext uri="{FF2B5EF4-FFF2-40B4-BE49-F238E27FC236}">
                <a16:creationId xmlns:a16="http://schemas.microsoft.com/office/drawing/2014/main" id="{4CC2924A-C09E-4426-B0BF-BC74D112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397" y="3092276"/>
            <a:ext cx="685732" cy="109079"/>
          </a:xfrm>
          <a:custGeom xmlns:a="http://schemas.openxmlformats.org/drawingml/2006/main">
            <a:pathLst>
              <a:path w="685732" h="109079">
                <a:moveTo>
                  <a:pt x="34347" y="86909"/>
                </a:moveTo>
                <a:cubicBezTo>
                  <a:pt x="23606" y="86909"/>
                  <a:pt x="15196" y="83067"/>
                  <a:pt x="9117" y="75382"/>
                </a:cubicBezTo>
                <a:cubicBezTo>
                  <a:pt x="3039" y="67698"/>
                  <a:pt x="0" y="57173"/>
                  <a:pt x="0" y="43808"/>
                </a:cubicBezTo>
                <a:cubicBezTo>
                  <a:pt x="0" y="30444"/>
                  <a:pt x="3108" y="20037"/>
                  <a:pt x="9323" y="12588"/>
                </a:cubicBezTo>
                <a:cubicBezTo>
                  <a:pt x="15540" y="5139"/>
                  <a:pt x="24157" y="1415"/>
                  <a:pt x="35174" y="1415"/>
                </a:cubicBezTo>
                <a:cubicBezTo>
                  <a:pt x="42216" y="1415"/>
                  <a:pt x="48147" y="2830"/>
                  <a:pt x="52966" y="5660"/>
                </a:cubicBezTo>
                <a:cubicBezTo>
                  <a:pt x="57786" y="8490"/>
                  <a:pt x="61553" y="13011"/>
                  <a:pt x="64268" y="19221"/>
                </a:cubicBezTo>
                <a:lnTo>
                  <a:pt x="56957" y="22287"/>
                </a:lnTo>
                <a:cubicBezTo>
                  <a:pt x="54952" y="17256"/>
                  <a:pt x="52132" y="13640"/>
                  <a:pt x="48496" y="11439"/>
                </a:cubicBezTo>
                <a:cubicBezTo>
                  <a:pt x="44860" y="9237"/>
                  <a:pt x="40428" y="8137"/>
                  <a:pt x="35200" y="8137"/>
                </a:cubicBezTo>
                <a:cubicBezTo>
                  <a:pt x="26552" y="8137"/>
                  <a:pt x="19880" y="11300"/>
                  <a:pt x="15183" y="17628"/>
                </a:cubicBezTo>
                <a:cubicBezTo>
                  <a:pt x="10485" y="23955"/>
                  <a:pt x="8137" y="32680"/>
                  <a:pt x="8137" y="43803"/>
                </a:cubicBezTo>
                <a:cubicBezTo>
                  <a:pt x="8137" y="55122"/>
                  <a:pt x="10485" y="64024"/>
                  <a:pt x="15183" y="70509"/>
                </a:cubicBezTo>
                <a:cubicBezTo>
                  <a:pt x="19880" y="76993"/>
                  <a:pt x="26395" y="80236"/>
                  <a:pt x="34728" y="80236"/>
                </a:cubicBezTo>
                <a:cubicBezTo>
                  <a:pt x="40585" y="80236"/>
                  <a:pt x="45400" y="78816"/>
                  <a:pt x="49174" y="75977"/>
                </a:cubicBezTo>
                <a:cubicBezTo>
                  <a:pt x="52947" y="73139"/>
                  <a:pt x="55758" y="69275"/>
                  <a:pt x="57605" y="64386"/>
                </a:cubicBezTo>
                <a:lnTo>
                  <a:pt x="64504" y="67579"/>
                </a:lnTo>
                <a:cubicBezTo>
                  <a:pt x="58996" y="80466"/>
                  <a:pt x="48944" y="86909"/>
                  <a:pt x="34347" y="86909"/>
                </a:cubicBezTo>
                <a:close/>
                <a:moveTo>
                  <a:pt x="130391" y="55660"/>
                </a:moveTo>
                <a:cubicBezTo>
                  <a:pt x="130391" y="65408"/>
                  <a:pt x="127846" y="73053"/>
                  <a:pt x="122756" y="78596"/>
                </a:cubicBezTo>
                <a:cubicBezTo>
                  <a:pt x="117666" y="84138"/>
                  <a:pt x="110521" y="86909"/>
                  <a:pt x="101323" y="86909"/>
                </a:cubicBezTo>
                <a:cubicBezTo>
                  <a:pt x="92479" y="86909"/>
                  <a:pt x="85522" y="84109"/>
                  <a:pt x="80451" y="78507"/>
                </a:cubicBezTo>
                <a:cubicBezTo>
                  <a:pt x="75380" y="72906"/>
                  <a:pt x="72845" y="65290"/>
                  <a:pt x="72845" y="55660"/>
                </a:cubicBezTo>
                <a:cubicBezTo>
                  <a:pt x="72845" y="45872"/>
                  <a:pt x="75380" y="38237"/>
                  <a:pt x="80451" y="32753"/>
                </a:cubicBezTo>
                <a:cubicBezTo>
                  <a:pt x="85522" y="27270"/>
                  <a:pt x="92597" y="24528"/>
                  <a:pt x="101677" y="24528"/>
                </a:cubicBezTo>
                <a:cubicBezTo>
                  <a:pt x="111032" y="24528"/>
                  <a:pt x="118157" y="27191"/>
                  <a:pt x="123051" y="32517"/>
                </a:cubicBezTo>
                <a:cubicBezTo>
                  <a:pt x="127944" y="37843"/>
                  <a:pt x="130391" y="45558"/>
                  <a:pt x="130391" y="55660"/>
                </a:cubicBezTo>
                <a:moveTo>
                  <a:pt x="122491" y="55660"/>
                </a:moveTo>
                <a:cubicBezTo>
                  <a:pt x="122491" y="47409"/>
                  <a:pt x="120766" y="41191"/>
                  <a:pt x="117317" y="37008"/>
                </a:cubicBezTo>
                <a:cubicBezTo>
                  <a:pt x="113867" y="32822"/>
                  <a:pt x="108733" y="30730"/>
                  <a:pt x="101913" y="30730"/>
                </a:cubicBezTo>
                <a:cubicBezTo>
                  <a:pt x="94975" y="30730"/>
                  <a:pt x="89713" y="32872"/>
                  <a:pt x="86126" y="37155"/>
                </a:cubicBezTo>
                <a:cubicBezTo>
                  <a:pt x="82539" y="41437"/>
                  <a:pt x="80746" y="47605"/>
                  <a:pt x="80746" y="55660"/>
                </a:cubicBezTo>
                <a:cubicBezTo>
                  <a:pt x="80746" y="63596"/>
                  <a:pt x="82520" y="69755"/>
                  <a:pt x="86067" y="74137"/>
                </a:cubicBezTo>
                <a:cubicBezTo>
                  <a:pt x="89615" y="78517"/>
                  <a:pt x="94661" y="80707"/>
                  <a:pt x="101207" y="80707"/>
                </a:cubicBezTo>
                <a:cubicBezTo>
                  <a:pt x="108262" y="80707"/>
                  <a:pt x="113573" y="78586"/>
                  <a:pt x="117140" y="74343"/>
                </a:cubicBezTo>
                <a:cubicBezTo>
                  <a:pt x="120707" y="70099"/>
                  <a:pt x="122491" y="63871"/>
                  <a:pt x="122491" y="55660"/>
                </a:cubicBezTo>
                <a:close/>
                <a:moveTo>
                  <a:pt x="190851" y="85730"/>
                </a:moveTo>
                <a:lnTo>
                  <a:pt x="190851" y="50596"/>
                </a:lnTo>
                <a:cubicBezTo>
                  <a:pt x="190851" y="43640"/>
                  <a:pt x="189657" y="38590"/>
                  <a:pt x="187268" y="35447"/>
                </a:cubicBezTo>
                <a:cubicBezTo>
                  <a:pt x="184879" y="32302"/>
                  <a:pt x="181158" y="30730"/>
                  <a:pt x="176106" y="30730"/>
                </a:cubicBezTo>
                <a:cubicBezTo>
                  <a:pt x="170661" y="30730"/>
                  <a:pt x="166333" y="32725"/>
                  <a:pt x="163121" y="36715"/>
                </a:cubicBezTo>
                <a:cubicBezTo>
                  <a:pt x="159910" y="40703"/>
                  <a:pt x="158305" y="46097"/>
                  <a:pt x="158305" y="52896"/>
                </a:cubicBezTo>
                <a:lnTo>
                  <a:pt x="158305" y="85730"/>
                </a:lnTo>
                <a:lnTo>
                  <a:pt x="150758" y="85730"/>
                </a:lnTo>
                <a:lnTo>
                  <a:pt x="150758" y="39091"/>
                </a:lnTo>
                <a:cubicBezTo>
                  <a:pt x="150758" y="36851"/>
                  <a:pt x="150701" y="34620"/>
                  <a:pt x="150588" y="32399"/>
                </a:cubicBezTo>
                <a:cubicBezTo>
                  <a:pt x="150476" y="30178"/>
                  <a:pt x="150376" y="27948"/>
                  <a:pt x="150286" y="25707"/>
                </a:cubicBezTo>
                <a:lnTo>
                  <a:pt x="157114" y="25707"/>
                </a:lnTo>
                <a:lnTo>
                  <a:pt x="157833" y="37146"/>
                </a:lnTo>
                <a:lnTo>
                  <a:pt x="158069" y="37146"/>
                </a:lnTo>
                <a:cubicBezTo>
                  <a:pt x="160149" y="32861"/>
                  <a:pt x="162778" y="29687"/>
                  <a:pt x="165957" y="27623"/>
                </a:cubicBezTo>
                <a:cubicBezTo>
                  <a:pt x="169137" y="25560"/>
                  <a:pt x="173200" y="24528"/>
                  <a:pt x="178145" y="24528"/>
                </a:cubicBezTo>
                <a:cubicBezTo>
                  <a:pt x="185014" y="24528"/>
                  <a:pt x="190107" y="26503"/>
                  <a:pt x="193424" y="30454"/>
                </a:cubicBezTo>
                <a:cubicBezTo>
                  <a:pt x="196740" y="34404"/>
                  <a:pt x="198399" y="40507"/>
                  <a:pt x="198399" y="48761"/>
                </a:cubicBezTo>
                <a:lnTo>
                  <a:pt x="198399" y="85730"/>
                </a:lnTo>
                <a:lnTo>
                  <a:pt x="190851" y="85730"/>
                </a:lnTo>
                <a:close/>
                <a:moveTo>
                  <a:pt x="230730" y="86673"/>
                </a:moveTo>
                <a:cubicBezTo>
                  <a:pt x="226355" y="86673"/>
                  <a:pt x="223035" y="85514"/>
                  <a:pt x="220769" y="83195"/>
                </a:cubicBezTo>
                <a:cubicBezTo>
                  <a:pt x="218504" y="80877"/>
                  <a:pt x="217371" y="77458"/>
                  <a:pt x="217371" y="72939"/>
                </a:cubicBezTo>
                <a:lnTo>
                  <a:pt x="217371" y="31909"/>
                </a:lnTo>
                <a:lnTo>
                  <a:pt x="208527" y="31909"/>
                </a:lnTo>
                <a:lnTo>
                  <a:pt x="208527" y="25707"/>
                </a:lnTo>
                <a:lnTo>
                  <a:pt x="217489" y="25707"/>
                </a:lnTo>
                <a:lnTo>
                  <a:pt x="219494" y="11792"/>
                </a:lnTo>
                <a:lnTo>
                  <a:pt x="224918" y="11792"/>
                </a:lnTo>
                <a:lnTo>
                  <a:pt x="224918" y="25707"/>
                </a:lnTo>
                <a:lnTo>
                  <a:pt x="240956" y="25707"/>
                </a:lnTo>
                <a:lnTo>
                  <a:pt x="240956" y="31909"/>
                </a:lnTo>
                <a:lnTo>
                  <a:pt x="224918" y="31909"/>
                </a:lnTo>
                <a:lnTo>
                  <a:pt x="224918" y="71581"/>
                </a:lnTo>
                <a:cubicBezTo>
                  <a:pt x="224918" y="74411"/>
                  <a:pt x="225490" y="76612"/>
                  <a:pt x="226634" y="78185"/>
                </a:cubicBezTo>
                <a:cubicBezTo>
                  <a:pt x="227779" y="79756"/>
                  <a:pt x="229830" y="80541"/>
                  <a:pt x="232788" y="80541"/>
                </a:cubicBezTo>
                <a:cubicBezTo>
                  <a:pt x="235351" y="80541"/>
                  <a:pt x="238310" y="80188"/>
                  <a:pt x="241663" y="79480"/>
                </a:cubicBezTo>
                <a:lnTo>
                  <a:pt x="241663" y="85317"/>
                </a:lnTo>
                <a:cubicBezTo>
                  <a:pt x="238235" y="86221"/>
                  <a:pt x="234590" y="86673"/>
                  <a:pt x="230730" y="86673"/>
                </a:cubicBezTo>
                <a:close/>
                <a:moveTo>
                  <a:pt x="252910" y="85730"/>
                </a:moveTo>
                <a:lnTo>
                  <a:pt x="252910" y="40565"/>
                </a:lnTo>
                <a:cubicBezTo>
                  <a:pt x="252910" y="37382"/>
                  <a:pt x="252713" y="32429"/>
                  <a:pt x="252320" y="25707"/>
                </a:cubicBezTo>
                <a:lnTo>
                  <a:pt x="259331" y="25707"/>
                </a:lnTo>
                <a:cubicBezTo>
                  <a:pt x="259767" y="30013"/>
                  <a:pt x="259985" y="34533"/>
                  <a:pt x="259985" y="39268"/>
                </a:cubicBezTo>
                <a:lnTo>
                  <a:pt x="260221" y="39268"/>
                </a:lnTo>
                <a:cubicBezTo>
                  <a:pt x="261867" y="33983"/>
                  <a:pt x="264042" y="30205"/>
                  <a:pt x="266747" y="27935"/>
                </a:cubicBezTo>
                <a:cubicBezTo>
                  <a:pt x="269452" y="25664"/>
                  <a:pt x="272941" y="24528"/>
                  <a:pt x="277215" y="24528"/>
                </a:cubicBezTo>
                <a:cubicBezTo>
                  <a:pt x="278861" y="24528"/>
                  <a:pt x="280389" y="24705"/>
                  <a:pt x="281801" y="25059"/>
                </a:cubicBezTo>
                <a:lnTo>
                  <a:pt x="281801" y="32016"/>
                </a:lnTo>
                <a:cubicBezTo>
                  <a:pt x="280311" y="31662"/>
                  <a:pt x="278449" y="31485"/>
                  <a:pt x="276214" y="31485"/>
                </a:cubicBezTo>
                <a:cubicBezTo>
                  <a:pt x="271275" y="31485"/>
                  <a:pt x="267414" y="33598"/>
                  <a:pt x="264630" y="37824"/>
                </a:cubicBezTo>
                <a:cubicBezTo>
                  <a:pt x="261848" y="42049"/>
                  <a:pt x="260457" y="47857"/>
                  <a:pt x="260457" y="55247"/>
                </a:cubicBezTo>
                <a:lnTo>
                  <a:pt x="260457" y="85730"/>
                </a:lnTo>
                <a:lnTo>
                  <a:pt x="252910" y="85730"/>
                </a:lnTo>
                <a:close/>
                <a:moveTo>
                  <a:pt x="352577" y="55660"/>
                </a:moveTo>
                <a:cubicBezTo>
                  <a:pt x="352577" y="65408"/>
                  <a:pt x="350032" y="73053"/>
                  <a:pt x="344942" y="78596"/>
                </a:cubicBezTo>
                <a:cubicBezTo>
                  <a:pt x="339852" y="84138"/>
                  <a:pt x="332707" y="86909"/>
                  <a:pt x="323509" y="86909"/>
                </a:cubicBezTo>
                <a:cubicBezTo>
                  <a:pt x="314665" y="86909"/>
                  <a:pt x="307708" y="84109"/>
                  <a:pt x="302637" y="78507"/>
                </a:cubicBezTo>
                <a:cubicBezTo>
                  <a:pt x="297566" y="72906"/>
                  <a:pt x="295031" y="65290"/>
                  <a:pt x="295031" y="55660"/>
                </a:cubicBezTo>
                <a:cubicBezTo>
                  <a:pt x="295031" y="45872"/>
                  <a:pt x="297566" y="38237"/>
                  <a:pt x="302637" y="32753"/>
                </a:cubicBezTo>
                <a:cubicBezTo>
                  <a:pt x="307708" y="27270"/>
                  <a:pt x="314783" y="24528"/>
                  <a:pt x="323863" y="24528"/>
                </a:cubicBezTo>
                <a:cubicBezTo>
                  <a:pt x="333218" y="24528"/>
                  <a:pt x="340343" y="27191"/>
                  <a:pt x="345237" y="32517"/>
                </a:cubicBezTo>
                <a:cubicBezTo>
                  <a:pt x="350131" y="37843"/>
                  <a:pt x="352577" y="45558"/>
                  <a:pt x="352577" y="55660"/>
                </a:cubicBezTo>
                <a:moveTo>
                  <a:pt x="344677" y="55660"/>
                </a:moveTo>
                <a:cubicBezTo>
                  <a:pt x="344677" y="47409"/>
                  <a:pt x="342952" y="41191"/>
                  <a:pt x="339503" y="37008"/>
                </a:cubicBezTo>
                <a:cubicBezTo>
                  <a:pt x="336053" y="32822"/>
                  <a:pt x="330919" y="30730"/>
                  <a:pt x="324099" y="30730"/>
                </a:cubicBezTo>
                <a:cubicBezTo>
                  <a:pt x="317161" y="30730"/>
                  <a:pt x="311899" y="32872"/>
                  <a:pt x="308312" y="37155"/>
                </a:cubicBezTo>
                <a:cubicBezTo>
                  <a:pt x="304725" y="41437"/>
                  <a:pt x="302932" y="47605"/>
                  <a:pt x="302932" y="55660"/>
                </a:cubicBezTo>
                <a:cubicBezTo>
                  <a:pt x="302932" y="63596"/>
                  <a:pt x="304706" y="69755"/>
                  <a:pt x="308253" y="74137"/>
                </a:cubicBezTo>
                <a:cubicBezTo>
                  <a:pt x="311801" y="78517"/>
                  <a:pt x="316847" y="80707"/>
                  <a:pt x="323393" y="80707"/>
                </a:cubicBezTo>
                <a:cubicBezTo>
                  <a:pt x="330448" y="80707"/>
                  <a:pt x="335759" y="78586"/>
                  <a:pt x="339326" y="74343"/>
                </a:cubicBezTo>
                <a:cubicBezTo>
                  <a:pt x="342893" y="70099"/>
                  <a:pt x="344677" y="63871"/>
                  <a:pt x="344677" y="55660"/>
                </a:cubicBezTo>
                <a:close/>
                <a:moveTo>
                  <a:pt x="372944" y="85730"/>
                </a:moveTo>
                <a:lnTo>
                  <a:pt x="372944" y="0"/>
                </a:lnTo>
                <a:lnTo>
                  <a:pt x="380491" y="0"/>
                </a:lnTo>
                <a:lnTo>
                  <a:pt x="380491" y="85730"/>
                </a:lnTo>
                <a:lnTo>
                  <a:pt x="372944" y="85730"/>
                </a:lnTo>
                <a:close/>
                <a:moveTo>
                  <a:pt x="430020" y="85730"/>
                </a:moveTo>
                <a:lnTo>
                  <a:pt x="430020" y="2594"/>
                </a:lnTo>
                <a:lnTo>
                  <a:pt x="437921" y="2594"/>
                </a:lnTo>
                <a:lnTo>
                  <a:pt x="437921" y="79056"/>
                </a:lnTo>
                <a:lnTo>
                  <a:pt x="472473" y="79056"/>
                </a:lnTo>
                <a:lnTo>
                  <a:pt x="472473" y="85730"/>
                </a:lnTo>
                <a:lnTo>
                  <a:pt x="430020" y="85730"/>
                </a:lnTo>
                <a:close/>
                <a:moveTo>
                  <a:pt x="537571" y="55660"/>
                </a:moveTo>
                <a:cubicBezTo>
                  <a:pt x="537571" y="65408"/>
                  <a:pt x="535026" y="73053"/>
                  <a:pt x="529936" y="78596"/>
                </a:cubicBezTo>
                <a:cubicBezTo>
                  <a:pt x="524845" y="84138"/>
                  <a:pt x="517701" y="86909"/>
                  <a:pt x="508503" y="86909"/>
                </a:cubicBezTo>
                <a:cubicBezTo>
                  <a:pt x="499659" y="86909"/>
                  <a:pt x="492701" y="84109"/>
                  <a:pt x="487631" y="78507"/>
                </a:cubicBezTo>
                <a:cubicBezTo>
                  <a:pt x="482560" y="72906"/>
                  <a:pt x="480025" y="65290"/>
                  <a:pt x="480025" y="55660"/>
                </a:cubicBezTo>
                <a:cubicBezTo>
                  <a:pt x="480025" y="45872"/>
                  <a:pt x="482560" y="38237"/>
                  <a:pt x="487631" y="32753"/>
                </a:cubicBezTo>
                <a:cubicBezTo>
                  <a:pt x="492701" y="27270"/>
                  <a:pt x="499777" y="24528"/>
                  <a:pt x="508857" y="24528"/>
                </a:cubicBezTo>
                <a:cubicBezTo>
                  <a:pt x="518212" y="24528"/>
                  <a:pt x="525337" y="27191"/>
                  <a:pt x="530230" y="32517"/>
                </a:cubicBezTo>
                <a:cubicBezTo>
                  <a:pt x="535124" y="37843"/>
                  <a:pt x="537571" y="45558"/>
                  <a:pt x="537571" y="55660"/>
                </a:cubicBezTo>
                <a:moveTo>
                  <a:pt x="529670" y="55660"/>
                </a:moveTo>
                <a:cubicBezTo>
                  <a:pt x="529670" y="47409"/>
                  <a:pt x="527946" y="41191"/>
                  <a:pt x="524496" y="37008"/>
                </a:cubicBezTo>
                <a:cubicBezTo>
                  <a:pt x="521047" y="32822"/>
                  <a:pt x="515913" y="30730"/>
                  <a:pt x="509093" y="30730"/>
                </a:cubicBezTo>
                <a:cubicBezTo>
                  <a:pt x="502155" y="30730"/>
                  <a:pt x="496893" y="32872"/>
                  <a:pt x="493306" y="37155"/>
                </a:cubicBezTo>
                <a:cubicBezTo>
                  <a:pt x="489719" y="41437"/>
                  <a:pt x="487926" y="47605"/>
                  <a:pt x="487926" y="55660"/>
                </a:cubicBezTo>
                <a:cubicBezTo>
                  <a:pt x="487926" y="63596"/>
                  <a:pt x="489699" y="69755"/>
                  <a:pt x="493247" y="74137"/>
                </a:cubicBezTo>
                <a:cubicBezTo>
                  <a:pt x="496794" y="78517"/>
                  <a:pt x="501841" y="80707"/>
                  <a:pt x="508387" y="80707"/>
                </a:cubicBezTo>
                <a:cubicBezTo>
                  <a:pt x="515442" y="80707"/>
                  <a:pt x="520752" y="78586"/>
                  <a:pt x="524320" y="74343"/>
                </a:cubicBezTo>
                <a:cubicBezTo>
                  <a:pt x="527887" y="70099"/>
                  <a:pt x="529670" y="63871"/>
                  <a:pt x="529670" y="55660"/>
                </a:cubicBezTo>
                <a:close/>
                <a:moveTo>
                  <a:pt x="611593" y="55660"/>
                </a:moveTo>
                <a:cubicBezTo>
                  <a:pt x="611593" y="65408"/>
                  <a:pt x="609048" y="73053"/>
                  <a:pt x="603957" y="78596"/>
                </a:cubicBezTo>
                <a:cubicBezTo>
                  <a:pt x="598867" y="84138"/>
                  <a:pt x="591723" y="86909"/>
                  <a:pt x="582525" y="86909"/>
                </a:cubicBezTo>
                <a:cubicBezTo>
                  <a:pt x="573681" y="86909"/>
                  <a:pt x="566723" y="84109"/>
                  <a:pt x="561653" y="78507"/>
                </a:cubicBezTo>
                <a:cubicBezTo>
                  <a:pt x="556582" y="72906"/>
                  <a:pt x="554047" y="65290"/>
                  <a:pt x="554047" y="55660"/>
                </a:cubicBezTo>
                <a:cubicBezTo>
                  <a:pt x="554047" y="45872"/>
                  <a:pt x="556582" y="38237"/>
                  <a:pt x="561653" y="32753"/>
                </a:cubicBezTo>
                <a:cubicBezTo>
                  <a:pt x="566723" y="27270"/>
                  <a:pt x="573799" y="24528"/>
                  <a:pt x="582879" y="24528"/>
                </a:cubicBezTo>
                <a:cubicBezTo>
                  <a:pt x="592234" y="24528"/>
                  <a:pt x="599358" y="27191"/>
                  <a:pt x="604252" y="32517"/>
                </a:cubicBezTo>
                <a:cubicBezTo>
                  <a:pt x="609146" y="37843"/>
                  <a:pt x="611593" y="45558"/>
                  <a:pt x="611593" y="55660"/>
                </a:cubicBezTo>
                <a:moveTo>
                  <a:pt x="603692" y="55660"/>
                </a:moveTo>
                <a:cubicBezTo>
                  <a:pt x="603692" y="47409"/>
                  <a:pt x="601967" y="41191"/>
                  <a:pt x="598518" y="37008"/>
                </a:cubicBezTo>
                <a:cubicBezTo>
                  <a:pt x="595069" y="32822"/>
                  <a:pt x="589934" y="30730"/>
                  <a:pt x="583115" y="30730"/>
                </a:cubicBezTo>
                <a:cubicBezTo>
                  <a:pt x="576177" y="30730"/>
                  <a:pt x="570914" y="32872"/>
                  <a:pt x="567328" y="37155"/>
                </a:cubicBezTo>
                <a:cubicBezTo>
                  <a:pt x="563741" y="41437"/>
                  <a:pt x="561947" y="47605"/>
                  <a:pt x="561947" y="55660"/>
                </a:cubicBezTo>
                <a:cubicBezTo>
                  <a:pt x="561947" y="63596"/>
                  <a:pt x="563721" y="69755"/>
                  <a:pt x="567269" y="74137"/>
                </a:cubicBezTo>
                <a:cubicBezTo>
                  <a:pt x="570816" y="78517"/>
                  <a:pt x="575863" y="80707"/>
                  <a:pt x="582409" y="80707"/>
                </a:cubicBezTo>
                <a:cubicBezTo>
                  <a:pt x="589463" y="80707"/>
                  <a:pt x="594774" y="78586"/>
                  <a:pt x="598341" y="74343"/>
                </a:cubicBezTo>
                <a:cubicBezTo>
                  <a:pt x="601909" y="70099"/>
                  <a:pt x="603692" y="63871"/>
                  <a:pt x="603692" y="55660"/>
                </a:cubicBezTo>
                <a:close/>
                <a:moveTo>
                  <a:pt x="685732" y="55483"/>
                </a:moveTo>
                <a:cubicBezTo>
                  <a:pt x="685732" y="65192"/>
                  <a:pt x="683403" y="72857"/>
                  <a:pt x="678745" y="78478"/>
                </a:cubicBezTo>
                <a:cubicBezTo>
                  <a:pt x="674088" y="84099"/>
                  <a:pt x="667671" y="86909"/>
                  <a:pt x="659495" y="86909"/>
                </a:cubicBezTo>
                <a:cubicBezTo>
                  <a:pt x="654738" y="86909"/>
                  <a:pt x="650758" y="86015"/>
                  <a:pt x="647555" y="84226"/>
                </a:cubicBezTo>
                <a:cubicBezTo>
                  <a:pt x="644351" y="82438"/>
                  <a:pt x="641669" y="79559"/>
                  <a:pt x="639507" y="75589"/>
                </a:cubicBezTo>
                <a:lnTo>
                  <a:pt x="639271" y="75589"/>
                </a:lnTo>
                <a:cubicBezTo>
                  <a:pt x="639349" y="77203"/>
                  <a:pt x="639408" y="78817"/>
                  <a:pt x="639448" y="80433"/>
                </a:cubicBezTo>
                <a:cubicBezTo>
                  <a:pt x="639487" y="82047"/>
                  <a:pt x="639507" y="83700"/>
                  <a:pt x="639507" y="85393"/>
                </a:cubicBezTo>
                <a:lnTo>
                  <a:pt x="639507" y="109079"/>
                </a:lnTo>
                <a:lnTo>
                  <a:pt x="631960" y="109079"/>
                </a:lnTo>
                <a:lnTo>
                  <a:pt x="631960" y="38452"/>
                </a:lnTo>
                <a:cubicBezTo>
                  <a:pt x="631960" y="34203"/>
                  <a:pt x="631802" y="29955"/>
                  <a:pt x="631488" y="25707"/>
                </a:cubicBezTo>
                <a:lnTo>
                  <a:pt x="638613" y="25707"/>
                </a:lnTo>
                <a:cubicBezTo>
                  <a:pt x="639051" y="29952"/>
                  <a:pt x="639271" y="33647"/>
                  <a:pt x="639271" y="36792"/>
                </a:cubicBezTo>
                <a:lnTo>
                  <a:pt x="639507" y="36792"/>
                </a:lnTo>
                <a:cubicBezTo>
                  <a:pt x="641865" y="32429"/>
                  <a:pt x="644735" y="29294"/>
                  <a:pt x="648115" y="27388"/>
                </a:cubicBezTo>
                <a:cubicBezTo>
                  <a:pt x="651495" y="25481"/>
                  <a:pt x="655682" y="24528"/>
                  <a:pt x="660674" y="24528"/>
                </a:cubicBezTo>
                <a:cubicBezTo>
                  <a:pt x="668693" y="24528"/>
                  <a:pt x="674874" y="27201"/>
                  <a:pt x="679217" y="32547"/>
                </a:cubicBezTo>
                <a:cubicBezTo>
                  <a:pt x="683561" y="37893"/>
                  <a:pt x="685732" y="45538"/>
                  <a:pt x="685732" y="55483"/>
                </a:cubicBezTo>
                <a:moveTo>
                  <a:pt x="677949" y="55601"/>
                </a:moveTo>
                <a:cubicBezTo>
                  <a:pt x="677949" y="47664"/>
                  <a:pt x="676419" y="41535"/>
                  <a:pt x="673358" y="37214"/>
                </a:cubicBezTo>
                <a:cubicBezTo>
                  <a:pt x="670297" y="32891"/>
                  <a:pt x="665665" y="30730"/>
                  <a:pt x="659463" y="30730"/>
                </a:cubicBezTo>
                <a:cubicBezTo>
                  <a:pt x="652792" y="30730"/>
                  <a:pt x="647778" y="32881"/>
                  <a:pt x="644423" y="37184"/>
                </a:cubicBezTo>
                <a:cubicBezTo>
                  <a:pt x="641067" y="41486"/>
                  <a:pt x="639389" y="47684"/>
                  <a:pt x="639389" y="55778"/>
                </a:cubicBezTo>
                <a:cubicBezTo>
                  <a:pt x="639389" y="63911"/>
                  <a:pt x="641017" y="70099"/>
                  <a:pt x="644275" y="74343"/>
                </a:cubicBezTo>
                <a:cubicBezTo>
                  <a:pt x="647533" y="78586"/>
                  <a:pt x="652380" y="80707"/>
                  <a:pt x="658816" y="80707"/>
                </a:cubicBezTo>
                <a:cubicBezTo>
                  <a:pt x="665135" y="80707"/>
                  <a:pt x="669904" y="78547"/>
                  <a:pt x="673122" y="74225"/>
                </a:cubicBezTo>
                <a:cubicBezTo>
                  <a:pt x="676340" y="69903"/>
                  <a:pt x="677949" y="63694"/>
                  <a:pt x="677949" y="556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EF13F4-5B9B-4BD2-8B01-F00C2152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25" y="193955"/>
            <a:ext cx="5109925" cy="3245201"/>
          </a:xfrm>
          <a:custGeom xmlns:a="http://schemas.openxmlformats.org/drawingml/2006/main">
            <a:pathLst>
              <a:path w="5109925" h="3245201" fill="none">
                <a:moveTo>
                  <a:pt x="0" y="3245201"/>
                </a:moveTo>
                <a:lnTo>
                  <a:pt x="5109925" y="3245201"/>
                </a:lnTo>
                <a:lnTo>
                  <a:pt x="5109925" y="0"/>
                </a:lnTo>
                <a:lnTo>
                  <a:pt x="0" y="0"/>
                </a:lnTo>
                <a:lnTo>
                  <a:pt x="0" y="32452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custDash>
              <a:ds d="700000" sp="500000"/>
            </a:custDash>
            <a:round/>
          </a:ln>
        </p:spPr>
      </p:sp>
      <p:sp>
        <p:nvSpPr>
          <p:cNvPr id="204" name="Text Power">
            <a:extLst xmlns:a="http://schemas.openxmlformats.org/drawingml/2006/main">
              <a:ext uri="{FF2B5EF4-FFF2-40B4-BE49-F238E27FC236}">
                <a16:creationId xmlns:a16="http://schemas.microsoft.com/office/drawing/2014/main" id="{577B8924-BA81-4567-98CF-F4A8CCE0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964" y="1041930"/>
            <a:ext cx="410956" cy="103722"/>
          </a:xfrm>
          <a:custGeom xmlns:a="http://schemas.openxmlformats.org/drawingml/2006/main">
            <a:pathLst>
              <a:path w="410956" h="103722">
                <a:moveTo>
                  <a:pt x="51644" y="31479"/>
                </a:moveTo>
                <a:cubicBezTo>
                  <a:pt x="51644" y="25580"/>
                  <a:pt x="49863" y="20986"/>
                  <a:pt x="46301" y="17698"/>
                </a:cubicBezTo>
                <a:cubicBezTo>
                  <a:pt x="42739" y="14410"/>
                  <a:pt x="37373" y="12766"/>
                  <a:pt x="30201" y="12766"/>
                </a:cubicBezTo>
                <a:lnTo>
                  <a:pt x="17553" y="12766"/>
                </a:lnTo>
                <a:lnTo>
                  <a:pt x="17553" y="50918"/>
                </a:lnTo>
                <a:lnTo>
                  <a:pt x="30781" y="50918"/>
                </a:lnTo>
                <a:cubicBezTo>
                  <a:pt x="37373" y="50918"/>
                  <a:pt x="42498" y="49238"/>
                  <a:pt x="46156" y="45877"/>
                </a:cubicBezTo>
                <a:cubicBezTo>
                  <a:pt x="49814" y="42517"/>
                  <a:pt x="51644" y="37717"/>
                  <a:pt x="51644" y="31479"/>
                </a:cubicBezTo>
                <a:moveTo>
                  <a:pt x="69342" y="31334"/>
                </a:moveTo>
                <a:cubicBezTo>
                  <a:pt x="69342" y="37717"/>
                  <a:pt x="67901" y="43326"/>
                  <a:pt x="65019" y="48162"/>
                </a:cubicBezTo>
                <a:cubicBezTo>
                  <a:pt x="62139" y="52998"/>
                  <a:pt x="57950" y="56769"/>
                  <a:pt x="52453" y="59477"/>
                </a:cubicBezTo>
                <a:cubicBezTo>
                  <a:pt x="46957" y="62185"/>
                  <a:pt x="40457" y="63539"/>
                  <a:pt x="32953" y="63539"/>
                </a:cubicBezTo>
                <a:lnTo>
                  <a:pt x="17553" y="63539"/>
                </a:lnTo>
                <a:lnTo>
                  <a:pt x="17553" y="102272"/>
                </a:lnTo>
                <a:lnTo>
                  <a:pt x="0" y="102272"/>
                </a:lnTo>
                <a:lnTo>
                  <a:pt x="0" y="0"/>
                </a:lnTo>
                <a:lnTo>
                  <a:pt x="32239" y="0"/>
                </a:lnTo>
                <a:cubicBezTo>
                  <a:pt x="44146" y="0"/>
                  <a:pt x="53307" y="2720"/>
                  <a:pt x="59720" y="8160"/>
                </a:cubicBezTo>
                <a:cubicBezTo>
                  <a:pt x="66134" y="13600"/>
                  <a:pt x="69342" y="21325"/>
                  <a:pt x="69342" y="31334"/>
                </a:cubicBezTo>
                <a:close/>
                <a:moveTo>
                  <a:pt x="153112" y="64917"/>
                </a:moveTo>
                <a:cubicBezTo>
                  <a:pt x="153112" y="77054"/>
                  <a:pt x="149737" y="86556"/>
                  <a:pt x="142985" y="93423"/>
                </a:cubicBezTo>
                <a:cubicBezTo>
                  <a:pt x="136233" y="100289"/>
                  <a:pt x="126759" y="103722"/>
                  <a:pt x="114561" y="103722"/>
                </a:cubicBezTo>
                <a:cubicBezTo>
                  <a:pt x="102750" y="103722"/>
                  <a:pt x="93505" y="100241"/>
                  <a:pt x="86826" y="93278"/>
                </a:cubicBezTo>
                <a:cubicBezTo>
                  <a:pt x="80147" y="86314"/>
                  <a:pt x="76807" y="76861"/>
                  <a:pt x="76807" y="64917"/>
                </a:cubicBezTo>
                <a:cubicBezTo>
                  <a:pt x="76807" y="52780"/>
                  <a:pt x="80159" y="43326"/>
                  <a:pt x="86862" y="36557"/>
                </a:cubicBezTo>
                <a:cubicBezTo>
                  <a:pt x="93566" y="29787"/>
                  <a:pt x="102944" y="26402"/>
                  <a:pt x="114996" y="26402"/>
                </a:cubicBezTo>
                <a:cubicBezTo>
                  <a:pt x="127436" y="26402"/>
                  <a:pt x="136898" y="29702"/>
                  <a:pt x="143384" y="36303"/>
                </a:cubicBezTo>
                <a:cubicBezTo>
                  <a:pt x="149869" y="42903"/>
                  <a:pt x="153112" y="52441"/>
                  <a:pt x="153112" y="64917"/>
                </a:cubicBezTo>
                <a:moveTo>
                  <a:pt x="135559" y="64917"/>
                </a:moveTo>
                <a:cubicBezTo>
                  <a:pt x="135559" y="47461"/>
                  <a:pt x="128826" y="38733"/>
                  <a:pt x="115359" y="38733"/>
                </a:cubicBezTo>
                <a:cubicBezTo>
                  <a:pt x="101360" y="38733"/>
                  <a:pt x="94360" y="47461"/>
                  <a:pt x="94360" y="64917"/>
                </a:cubicBezTo>
                <a:cubicBezTo>
                  <a:pt x="94360" y="73476"/>
                  <a:pt x="96074" y="80028"/>
                  <a:pt x="99501" y="84574"/>
                </a:cubicBezTo>
                <a:cubicBezTo>
                  <a:pt x="102928" y="89119"/>
                  <a:pt x="107900" y="91392"/>
                  <a:pt x="114416" y="91392"/>
                </a:cubicBezTo>
                <a:cubicBezTo>
                  <a:pt x="128511" y="91392"/>
                  <a:pt x="135559" y="82567"/>
                  <a:pt x="135559" y="64917"/>
                </a:cubicBezTo>
                <a:close/>
                <a:moveTo>
                  <a:pt x="184063" y="102272"/>
                </a:moveTo>
                <a:lnTo>
                  <a:pt x="163695" y="27853"/>
                </a:lnTo>
                <a:lnTo>
                  <a:pt x="179859" y="27853"/>
                </a:lnTo>
                <a:lnTo>
                  <a:pt x="190877" y="71425"/>
                </a:lnTo>
                <a:cubicBezTo>
                  <a:pt x="191506" y="73991"/>
                  <a:pt x="192085" y="76702"/>
                  <a:pt x="192616" y="79560"/>
                </a:cubicBezTo>
                <a:cubicBezTo>
                  <a:pt x="193148" y="82416"/>
                  <a:pt x="193655" y="85393"/>
                  <a:pt x="194139" y="88490"/>
                </a:cubicBezTo>
                <a:cubicBezTo>
                  <a:pt x="195348" y="83455"/>
                  <a:pt x="196302" y="79486"/>
                  <a:pt x="197002" y="76581"/>
                </a:cubicBezTo>
                <a:cubicBezTo>
                  <a:pt x="197703" y="73676"/>
                  <a:pt x="202161" y="57433"/>
                  <a:pt x="210377" y="27853"/>
                </a:cubicBezTo>
                <a:lnTo>
                  <a:pt x="227701" y="27853"/>
                </a:lnTo>
                <a:lnTo>
                  <a:pt x="239660" y="70917"/>
                </a:lnTo>
                <a:cubicBezTo>
                  <a:pt x="240869" y="75128"/>
                  <a:pt x="242246" y="81010"/>
                  <a:pt x="243792" y="88563"/>
                </a:cubicBezTo>
                <a:cubicBezTo>
                  <a:pt x="244179" y="86626"/>
                  <a:pt x="244638" y="84532"/>
                  <a:pt x="245168" y="82282"/>
                </a:cubicBezTo>
                <a:cubicBezTo>
                  <a:pt x="245700" y="80031"/>
                  <a:pt x="250146" y="61887"/>
                  <a:pt x="258507" y="27853"/>
                </a:cubicBezTo>
                <a:lnTo>
                  <a:pt x="274526" y="27853"/>
                </a:lnTo>
                <a:lnTo>
                  <a:pt x="253432" y="102272"/>
                </a:lnTo>
                <a:lnTo>
                  <a:pt x="234660" y="102272"/>
                </a:lnTo>
                <a:lnTo>
                  <a:pt x="222916" y="58917"/>
                </a:lnTo>
                <a:cubicBezTo>
                  <a:pt x="222239" y="56642"/>
                  <a:pt x="221514" y="53749"/>
                  <a:pt x="220740" y="50241"/>
                </a:cubicBezTo>
                <a:cubicBezTo>
                  <a:pt x="219968" y="46730"/>
                  <a:pt x="219413" y="43765"/>
                  <a:pt x="219074" y="41344"/>
                </a:cubicBezTo>
                <a:cubicBezTo>
                  <a:pt x="218011" y="47783"/>
                  <a:pt x="216730" y="53616"/>
                  <a:pt x="215232" y="58845"/>
                </a:cubicBezTo>
                <a:lnTo>
                  <a:pt x="203056" y="102272"/>
                </a:lnTo>
                <a:lnTo>
                  <a:pt x="184063" y="102272"/>
                </a:lnTo>
                <a:close/>
                <a:moveTo>
                  <a:pt x="298611" y="68267"/>
                </a:moveTo>
                <a:cubicBezTo>
                  <a:pt x="298852" y="75850"/>
                  <a:pt x="300527" y="81682"/>
                  <a:pt x="303636" y="85764"/>
                </a:cubicBezTo>
                <a:cubicBezTo>
                  <a:pt x="306746" y="89845"/>
                  <a:pt x="311001" y="91886"/>
                  <a:pt x="316402" y="91886"/>
                </a:cubicBezTo>
                <a:cubicBezTo>
                  <a:pt x="320065" y="91886"/>
                  <a:pt x="323330" y="90963"/>
                  <a:pt x="326198" y="89116"/>
                </a:cubicBezTo>
                <a:cubicBezTo>
                  <a:pt x="329068" y="87269"/>
                  <a:pt x="331659" y="84160"/>
                  <a:pt x="333973" y="79786"/>
                </a:cubicBezTo>
                <a:lnTo>
                  <a:pt x="347063" y="86115"/>
                </a:lnTo>
                <a:cubicBezTo>
                  <a:pt x="344213" y="90724"/>
                  <a:pt x="341363" y="94216"/>
                  <a:pt x="338513" y="96592"/>
                </a:cubicBezTo>
                <a:cubicBezTo>
                  <a:pt x="335663" y="98968"/>
                  <a:pt x="332342" y="100751"/>
                  <a:pt x="328551" y="101939"/>
                </a:cubicBezTo>
                <a:cubicBezTo>
                  <a:pt x="324760" y="103128"/>
                  <a:pt x="320256" y="103722"/>
                  <a:pt x="315039" y="103722"/>
                </a:cubicBezTo>
                <a:cubicBezTo>
                  <a:pt x="304170" y="103722"/>
                  <a:pt x="295789" y="100301"/>
                  <a:pt x="289895" y="93459"/>
                </a:cubicBezTo>
                <a:cubicBezTo>
                  <a:pt x="284003" y="86617"/>
                  <a:pt x="281058" y="77006"/>
                  <a:pt x="281058" y="64627"/>
                </a:cubicBezTo>
                <a:cubicBezTo>
                  <a:pt x="281058" y="52151"/>
                  <a:pt x="284152" y="42662"/>
                  <a:pt x="290342" y="36158"/>
                </a:cubicBezTo>
                <a:cubicBezTo>
                  <a:pt x="296531" y="29654"/>
                  <a:pt x="304969" y="26402"/>
                  <a:pt x="315656" y="26402"/>
                </a:cubicBezTo>
                <a:cubicBezTo>
                  <a:pt x="326246" y="26402"/>
                  <a:pt x="334345" y="29873"/>
                  <a:pt x="339954" y="36815"/>
                </a:cubicBezTo>
                <a:cubicBezTo>
                  <a:pt x="345564" y="43756"/>
                  <a:pt x="348368" y="53563"/>
                  <a:pt x="348368" y="66236"/>
                </a:cubicBezTo>
                <a:lnTo>
                  <a:pt x="348368" y="68267"/>
                </a:lnTo>
                <a:lnTo>
                  <a:pt x="298611" y="68267"/>
                </a:lnTo>
                <a:moveTo>
                  <a:pt x="315076" y="37948"/>
                </a:moveTo>
                <a:cubicBezTo>
                  <a:pt x="310213" y="37948"/>
                  <a:pt x="306337" y="39688"/>
                  <a:pt x="303448" y="43169"/>
                </a:cubicBezTo>
                <a:cubicBezTo>
                  <a:pt x="300560" y="46647"/>
                  <a:pt x="298996" y="51455"/>
                  <a:pt x="298756" y="57591"/>
                </a:cubicBezTo>
                <a:lnTo>
                  <a:pt x="330960" y="57591"/>
                </a:lnTo>
                <a:cubicBezTo>
                  <a:pt x="330478" y="51020"/>
                  <a:pt x="328985" y="46103"/>
                  <a:pt x="326481" y="42842"/>
                </a:cubicBezTo>
                <a:cubicBezTo>
                  <a:pt x="323979" y="39580"/>
                  <a:pt x="320177" y="37948"/>
                  <a:pt x="315076" y="37948"/>
                </a:cubicBezTo>
                <a:close/>
                <a:moveTo>
                  <a:pt x="403317" y="40270"/>
                </a:moveTo>
                <a:cubicBezTo>
                  <a:pt x="397886" y="40270"/>
                  <a:pt x="393546" y="42651"/>
                  <a:pt x="390297" y="47414"/>
                </a:cubicBezTo>
                <a:cubicBezTo>
                  <a:pt x="387048" y="52176"/>
                  <a:pt x="385424" y="58592"/>
                  <a:pt x="385424" y="66665"/>
                </a:cubicBezTo>
                <a:lnTo>
                  <a:pt x="385424" y="102272"/>
                </a:lnTo>
                <a:lnTo>
                  <a:pt x="368741" y="102272"/>
                </a:lnTo>
                <a:lnTo>
                  <a:pt x="368741" y="46222"/>
                </a:lnTo>
                <a:cubicBezTo>
                  <a:pt x="368741" y="38381"/>
                  <a:pt x="368548" y="32258"/>
                  <a:pt x="368161" y="27853"/>
                </a:cubicBezTo>
                <a:lnTo>
                  <a:pt x="384116" y="27853"/>
                </a:lnTo>
                <a:cubicBezTo>
                  <a:pt x="384601" y="33655"/>
                  <a:pt x="384844" y="39265"/>
                  <a:pt x="384844" y="44680"/>
                </a:cubicBezTo>
                <a:lnTo>
                  <a:pt x="385134" y="44680"/>
                </a:lnTo>
                <a:cubicBezTo>
                  <a:pt x="387462" y="37841"/>
                  <a:pt x="390154" y="33085"/>
                  <a:pt x="393208" y="30412"/>
                </a:cubicBezTo>
                <a:cubicBezTo>
                  <a:pt x="396263" y="27739"/>
                  <a:pt x="400288" y="26402"/>
                  <a:pt x="405282" y="26402"/>
                </a:cubicBezTo>
                <a:cubicBezTo>
                  <a:pt x="407561" y="26402"/>
                  <a:pt x="409452" y="26716"/>
                  <a:pt x="410956" y="27345"/>
                </a:cubicBezTo>
                <a:lnTo>
                  <a:pt x="410956" y="41054"/>
                </a:lnTo>
                <a:cubicBezTo>
                  <a:pt x="408482" y="40531"/>
                  <a:pt x="405936" y="40270"/>
                  <a:pt x="403317" y="402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Text Conversion">
            <a:extLst xmlns:a="http://schemas.openxmlformats.org/drawingml/2006/main">
              <a:ext uri="{FF2B5EF4-FFF2-40B4-BE49-F238E27FC236}">
                <a16:creationId xmlns:a16="http://schemas.microsoft.com/office/drawing/2014/main" id="{2555D60E-61FC-44A0-AFD8-B5B64172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343" y="1217243"/>
            <a:ext cx="735731" cy="106914"/>
          </a:xfrm>
          <a:custGeom xmlns:a="http://schemas.openxmlformats.org/drawingml/2006/main">
            <a:pathLst>
              <a:path w="735731" h="106914">
                <a:moveTo>
                  <a:pt x="43264" y="106914"/>
                </a:moveTo>
                <a:cubicBezTo>
                  <a:pt x="29640" y="106914"/>
                  <a:pt x="19023" y="102223"/>
                  <a:pt x="11413" y="92842"/>
                </a:cubicBezTo>
                <a:cubicBezTo>
                  <a:pt x="3804" y="83461"/>
                  <a:pt x="0" y="70478"/>
                  <a:pt x="0" y="53892"/>
                </a:cubicBezTo>
                <a:cubicBezTo>
                  <a:pt x="0" y="37403"/>
                  <a:pt x="3744" y="24589"/>
                  <a:pt x="11231" y="15450"/>
                </a:cubicBezTo>
                <a:cubicBezTo>
                  <a:pt x="18720" y="6310"/>
                  <a:pt x="29349" y="1741"/>
                  <a:pt x="43119" y="1741"/>
                </a:cubicBezTo>
                <a:cubicBezTo>
                  <a:pt x="52636" y="1741"/>
                  <a:pt x="60498" y="3820"/>
                  <a:pt x="66706" y="7979"/>
                </a:cubicBezTo>
                <a:cubicBezTo>
                  <a:pt x="72915" y="12137"/>
                  <a:pt x="77589" y="18714"/>
                  <a:pt x="80729" y="27708"/>
                </a:cubicBezTo>
                <a:lnTo>
                  <a:pt x="65225" y="33220"/>
                </a:lnTo>
                <a:cubicBezTo>
                  <a:pt x="63583" y="27514"/>
                  <a:pt x="60902" y="23186"/>
                  <a:pt x="57183" y="20237"/>
                </a:cubicBezTo>
                <a:cubicBezTo>
                  <a:pt x="53464" y="17287"/>
                  <a:pt x="48900" y="15812"/>
                  <a:pt x="43490" y="15812"/>
                </a:cubicBezTo>
                <a:cubicBezTo>
                  <a:pt x="35279" y="15812"/>
                  <a:pt x="28951" y="19112"/>
                  <a:pt x="24507" y="25711"/>
                </a:cubicBezTo>
                <a:cubicBezTo>
                  <a:pt x="20064" y="32310"/>
                  <a:pt x="17843" y="41701"/>
                  <a:pt x="17843" y="53885"/>
                </a:cubicBezTo>
                <a:cubicBezTo>
                  <a:pt x="17843" y="65973"/>
                  <a:pt x="20113" y="75497"/>
                  <a:pt x="24652" y="82459"/>
                </a:cubicBezTo>
                <a:cubicBezTo>
                  <a:pt x="29193" y="89421"/>
                  <a:pt x="35424" y="92901"/>
                  <a:pt x="43345" y="92901"/>
                </a:cubicBezTo>
                <a:cubicBezTo>
                  <a:pt x="48707" y="92901"/>
                  <a:pt x="53307" y="91241"/>
                  <a:pt x="57147" y="87919"/>
                </a:cubicBezTo>
                <a:cubicBezTo>
                  <a:pt x="60987" y="84596"/>
                  <a:pt x="63825" y="79854"/>
                  <a:pt x="65661" y="73694"/>
                </a:cubicBezTo>
                <a:lnTo>
                  <a:pt x="81237" y="79800"/>
                </a:lnTo>
                <a:cubicBezTo>
                  <a:pt x="74473" y="97876"/>
                  <a:pt x="61816" y="106914"/>
                  <a:pt x="43264" y="106914"/>
                </a:cubicBezTo>
                <a:close/>
                <a:moveTo>
                  <a:pt x="167248" y="68109"/>
                </a:moveTo>
                <a:cubicBezTo>
                  <a:pt x="167248" y="80246"/>
                  <a:pt x="163872" y="89748"/>
                  <a:pt x="157120" y="96614"/>
                </a:cubicBezTo>
                <a:cubicBezTo>
                  <a:pt x="150368" y="103481"/>
                  <a:pt x="140894" y="106914"/>
                  <a:pt x="128696" y="106914"/>
                </a:cubicBezTo>
                <a:cubicBezTo>
                  <a:pt x="116885" y="106914"/>
                  <a:pt x="107640" y="103432"/>
                  <a:pt x="100961" y="96469"/>
                </a:cubicBezTo>
                <a:cubicBezTo>
                  <a:pt x="94282" y="89506"/>
                  <a:pt x="90943" y="80052"/>
                  <a:pt x="90943" y="68109"/>
                </a:cubicBezTo>
                <a:cubicBezTo>
                  <a:pt x="90943" y="55971"/>
                  <a:pt x="94294" y="46518"/>
                  <a:pt x="100998" y="39748"/>
                </a:cubicBezTo>
                <a:cubicBezTo>
                  <a:pt x="107701" y="32978"/>
                  <a:pt x="117079" y="29594"/>
                  <a:pt x="129131" y="29594"/>
                </a:cubicBezTo>
                <a:cubicBezTo>
                  <a:pt x="141571" y="29594"/>
                  <a:pt x="151033" y="32894"/>
                  <a:pt x="157519" y="39494"/>
                </a:cubicBezTo>
                <a:cubicBezTo>
                  <a:pt x="164005" y="46095"/>
                  <a:pt x="167248" y="55633"/>
                  <a:pt x="167248" y="68109"/>
                </a:cubicBezTo>
                <a:moveTo>
                  <a:pt x="149694" y="68109"/>
                </a:moveTo>
                <a:cubicBezTo>
                  <a:pt x="149694" y="50652"/>
                  <a:pt x="142961" y="41924"/>
                  <a:pt x="129494" y="41924"/>
                </a:cubicBezTo>
                <a:cubicBezTo>
                  <a:pt x="115495" y="41924"/>
                  <a:pt x="108496" y="50652"/>
                  <a:pt x="108496" y="68109"/>
                </a:cubicBezTo>
                <a:cubicBezTo>
                  <a:pt x="108496" y="76668"/>
                  <a:pt x="110209" y="83220"/>
                  <a:pt x="113636" y="87765"/>
                </a:cubicBezTo>
                <a:cubicBezTo>
                  <a:pt x="117064" y="92311"/>
                  <a:pt x="122035" y="94583"/>
                  <a:pt x="128551" y="94583"/>
                </a:cubicBezTo>
                <a:cubicBezTo>
                  <a:pt x="142647" y="94583"/>
                  <a:pt x="149694" y="85758"/>
                  <a:pt x="149694" y="68109"/>
                </a:cubicBezTo>
                <a:close/>
                <a:moveTo>
                  <a:pt x="228398" y="105463"/>
                </a:moveTo>
                <a:lnTo>
                  <a:pt x="228398" y="63911"/>
                </a:lnTo>
                <a:cubicBezTo>
                  <a:pt x="228398" y="56369"/>
                  <a:pt x="227226" y="50955"/>
                  <a:pt x="224880" y="47668"/>
                </a:cubicBezTo>
                <a:cubicBezTo>
                  <a:pt x="222535" y="44380"/>
                  <a:pt x="218824" y="42736"/>
                  <a:pt x="213747" y="42736"/>
                </a:cubicBezTo>
                <a:cubicBezTo>
                  <a:pt x="208282" y="42736"/>
                  <a:pt x="203991" y="44839"/>
                  <a:pt x="200872" y="49046"/>
                </a:cubicBezTo>
                <a:cubicBezTo>
                  <a:pt x="197753" y="53251"/>
                  <a:pt x="196193" y="58956"/>
                  <a:pt x="196193" y="66159"/>
                </a:cubicBezTo>
                <a:lnTo>
                  <a:pt x="196193" y="105463"/>
                </a:lnTo>
                <a:lnTo>
                  <a:pt x="179511" y="105463"/>
                </a:lnTo>
                <a:lnTo>
                  <a:pt x="179511" y="48178"/>
                </a:lnTo>
                <a:cubicBezTo>
                  <a:pt x="179511" y="42419"/>
                  <a:pt x="179293" y="36708"/>
                  <a:pt x="178858" y="31044"/>
                </a:cubicBezTo>
                <a:lnTo>
                  <a:pt x="194743" y="31044"/>
                </a:lnTo>
                <a:cubicBezTo>
                  <a:pt x="195275" y="38298"/>
                  <a:pt x="195541" y="43085"/>
                  <a:pt x="195541" y="45406"/>
                </a:cubicBezTo>
                <a:lnTo>
                  <a:pt x="195831" y="45406"/>
                </a:lnTo>
                <a:cubicBezTo>
                  <a:pt x="198688" y="39871"/>
                  <a:pt x="202005" y="35852"/>
                  <a:pt x="205781" y="33349"/>
                </a:cubicBezTo>
                <a:cubicBezTo>
                  <a:pt x="209559" y="30845"/>
                  <a:pt x="214427" y="29594"/>
                  <a:pt x="220383" y="29594"/>
                </a:cubicBezTo>
                <a:cubicBezTo>
                  <a:pt x="228664" y="29594"/>
                  <a:pt x="234875" y="32035"/>
                  <a:pt x="239015" y="36919"/>
                </a:cubicBezTo>
                <a:cubicBezTo>
                  <a:pt x="243156" y="41803"/>
                  <a:pt x="245226" y="49347"/>
                  <a:pt x="245226" y="59550"/>
                </a:cubicBezTo>
                <a:lnTo>
                  <a:pt x="245226" y="105463"/>
                </a:lnTo>
                <a:lnTo>
                  <a:pt x="228398" y="105463"/>
                </a:lnTo>
                <a:close/>
                <a:moveTo>
                  <a:pt x="308395" y="105463"/>
                </a:moveTo>
                <a:lnTo>
                  <a:pt x="288521" y="105463"/>
                </a:lnTo>
                <a:lnTo>
                  <a:pt x="261176" y="31044"/>
                </a:lnTo>
                <a:lnTo>
                  <a:pt x="278874" y="31044"/>
                </a:lnTo>
                <a:lnTo>
                  <a:pt x="293454" y="75269"/>
                </a:lnTo>
                <a:cubicBezTo>
                  <a:pt x="296307" y="84661"/>
                  <a:pt x="297999" y="90373"/>
                  <a:pt x="298531" y="92407"/>
                </a:cubicBezTo>
                <a:cubicBezTo>
                  <a:pt x="298966" y="90762"/>
                  <a:pt x="299607" y="88608"/>
                  <a:pt x="300453" y="85945"/>
                </a:cubicBezTo>
                <a:cubicBezTo>
                  <a:pt x="301299" y="83282"/>
                  <a:pt x="302496" y="79675"/>
                  <a:pt x="304043" y="75124"/>
                </a:cubicBezTo>
                <a:lnTo>
                  <a:pt x="318913" y="31044"/>
                </a:lnTo>
                <a:lnTo>
                  <a:pt x="336466" y="31044"/>
                </a:lnTo>
                <a:lnTo>
                  <a:pt x="308395" y="105463"/>
                </a:lnTo>
                <a:close/>
                <a:moveTo>
                  <a:pt x="359093" y="71459"/>
                </a:moveTo>
                <a:cubicBezTo>
                  <a:pt x="359334" y="79042"/>
                  <a:pt x="361009" y="84874"/>
                  <a:pt x="364118" y="88955"/>
                </a:cubicBezTo>
                <a:cubicBezTo>
                  <a:pt x="367228" y="93037"/>
                  <a:pt x="371483" y="95077"/>
                  <a:pt x="376884" y="95077"/>
                </a:cubicBezTo>
                <a:cubicBezTo>
                  <a:pt x="380547" y="95077"/>
                  <a:pt x="383812" y="94154"/>
                  <a:pt x="386680" y="92308"/>
                </a:cubicBezTo>
                <a:cubicBezTo>
                  <a:pt x="389550" y="90461"/>
                  <a:pt x="392141" y="87351"/>
                  <a:pt x="394455" y="82978"/>
                </a:cubicBezTo>
                <a:lnTo>
                  <a:pt x="407545" y="89306"/>
                </a:lnTo>
                <a:cubicBezTo>
                  <a:pt x="404695" y="93915"/>
                  <a:pt x="401845" y="97408"/>
                  <a:pt x="398995" y="99783"/>
                </a:cubicBezTo>
                <a:cubicBezTo>
                  <a:pt x="396145" y="102160"/>
                  <a:pt x="392824" y="103942"/>
                  <a:pt x="389033" y="105130"/>
                </a:cubicBezTo>
                <a:cubicBezTo>
                  <a:pt x="385242" y="106319"/>
                  <a:pt x="380738" y="106914"/>
                  <a:pt x="375521" y="106914"/>
                </a:cubicBezTo>
                <a:cubicBezTo>
                  <a:pt x="364652" y="106914"/>
                  <a:pt x="356271" y="103493"/>
                  <a:pt x="350377" y="96650"/>
                </a:cubicBezTo>
                <a:cubicBezTo>
                  <a:pt x="344485" y="89808"/>
                  <a:pt x="341540" y="80198"/>
                  <a:pt x="341540" y="67819"/>
                </a:cubicBezTo>
                <a:cubicBezTo>
                  <a:pt x="341540" y="55343"/>
                  <a:pt x="344634" y="45853"/>
                  <a:pt x="350824" y="39349"/>
                </a:cubicBezTo>
                <a:cubicBezTo>
                  <a:pt x="357013" y="32845"/>
                  <a:pt x="365451" y="29594"/>
                  <a:pt x="376138" y="29594"/>
                </a:cubicBezTo>
                <a:cubicBezTo>
                  <a:pt x="386728" y="29594"/>
                  <a:pt x="394827" y="33065"/>
                  <a:pt x="400436" y="40007"/>
                </a:cubicBezTo>
                <a:cubicBezTo>
                  <a:pt x="406046" y="46947"/>
                  <a:pt x="408850" y="56754"/>
                  <a:pt x="408850" y="69428"/>
                </a:cubicBezTo>
                <a:lnTo>
                  <a:pt x="408850" y="71459"/>
                </a:lnTo>
                <a:lnTo>
                  <a:pt x="359093" y="71459"/>
                </a:lnTo>
                <a:moveTo>
                  <a:pt x="375558" y="41140"/>
                </a:moveTo>
                <a:cubicBezTo>
                  <a:pt x="370695" y="41140"/>
                  <a:pt x="366819" y="42880"/>
                  <a:pt x="363930" y="46360"/>
                </a:cubicBezTo>
                <a:cubicBezTo>
                  <a:pt x="361042" y="49839"/>
                  <a:pt x="359478" y="54646"/>
                  <a:pt x="359238" y="60783"/>
                </a:cubicBezTo>
                <a:lnTo>
                  <a:pt x="391442" y="60783"/>
                </a:lnTo>
                <a:cubicBezTo>
                  <a:pt x="390960" y="54211"/>
                  <a:pt x="389467" y="49295"/>
                  <a:pt x="386963" y="46034"/>
                </a:cubicBezTo>
                <a:cubicBezTo>
                  <a:pt x="384461" y="42771"/>
                  <a:pt x="380659" y="41140"/>
                  <a:pt x="375558" y="41140"/>
                </a:cubicBezTo>
                <a:close/>
                <a:moveTo>
                  <a:pt x="454738" y="43461"/>
                </a:moveTo>
                <a:cubicBezTo>
                  <a:pt x="449307" y="43461"/>
                  <a:pt x="444967" y="45842"/>
                  <a:pt x="441718" y="50605"/>
                </a:cubicBezTo>
                <a:cubicBezTo>
                  <a:pt x="438469" y="55367"/>
                  <a:pt x="436845" y="61784"/>
                  <a:pt x="436845" y="69856"/>
                </a:cubicBezTo>
                <a:lnTo>
                  <a:pt x="436845" y="105463"/>
                </a:lnTo>
                <a:lnTo>
                  <a:pt x="420162" y="105463"/>
                </a:lnTo>
                <a:lnTo>
                  <a:pt x="420162" y="49413"/>
                </a:lnTo>
                <a:cubicBezTo>
                  <a:pt x="420162" y="41572"/>
                  <a:pt x="419969" y="35449"/>
                  <a:pt x="419582" y="31044"/>
                </a:cubicBezTo>
                <a:lnTo>
                  <a:pt x="435537" y="31044"/>
                </a:lnTo>
                <a:cubicBezTo>
                  <a:pt x="436022" y="36847"/>
                  <a:pt x="436265" y="42456"/>
                  <a:pt x="436265" y="47872"/>
                </a:cubicBezTo>
                <a:lnTo>
                  <a:pt x="436555" y="47872"/>
                </a:lnTo>
                <a:cubicBezTo>
                  <a:pt x="438883" y="41033"/>
                  <a:pt x="441575" y="36276"/>
                  <a:pt x="444629" y="33603"/>
                </a:cubicBezTo>
                <a:cubicBezTo>
                  <a:pt x="447684" y="30930"/>
                  <a:pt x="451709" y="29594"/>
                  <a:pt x="456703" y="29594"/>
                </a:cubicBezTo>
                <a:cubicBezTo>
                  <a:pt x="458982" y="29594"/>
                  <a:pt x="460873" y="29908"/>
                  <a:pt x="462376" y="30536"/>
                </a:cubicBezTo>
                <a:lnTo>
                  <a:pt x="462376" y="44245"/>
                </a:lnTo>
                <a:cubicBezTo>
                  <a:pt x="459903" y="43722"/>
                  <a:pt x="457357" y="43461"/>
                  <a:pt x="454738" y="43461"/>
                </a:cubicBezTo>
                <a:close/>
                <a:moveTo>
                  <a:pt x="524168" y="84066"/>
                </a:moveTo>
                <a:cubicBezTo>
                  <a:pt x="524168" y="91223"/>
                  <a:pt x="521738" y="96820"/>
                  <a:pt x="516878" y="100857"/>
                </a:cubicBezTo>
                <a:cubicBezTo>
                  <a:pt x="512018" y="104895"/>
                  <a:pt x="505212" y="106914"/>
                  <a:pt x="496460" y="106914"/>
                </a:cubicBezTo>
                <a:cubicBezTo>
                  <a:pt x="487369" y="106914"/>
                  <a:pt x="480696" y="105487"/>
                  <a:pt x="476441" y="102634"/>
                </a:cubicBezTo>
                <a:cubicBezTo>
                  <a:pt x="472186" y="99781"/>
                  <a:pt x="469381" y="95188"/>
                  <a:pt x="468027" y="88853"/>
                </a:cubicBezTo>
                <a:lnTo>
                  <a:pt x="482389" y="86605"/>
                </a:lnTo>
                <a:cubicBezTo>
                  <a:pt x="483066" y="89937"/>
                  <a:pt x="484504" y="92327"/>
                  <a:pt x="486704" y="93776"/>
                </a:cubicBezTo>
                <a:cubicBezTo>
                  <a:pt x="488905" y="95224"/>
                  <a:pt x="492060" y="95948"/>
                  <a:pt x="496170" y="95948"/>
                </a:cubicBezTo>
                <a:cubicBezTo>
                  <a:pt x="499893" y="95948"/>
                  <a:pt x="502903" y="95151"/>
                  <a:pt x="505200" y="93556"/>
                </a:cubicBezTo>
                <a:cubicBezTo>
                  <a:pt x="507497" y="91961"/>
                  <a:pt x="508646" y="89375"/>
                  <a:pt x="508646" y="85800"/>
                </a:cubicBezTo>
                <a:cubicBezTo>
                  <a:pt x="508646" y="83625"/>
                  <a:pt x="508138" y="81826"/>
                  <a:pt x="507122" y="80401"/>
                </a:cubicBezTo>
                <a:cubicBezTo>
                  <a:pt x="506107" y="78974"/>
                  <a:pt x="504596" y="77742"/>
                  <a:pt x="502589" y="76704"/>
                </a:cubicBezTo>
                <a:cubicBezTo>
                  <a:pt x="500582" y="75664"/>
                  <a:pt x="496678" y="74371"/>
                  <a:pt x="490875" y="72823"/>
                </a:cubicBezTo>
                <a:cubicBezTo>
                  <a:pt x="485556" y="71421"/>
                  <a:pt x="481603" y="69837"/>
                  <a:pt x="479016" y="68072"/>
                </a:cubicBezTo>
                <a:cubicBezTo>
                  <a:pt x="476429" y="66307"/>
                  <a:pt x="474434" y="64083"/>
                  <a:pt x="473032" y="61399"/>
                </a:cubicBezTo>
                <a:cubicBezTo>
                  <a:pt x="471630" y="58716"/>
                  <a:pt x="470928" y="55415"/>
                  <a:pt x="470928" y="51499"/>
                </a:cubicBezTo>
                <a:cubicBezTo>
                  <a:pt x="470928" y="44584"/>
                  <a:pt x="473089" y="39204"/>
                  <a:pt x="477411" y="35360"/>
                </a:cubicBezTo>
                <a:cubicBezTo>
                  <a:pt x="481733" y="31516"/>
                  <a:pt x="488046" y="29594"/>
                  <a:pt x="496351" y="29594"/>
                </a:cubicBezTo>
                <a:cubicBezTo>
                  <a:pt x="504029" y="29594"/>
                  <a:pt x="509932" y="31003"/>
                  <a:pt x="514061" y="33821"/>
                </a:cubicBezTo>
                <a:cubicBezTo>
                  <a:pt x="518189" y="36639"/>
                  <a:pt x="520784" y="40962"/>
                  <a:pt x="521847" y="46791"/>
                </a:cubicBezTo>
                <a:lnTo>
                  <a:pt x="507369" y="48307"/>
                </a:lnTo>
                <a:cubicBezTo>
                  <a:pt x="506839" y="45481"/>
                  <a:pt x="505669" y="43493"/>
                  <a:pt x="503858" y="42344"/>
                </a:cubicBezTo>
                <a:cubicBezTo>
                  <a:pt x="502050" y="41194"/>
                  <a:pt x="499601" y="40619"/>
                  <a:pt x="496512" y="40619"/>
                </a:cubicBezTo>
                <a:cubicBezTo>
                  <a:pt x="489708" y="40619"/>
                  <a:pt x="486305" y="43617"/>
                  <a:pt x="486305" y="49613"/>
                </a:cubicBezTo>
                <a:cubicBezTo>
                  <a:pt x="486305" y="51547"/>
                  <a:pt x="486729" y="53143"/>
                  <a:pt x="487575" y="54400"/>
                </a:cubicBezTo>
                <a:cubicBezTo>
                  <a:pt x="488421" y="55657"/>
                  <a:pt x="489654" y="56733"/>
                  <a:pt x="491274" y="57628"/>
                </a:cubicBezTo>
                <a:cubicBezTo>
                  <a:pt x="492894" y="58522"/>
                  <a:pt x="496581" y="59792"/>
                  <a:pt x="502335" y="61436"/>
                </a:cubicBezTo>
                <a:cubicBezTo>
                  <a:pt x="508670" y="63225"/>
                  <a:pt x="513167" y="65026"/>
                  <a:pt x="515826" y="66839"/>
                </a:cubicBezTo>
                <a:cubicBezTo>
                  <a:pt x="518486" y="68653"/>
                  <a:pt x="520541" y="70937"/>
                  <a:pt x="521992" y="73694"/>
                </a:cubicBezTo>
                <a:cubicBezTo>
                  <a:pt x="523442" y="76450"/>
                  <a:pt x="524168" y="79907"/>
                  <a:pt x="524168" y="84066"/>
                </a:cubicBezTo>
                <a:close/>
                <a:moveTo>
                  <a:pt x="540482" y="14303"/>
                </a:moveTo>
                <a:lnTo>
                  <a:pt x="540482" y="0"/>
                </a:lnTo>
                <a:lnTo>
                  <a:pt x="557092" y="0"/>
                </a:lnTo>
                <a:lnTo>
                  <a:pt x="557092" y="14303"/>
                </a:lnTo>
                <a:lnTo>
                  <a:pt x="540482" y="14303"/>
                </a:lnTo>
                <a:moveTo>
                  <a:pt x="540482" y="105463"/>
                </a:moveTo>
                <a:lnTo>
                  <a:pt x="540482" y="31044"/>
                </a:lnTo>
                <a:lnTo>
                  <a:pt x="557165" y="31044"/>
                </a:lnTo>
                <a:lnTo>
                  <a:pt x="557165" y="105463"/>
                </a:lnTo>
                <a:lnTo>
                  <a:pt x="540482" y="105463"/>
                </a:lnTo>
                <a:close/>
                <a:moveTo>
                  <a:pt x="648988" y="68109"/>
                </a:moveTo>
                <a:cubicBezTo>
                  <a:pt x="648988" y="80246"/>
                  <a:pt x="645612" y="89748"/>
                  <a:pt x="638861" y="96614"/>
                </a:cubicBezTo>
                <a:cubicBezTo>
                  <a:pt x="632109" y="103481"/>
                  <a:pt x="622635" y="106914"/>
                  <a:pt x="610437" y="106914"/>
                </a:cubicBezTo>
                <a:cubicBezTo>
                  <a:pt x="598626" y="106914"/>
                  <a:pt x="589381" y="103432"/>
                  <a:pt x="582702" y="96469"/>
                </a:cubicBezTo>
                <a:cubicBezTo>
                  <a:pt x="576023" y="89506"/>
                  <a:pt x="572683" y="80052"/>
                  <a:pt x="572683" y="68109"/>
                </a:cubicBezTo>
                <a:cubicBezTo>
                  <a:pt x="572683" y="55971"/>
                  <a:pt x="576035" y="46518"/>
                  <a:pt x="582738" y="39748"/>
                </a:cubicBezTo>
                <a:cubicBezTo>
                  <a:pt x="589442" y="32978"/>
                  <a:pt x="598820" y="29594"/>
                  <a:pt x="610872" y="29594"/>
                </a:cubicBezTo>
                <a:cubicBezTo>
                  <a:pt x="623312" y="29594"/>
                  <a:pt x="632774" y="32894"/>
                  <a:pt x="639260" y="39494"/>
                </a:cubicBezTo>
                <a:cubicBezTo>
                  <a:pt x="645745" y="46095"/>
                  <a:pt x="648988" y="55633"/>
                  <a:pt x="648988" y="68109"/>
                </a:cubicBezTo>
                <a:moveTo>
                  <a:pt x="631435" y="68109"/>
                </a:moveTo>
                <a:cubicBezTo>
                  <a:pt x="631435" y="50652"/>
                  <a:pt x="624702" y="41924"/>
                  <a:pt x="611235" y="41924"/>
                </a:cubicBezTo>
                <a:cubicBezTo>
                  <a:pt x="597236" y="41924"/>
                  <a:pt x="590236" y="50652"/>
                  <a:pt x="590236" y="68109"/>
                </a:cubicBezTo>
                <a:cubicBezTo>
                  <a:pt x="590236" y="76668"/>
                  <a:pt x="591950" y="83220"/>
                  <a:pt x="595377" y="87765"/>
                </a:cubicBezTo>
                <a:cubicBezTo>
                  <a:pt x="598804" y="92311"/>
                  <a:pt x="603776" y="94583"/>
                  <a:pt x="610292" y="94583"/>
                </a:cubicBezTo>
                <a:cubicBezTo>
                  <a:pt x="624387" y="94583"/>
                  <a:pt x="631435" y="85758"/>
                  <a:pt x="631435" y="68109"/>
                </a:cubicBezTo>
                <a:close/>
                <a:moveTo>
                  <a:pt x="718903" y="105463"/>
                </a:moveTo>
                <a:lnTo>
                  <a:pt x="718903" y="63911"/>
                </a:lnTo>
                <a:cubicBezTo>
                  <a:pt x="718903" y="56369"/>
                  <a:pt x="717731" y="50955"/>
                  <a:pt x="715386" y="47668"/>
                </a:cubicBezTo>
                <a:cubicBezTo>
                  <a:pt x="713040" y="44380"/>
                  <a:pt x="709329" y="42736"/>
                  <a:pt x="704252" y="42736"/>
                </a:cubicBezTo>
                <a:cubicBezTo>
                  <a:pt x="698788" y="42736"/>
                  <a:pt x="694496" y="44839"/>
                  <a:pt x="691377" y="49046"/>
                </a:cubicBezTo>
                <a:cubicBezTo>
                  <a:pt x="688258" y="53251"/>
                  <a:pt x="686699" y="58956"/>
                  <a:pt x="686699" y="66159"/>
                </a:cubicBezTo>
                <a:lnTo>
                  <a:pt x="686699" y="105463"/>
                </a:lnTo>
                <a:lnTo>
                  <a:pt x="670016" y="105463"/>
                </a:lnTo>
                <a:lnTo>
                  <a:pt x="670016" y="48178"/>
                </a:lnTo>
                <a:cubicBezTo>
                  <a:pt x="670016" y="42419"/>
                  <a:pt x="669798" y="36708"/>
                  <a:pt x="669363" y="31044"/>
                </a:cubicBezTo>
                <a:lnTo>
                  <a:pt x="685248" y="31044"/>
                </a:lnTo>
                <a:cubicBezTo>
                  <a:pt x="685780" y="38298"/>
                  <a:pt x="686046" y="43085"/>
                  <a:pt x="686046" y="45406"/>
                </a:cubicBezTo>
                <a:lnTo>
                  <a:pt x="686336" y="45406"/>
                </a:lnTo>
                <a:cubicBezTo>
                  <a:pt x="689194" y="39871"/>
                  <a:pt x="692510" y="35852"/>
                  <a:pt x="696287" y="33349"/>
                </a:cubicBezTo>
                <a:cubicBezTo>
                  <a:pt x="700064" y="30845"/>
                  <a:pt x="704932" y="29594"/>
                  <a:pt x="710889" y="29594"/>
                </a:cubicBezTo>
                <a:cubicBezTo>
                  <a:pt x="719169" y="29594"/>
                  <a:pt x="725380" y="32035"/>
                  <a:pt x="729520" y="36919"/>
                </a:cubicBezTo>
                <a:cubicBezTo>
                  <a:pt x="733661" y="41803"/>
                  <a:pt x="735731" y="49347"/>
                  <a:pt x="735731" y="59550"/>
                </a:cubicBezTo>
                <a:lnTo>
                  <a:pt x="735731" y="105463"/>
                </a:lnTo>
                <a:lnTo>
                  <a:pt x="718903" y="1054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Text Unit">
            <a:extLst xmlns:a="http://schemas.openxmlformats.org/drawingml/2006/main">
              <a:ext uri="{FF2B5EF4-FFF2-40B4-BE49-F238E27FC236}">
                <a16:creationId xmlns:a16="http://schemas.microsoft.com/office/drawing/2014/main" id="{F2BC3F20-F2FC-4258-8820-98C74410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56" y="1395377"/>
            <a:ext cx="270315" cy="106914"/>
          </a:xfrm>
          <a:custGeom xmlns:a="http://schemas.openxmlformats.org/drawingml/2006/main">
            <a:pathLst>
              <a:path w="270315" h="106914">
                <a:moveTo>
                  <a:pt x="40582" y="106914"/>
                </a:moveTo>
                <a:cubicBezTo>
                  <a:pt x="27369" y="106914"/>
                  <a:pt x="17302" y="103575"/>
                  <a:pt x="10381" y="96898"/>
                </a:cubicBezTo>
                <a:cubicBezTo>
                  <a:pt x="3460" y="90220"/>
                  <a:pt x="0" y="80494"/>
                  <a:pt x="0" y="67719"/>
                </a:cubicBezTo>
                <a:lnTo>
                  <a:pt x="0" y="3191"/>
                </a:lnTo>
                <a:lnTo>
                  <a:pt x="17698" y="3191"/>
                </a:lnTo>
                <a:lnTo>
                  <a:pt x="17698" y="66409"/>
                </a:lnTo>
                <a:cubicBezTo>
                  <a:pt x="17698" y="74829"/>
                  <a:pt x="19765" y="81349"/>
                  <a:pt x="23900" y="85970"/>
                </a:cubicBezTo>
                <a:cubicBezTo>
                  <a:pt x="28034" y="90591"/>
                  <a:pt x="33776" y="92901"/>
                  <a:pt x="41126" y="92901"/>
                </a:cubicBezTo>
                <a:cubicBezTo>
                  <a:pt x="48912" y="92901"/>
                  <a:pt x="54859" y="90506"/>
                  <a:pt x="58969" y="85716"/>
                </a:cubicBezTo>
                <a:cubicBezTo>
                  <a:pt x="63080" y="80926"/>
                  <a:pt x="65135" y="74200"/>
                  <a:pt x="65135" y="65538"/>
                </a:cubicBezTo>
                <a:lnTo>
                  <a:pt x="65135" y="3191"/>
                </a:lnTo>
                <a:lnTo>
                  <a:pt x="82688" y="3191"/>
                </a:lnTo>
                <a:lnTo>
                  <a:pt x="82688" y="66558"/>
                </a:lnTo>
                <a:cubicBezTo>
                  <a:pt x="82688" y="79575"/>
                  <a:pt x="79070" y="89555"/>
                  <a:pt x="71835" y="96499"/>
                </a:cubicBezTo>
                <a:cubicBezTo>
                  <a:pt x="64600" y="103442"/>
                  <a:pt x="54182" y="106914"/>
                  <a:pt x="40582" y="106914"/>
                </a:cubicBezTo>
                <a:close/>
                <a:moveTo>
                  <a:pt x="150936" y="105463"/>
                </a:moveTo>
                <a:lnTo>
                  <a:pt x="150936" y="63911"/>
                </a:lnTo>
                <a:cubicBezTo>
                  <a:pt x="150936" y="56369"/>
                  <a:pt x="149764" y="50955"/>
                  <a:pt x="147418" y="47668"/>
                </a:cubicBezTo>
                <a:cubicBezTo>
                  <a:pt x="145073" y="44380"/>
                  <a:pt x="141362" y="42736"/>
                  <a:pt x="136285" y="42736"/>
                </a:cubicBezTo>
                <a:cubicBezTo>
                  <a:pt x="130820" y="42736"/>
                  <a:pt x="126529" y="44839"/>
                  <a:pt x="123410" y="49046"/>
                </a:cubicBezTo>
                <a:cubicBezTo>
                  <a:pt x="120291" y="53251"/>
                  <a:pt x="118731" y="58956"/>
                  <a:pt x="118731" y="66159"/>
                </a:cubicBezTo>
                <a:lnTo>
                  <a:pt x="118731" y="105463"/>
                </a:lnTo>
                <a:lnTo>
                  <a:pt x="102049" y="105463"/>
                </a:lnTo>
                <a:lnTo>
                  <a:pt x="102049" y="48178"/>
                </a:lnTo>
                <a:cubicBezTo>
                  <a:pt x="102049" y="42419"/>
                  <a:pt x="101831" y="36708"/>
                  <a:pt x="101396" y="31044"/>
                </a:cubicBezTo>
                <a:lnTo>
                  <a:pt x="117281" y="31044"/>
                </a:lnTo>
                <a:cubicBezTo>
                  <a:pt x="117813" y="38298"/>
                  <a:pt x="118079" y="43085"/>
                  <a:pt x="118079" y="45406"/>
                </a:cubicBezTo>
                <a:lnTo>
                  <a:pt x="118369" y="45406"/>
                </a:lnTo>
                <a:cubicBezTo>
                  <a:pt x="121226" y="39871"/>
                  <a:pt x="124543" y="35852"/>
                  <a:pt x="128319" y="33349"/>
                </a:cubicBezTo>
                <a:cubicBezTo>
                  <a:pt x="132097" y="30845"/>
                  <a:pt x="136965" y="29594"/>
                  <a:pt x="142921" y="29594"/>
                </a:cubicBezTo>
                <a:cubicBezTo>
                  <a:pt x="151202" y="29594"/>
                  <a:pt x="157413" y="32035"/>
                  <a:pt x="161553" y="36919"/>
                </a:cubicBezTo>
                <a:cubicBezTo>
                  <a:pt x="165694" y="41803"/>
                  <a:pt x="167764" y="49347"/>
                  <a:pt x="167764" y="59550"/>
                </a:cubicBezTo>
                <a:lnTo>
                  <a:pt x="167764" y="105463"/>
                </a:lnTo>
                <a:lnTo>
                  <a:pt x="150936" y="105463"/>
                </a:lnTo>
                <a:close/>
                <a:moveTo>
                  <a:pt x="194594" y="14303"/>
                </a:moveTo>
                <a:lnTo>
                  <a:pt x="194594" y="0"/>
                </a:lnTo>
                <a:lnTo>
                  <a:pt x="211204" y="0"/>
                </a:lnTo>
                <a:lnTo>
                  <a:pt x="211204" y="14303"/>
                </a:lnTo>
                <a:lnTo>
                  <a:pt x="194594" y="14303"/>
                </a:lnTo>
                <a:moveTo>
                  <a:pt x="194594" y="105463"/>
                </a:moveTo>
                <a:lnTo>
                  <a:pt x="194594" y="31044"/>
                </a:lnTo>
                <a:lnTo>
                  <a:pt x="211277" y="31044"/>
                </a:lnTo>
                <a:lnTo>
                  <a:pt x="211277" y="105463"/>
                </a:lnTo>
                <a:lnTo>
                  <a:pt x="194594" y="105463"/>
                </a:lnTo>
                <a:close/>
                <a:moveTo>
                  <a:pt x="253599" y="106769"/>
                </a:moveTo>
                <a:cubicBezTo>
                  <a:pt x="247784" y="106769"/>
                  <a:pt x="243193" y="105111"/>
                  <a:pt x="239824" y="101796"/>
                </a:cubicBezTo>
                <a:cubicBezTo>
                  <a:pt x="236458" y="98480"/>
                  <a:pt x="234774" y="93725"/>
                  <a:pt x="234774" y="87529"/>
                </a:cubicBezTo>
                <a:lnTo>
                  <a:pt x="234774" y="43171"/>
                </a:lnTo>
                <a:lnTo>
                  <a:pt x="223749" y="43171"/>
                </a:lnTo>
                <a:lnTo>
                  <a:pt x="223749" y="31044"/>
                </a:lnTo>
                <a:lnTo>
                  <a:pt x="234992" y="31044"/>
                </a:lnTo>
                <a:lnTo>
                  <a:pt x="240309" y="13056"/>
                </a:lnTo>
                <a:lnTo>
                  <a:pt x="251457" y="13056"/>
                </a:lnTo>
                <a:lnTo>
                  <a:pt x="251457" y="31044"/>
                </a:lnTo>
                <a:lnTo>
                  <a:pt x="269373" y="31044"/>
                </a:lnTo>
                <a:lnTo>
                  <a:pt x="269373" y="43171"/>
                </a:lnTo>
                <a:lnTo>
                  <a:pt x="251457" y="43171"/>
                </a:lnTo>
                <a:lnTo>
                  <a:pt x="251457" y="83318"/>
                </a:lnTo>
                <a:cubicBezTo>
                  <a:pt x="251457" y="90674"/>
                  <a:pt x="254576" y="94352"/>
                  <a:pt x="260814" y="94352"/>
                </a:cubicBezTo>
                <a:cubicBezTo>
                  <a:pt x="263763" y="94352"/>
                  <a:pt x="266931" y="94038"/>
                  <a:pt x="270315" y="93409"/>
                </a:cubicBezTo>
                <a:lnTo>
                  <a:pt x="270315" y="104591"/>
                </a:lnTo>
                <a:cubicBezTo>
                  <a:pt x="264792" y="106043"/>
                  <a:pt x="259220" y="106769"/>
                  <a:pt x="253599" y="1067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Text Sensors">
            <a:extLst xmlns:a="http://schemas.openxmlformats.org/drawingml/2006/main">
              <a:ext uri="{FF2B5EF4-FFF2-40B4-BE49-F238E27FC236}">
                <a16:creationId xmlns:a16="http://schemas.microsoft.com/office/drawing/2014/main" id="{CA7A7D46-8046-422E-87A9-A2030F6E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14" y="2182538"/>
            <a:ext cx="508929" cy="105173"/>
          </a:xfrm>
          <a:custGeom xmlns:a="http://schemas.openxmlformats.org/drawingml/2006/main">
            <a:pathLst>
              <a:path w="508929" h="105173">
                <a:moveTo>
                  <a:pt x="72388" y="74927"/>
                </a:moveTo>
                <a:cubicBezTo>
                  <a:pt x="72388" y="84695"/>
                  <a:pt x="69274" y="92178"/>
                  <a:pt x="63047" y="97376"/>
                </a:cubicBezTo>
                <a:cubicBezTo>
                  <a:pt x="56821" y="102574"/>
                  <a:pt x="47822" y="105173"/>
                  <a:pt x="36049" y="105173"/>
                </a:cubicBezTo>
                <a:cubicBezTo>
                  <a:pt x="25680" y="105173"/>
                  <a:pt x="17527" y="102919"/>
                  <a:pt x="11592" y="98412"/>
                </a:cubicBezTo>
                <a:cubicBezTo>
                  <a:pt x="5656" y="93904"/>
                  <a:pt x="1792" y="87093"/>
                  <a:pt x="0" y="77980"/>
                </a:cubicBezTo>
                <a:lnTo>
                  <a:pt x="16436" y="75144"/>
                </a:lnTo>
                <a:cubicBezTo>
                  <a:pt x="18811" y="86266"/>
                  <a:pt x="25647" y="91827"/>
                  <a:pt x="36944" y="91827"/>
                </a:cubicBezTo>
                <a:cubicBezTo>
                  <a:pt x="49258" y="91827"/>
                  <a:pt x="55415" y="86532"/>
                  <a:pt x="55415" y="75942"/>
                </a:cubicBezTo>
                <a:cubicBezTo>
                  <a:pt x="55415" y="72896"/>
                  <a:pt x="54810" y="70406"/>
                  <a:pt x="53600" y="68471"/>
                </a:cubicBezTo>
                <a:cubicBezTo>
                  <a:pt x="52389" y="66537"/>
                  <a:pt x="50719" y="64917"/>
                  <a:pt x="48588" y="63612"/>
                </a:cubicBezTo>
                <a:cubicBezTo>
                  <a:pt x="46457" y="62306"/>
                  <a:pt x="43951" y="61206"/>
                  <a:pt x="41070" y="60311"/>
                </a:cubicBezTo>
                <a:cubicBezTo>
                  <a:pt x="38188" y="59417"/>
                  <a:pt x="35101" y="58486"/>
                  <a:pt x="31808" y="57519"/>
                </a:cubicBezTo>
                <a:cubicBezTo>
                  <a:pt x="23867" y="55246"/>
                  <a:pt x="18117" y="52877"/>
                  <a:pt x="14559" y="50411"/>
                </a:cubicBezTo>
                <a:cubicBezTo>
                  <a:pt x="11000" y="47944"/>
                  <a:pt x="8264" y="44850"/>
                  <a:pt x="6351" y="41126"/>
                </a:cubicBezTo>
                <a:cubicBezTo>
                  <a:pt x="4438" y="37403"/>
                  <a:pt x="3482" y="32761"/>
                  <a:pt x="3482" y="27200"/>
                </a:cubicBezTo>
                <a:cubicBezTo>
                  <a:pt x="3482" y="18641"/>
                  <a:pt x="6335" y="11968"/>
                  <a:pt x="12041" y="7181"/>
                </a:cubicBezTo>
                <a:cubicBezTo>
                  <a:pt x="17746" y="2394"/>
                  <a:pt x="25677" y="0"/>
                  <a:pt x="35831" y="0"/>
                </a:cubicBezTo>
                <a:cubicBezTo>
                  <a:pt x="45502" y="0"/>
                  <a:pt x="53058" y="1922"/>
                  <a:pt x="58498" y="5766"/>
                </a:cubicBezTo>
                <a:cubicBezTo>
                  <a:pt x="63938" y="9611"/>
                  <a:pt x="67698" y="15643"/>
                  <a:pt x="69777" y="23863"/>
                </a:cubicBezTo>
                <a:lnTo>
                  <a:pt x="53167" y="26837"/>
                </a:lnTo>
                <a:cubicBezTo>
                  <a:pt x="50991" y="17514"/>
                  <a:pt x="45164" y="12852"/>
                  <a:pt x="35686" y="12852"/>
                </a:cubicBezTo>
                <a:cubicBezTo>
                  <a:pt x="30802" y="12852"/>
                  <a:pt x="27043" y="14049"/>
                  <a:pt x="24407" y="16442"/>
                </a:cubicBezTo>
                <a:cubicBezTo>
                  <a:pt x="21772" y="18834"/>
                  <a:pt x="20454" y="22157"/>
                  <a:pt x="20454" y="26409"/>
                </a:cubicBezTo>
                <a:cubicBezTo>
                  <a:pt x="20454" y="29359"/>
                  <a:pt x="21047" y="31788"/>
                  <a:pt x="22234" y="33696"/>
                </a:cubicBezTo>
                <a:cubicBezTo>
                  <a:pt x="23420" y="35605"/>
                  <a:pt x="25199" y="37260"/>
                  <a:pt x="27572" y="38662"/>
                </a:cubicBezTo>
                <a:cubicBezTo>
                  <a:pt x="29946" y="40065"/>
                  <a:pt x="34522" y="41805"/>
                  <a:pt x="41301" y="43883"/>
                </a:cubicBezTo>
                <a:cubicBezTo>
                  <a:pt x="49242" y="46349"/>
                  <a:pt x="54907" y="48513"/>
                  <a:pt x="58296" y="50374"/>
                </a:cubicBezTo>
                <a:cubicBezTo>
                  <a:pt x="61686" y="52236"/>
                  <a:pt x="64373" y="54303"/>
                  <a:pt x="66359" y="56576"/>
                </a:cubicBezTo>
                <a:cubicBezTo>
                  <a:pt x="68344" y="58849"/>
                  <a:pt x="69846" y="61484"/>
                  <a:pt x="70863" y="64482"/>
                </a:cubicBezTo>
                <a:cubicBezTo>
                  <a:pt x="71880" y="67480"/>
                  <a:pt x="72388" y="70962"/>
                  <a:pt x="72388" y="74927"/>
                </a:cubicBezTo>
                <a:close/>
                <a:moveTo>
                  <a:pt x="103206" y="69718"/>
                </a:moveTo>
                <a:cubicBezTo>
                  <a:pt x="103448" y="77301"/>
                  <a:pt x="105123" y="83133"/>
                  <a:pt x="108231" y="87214"/>
                </a:cubicBezTo>
                <a:cubicBezTo>
                  <a:pt x="111341" y="91296"/>
                  <a:pt x="115596" y="93337"/>
                  <a:pt x="120997" y="93337"/>
                </a:cubicBezTo>
                <a:cubicBezTo>
                  <a:pt x="124660" y="93337"/>
                  <a:pt x="127926" y="92413"/>
                  <a:pt x="130794" y="90567"/>
                </a:cubicBezTo>
                <a:cubicBezTo>
                  <a:pt x="133663" y="88720"/>
                  <a:pt x="136255" y="85610"/>
                  <a:pt x="138568" y="81237"/>
                </a:cubicBezTo>
                <a:lnTo>
                  <a:pt x="151658" y="87566"/>
                </a:lnTo>
                <a:cubicBezTo>
                  <a:pt x="148808" y="92175"/>
                  <a:pt x="145958" y="95667"/>
                  <a:pt x="143108" y="98042"/>
                </a:cubicBezTo>
                <a:cubicBezTo>
                  <a:pt x="140258" y="100419"/>
                  <a:pt x="136938" y="102201"/>
                  <a:pt x="133146" y="103389"/>
                </a:cubicBezTo>
                <a:cubicBezTo>
                  <a:pt x="129355" y="104578"/>
                  <a:pt x="124851" y="105173"/>
                  <a:pt x="119635" y="105173"/>
                </a:cubicBezTo>
                <a:cubicBezTo>
                  <a:pt x="108765" y="105173"/>
                  <a:pt x="100384" y="101752"/>
                  <a:pt x="94491" y="94910"/>
                </a:cubicBezTo>
                <a:cubicBezTo>
                  <a:pt x="88599" y="88067"/>
                  <a:pt x="85653" y="78457"/>
                  <a:pt x="85653" y="66078"/>
                </a:cubicBezTo>
                <a:cubicBezTo>
                  <a:pt x="85653" y="53602"/>
                  <a:pt x="88748" y="44112"/>
                  <a:pt x="94937" y="37608"/>
                </a:cubicBezTo>
                <a:cubicBezTo>
                  <a:pt x="101127" y="31105"/>
                  <a:pt x="109565" y="27853"/>
                  <a:pt x="120251" y="27853"/>
                </a:cubicBezTo>
                <a:cubicBezTo>
                  <a:pt x="130841" y="27853"/>
                  <a:pt x="138941" y="31324"/>
                  <a:pt x="144550" y="38266"/>
                </a:cubicBezTo>
                <a:cubicBezTo>
                  <a:pt x="150159" y="45206"/>
                  <a:pt x="152964" y="55013"/>
                  <a:pt x="152964" y="67687"/>
                </a:cubicBezTo>
                <a:lnTo>
                  <a:pt x="152964" y="69718"/>
                </a:lnTo>
                <a:lnTo>
                  <a:pt x="103206" y="69718"/>
                </a:lnTo>
                <a:moveTo>
                  <a:pt x="119671" y="39399"/>
                </a:moveTo>
                <a:cubicBezTo>
                  <a:pt x="114808" y="39399"/>
                  <a:pt x="110932" y="41139"/>
                  <a:pt x="108043" y="44619"/>
                </a:cubicBezTo>
                <a:cubicBezTo>
                  <a:pt x="105155" y="48098"/>
                  <a:pt x="103591" y="52905"/>
                  <a:pt x="103351" y="59042"/>
                </a:cubicBezTo>
                <a:lnTo>
                  <a:pt x="135556" y="59042"/>
                </a:lnTo>
                <a:cubicBezTo>
                  <a:pt x="135074" y="52470"/>
                  <a:pt x="133581" y="47554"/>
                  <a:pt x="131077" y="44293"/>
                </a:cubicBezTo>
                <a:cubicBezTo>
                  <a:pt x="128575" y="41030"/>
                  <a:pt x="124773" y="39399"/>
                  <a:pt x="119671" y="39399"/>
                </a:cubicBezTo>
                <a:close/>
                <a:moveTo>
                  <a:pt x="213308" y="103722"/>
                </a:moveTo>
                <a:lnTo>
                  <a:pt x="213308" y="62170"/>
                </a:lnTo>
                <a:cubicBezTo>
                  <a:pt x="213308" y="54628"/>
                  <a:pt x="212135" y="49214"/>
                  <a:pt x="209790" y="45927"/>
                </a:cubicBezTo>
                <a:cubicBezTo>
                  <a:pt x="207445" y="42639"/>
                  <a:pt x="203733" y="40995"/>
                  <a:pt x="198656" y="40995"/>
                </a:cubicBezTo>
                <a:cubicBezTo>
                  <a:pt x="193192" y="40995"/>
                  <a:pt x="188900" y="43098"/>
                  <a:pt x="185782" y="47305"/>
                </a:cubicBezTo>
                <a:cubicBezTo>
                  <a:pt x="182663" y="51511"/>
                  <a:pt x="181103" y="57215"/>
                  <a:pt x="181103" y="64419"/>
                </a:cubicBezTo>
                <a:lnTo>
                  <a:pt x="181103" y="103722"/>
                </a:lnTo>
                <a:lnTo>
                  <a:pt x="164421" y="103722"/>
                </a:lnTo>
                <a:lnTo>
                  <a:pt x="164421" y="46437"/>
                </a:lnTo>
                <a:cubicBezTo>
                  <a:pt x="164421" y="40678"/>
                  <a:pt x="164203" y="34967"/>
                  <a:pt x="163768" y="29303"/>
                </a:cubicBezTo>
                <a:lnTo>
                  <a:pt x="179652" y="29303"/>
                </a:lnTo>
                <a:cubicBezTo>
                  <a:pt x="180184" y="36557"/>
                  <a:pt x="180450" y="41344"/>
                  <a:pt x="180450" y="43665"/>
                </a:cubicBezTo>
                <a:lnTo>
                  <a:pt x="180740" y="43665"/>
                </a:lnTo>
                <a:cubicBezTo>
                  <a:pt x="183598" y="38130"/>
                  <a:pt x="186915" y="34111"/>
                  <a:pt x="190691" y="31609"/>
                </a:cubicBezTo>
                <a:cubicBezTo>
                  <a:pt x="194469" y="29105"/>
                  <a:pt x="199336" y="27853"/>
                  <a:pt x="205293" y="27853"/>
                </a:cubicBezTo>
                <a:cubicBezTo>
                  <a:pt x="213574" y="27853"/>
                  <a:pt x="219784" y="30295"/>
                  <a:pt x="223925" y="35179"/>
                </a:cubicBezTo>
                <a:cubicBezTo>
                  <a:pt x="228065" y="40062"/>
                  <a:pt x="230136" y="47606"/>
                  <a:pt x="230136" y="57809"/>
                </a:cubicBezTo>
                <a:lnTo>
                  <a:pt x="230136" y="103722"/>
                </a:lnTo>
                <a:lnTo>
                  <a:pt x="213308" y="103722"/>
                </a:lnTo>
                <a:close/>
                <a:moveTo>
                  <a:pt x="305418" y="82325"/>
                </a:moveTo>
                <a:cubicBezTo>
                  <a:pt x="305418" y="89482"/>
                  <a:pt x="302988" y="95079"/>
                  <a:pt x="298129" y="99117"/>
                </a:cubicBezTo>
                <a:cubicBezTo>
                  <a:pt x="293269" y="103154"/>
                  <a:pt x="286463" y="105173"/>
                  <a:pt x="277710" y="105173"/>
                </a:cubicBezTo>
                <a:cubicBezTo>
                  <a:pt x="268620" y="105173"/>
                  <a:pt x="261947" y="103747"/>
                  <a:pt x="257691" y="100894"/>
                </a:cubicBezTo>
                <a:cubicBezTo>
                  <a:pt x="253436" y="98041"/>
                  <a:pt x="250631" y="93447"/>
                  <a:pt x="249277" y="87112"/>
                </a:cubicBezTo>
                <a:lnTo>
                  <a:pt x="263639" y="84864"/>
                </a:lnTo>
                <a:cubicBezTo>
                  <a:pt x="264316" y="88196"/>
                  <a:pt x="265755" y="90586"/>
                  <a:pt x="267955" y="92036"/>
                </a:cubicBezTo>
                <a:cubicBezTo>
                  <a:pt x="270155" y="93483"/>
                  <a:pt x="273310" y="94207"/>
                  <a:pt x="277420" y="94207"/>
                </a:cubicBezTo>
                <a:cubicBezTo>
                  <a:pt x="281144" y="94207"/>
                  <a:pt x="284154" y="93410"/>
                  <a:pt x="286451" y="91816"/>
                </a:cubicBezTo>
                <a:cubicBezTo>
                  <a:pt x="288748" y="90220"/>
                  <a:pt x="289896" y="87634"/>
                  <a:pt x="289896" y="84059"/>
                </a:cubicBezTo>
                <a:cubicBezTo>
                  <a:pt x="289896" y="81885"/>
                  <a:pt x="289388" y="80085"/>
                  <a:pt x="288373" y="78660"/>
                </a:cubicBezTo>
                <a:cubicBezTo>
                  <a:pt x="287357" y="77233"/>
                  <a:pt x="285846" y="76001"/>
                  <a:pt x="283840" y="74963"/>
                </a:cubicBezTo>
                <a:cubicBezTo>
                  <a:pt x="281833" y="73923"/>
                  <a:pt x="277928" y="72630"/>
                  <a:pt x="272125" y="71083"/>
                </a:cubicBezTo>
                <a:cubicBezTo>
                  <a:pt x="266806" y="69680"/>
                  <a:pt x="262853" y="68097"/>
                  <a:pt x="260266" y="66332"/>
                </a:cubicBezTo>
                <a:cubicBezTo>
                  <a:pt x="257679" y="64567"/>
                  <a:pt x="255685" y="62342"/>
                  <a:pt x="254282" y="59659"/>
                </a:cubicBezTo>
                <a:cubicBezTo>
                  <a:pt x="252880" y="56975"/>
                  <a:pt x="252179" y="53675"/>
                  <a:pt x="252179" y="49758"/>
                </a:cubicBezTo>
                <a:cubicBezTo>
                  <a:pt x="252179" y="42843"/>
                  <a:pt x="254340" y="37463"/>
                  <a:pt x="258661" y="33619"/>
                </a:cubicBezTo>
                <a:cubicBezTo>
                  <a:pt x="262983" y="29775"/>
                  <a:pt x="269297" y="27853"/>
                  <a:pt x="277602" y="27853"/>
                </a:cubicBezTo>
                <a:cubicBezTo>
                  <a:pt x="285280" y="27853"/>
                  <a:pt x="291183" y="29262"/>
                  <a:pt x="295311" y="32080"/>
                </a:cubicBezTo>
                <a:cubicBezTo>
                  <a:pt x="299439" y="34898"/>
                  <a:pt x="302035" y="39222"/>
                  <a:pt x="303097" y="45050"/>
                </a:cubicBezTo>
                <a:lnTo>
                  <a:pt x="288620" y="46566"/>
                </a:lnTo>
                <a:cubicBezTo>
                  <a:pt x="288089" y="43741"/>
                  <a:pt x="286919" y="41753"/>
                  <a:pt x="285109" y="40603"/>
                </a:cubicBezTo>
                <a:cubicBezTo>
                  <a:pt x="283300" y="39453"/>
                  <a:pt x="280851" y="38878"/>
                  <a:pt x="277763" y="38878"/>
                </a:cubicBezTo>
                <a:cubicBezTo>
                  <a:pt x="270958" y="38878"/>
                  <a:pt x="267556" y="41876"/>
                  <a:pt x="267556" y="47872"/>
                </a:cubicBezTo>
                <a:cubicBezTo>
                  <a:pt x="267556" y="49806"/>
                  <a:pt x="267979" y="51402"/>
                  <a:pt x="268825" y="52659"/>
                </a:cubicBezTo>
                <a:cubicBezTo>
                  <a:pt x="269671" y="53916"/>
                  <a:pt x="270904" y="54992"/>
                  <a:pt x="272524" y="55887"/>
                </a:cubicBezTo>
                <a:cubicBezTo>
                  <a:pt x="274144" y="56781"/>
                  <a:pt x="277831" y="58051"/>
                  <a:pt x="283586" y="59695"/>
                </a:cubicBezTo>
                <a:cubicBezTo>
                  <a:pt x="289920" y="61484"/>
                  <a:pt x="294417" y="63285"/>
                  <a:pt x="297077" y="65099"/>
                </a:cubicBezTo>
                <a:cubicBezTo>
                  <a:pt x="299736" y="66912"/>
                  <a:pt x="301791" y="69197"/>
                  <a:pt x="303242" y="71953"/>
                </a:cubicBezTo>
                <a:cubicBezTo>
                  <a:pt x="304693" y="74709"/>
                  <a:pt x="305418" y="78167"/>
                  <a:pt x="305418" y="82325"/>
                </a:cubicBezTo>
                <a:close/>
                <a:moveTo>
                  <a:pt x="384040" y="66368"/>
                </a:moveTo>
                <a:cubicBezTo>
                  <a:pt x="384040" y="78505"/>
                  <a:pt x="380665" y="88007"/>
                  <a:pt x="373913" y="94873"/>
                </a:cubicBezTo>
                <a:cubicBezTo>
                  <a:pt x="367161" y="101740"/>
                  <a:pt x="357687" y="105173"/>
                  <a:pt x="345489" y="105173"/>
                </a:cubicBezTo>
                <a:cubicBezTo>
                  <a:pt x="333678" y="105173"/>
                  <a:pt x="324433" y="101692"/>
                  <a:pt x="317754" y="94728"/>
                </a:cubicBezTo>
                <a:cubicBezTo>
                  <a:pt x="311075" y="87765"/>
                  <a:pt x="307736" y="78312"/>
                  <a:pt x="307736" y="66368"/>
                </a:cubicBezTo>
                <a:cubicBezTo>
                  <a:pt x="307736" y="54231"/>
                  <a:pt x="311087" y="44777"/>
                  <a:pt x="317790" y="38007"/>
                </a:cubicBezTo>
                <a:cubicBezTo>
                  <a:pt x="324494" y="31238"/>
                  <a:pt x="333872" y="27853"/>
                  <a:pt x="345924" y="27853"/>
                </a:cubicBezTo>
                <a:cubicBezTo>
                  <a:pt x="358364" y="27853"/>
                  <a:pt x="367826" y="31153"/>
                  <a:pt x="374312" y="37754"/>
                </a:cubicBezTo>
                <a:cubicBezTo>
                  <a:pt x="380798" y="44354"/>
                  <a:pt x="384040" y="53892"/>
                  <a:pt x="384040" y="66368"/>
                </a:cubicBezTo>
                <a:moveTo>
                  <a:pt x="366487" y="66368"/>
                </a:moveTo>
                <a:cubicBezTo>
                  <a:pt x="366487" y="48912"/>
                  <a:pt x="359754" y="40183"/>
                  <a:pt x="346287" y="40183"/>
                </a:cubicBezTo>
                <a:cubicBezTo>
                  <a:pt x="332288" y="40183"/>
                  <a:pt x="325289" y="48912"/>
                  <a:pt x="325289" y="66368"/>
                </a:cubicBezTo>
                <a:cubicBezTo>
                  <a:pt x="325289" y="74927"/>
                  <a:pt x="327002" y="81479"/>
                  <a:pt x="330429" y="86024"/>
                </a:cubicBezTo>
                <a:cubicBezTo>
                  <a:pt x="333857" y="90570"/>
                  <a:pt x="338828" y="92842"/>
                  <a:pt x="345344" y="92842"/>
                </a:cubicBezTo>
                <a:cubicBezTo>
                  <a:pt x="359440" y="92842"/>
                  <a:pt x="366487" y="84018"/>
                  <a:pt x="366487" y="66368"/>
                </a:cubicBezTo>
                <a:close/>
                <a:moveTo>
                  <a:pt x="439499" y="41720"/>
                </a:moveTo>
                <a:cubicBezTo>
                  <a:pt x="434068" y="41720"/>
                  <a:pt x="429728" y="44102"/>
                  <a:pt x="426479" y="48865"/>
                </a:cubicBezTo>
                <a:cubicBezTo>
                  <a:pt x="423230" y="53626"/>
                  <a:pt x="421606" y="60043"/>
                  <a:pt x="421606" y="68115"/>
                </a:cubicBezTo>
                <a:lnTo>
                  <a:pt x="421606" y="103722"/>
                </a:lnTo>
                <a:lnTo>
                  <a:pt x="404923" y="103722"/>
                </a:lnTo>
                <a:lnTo>
                  <a:pt x="404923" y="47672"/>
                </a:lnTo>
                <a:cubicBezTo>
                  <a:pt x="404923" y="39831"/>
                  <a:pt x="404730" y="33708"/>
                  <a:pt x="404343" y="29303"/>
                </a:cubicBezTo>
                <a:lnTo>
                  <a:pt x="420298" y="29303"/>
                </a:lnTo>
                <a:cubicBezTo>
                  <a:pt x="420783" y="35106"/>
                  <a:pt x="421025" y="40715"/>
                  <a:pt x="421025" y="46131"/>
                </a:cubicBezTo>
                <a:lnTo>
                  <a:pt x="421316" y="46131"/>
                </a:lnTo>
                <a:cubicBezTo>
                  <a:pt x="423644" y="39292"/>
                  <a:pt x="426336" y="34536"/>
                  <a:pt x="429389" y="31862"/>
                </a:cubicBezTo>
                <a:cubicBezTo>
                  <a:pt x="432445" y="29189"/>
                  <a:pt x="436470" y="27853"/>
                  <a:pt x="441464" y="27853"/>
                </a:cubicBezTo>
                <a:cubicBezTo>
                  <a:pt x="443743" y="27853"/>
                  <a:pt x="445634" y="28167"/>
                  <a:pt x="447137" y="28796"/>
                </a:cubicBezTo>
                <a:lnTo>
                  <a:pt x="447137" y="42504"/>
                </a:lnTo>
                <a:cubicBezTo>
                  <a:pt x="444664" y="41982"/>
                  <a:pt x="442118" y="41720"/>
                  <a:pt x="439499" y="41720"/>
                </a:cubicBezTo>
                <a:close/>
                <a:moveTo>
                  <a:pt x="508929" y="82325"/>
                </a:moveTo>
                <a:cubicBezTo>
                  <a:pt x="508929" y="89482"/>
                  <a:pt x="506499" y="95079"/>
                  <a:pt x="501639" y="99117"/>
                </a:cubicBezTo>
                <a:cubicBezTo>
                  <a:pt x="496779" y="103154"/>
                  <a:pt x="489973" y="105173"/>
                  <a:pt x="481221" y="105173"/>
                </a:cubicBezTo>
                <a:cubicBezTo>
                  <a:pt x="472130" y="105173"/>
                  <a:pt x="465457" y="103747"/>
                  <a:pt x="461202" y="100894"/>
                </a:cubicBezTo>
                <a:cubicBezTo>
                  <a:pt x="456947" y="98041"/>
                  <a:pt x="454142" y="93447"/>
                  <a:pt x="452788" y="87112"/>
                </a:cubicBezTo>
                <a:lnTo>
                  <a:pt x="467150" y="84864"/>
                </a:lnTo>
                <a:cubicBezTo>
                  <a:pt x="467827" y="88196"/>
                  <a:pt x="469265" y="90586"/>
                  <a:pt x="471465" y="92036"/>
                </a:cubicBezTo>
                <a:cubicBezTo>
                  <a:pt x="473665" y="93483"/>
                  <a:pt x="476821" y="94207"/>
                  <a:pt x="480931" y="94207"/>
                </a:cubicBezTo>
                <a:cubicBezTo>
                  <a:pt x="484654" y="94207"/>
                  <a:pt x="487664" y="93410"/>
                  <a:pt x="489961" y="91816"/>
                </a:cubicBezTo>
                <a:cubicBezTo>
                  <a:pt x="492258" y="90220"/>
                  <a:pt x="493407" y="87634"/>
                  <a:pt x="493407" y="84059"/>
                </a:cubicBezTo>
                <a:cubicBezTo>
                  <a:pt x="493407" y="81885"/>
                  <a:pt x="492899" y="80085"/>
                  <a:pt x="491883" y="78660"/>
                </a:cubicBezTo>
                <a:cubicBezTo>
                  <a:pt x="490868" y="77233"/>
                  <a:pt x="489357" y="76001"/>
                  <a:pt x="487350" y="74963"/>
                </a:cubicBezTo>
                <a:cubicBezTo>
                  <a:pt x="485343" y="73923"/>
                  <a:pt x="481439" y="72630"/>
                  <a:pt x="475636" y="71083"/>
                </a:cubicBezTo>
                <a:cubicBezTo>
                  <a:pt x="470317" y="69680"/>
                  <a:pt x="466364" y="68097"/>
                  <a:pt x="463777" y="66332"/>
                </a:cubicBezTo>
                <a:cubicBezTo>
                  <a:pt x="461190" y="64567"/>
                  <a:pt x="459195" y="62342"/>
                  <a:pt x="457793" y="59659"/>
                </a:cubicBezTo>
                <a:cubicBezTo>
                  <a:pt x="456390" y="56975"/>
                  <a:pt x="455689" y="53675"/>
                  <a:pt x="455689" y="49758"/>
                </a:cubicBezTo>
                <a:cubicBezTo>
                  <a:pt x="455689" y="42843"/>
                  <a:pt x="457850" y="37463"/>
                  <a:pt x="462172" y="33619"/>
                </a:cubicBezTo>
                <a:cubicBezTo>
                  <a:pt x="466494" y="29775"/>
                  <a:pt x="472807" y="27853"/>
                  <a:pt x="481112" y="27853"/>
                </a:cubicBezTo>
                <a:cubicBezTo>
                  <a:pt x="488790" y="27853"/>
                  <a:pt x="494693" y="29262"/>
                  <a:pt x="498822" y="32080"/>
                </a:cubicBezTo>
                <a:cubicBezTo>
                  <a:pt x="502950" y="34898"/>
                  <a:pt x="505545" y="39222"/>
                  <a:pt x="506608" y="45050"/>
                </a:cubicBezTo>
                <a:lnTo>
                  <a:pt x="492130" y="46566"/>
                </a:lnTo>
                <a:cubicBezTo>
                  <a:pt x="491600" y="43741"/>
                  <a:pt x="490430" y="41753"/>
                  <a:pt x="488619" y="40603"/>
                </a:cubicBezTo>
                <a:cubicBezTo>
                  <a:pt x="486811" y="39453"/>
                  <a:pt x="484362" y="38878"/>
                  <a:pt x="481273" y="38878"/>
                </a:cubicBezTo>
                <a:cubicBezTo>
                  <a:pt x="474469" y="38878"/>
                  <a:pt x="471066" y="41876"/>
                  <a:pt x="471066" y="47872"/>
                </a:cubicBezTo>
                <a:cubicBezTo>
                  <a:pt x="471066" y="49806"/>
                  <a:pt x="471489" y="51402"/>
                  <a:pt x="472336" y="52659"/>
                </a:cubicBezTo>
                <a:cubicBezTo>
                  <a:pt x="473182" y="53916"/>
                  <a:pt x="474415" y="54992"/>
                  <a:pt x="476035" y="55887"/>
                </a:cubicBezTo>
                <a:cubicBezTo>
                  <a:pt x="477655" y="56781"/>
                  <a:pt x="481342" y="58051"/>
                  <a:pt x="487096" y="59695"/>
                </a:cubicBezTo>
                <a:cubicBezTo>
                  <a:pt x="493431" y="61484"/>
                  <a:pt x="497928" y="63285"/>
                  <a:pt x="500587" y="65099"/>
                </a:cubicBezTo>
                <a:cubicBezTo>
                  <a:pt x="503247" y="66912"/>
                  <a:pt x="505302" y="69197"/>
                  <a:pt x="506753" y="71953"/>
                </a:cubicBezTo>
                <a:cubicBezTo>
                  <a:pt x="508203" y="74709"/>
                  <a:pt x="508929" y="78167"/>
                  <a:pt x="508929" y="823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Text Control">
            <a:extLst xmlns:a="http://schemas.openxmlformats.org/drawingml/2006/main">
              <a:ext uri="{FF2B5EF4-FFF2-40B4-BE49-F238E27FC236}">
                <a16:creationId xmlns:a16="http://schemas.microsoft.com/office/drawing/2014/main" id="{36C1C143-EFC6-4C7D-9C80-DF4F1141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729" y="2867638"/>
            <a:ext cx="484525" cy="106914"/>
          </a:xfrm>
          <a:custGeom xmlns:a="http://schemas.openxmlformats.org/drawingml/2006/main">
            <a:pathLst>
              <a:path w="484525" h="106914">
                <a:moveTo>
                  <a:pt x="43264" y="106914"/>
                </a:moveTo>
                <a:cubicBezTo>
                  <a:pt x="29640" y="106914"/>
                  <a:pt x="19023" y="102223"/>
                  <a:pt x="11413" y="92842"/>
                </a:cubicBezTo>
                <a:cubicBezTo>
                  <a:pt x="3804" y="83461"/>
                  <a:pt x="0" y="70478"/>
                  <a:pt x="0" y="53892"/>
                </a:cubicBezTo>
                <a:cubicBezTo>
                  <a:pt x="0" y="37403"/>
                  <a:pt x="3744" y="24589"/>
                  <a:pt x="11231" y="15450"/>
                </a:cubicBezTo>
                <a:cubicBezTo>
                  <a:pt x="18720" y="6310"/>
                  <a:pt x="29349" y="1741"/>
                  <a:pt x="43119" y="1741"/>
                </a:cubicBezTo>
                <a:cubicBezTo>
                  <a:pt x="52636" y="1741"/>
                  <a:pt x="60498" y="3820"/>
                  <a:pt x="66706" y="7979"/>
                </a:cubicBezTo>
                <a:cubicBezTo>
                  <a:pt x="72915" y="12137"/>
                  <a:pt x="77589" y="18714"/>
                  <a:pt x="80729" y="27708"/>
                </a:cubicBezTo>
                <a:lnTo>
                  <a:pt x="65225" y="33220"/>
                </a:lnTo>
                <a:cubicBezTo>
                  <a:pt x="63583" y="27514"/>
                  <a:pt x="60902" y="23186"/>
                  <a:pt x="57183" y="20237"/>
                </a:cubicBezTo>
                <a:cubicBezTo>
                  <a:pt x="53464" y="17287"/>
                  <a:pt x="48900" y="15812"/>
                  <a:pt x="43490" y="15812"/>
                </a:cubicBezTo>
                <a:cubicBezTo>
                  <a:pt x="35279" y="15812"/>
                  <a:pt x="28951" y="19112"/>
                  <a:pt x="24507" y="25711"/>
                </a:cubicBezTo>
                <a:cubicBezTo>
                  <a:pt x="20064" y="32310"/>
                  <a:pt x="17843" y="41701"/>
                  <a:pt x="17843" y="53885"/>
                </a:cubicBezTo>
                <a:cubicBezTo>
                  <a:pt x="17843" y="65973"/>
                  <a:pt x="20113" y="75497"/>
                  <a:pt x="24652" y="82459"/>
                </a:cubicBezTo>
                <a:cubicBezTo>
                  <a:pt x="29193" y="89421"/>
                  <a:pt x="35424" y="92901"/>
                  <a:pt x="43345" y="92901"/>
                </a:cubicBezTo>
                <a:cubicBezTo>
                  <a:pt x="48707" y="92901"/>
                  <a:pt x="53307" y="91241"/>
                  <a:pt x="57147" y="87919"/>
                </a:cubicBezTo>
                <a:cubicBezTo>
                  <a:pt x="60987" y="84596"/>
                  <a:pt x="63825" y="79854"/>
                  <a:pt x="65661" y="73694"/>
                </a:cubicBezTo>
                <a:lnTo>
                  <a:pt x="81237" y="79800"/>
                </a:lnTo>
                <a:cubicBezTo>
                  <a:pt x="74473" y="97876"/>
                  <a:pt x="61816" y="106914"/>
                  <a:pt x="43264" y="106914"/>
                </a:cubicBezTo>
                <a:close/>
                <a:moveTo>
                  <a:pt x="167842" y="68109"/>
                </a:moveTo>
                <a:cubicBezTo>
                  <a:pt x="167842" y="80246"/>
                  <a:pt x="164466" y="89748"/>
                  <a:pt x="157715" y="96614"/>
                </a:cubicBezTo>
                <a:cubicBezTo>
                  <a:pt x="150963" y="103481"/>
                  <a:pt x="141488" y="106914"/>
                  <a:pt x="129291" y="106914"/>
                </a:cubicBezTo>
                <a:cubicBezTo>
                  <a:pt x="117480" y="106914"/>
                  <a:pt x="108235" y="103432"/>
                  <a:pt x="101556" y="96469"/>
                </a:cubicBezTo>
                <a:cubicBezTo>
                  <a:pt x="94877" y="89506"/>
                  <a:pt x="91537" y="80052"/>
                  <a:pt x="91537" y="68109"/>
                </a:cubicBezTo>
                <a:cubicBezTo>
                  <a:pt x="91537" y="55971"/>
                  <a:pt x="94889" y="46518"/>
                  <a:pt x="101592" y="39748"/>
                </a:cubicBezTo>
                <a:cubicBezTo>
                  <a:pt x="108295" y="32978"/>
                  <a:pt x="117673" y="29594"/>
                  <a:pt x="129726" y="29594"/>
                </a:cubicBezTo>
                <a:cubicBezTo>
                  <a:pt x="142165" y="29594"/>
                  <a:pt x="151628" y="32894"/>
                  <a:pt x="158113" y="39494"/>
                </a:cubicBezTo>
                <a:cubicBezTo>
                  <a:pt x="164599" y="46095"/>
                  <a:pt x="167842" y="55633"/>
                  <a:pt x="167842" y="68109"/>
                </a:cubicBezTo>
                <a:moveTo>
                  <a:pt x="150289" y="68109"/>
                </a:moveTo>
                <a:cubicBezTo>
                  <a:pt x="150289" y="50652"/>
                  <a:pt x="143555" y="41924"/>
                  <a:pt x="130088" y="41924"/>
                </a:cubicBezTo>
                <a:cubicBezTo>
                  <a:pt x="116090" y="41924"/>
                  <a:pt x="109090" y="50652"/>
                  <a:pt x="109090" y="68109"/>
                </a:cubicBezTo>
                <a:cubicBezTo>
                  <a:pt x="109090" y="76668"/>
                  <a:pt x="110804" y="83220"/>
                  <a:pt x="114231" y="87765"/>
                </a:cubicBezTo>
                <a:cubicBezTo>
                  <a:pt x="117658" y="92311"/>
                  <a:pt x="122630" y="94583"/>
                  <a:pt x="129146" y="94583"/>
                </a:cubicBezTo>
                <a:cubicBezTo>
                  <a:pt x="143241" y="94583"/>
                  <a:pt x="150289" y="85758"/>
                  <a:pt x="150289" y="68109"/>
                </a:cubicBezTo>
                <a:close/>
                <a:moveTo>
                  <a:pt x="228844" y="105463"/>
                </a:moveTo>
                <a:lnTo>
                  <a:pt x="228844" y="63911"/>
                </a:lnTo>
                <a:cubicBezTo>
                  <a:pt x="228844" y="56369"/>
                  <a:pt x="227671" y="50955"/>
                  <a:pt x="225326" y="47668"/>
                </a:cubicBezTo>
                <a:cubicBezTo>
                  <a:pt x="222981" y="44380"/>
                  <a:pt x="219269" y="42736"/>
                  <a:pt x="214192" y="42736"/>
                </a:cubicBezTo>
                <a:cubicBezTo>
                  <a:pt x="208728" y="42736"/>
                  <a:pt x="204436" y="44839"/>
                  <a:pt x="201318" y="49046"/>
                </a:cubicBezTo>
                <a:cubicBezTo>
                  <a:pt x="198199" y="53251"/>
                  <a:pt x="196639" y="58956"/>
                  <a:pt x="196639" y="66159"/>
                </a:cubicBezTo>
                <a:lnTo>
                  <a:pt x="196639" y="105463"/>
                </a:lnTo>
                <a:lnTo>
                  <a:pt x="179957" y="105463"/>
                </a:lnTo>
                <a:lnTo>
                  <a:pt x="179957" y="48178"/>
                </a:lnTo>
                <a:cubicBezTo>
                  <a:pt x="179957" y="42419"/>
                  <a:pt x="179739" y="36708"/>
                  <a:pt x="179304" y="31044"/>
                </a:cubicBezTo>
                <a:lnTo>
                  <a:pt x="195188" y="31044"/>
                </a:lnTo>
                <a:cubicBezTo>
                  <a:pt x="195720" y="38298"/>
                  <a:pt x="195986" y="43085"/>
                  <a:pt x="195986" y="45406"/>
                </a:cubicBezTo>
                <a:lnTo>
                  <a:pt x="196276" y="45406"/>
                </a:lnTo>
                <a:cubicBezTo>
                  <a:pt x="199134" y="39871"/>
                  <a:pt x="202451" y="35852"/>
                  <a:pt x="206227" y="33349"/>
                </a:cubicBezTo>
                <a:cubicBezTo>
                  <a:pt x="210005" y="30845"/>
                  <a:pt x="214872" y="29594"/>
                  <a:pt x="220829" y="29594"/>
                </a:cubicBezTo>
                <a:cubicBezTo>
                  <a:pt x="229110" y="29594"/>
                  <a:pt x="235320" y="32035"/>
                  <a:pt x="239461" y="36919"/>
                </a:cubicBezTo>
                <a:cubicBezTo>
                  <a:pt x="243601" y="41803"/>
                  <a:pt x="245672" y="49347"/>
                  <a:pt x="245672" y="59550"/>
                </a:cubicBezTo>
                <a:lnTo>
                  <a:pt x="245672" y="105463"/>
                </a:lnTo>
                <a:lnTo>
                  <a:pt x="228844" y="105463"/>
                </a:lnTo>
                <a:close/>
                <a:moveTo>
                  <a:pt x="294815" y="106769"/>
                </a:moveTo>
                <a:cubicBezTo>
                  <a:pt x="289001" y="106769"/>
                  <a:pt x="284409" y="105111"/>
                  <a:pt x="281041" y="101796"/>
                </a:cubicBezTo>
                <a:cubicBezTo>
                  <a:pt x="277674" y="98480"/>
                  <a:pt x="275991" y="93725"/>
                  <a:pt x="275991" y="87529"/>
                </a:cubicBezTo>
                <a:lnTo>
                  <a:pt x="275991" y="43171"/>
                </a:lnTo>
                <a:lnTo>
                  <a:pt x="264966" y="43171"/>
                </a:lnTo>
                <a:lnTo>
                  <a:pt x="264966" y="31044"/>
                </a:lnTo>
                <a:lnTo>
                  <a:pt x="276208" y="31044"/>
                </a:lnTo>
                <a:lnTo>
                  <a:pt x="281526" y="13056"/>
                </a:lnTo>
                <a:lnTo>
                  <a:pt x="292673" y="13056"/>
                </a:lnTo>
                <a:lnTo>
                  <a:pt x="292673" y="31044"/>
                </a:lnTo>
                <a:lnTo>
                  <a:pt x="310589" y="31044"/>
                </a:lnTo>
                <a:lnTo>
                  <a:pt x="310589" y="43171"/>
                </a:lnTo>
                <a:lnTo>
                  <a:pt x="292673" y="43171"/>
                </a:lnTo>
                <a:lnTo>
                  <a:pt x="292673" y="83318"/>
                </a:lnTo>
                <a:cubicBezTo>
                  <a:pt x="292673" y="90674"/>
                  <a:pt x="295792" y="94352"/>
                  <a:pt x="302030" y="94352"/>
                </a:cubicBezTo>
                <a:cubicBezTo>
                  <a:pt x="304980" y="94352"/>
                  <a:pt x="308147" y="94038"/>
                  <a:pt x="311532" y="93409"/>
                </a:cubicBezTo>
                <a:lnTo>
                  <a:pt x="311532" y="104591"/>
                </a:lnTo>
                <a:cubicBezTo>
                  <a:pt x="306009" y="106043"/>
                  <a:pt x="300437" y="106769"/>
                  <a:pt x="294815" y="106769"/>
                </a:cubicBezTo>
                <a:close/>
                <a:moveTo>
                  <a:pt x="362935" y="43461"/>
                </a:moveTo>
                <a:cubicBezTo>
                  <a:pt x="357504" y="43461"/>
                  <a:pt x="353164" y="45842"/>
                  <a:pt x="349915" y="50605"/>
                </a:cubicBezTo>
                <a:cubicBezTo>
                  <a:pt x="346666" y="55367"/>
                  <a:pt x="345042" y="61784"/>
                  <a:pt x="345042" y="69856"/>
                </a:cubicBezTo>
                <a:lnTo>
                  <a:pt x="345042" y="105463"/>
                </a:lnTo>
                <a:lnTo>
                  <a:pt x="328359" y="105463"/>
                </a:lnTo>
                <a:lnTo>
                  <a:pt x="328359" y="49413"/>
                </a:lnTo>
                <a:cubicBezTo>
                  <a:pt x="328359" y="41572"/>
                  <a:pt x="328166" y="35449"/>
                  <a:pt x="327779" y="31044"/>
                </a:cubicBezTo>
                <a:lnTo>
                  <a:pt x="343734" y="31044"/>
                </a:lnTo>
                <a:cubicBezTo>
                  <a:pt x="344219" y="36847"/>
                  <a:pt x="344462" y="42456"/>
                  <a:pt x="344462" y="47872"/>
                </a:cubicBezTo>
                <a:lnTo>
                  <a:pt x="344752" y="47872"/>
                </a:lnTo>
                <a:cubicBezTo>
                  <a:pt x="347080" y="41033"/>
                  <a:pt x="349772" y="36276"/>
                  <a:pt x="352826" y="33603"/>
                </a:cubicBezTo>
                <a:cubicBezTo>
                  <a:pt x="355881" y="30930"/>
                  <a:pt x="359906" y="29594"/>
                  <a:pt x="364900" y="29594"/>
                </a:cubicBezTo>
                <a:cubicBezTo>
                  <a:pt x="367179" y="29594"/>
                  <a:pt x="369070" y="29908"/>
                  <a:pt x="370574" y="30536"/>
                </a:cubicBezTo>
                <a:lnTo>
                  <a:pt x="370574" y="44245"/>
                </a:lnTo>
                <a:cubicBezTo>
                  <a:pt x="368100" y="43722"/>
                  <a:pt x="365554" y="43461"/>
                  <a:pt x="362935" y="43461"/>
                </a:cubicBezTo>
                <a:close/>
                <a:moveTo>
                  <a:pt x="455728" y="68109"/>
                </a:moveTo>
                <a:cubicBezTo>
                  <a:pt x="455728" y="80246"/>
                  <a:pt x="452352" y="89748"/>
                  <a:pt x="445600" y="96614"/>
                </a:cubicBezTo>
                <a:cubicBezTo>
                  <a:pt x="438849" y="103481"/>
                  <a:pt x="429374" y="106914"/>
                  <a:pt x="417176" y="106914"/>
                </a:cubicBezTo>
                <a:cubicBezTo>
                  <a:pt x="405365" y="106914"/>
                  <a:pt x="396120" y="103432"/>
                  <a:pt x="389441" y="96469"/>
                </a:cubicBezTo>
                <a:cubicBezTo>
                  <a:pt x="382762" y="89506"/>
                  <a:pt x="379423" y="80052"/>
                  <a:pt x="379423" y="68109"/>
                </a:cubicBezTo>
                <a:cubicBezTo>
                  <a:pt x="379423" y="55971"/>
                  <a:pt x="382774" y="46518"/>
                  <a:pt x="389478" y="39748"/>
                </a:cubicBezTo>
                <a:cubicBezTo>
                  <a:pt x="396181" y="32978"/>
                  <a:pt x="405559" y="29594"/>
                  <a:pt x="417611" y="29594"/>
                </a:cubicBezTo>
                <a:cubicBezTo>
                  <a:pt x="430051" y="29594"/>
                  <a:pt x="439513" y="32894"/>
                  <a:pt x="445999" y="39494"/>
                </a:cubicBezTo>
                <a:cubicBezTo>
                  <a:pt x="452485" y="46095"/>
                  <a:pt x="455728" y="55633"/>
                  <a:pt x="455728" y="68109"/>
                </a:cubicBezTo>
                <a:moveTo>
                  <a:pt x="438175" y="68109"/>
                </a:moveTo>
                <a:cubicBezTo>
                  <a:pt x="438175" y="50652"/>
                  <a:pt x="431441" y="41924"/>
                  <a:pt x="417974" y="41924"/>
                </a:cubicBezTo>
                <a:cubicBezTo>
                  <a:pt x="403975" y="41924"/>
                  <a:pt x="396976" y="50652"/>
                  <a:pt x="396976" y="68109"/>
                </a:cubicBezTo>
                <a:cubicBezTo>
                  <a:pt x="396976" y="76668"/>
                  <a:pt x="398689" y="83220"/>
                  <a:pt x="402117" y="87765"/>
                </a:cubicBezTo>
                <a:cubicBezTo>
                  <a:pt x="405544" y="92311"/>
                  <a:pt x="410515" y="94583"/>
                  <a:pt x="417031" y="94583"/>
                </a:cubicBezTo>
                <a:cubicBezTo>
                  <a:pt x="431127" y="94583"/>
                  <a:pt x="438175" y="85758"/>
                  <a:pt x="438175" y="68109"/>
                </a:cubicBezTo>
                <a:close/>
                <a:moveTo>
                  <a:pt x="467842" y="105463"/>
                </a:moveTo>
                <a:lnTo>
                  <a:pt x="467842" y="0"/>
                </a:lnTo>
                <a:lnTo>
                  <a:pt x="484525" y="0"/>
                </a:lnTo>
                <a:lnTo>
                  <a:pt x="484525" y="105463"/>
                </a:lnTo>
                <a:lnTo>
                  <a:pt x="467842" y="1054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Text Algorithms">
            <a:extLst xmlns:a="http://schemas.openxmlformats.org/drawingml/2006/main">
              <a:ext uri="{FF2B5EF4-FFF2-40B4-BE49-F238E27FC236}">
                <a16:creationId xmlns:a16="http://schemas.microsoft.com/office/drawing/2014/main" id="{33B410B7-2EC1-40EC-9756-DB9BCDCF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429" y="3045834"/>
            <a:ext cx="734510" cy="134186"/>
          </a:xfrm>
          <a:custGeom xmlns:a="http://schemas.openxmlformats.org/drawingml/2006/main">
            <a:pathLst>
              <a:path w="734510" h="134186">
                <a:moveTo>
                  <a:pt x="58824" y="3191"/>
                </a:moveTo>
                <a:lnTo>
                  <a:pt x="96904" y="105463"/>
                </a:lnTo>
                <a:lnTo>
                  <a:pt x="79206" y="105463"/>
                </a:lnTo>
                <a:lnTo>
                  <a:pt x="69052" y="77552"/>
                </a:lnTo>
                <a:lnTo>
                  <a:pt x="27780" y="77552"/>
                </a:lnTo>
                <a:lnTo>
                  <a:pt x="17698" y="105463"/>
                </a:lnTo>
                <a:lnTo>
                  <a:pt x="0" y="105463"/>
                </a:lnTo>
                <a:lnTo>
                  <a:pt x="38152" y="3191"/>
                </a:lnTo>
                <a:lnTo>
                  <a:pt x="58824" y="3191"/>
                </a:lnTo>
                <a:moveTo>
                  <a:pt x="48525" y="16479"/>
                </a:moveTo>
                <a:cubicBezTo>
                  <a:pt x="47654" y="19286"/>
                  <a:pt x="46832" y="21900"/>
                  <a:pt x="46059" y="24321"/>
                </a:cubicBezTo>
                <a:cubicBezTo>
                  <a:pt x="45285" y="26742"/>
                  <a:pt x="44366" y="29405"/>
                  <a:pt x="43302" y="32311"/>
                </a:cubicBezTo>
                <a:lnTo>
                  <a:pt x="31915" y="64119"/>
                </a:lnTo>
                <a:lnTo>
                  <a:pt x="65135" y="64119"/>
                </a:lnTo>
                <a:lnTo>
                  <a:pt x="53675" y="32384"/>
                </a:lnTo>
                <a:cubicBezTo>
                  <a:pt x="52079" y="28026"/>
                  <a:pt x="50362" y="22724"/>
                  <a:pt x="48525" y="16479"/>
                </a:cubicBezTo>
                <a:close/>
                <a:moveTo>
                  <a:pt x="111772" y="105463"/>
                </a:moveTo>
                <a:lnTo>
                  <a:pt x="111772" y="0"/>
                </a:lnTo>
                <a:lnTo>
                  <a:pt x="128454" y="0"/>
                </a:lnTo>
                <a:lnTo>
                  <a:pt x="128454" y="105463"/>
                </a:lnTo>
                <a:lnTo>
                  <a:pt x="111772" y="105463"/>
                </a:lnTo>
                <a:close/>
                <a:moveTo>
                  <a:pt x="144118" y="67819"/>
                </a:moveTo>
                <a:cubicBezTo>
                  <a:pt x="144118" y="55514"/>
                  <a:pt x="146834" y="46067"/>
                  <a:pt x="152267" y="39478"/>
                </a:cubicBezTo>
                <a:cubicBezTo>
                  <a:pt x="157701" y="32889"/>
                  <a:pt x="165464" y="29594"/>
                  <a:pt x="175557" y="29594"/>
                </a:cubicBezTo>
                <a:cubicBezTo>
                  <a:pt x="181062" y="29594"/>
                  <a:pt x="185903" y="30845"/>
                  <a:pt x="190079" y="33349"/>
                </a:cubicBezTo>
                <a:cubicBezTo>
                  <a:pt x="194257" y="35852"/>
                  <a:pt x="197433" y="39387"/>
                  <a:pt x="199606" y="43955"/>
                </a:cubicBezTo>
                <a:lnTo>
                  <a:pt x="199896" y="43955"/>
                </a:lnTo>
                <a:cubicBezTo>
                  <a:pt x="199896" y="39772"/>
                  <a:pt x="200210" y="35469"/>
                  <a:pt x="200839" y="31044"/>
                </a:cubicBezTo>
                <a:lnTo>
                  <a:pt x="216796" y="31044"/>
                </a:lnTo>
                <a:cubicBezTo>
                  <a:pt x="216410" y="35402"/>
                  <a:pt x="216216" y="40922"/>
                  <a:pt x="216216" y="47604"/>
                </a:cubicBezTo>
                <a:lnTo>
                  <a:pt x="216216" y="103317"/>
                </a:lnTo>
                <a:cubicBezTo>
                  <a:pt x="216216" y="111743"/>
                  <a:pt x="213103" y="118994"/>
                  <a:pt x="206877" y="125070"/>
                </a:cubicBezTo>
                <a:cubicBezTo>
                  <a:pt x="200653" y="131148"/>
                  <a:pt x="191799" y="134186"/>
                  <a:pt x="180314" y="134186"/>
                </a:cubicBezTo>
                <a:cubicBezTo>
                  <a:pt x="161352" y="134186"/>
                  <a:pt x="150398" y="127537"/>
                  <a:pt x="147455" y="114240"/>
                </a:cubicBezTo>
                <a:lnTo>
                  <a:pt x="164019" y="111701"/>
                </a:lnTo>
                <a:cubicBezTo>
                  <a:pt x="165851" y="118510"/>
                  <a:pt x="171444" y="121915"/>
                  <a:pt x="180800" y="121915"/>
                </a:cubicBezTo>
                <a:cubicBezTo>
                  <a:pt x="186924" y="121915"/>
                  <a:pt x="191602" y="120078"/>
                  <a:pt x="194832" y="116404"/>
                </a:cubicBezTo>
                <a:cubicBezTo>
                  <a:pt x="198063" y="112731"/>
                  <a:pt x="199679" y="108454"/>
                  <a:pt x="199679" y="103573"/>
                </a:cubicBezTo>
                <a:lnTo>
                  <a:pt x="199679" y="95742"/>
                </a:lnTo>
                <a:cubicBezTo>
                  <a:pt x="199679" y="94147"/>
                  <a:pt x="199751" y="92552"/>
                  <a:pt x="199896" y="90957"/>
                </a:cubicBezTo>
                <a:lnTo>
                  <a:pt x="199606" y="90957"/>
                </a:lnTo>
                <a:cubicBezTo>
                  <a:pt x="197095" y="95937"/>
                  <a:pt x="193774" y="99648"/>
                  <a:pt x="189644" y="102090"/>
                </a:cubicBezTo>
                <a:cubicBezTo>
                  <a:pt x="185516" y="104532"/>
                  <a:pt x="180337" y="105753"/>
                  <a:pt x="174108" y="105753"/>
                </a:cubicBezTo>
                <a:cubicBezTo>
                  <a:pt x="164449" y="105753"/>
                  <a:pt x="157036" y="102459"/>
                  <a:pt x="151868" y="95871"/>
                </a:cubicBezTo>
                <a:cubicBezTo>
                  <a:pt x="146701" y="89281"/>
                  <a:pt x="144118" y="79930"/>
                  <a:pt x="144118" y="67819"/>
                </a:cubicBezTo>
                <a:moveTo>
                  <a:pt x="161671" y="67819"/>
                </a:moveTo>
                <a:cubicBezTo>
                  <a:pt x="161671" y="84888"/>
                  <a:pt x="167933" y="93423"/>
                  <a:pt x="180457" y="93423"/>
                </a:cubicBezTo>
                <a:cubicBezTo>
                  <a:pt x="186769" y="93423"/>
                  <a:pt x="191562" y="91156"/>
                  <a:pt x="194837" y="86623"/>
                </a:cubicBezTo>
                <a:cubicBezTo>
                  <a:pt x="198113" y="82088"/>
                  <a:pt x="199751" y="75699"/>
                  <a:pt x="199751" y="67456"/>
                </a:cubicBezTo>
                <a:cubicBezTo>
                  <a:pt x="199751" y="59211"/>
                  <a:pt x="198113" y="52871"/>
                  <a:pt x="194837" y="48434"/>
                </a:cubicBezTo>
                <a:cubicBezTo>
                  <a:pt x="191562" y="43997"/>
                  <a:pt x="186817" y="41779"/>
                  <a:pt x="180602" y="41779"/>
                </a:cubicBezTo>
                <a:cubicBezTo>
                  <a:pt x="174581" y="41779"/>
                  <a:pt x="169920" y="43901"/>
                  <a:pt x="166619" y="48144"/>
                </a:cubicBezTo>
                <a:cubicBezTo>
                  <a:pt x="163321" y="52387"/>
                  <a:pt x="161671" y="58945"/>
                  <a:pt x="161671" y="67819"/>
                </a:cubicBezTo>
                <a:close/>
                <a:moveTo>
                  <a:pt x="313120" y="68109"/>
                </a:moveTo>
                <a:cubicBezTo>
                  <a:pt x="313120" y="80246"/>
                  <a:pt x="309745" y="89748"/>
                  <a:pt x="302993" y="96614"/>
                </a:cubicBezTo>
                <a:cubicBezTo>
                  <a:pt x="296241" y="103481"/>
                  <a:pt x="286767" y="106914"/>
                  <a:pt x="274569" y="106914"/>
                </a:cubicBezTo>
                <a:cubicBezTo>
                  <a:pt x="262758" y="106914"/>
                  <a:pt x="253513" y="103432"/>
                  <a:pt x="246834" y="96469"/>
                </a:cubicBezTo>
                <a:cubicBezTo>
                  <a:pt x="240155" y="89506"/>
                  <a:pt x="236815" y="80052"/>
                  <a:pt x="236815" y="68109"/>
                </a:cubicBezTo>
                <a:cubicBezTo>
                  <a:pt x="236815" y="55971"/>
                  <a:pt x="240167" y="46518"/>
                  <a:pt x="246870" y="39748"/>
                </a:cubicBezTo>
                <a:cubicBezTo>
                  <a:pt x="253574" y="32978"/>
                  <a:pt x="262952" y="29594"/>
                  <a:pt x="275004" y="29594"/>
                </a:cubicBezTo>
                <a:cubicBezTo>
                  <a:pt x="287444" y="29594"/>
                  <a:pt x="296906" y="32894"/>
                  <a:pt x="303392" y="39494"/>
                </a:cubicBezTo>
                <a:cubicBezTo>
                  <a:pt x="309878" y="46095"/>
                  <a:pt x="313120" y="55633"/>
                  <a:pt x="313120" y="68109"/>
                </a:cubicBezTo>
                <a:moveTo>
                  <a:pt x="295567" y="68109"/>
                </a:moveTo>
                <a:cubicBezTo>
                  <a:pt x="295567" y="50652"/>
                  <a:pt x="288834" y="41924"/>
                  <a:pt x="275367" y="41924"/>
                </a:cubicBezTo>
                <a:cubicBezTo>
                  <a:pt x="261368" y="41924"/>
                  <a:pt x="254369" y="50652"/>
                  <a:pt x="254369" y="68109"/>
                </a:cubicBezTo>
                <a:cubicBezTo>
                  <a:pt x="254369" y="76668"/>
                  <a:pt x="256082" y="83220"/>
                  <a:pt x="259509" y="87765"/>
                </a:cubicBezTo>
                <a:cubicBezTo>
                  <a:pt x="262937" y="92311"/>
                  <a:pt x="267908" y="94583"/>
                  <a:pt x="274424" y="94583"/>
                </a:cubicBezTo>
                <a:cubicBezTo>
                  <a:pt x="288520" y="94583"/>
                  <a:pt x="295567" y="85758"/>
                  <a:pt x="295567" y="68109"/>
                </a:cubicBezTo>
                <a:close/>
                <a:moveTo>
                  <a:pt x="359369" y="43461"/>
                </a:moveTo>
                <a:cubicBezTo>
                  <a:pt x="353938" y="43461"/>
                  <a:pt x="349598" y="45842"/>
                  <a:pt x="346349" y="50605"/>
                </a:cubicBezTo>
                <a:cubicBezTo>
                  <a:pt x="343100" y="55367"/>
                  <a:pt x="341476" y="61784"/>
                  <a:pt x="341476" y="69856"/>
                </a:cubicBezTo>
                <a:lnTo>
                  <a:pt x="341476" y="105463"/>
                </a:lnTo>
                <a:lnTo>
                  <a:pt x="324793" y="105463"/>
                </a:lnTo>
                <a:lnTo>
                  <a:pt x="324793" y="49413"/>
                </a:lnTo>
                <a:cubicBezTo>
                  <a:pt x="324793" y="41572"/>
                  <a:pt x="324599" y="35449"/>
                  <a:pt x="324213" y="31044"/>
                </a:cubicBezTo>
                <a:lnTo>
                  <a:pt x="340168" y="31044"/>
                </a:lnTo>
                <a:cubicBezTo>
                  <a:pt x="340653" y="36847"/>
                  <a:pt x="340895" y="42456"/>
                  <a:pt x="340895" y="47872"/>
                </a:cubicBezTo>
                <a:lnTo>
                  <a:pt x="341185" y="47872"/>
                </a:lnTo>
                <a:cubicBezTo>
                  <a:pt x="343514" y="41033"/>
                  <a:pt x="346205" y="36276"/>
                  <a:pt x="349259" y="33603"/>
                </a:cubicBezTo>
                <a:cubicBezTo>
                  <a:pt x="352315" y="30930"/>
                  <a:pt x="356340" y="29594"/>
                  <a:pt x="361334" y="29594"/>
                </a:cubicBezTo>
                <a:cubicBezTo>
                  <a:pt x="363613" y="29594"/>
                  <a:pt x="365504" y="29908"/>
                  <a:pt x="367007" y="30536"/>
                </a:cubicBezTo>
                <a:lnTo>
                  <a:pt x="367007" y="44245"/>
                </a:lnTo>
                <a:cubicBezTo>
                  <a:pt x="364534" y="43722"/>
                  <a:pt x="361987" y="43461"/>
                  <a:pt x="359369" y="43461"/>
                </a:cubicBezTo>
                <a:close/>
                <a:moveTo>
                  <a:pt x="380346" y="14303"/>
                </a:moveTo>
                <a:lnTo>
                  <a:pt x="380346" y="0"/>
                </a:lnTo>
                <a:lnTo>
                  <a:pt x="396956" y="0"/>
                </a:lnTo>
                <a:lnTo>
                  <a:pt x="396956" y="14303"/>
                </a:lnTo>
                <a:lnTo>
                  <a:pt x="380346" y="14303"/>
                </a:lnTo>
                <a:moveTo>
                  <a:pt x="380346" y="105463"/>
                </a:moveTo>
                <a:lnTo>
                  <a:pt x="380346" y="31044"/>
                </a:lnTo>
                <a:lnTo>
                  <a:pt x="397029" y="31044"/>
                </a:lnTo>
                <a:lnTo>
                  <a:pt x="397029" y="105463"/>
                </a:lnTo>
                <a:lnTo>
                  <a:pt x="380346" y="105463"/>
                </a:lnTo>
                <a:close/>
                <a:moveTo>
                  <a:pt x="439351" y="106769"/>
                </a:moveTo>
                <a:cubicBezTo>
                  <a:pt x="433536" y="106769"/>
                  <a:pt x="428944" y="105111"/>
                  <a:pt x="425576" y="101796"/>
                </a:cubicBezTo>
                <a:cubicBezTo>
                  <a:pt x="422209" y="98480"/>
                  <a:pt x="420526" y="93725"/>
                  <a:pt x="420526" y="87529"/>
                </a:cubicBezTo>
                <a:lnTo>
                  <a:pt x="420526" y="43171"/>
                </a:lnTo>
                <a:lnTo>
                  <a:pt x="409501" y="43171"/>
                </a:lnTo>
                <a:lnTo>
                  <a:pt x="409501" y="31044"/>
                </a:lnTo>
                <a:lnTo>
                  <a:pt x="420744" y="31044"/>
                </a:lnTo>
                <a:lnTo>
                  <a:pt x="426061" y="13056"/>
                </a:lnTo>
                <a:lnTo>
                  <a:pt x="437209" y="13056"/>
                </a:lnTo>
                <a:lnTo>
                  <a:pt x="437209" y="31044"/>
                </a:lnTo>
                <a:lnTo>
                  <a:pt x="455124" y="31044"/>
                </a:lnTo>
                <a:lnTo>
                  <a:pt x="455124" y="43171"/>
                </a:lnTo>
                <a:lnTo>
                  <a:pt x="437209" y="43171"/>
                </a:lnTo>
                <a:lnTo>
                  <a:pt x="437209" y="83318"/>
                </a:lnTo>
                <a:cubicBezTo>
                  <a:pt x="437209" y="90674"/>
                  <a:pt x="440328" y="94352"/>
                  <a:pt x="446565" y="94352"/>
                </a:cubicBezTo>
                <a:cubicBezTo>
                  <a:pt x="449515" y="94352"/>
                  <a:pt x="452682" y="94038"/>
                  <a:pt x="456067" y="93409"/>
                </a:cubicBezTo>
                <a:lnTo>
                  <a:pt x="456067" y="104591"/>
                </a:lnTo>
                <a:cubicBezTo>
                  <a:pt x="450544" y="106043"/>
                  <a:pt x="444972" y="106769"/>
                  <a:pt x="439351" y="106769"/>
                </a:cubicBezTo>
                <a:close/>
                <a:moveTo>
                  <a:pt x="521630" y="105463"/>
                </a:moveTo>
                <a:lnTo>
                  <a:pt x="521630" y="64409"/>
                </a:lnTo>
                <a:cubicBezTo>
                  <a:pt x="521630" y="56769"/>
                  <a:pt x="520521" y="51378"/>
                  <a:pt x="518301" y="48235"/>
                </a:cubicBezTo>
                <a:cubicBezTo>
                  <a:pt x="516082" y="45091"/>
                  <a:pt x="512609" y="43520"/>
                  <a:pt x="507881" y="43520"/>
                </a:cubicBezTo>
                <a:cubicBezTo>
                  <a:pt x="502090" y="43520"/>
                  <a:pt x="497567" y="45478"/>
                  <a:pt x="494310" y="49395"/>
                </a:cubicBezTo>
                <a:cubicBezTo>
                  <a:pt x="491054" y="53312"/>
                  <a:pt x="489426" y="58704"/>
                  <a:pt x="489426" y="65570"/>
                </a:cubicBezTo>
                <a:lnTo>
                  <a:pt x="489426" y="105463"/>
                </a:lnTo>
                <a:lnTo>
                  <a:pt x="472743" y="105463"/>
                </a:lnTo>
                <a:lnTo>
                  <a:pt x="472743" y="0"/>
                </a:lnTo>
                <a:lnTo>
                  <a:pt x="489426" y="0"/>
                </a:lnTo>
                <a:lnTo>
                  <a:pt x="489426" y="32153"/>
                </a:lnTo>
                <a:cubicBezTo>
                  <a:pt x="489426" y="34326"/>
                  <a:pt x="489390" y="36486"/>
                  <a:pt x="489317" y="38635"/>
                </a:cubicBezTo>
                <a:cubicBezTo>
                  <a:pt x="489244" y="40783"/>
                  <a:pt x="489160" y="42943"/>
                  <a:pt x="489063" y="45116"/>
                </a:cubicBezTo>
                <a:lnTo>
                  <a:pt x="489353" y="45116"/>
                </a:lnTo>
                <a:cubicBezTo>
                  <a:pt x="492057" y="39726"/>
                  <a:pt x="495255" y="35791"/>
                  <a:pt x="498948" y="33313"/>
                </a:cubicBezTo>
                <a:cubicBezTo>
                  <a:pt x="502643" y="30833"/>
                  <a:pt x="507508" y="29594"/>
                  <a:pt x="513543" y="29594"/>
                </a:cubicBezTo>
                <a:cubicBezTo>
                  <a:pt x="521800" y="29594"/>
                  <a:pt x="527992" y="32023"/>
                  <a:pt x="532121" y="36883"/>
                </a:cubicBezTo>
                <a:cubicBezTo>
                  <a:pt x="536249" y="41743"/>
                  <a:pt x="538313" y="49250"/>
                  <a:pt x="538313" y="59405"/>
                </a:cubicBezTo>
                <a:lnTo>
                  <a:pt x="538313" y="105463"/>
                </a:lnTo>
                <a:lnTo>
                  <a:pt x="521630" y="105463"/>
                </a:lnTo>
                <a:close/>
                <a:moveTo>
                  <a:pt x="602935" y="105463"/>
                </a:moveTo>
                <a:lnTo>
                  <a:pt x="602935" y="63911"/>
                </a:lnTo>
                <a:cubicBezTo>
                  <a:pt x="602935" y="56224"/>
                  <a:pt x="601859" y="50773"/>
                  <a:pt x="599707" y="47559"/>
                </a:cubicBezTo>
                <a:cubicBezTo>
                  <a:pt x="597555" y="44343"/>
                  <a:pt x="594134" y="42736"/>
                  <a:pt x="589444" y="42736"/>
                </a:cubicBezTo>
                <a:cubicBezTo>
                  <a:pt x="584318" y="42736"/>
                  <a:pt x="580256" y="44815"/>
                  <a:pt x="577258" y="48973"/>
                </a:cubicBezTo>
                <a:cubicBezTo>
                  <a:pt x="574260" y="53131"/>
                  <a:pt x="572761" y="58859"/>
                  <a:pt x="572761" y="66159"/>
                </a:cubicBezTo>
                <a:lnTo>
                  <a:pt x="572761" y="105463"/>
                </a:lnTo>
                <a:lnTo>
                  <a:pt x="556079" y="105463"/>
                </a:lnTo>
                <a:lnTo>
                  <a:pt x="556079" y="48178"/>
                </a:lnTo>
                <a:cubicBezTo>
                  <a:pt x="556079" y="42419"/>
                  <a:pt x="555861" y="36708"/>
                  <a:pt x="555426" y="31044"/>
                </a:cubicBezTo>
                <a:lnTo>
                  <a:pt x="571310" y="31044"/>
                </a:lnTo>
                <a:cubicBezTo>
                  <a:pt x="571842" y="38298"/>
                  <a:pt x="572108" y="43085"/>
                  <a:pt x="572108" y="45406"/>
                </a:cubicBezTo>
                <a:lnTo>
                  <a:pt x="572398" y="45406"/>
                </a:lnTo>
                <a:cubicBezTo>
                  <a:pt x="575208" y="39726"/>
                  <a:pt x="578453" y="35670"/>
                  <a:pt x="582134" y="33241"/>
                </a:cubicBezTo>
                <a:cubicBezTo>
                  <a:pt x="585815" y="30809"/>
                  <a:pt x="590488" y="29594"/>
                  <a:pt x="596153" y="29594"/>
                </a:cubicBezTo>
                <a:cubicBezTo>
                  <a:pt x="607825" y="29594"/>
                  <a:pt x="615186" y="34864"/>
                  <a:pt x="618237" y="45406"/>
                </a:cubicBezTo>
                <a:lnTo>
                  <a:pt x="618747" y="45406"/>
                </a:lnTo>
                <a:cubicBezTo>
                  <a:pt x="621361" y="39967"/>
                  <a:pt x="624545" y="35973"/>
                  <a:pt x="628299" y="33422"/>
                </a:cubicBezTo>
                <a:cubicBezTo>
                  <a:pt x="632052" y="30870"/>
                  <a:pt x="636908" y="29594"/>
                  <a:pt x="642864" y="29594"/>
                </a:cubicBezTo>
                <a:cubicBezTo>
                  <a:pt x="650855" y="29594"/>
                  <a:pt x="656836" y="32011"/>
                  <a:pt x="660807" y="36847"/>
                </a:cubicBezTo>
                <a:cubicBezTo>
                  <a:pt x="664779" y="41682"/>
                  <a:pt x="666764" y="49250"/>
                  <a:pt x="666764" y="59550"/>
                </a:cubicBezTo>
                <a:lnTo>
                  <a:pt x="666764" y="105463"/>
                </a:lnTo>
                <a:lnTo>
                  <a:pt x="649936" y="105463"/>
                </a:lnTo>
                <a:lnTo>
                  <a:pt x="649936" y="63911"/>
                </a:lnTo>
                <a:cubicBezTo>
                  <a:pt x="649936" y="56369"/>
                  <a:pt x="648836" y="50955"/>
                  <a:pt x="646636" y="47668"/>
                </a:cubicBezTo>
                <a:cubicBezTo>
                  <a:pt x="644436" y="44380"/>
                  <a:pt x="640942" y="42736"/>
                  <a:pt x="636155" y="42736"/>
                </a:cubicBezTo>
                <a:cubicBezTo>
                  <a:pt x="631078" y="42736"/>
                  <a:pt x="627076" y="44779"/>
                  <a:pt x="624151" y="48865"/>
                </a:cubicBezTo>
                <a:cubicBezTo>
                  <a:pt x="621225" y="52949"/>
                  <a:pt x="619763" y="58569"/>
                  <a:pt x="619763" y="65724"/>
                </a:cubicBezTo>
                <a:lnTo>
                  <a:pt x="619763" y="105463"/>
                </a:lnTo>
                <a:lnTo>
                  <a:pt x="602935" y="105463"/>
                </a:lnTo>
                <a:close/>
                <a:moveTo>
                  <a:pt x="734510" y="84066"/>
                </a:moveTo>
                <a:cubicBezTo>
                  <a:pt x="734510" y="91223"/>
                  <a:pt x="732080" y="96820"/>
                  <a:pt x="727220" y="100857"/>
                </a:cubicBezTo>
                <a:cubicBezTo>
                  <a:pt x="722361" y="104895"/>
                  <a:pt x="715555" y="106914"/>
                  <a:pt x="706802" y="106914"/>
                </a:cubicBezTo>
                <a:cubicBezTo>
                  <a:pt x="697711" y="106914"/>
                  <a:pt x="691038" y="105487"/>
                  <a:pt x="686783" y="102634"/>
                </a:cubicBezTo>
                <a:cubicBezTo>
                  <a:pt x="682528" y="99781"/>
                  <a:pt x="679723" y="95188"/>
                  <a:pt x="678369" y="88853"/>
                </a:cubicBezTo>
                <a:lnTo>
                  <a:pt x="692731" y="86605"/>
                </a:lnTo>
                <a:cubicBezTo>
                  <a:pt x="693408" y="89937"/>
                  <a:pt x="694846" y="92327"/>
                  <a:pt x="697047" y="93776"/>
                </a:cubicBezTo>
                <a:cubicBezTo>
                  <a:pt x="699247" y="95224"/>
                  <a:pt x="702402" y="95948"/>
                  <a:pt x="706512" y="95948"/>
                </a:cubicBezTo>
                <a:cubicBezTo>
                  <a:pt x="710236" y="95948"/>
                  <a:pt x="713246" y="95151"/>
                  <a:pt x="715543" y="93556"/>
                </a:cubicBezTo>
                <a:cubicBezTo>
                  <a:pt x="717839" y="91961"/>
                  <a:pt x="718988" y="89375"/>
                  <a:pt x="718988" y="85800"/>
                </a:cubicBezTo>
                <a:cubicBezTo>
                  <a:pt x="718988" y="83625"/>
                  <a:pt x="718480" y="81826"/>
                  <a:pt x="717465" y="80401"/>
                </a:cubicBezTo>
                <a:cubicBezTo>
                  <a:pt x="716449" y="78974"/>
                  <a:pt x="714938" y="77742"/>
                  <a:pt x="712931" y="76704"/>
                </a:cubicBezTo>
                <a:cubicBezTo>
                  <a:pt x="710925" y="75664"/>
                  <a:pt x="707020" y="74371"/>
                  <a:pt x="701217" y="72823"/>
                </a:cubicBezTo>
                <a:cubicBezTo>
                  <a:pt x="695898" y="71421"/>
                  <a:pt x="691945" y="69837"/>
                  <a:pt x="689358" y="68072"/>
                </a:cubicBezTo>
                <a:cubicBezTo>
                  <a:pt x="686771" y="66307"/>
                  <a:pt x="684776" y="64083"/>
                  <a:pt x="683374" y="61399"/>
                </a:cubicBezTo>
                <a:cubicBezTo>
                  <a:pt x="681972" y="58716"/>
                  <a:pt x="681271" y="55415"/>
                  <a:pt x="681271" y="51499"/>
                </a:cubicBezTo>
                <a:cubicBezTo>
                  <a:pt x="681271" y="44584"/>
                  <a:pt x="683431" y="39204"/>
                  <a:pt x="687753" y="35360"/>
                </a:cubicBezTo>
                <a:cubicBezTo>
                  <a:pt x="692075" y="31516"/>
                  <a:pt x="698388" y="29594"/>
                  <a:pt x="706693" y="29594"/>
                </a:cubicBezTo>
                <a:cubicBezTo>
                  <a:pt x="714371" y="29594"/>
                  <a:pt x="720275" y="31003"/>
                  <a:pt x="724403" y="33821"/>
                </a:cubicBezTo>
                <a:cubicBezTo>
                  <a:pt x="728531" y="36639"/>
                  <a:pt x="731127" y="40962"/>
                  <a:pt x="732189" y="46791"/>
                </a:cubicBezTo>
                <a:lnTo>
                  <a:pt x="717712" y="48307"/>
                </a:lnTo>
                <a:cubicBezTo>
                  <a:pt x="717181" y="45481"/>
                  <a:pt x="716011" y="43493"/>
                  <a:pt x="714201" y="42344"/>
                </a:cubicBezTo>
                <a:cubicBezTo>
                  <a:pt x="712392" y="41194"/>
                  <a:pt x="709943" y="40619"/>
                  <a:pt x="706854" y="40619"/>
                </a:cubicBezTo>
                <a:cubicBezTo>
                  <a:pt x="700050" y="40619"/>
                  <a:pt x="696648" y="43617"/>
                  <a:pt x="696648" y="49613"/>
                </a:cubicBezTo>
                <a:cubicBezTo>
                  <a:pt x="696648" y="51547"/>
                  <a:pt x="697071" y="53143"/>
                  <a:pt x="697917" y="54400"/>
                </a:cubicBezTo>
                <a:cubicBezTo>
                  <a:pt x="698763" y="55657"/>
                  <a:pt x="699996" y="56733"/>
                  <a:pt x="701616" y="57628"/>
                </a:cubicBezTo>
                <a:cubicBezTo>
                  <a:pt x="703236" y="58522"/>
                  <a:pt x="706923" y="59792"/>
                  <a:pt x="712677" y="61436"/>
                </a:cubicBezTo>
                <a:cubicBezTo>
                  <a:pt x="719012" y="63225"/>
                  <a:pt x="723509" y="65026"/>
                  <a:pt x="726169" y="66839"/>
                </a:cubicBezTo>
                <a:cubicBezTo>
                  <a:pt x="728828" y="68653"/>
                  <a:pt x="730883" y="70937"/>
                  <a:pt x="732334" y="73694"/>
                </a:cubicBezTo>
                <a:cubicBezTo>
                  <a:pt x="733785" y="76450"/>
                  <a:pt x="734510" y="79907"/>
                  <a:pt x="734510" y="840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Text PVinverter">
            <a:extLst xmlns:a="http://schemas.openxmlformats.org/drawingml/2006/main">
              <a:ext uri="{FF2B5EF4-FFF2-40B4-BE49-F238E27FC236}">
                <a16:creationId xmlns:a16="http://schemas.microsoft.com/office/drawing/2014/main" id="{B6998F20-8B5B-4AFE-B479-6C680815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508" y="275807"/>
            <a:ext cx="853760" cy="126919"/>
          </a:xfrm>
          <a:custGeom xmlns:a="http://schemas.openxmlformats.org/drawingml/2006/main">
            <a:pathLst>
              <a:path w="853760" h="126919">
                <a:moveTo>
                  <a:pt x="61307" y="41158"/>
                </a:moveTo>
                <a:cubicBezTo>
                  <a:pt x="61307" y="34155"/>
                  <a:pt x="59193" y="28702"/>
                  <a:pt x="54965" y="24798"/>
                </a:cubicBezTo>
                <a:cubicBezTo>
                  <a:pt x="50736" y="20895"/>
                  <a:pt x="44366" y="18943"/>
                  <a:pt x="35852" y="18943"/>
                </a:cubicBezTo>
                <a:lnTo>
                  <a:pt x="20837" y="18943"/>
                </a:lnTo>
                <a:lnTo>
                  <a:pt x="20837" y="64234"/>
                </a:lnTo>
                <a:lnTo>
                  <a:pt x="36541" y="64234"/>
                </a:lnTo>
                <a:cubicBezTo>
                  <a:pt x="44366" y="64234"/>
                  <a:pt x="50449" y="62239"/>
                  <a:pt x="54792" y="58250"/>
                </a:cubicBezTo>
                <a:cubicBezTo>
                  <a:pt x="59135" y="54260"/>
                  <a:pt x="61307" y="48563"/>
                  <a:pt x="61307" y="41158"/>
                </a:cubicBezTo>
                <a:moveTo>
                  <a:pt x="82316" y="40986"/>
                </a:moveTo>
                <a:cubicBezTo>
                  <a:pt x="82316" y="48563"/>
                  <a:pt x="80606" y="55222"/>
                  <a:pt x="77185" y="60962"/>
                </a:cubicBezTo>
                <a:cubicBezTo>
                  <a:pt x="73766" y="66703"/>
                  <a:pt x="68793" y="71180"/>
                  <a:pt x="62267" y="74395"/>
                </a:cubicBezTo>
                <a:cubicBezTo>
                  <a:pt x="55743" y="77609"/>
                  <a:pt x="48027" y="79216"/>
                  <a:pt x="39119" y="79216"/>
                </a:cubicBezTo>
                <a:lnTo>
                  <a:pt x="20837" y="79216"/>
                </a:lnTo>
                <a:lnTo>
                  <a:pt x="20837" y="125196"/>
                </a:lnTo>
                <a:lnTo>
                  <a:pt x="0" y="125196"/>
                </a:lnTo>
                <a:lnTo>
                  <a:pt x="0" y="3789"/>
                </a:lnTo>
                <a:lnTo>
                  <a:pt x="38271" y="3789"/>
                </a:lnTo>
                <a:cubicBezTo>
                  <a:pt x="52406" y="3789"/>
                  <a:pt x="63281" y="7018"/>
                  <a:pt x="70894" y="13475"/>
                </a:cubicBezTo>
                <a:cubicBezTo>
                  <a:pt x="78509" y="19933"/>
                  <a:pt x="82316" y="29103"/>
                  <a:pt x="82316" y="40986"/>
                </a:cubicBezTo>
                <a:close/>
                <a:moveTo>
                  <a:pt x="132321" y="125196"/>
                </a:moveTo>
                <a:lnTo>
                  <a:pt x="87805" y="3789"/>
                </a:lnTo>
                <a:lnTo>
                  <a:pt x="109589" y="3789"/>
                </a:lnTo>
                <a:lnTo>
                  <a:pt x="136798" y="85053"/>
                </a:lnTo>
                <a:cubicBezTo>
                  <a:pt x="139382" y="92808"/>
                  <a:pt x="141649" y="100592"/>
                  <a:pt x="143601" y="108406"/>
                </a:cubicBezTo>
                <a:cubicBezTo>
                  <a:pt x="145954" y="99501"/>
                  <a:pt x="148164" y="91860"/>
                  <a:pt x="150231" y="85483"/>
                </a:cubicBezTo>
                <a:lnTo>
                  <a:pt x="177268" y="3789"/>
                </a:lnTo>
                <a:lnTo>
                  <a:pt x="199052" y="3789"/>
                </a:lnTo>
                <a:lnTo>
                  <a:pt x="154622" y="125196"/>
                </a:lnTo>
                <a:lnTo>
                  <a:pt x="132321" y="125196"/>
                </a:lnTo>
                <a:close/>
                <a:moveTo>
                  <a:pt x="257334" y="16979"/>
                </a:moveTo>
                <a:lnTo>
                  <a:pt x="257334" y="0"/>
                </a:lnTo>
                <a:lnTo>
                  <a:pt x="277052" y="0"/>
                </a:lnTo>
                <a:lnTo>
                  <a:pt x="277052" y="16979"/>
                </a:lnTo>
                <a:lnTo>
                  <a:pt x="257334" y="16979"/>
                </a:lnTo>
                <a:moveTo>
                  <a:pt x="257334" y="125196"/>
                </a:moveTo>
                <a:lnTo>
                  <a:pt x="257334" y="36853"/>
                </a:lnTo>
                <a:lnTo>
                  <a:pt x="277138" y="36853"/>
                </a:lnTo>
                <a:lnTo>
                  <a:pt x="277138" y="125196"/>
                </a:lnTo>
                <a:lnTo>
                  <a:pt x="257334" y="125196"/>
                </a:lnTo>
                <a:close/>
                <a:moveTo>
                  <a:pt x="361394" y="125196"/>
                </a:moveTo>
                <a:lnTo>
                  <a:pt x="361394" y="75869"/>
                </a:lnTo>
                <a:cubicBezTo>
                  <a:pt x="361394" y="66916"/>
                  <a:pt x="360002" y="60489"/>
                  <a:pt x="357218" y="56587"/>
                </a:cubicBezTo>
                <a:cubicBezTo>
                  <a:pt x="354434" y="52684"/>
                  <a:pt x="350028" y="50732"/>
                  <a:pt x="344001" y="50732"/>
                </a:cubicBezTo>
                <a:cubicBezTo>
                  <a:pt x="337514" y="50732"/>
                  <a:pt x="332419" y="53229"/>
                  <a:pt x="328717" y="58223"/>
                </a:cubicBezTo>
                <a:cubicBezTo>
                  <a:pt x="325014" y="63215"/>
                  <a:pt x="323163" y="69987"/>
                  <a:pt x="323163" y="78538"/>
                </a:cubicBezTo>
                <a:lnTo>
                  <a:pt x="323163" y="125196"/>
                </a:lnTo>
                <a:lnTo>
                  <a:pt x="303359" y="125196"/>
                </a:lnTo>
                <a:lnTo>
                  <a:pt x="303359" y="57192"/>
                </a:lnTo>
                <a:cubicBezTo>
                  <a:pt x="303359" y="50356"/>
                  <a:pt x="303101" y="43576"/>
                  <a:pt x="302584" y="36853"/>
                </a:cubicBezTo>
                <a:lnTo>
                  <a:pt x="321441" y="36853"/>
                </a:lnTo>
                <a:cubicBezTo>
                  <a:pt x="322073" y="45463"/>
                  <a:pt x="322388" y="51146"/>
                  <a:pt x="322388" y="53902"/>
                </a:cubicBezTo>
                <a:lnTo>
                  <a:pt x="322733" y="53902"/>
                </a:lnTo>
                <a:cubicBezTo>
                  <a:pt x="326125" y="47331"/>
                  <a:pt x="330062" y="42560"/>
                  <a:pt x="334545" y="39589"/>
                </a:cubicBezTo>
                <a:cubicBezTo>
                  <a:pt x="339030" y="36617"/>
                  <a:pt x="344808" y="35131"/>
                  <a:pt x="351879" y="35131"/>
                </a:cubicBezTo>
                <a:cubicBezTo>
                  <a:pt x="361709" y="35131"/>
                  <a:pt x="369082" y="38030"/>
                  <a:pt x="373997" y="43827"/>
                </a:cubicBezTo>
                <a:cubicBezTo>
                  <a:pt x="378913" y="49625"/>
                  <a:pt x="381370" y="58580"/>
                  <a:pt x="381370" y="70692"/>
                </a:cubicBezTo>
                <a:lnTo>
                  <a:pt x="381370" y="125196"/>
                </a:lnTo>
                <a:lnTo>
                  <a:pt x="361394" y="125196"/>
                </a:lnTo>
                <a:close/>
                <a:moveTo>
                  <a:pt x="448776" y="125196"/>
                </a:moveTo>
                <a:lnTo>
                  <a:pt x="425184" y="125196"/>
                </a:lnTo>
                <a:lnTo>
                  <a:pt x="392722" y="36853"/>
                </a:lnTo>
                <a:lnTo>
                  <a:pt x="413732" y="36853"/>
                </a:lnTo>
                <a:lnTo>
                  <a:pt x="431039" y="89353"/>
                </a:lnTo>
                <a:cubicBezTo>
                  <a:pt x="434426" y="100501"/>
                  <a:pt x="436435" y="107283"/>
                  <a:pt x="437066" y="109698"/>
                </a:cubicBezTo>
                <a:cubicBezTo>
                  <a:pt x="437583" y="107744"/>
                  <a:pt x="438343" y="105187"/>
                  <a:pt x="439348" y="102026"/>
                </a:cubicBezTo>
                <a:cubicBezTo>
                  <a:pt x="440353" y="98865"/>
                  <a:pt x="441773" y="94584"/>
                  <a:pt x="443610" y="89180"/>
                </a:cubicBezTo>
                <a:lnTo>
                  <a:pt x="461262" y="36853"/>
                </a:lnTo>
                <a:lnTo>
                  <a:pt x="482099" y="36853"/>
                </a:lnTo>
                <a:lnTo>
                  <a:pt x="448776" y="125196"/>
                </a:lnTo>
                <a:close/>
                <a:moveTo>
                  <a:pt x="504375" y="84829"/>
                </a:moveTo>
                <a:cubicBezTo>
                  <a:pt x="504662" y="93831"/>
                  <a:pt x="506650" y="100754"/>
                  <a:pt x="510340" y="105600"/>
                </a:cubicBezTo>
                <a:cubicBezTo>
                  <a:pt x="514032" y="110445"/>
                  <a:pt x="519084" y="112867"/>
                  <a:pt x="525495" y="112867"/>
                </a:cubicBezTo>
                <a:cubicBezTo>
                  <a:pt x="529843" y="112867"/>
                  <a:pt x="533720" y="111771"/>
                  <a:pt x="537124" y="109579"/>
                </a:cubicBezTo>
                <a:cubicBezTo>
                  <a:pt x="540531" y="107387"/>
                  <a:pt x="543607" y="103695"/>
                  <a:pt x="546354" y="98504"/>
                </a:cubicBezTo>
                <a:lnTo>
                  <a:pt x="561893" y="106017"/>
                </a:lnTo>
                <a:cubicBezTo>
                  <a:pt x="558510" y="111488"/>
                  <a:pt x="555127" y="115633"/>
                  <a:pt x="551743" y="118453"/>
                </a:cubicBezTo>
                <a:cubicBezTo>
                  <a:pt x="548360" y="121275"/>
                  <a:pt x="544418" y="123391"/>
                  <a:pt x="539917" y="124801"/>
                </a:cubicBezTo>
                <a:cubicBezTo>
                  <a:pt x="535417" y="126213"/>
                  <a:pt x="530070" y="126919"/>
                  <a:pt x="523878" y="126919"/>
                </a:cubicBezTo>
                <a:cubicBezTo>
                  <a:pt x="510975" y="126919"/>
                  <a:pt x="501025" y="122857"/>
                  <a:pt x="494029" y="114735"/>
                </a:cubicBezTo>
                <a:cubicBezTo>
                  <a:pt x="487035" y="106612"/>
                  <a:pt x="483538" y="95203"/>
                  <a:pt x="483538" y="80508"/>
                </a:cubicBezTo>
                <a:cubicBezTo>
                  <a:pt x="483538" y="65698"/>
                  <a:pt x="487211" y="54433"/>
                  <a:pt x="494559" y="46712"/>
                </a:cubicBezTo>
                <a:cubicBezTo>
                  <a:pt x="501907" y="38991"/>
                  <a:pt x="511924" y="35131"/>
                  <a:pt x="524610" y="35131"/>
                </a:cubicBezTo>
                <a:cubicBezTo>
                  <a:pt x="537181" y="35131"/>
                  <a:pt x="546796" y="39251"/>
                  <a:pt x="553455" y="47492"/>
                </a:cubicBezTo>
                <a:cubicBezTo>
                  <a:pt x="560114" y="55731"/>
                  <a:pt x="563443" y="67373"/>
                  <a:pt x="563443" y="82418"/>
                </a:cubicBezTo>
                <a:lnTo>
                  <a:pt x="563443" y="84829"/>
                </a:lnTo>
                <a:lnTo>
                  <a:pt x="504375" y="84829"/>
                </a:lnTo>
                <a:moveTo>
                  <a:pt x="523921" y="48838"/>
                </a:moveTo>
                <a:cubicBezTo>
                  <a:pt x="518148" y="48838"/>
                  <a:pt x="513547" y="50903"/>
                  <a:pt x="510117" y="55034"/>
                </a:cubicBezTo>
                <a:cubicBezTo>
                  <a:pt x="506689" y="59164"/>
                  <a:pt x="504832" y="64871"/>
                  <a:pt x="504547" y="72156"/>
                </a:cubicBezTo>
                <a:lnTo>
                  <a:pt x="542778" y="72156"/>
                </a:lnTo>
                <a:cubicBezTo>
                  <a:pt x="542206" y="64354"/>
                  <a:pt x="540433" y="58518"/>
                  <a:pt x="537461" y="54647"/>
                </a:cubicBezTo>
                <a:cubicBezTo>
                  <a:pt x="534490" y="50774"/>
                  <a:pt x="529977" y="48838"/>
                  <a:pt x="523921" y="48838"/>
                </a:cubicBezTo>
                <a:close/>
                <a:moveTo>
                  <a:pt x="622501" y="51593"/>
                </a:moveTo>
                <a:cubicBezTo>
                  <a:pt x="616054" y="51593"/>
                  <a:pt x="610902" y="54420"/>
                  <a:pt x="607045" y="60074"/>
                </a:cubicBezTo>
                <a:cubicBezTo>
                  <a:pt x="603188" y="65727"/>
                  <a:pt x="601260" y="73344"/>
                  <a:pt x="601260" y="82927"/>
                </a:cubicBezTo>
                <a:lnTo>
                  <a:pt x="601260" y="125196"/>
                </a:lnTo>
                <a:lnTo>
                  <a:pt x="581456" y="125196"/>
                </a:lnTo>
                <a:lnTo>
                  <a:pt x="581456" y="58659"/>
                </a:lnTo>
                <a:cubicBezTo>
                  <a:pt x="581456" y="49351"/>
                  <a:pt x="581226" y="42082"/>
                  <a:pt x="580767" y="36853"/>
                </a:cubicBezTo>
                <a:lnTo>
                  <a:pt x="599708" y="36853"/>
                </a:lnTo>
                <a:cubicBezTo>
                  <a:pt x="600283" y="43741"/>
                  <a:pt x="600571" y="50400"/>
                  <a:pt x="600571" y="56829"/>
                </a:cubicBezTo>
                <a:lnTo>
                  <a:pt x="600916" y="56829"/>
                </a:lnTo>
                <a:cubicBezTo>
                  <a:pt x="603680" y="48710"/>
                  <a:pt x="606875" y="43064"/>
                  <a:pt x="610500" y="39891"/>
                </a:cubicBezTo>
                <a:cubicBezTo>
                  <a:pt x="614127" y="36717"/>
                  <a:pt x="618905" y="35131"/>
                  <a:pt x="624834" y="35131"/>
                </a:cubicBezTo>
                <a:cubicBezTo>
                  <a:pt x="627539" y="35131"/>
                  <a:pt x="629784" y="35504"/>
                  <a:pt x="631569" y="36250"/>
                </a:cubicBezTo>
                <a:lnTo>
                  <a:pt x="631569" y="52524"/>
                </a:lnTo>
                <a:cubicBezTo>
                  <a:pt x="628632" y="51903"/>
                  <a:pt x="625610" y="51593"/>
                  <a:pt x="622501" y="51593"/>
                </a:cubicBezTo>
                <a:close/>
                <a:moveTo>
                  <a:pt x="673010" y="126746"/>
                </a:moveTo>
                <a:cubicBezTo>
                  <a:pt x="666107" y="126746"/>
                  <a:pt x="660657" y="124779"/>
                  <a:pt x="656658" y="120843"/>
                </a:cubicBezTo>
                <a:cubicBezTo>
                  <a:pt x="652662" y="116907"/>
                  <a:pt x="650663" y="111262"/>
                  <a:pt x="650663" y="103907"/>
                </a:cubicBezTo>
                <a:lnTo>
                  <a:pt x="650663" y="51249"/>
                </a:lnTo>
                <a:lnTo>
                  <a:pt x="637575" y="51249"/>
                </a:lnTo>
                <a:lnTo>
                  <a:pt x="637575" y="36853"/>
                </a:lnTo>
                <a:lnTo>
                  <a:pt x="650922" y="36853"/>
                </a:lnTo>
                <a:lnTo>
                  <a:pt x="657234" y="15499"/>
                </a:lnTo>
                <a:lnTo>
                  <a:pt x="670467" y="15499"/>
                </a:lnTo>
                <a:lnTo>
                  <a:pt x="670467" y="36853"/>
                </a:lnTo>
                <a:lnTo>
                  <a:pt x="691735" y="36853"/>
                </a:lnTo>
                <a:lnTo>
                  <a:pt x="691735" y="51249"/>
                </a:lnTo>
                <a:lnTo>
                  <a:pt x="670467" y="51249"/>
                </a:lnTo>
                <a:lnTo>
                  <a:pt x="670467" y="98908"/>
                </a:lnTo>
                <a:cubicBezTo>
                  <a:pt x="670467" y="107640"/>
                  <a:pt x="674170" y="112006"/>
                  <a:pt x="681575" y="112006"/>
                </a:cubicBezTo>
                <a:cubicBezTo>
                  <a:pt x="685076" y="112006"/>
                  <a:pt x="688836" y="111633"/>
                  <a:pt x="692855" y="110887"/>
                </a:cubicBezTo>
                <a:lnTo>
                  <a:pt x="692855" y="124161"/>
                </a:lnTo>
                <a:cubicBezTo>
                  <a:pt x="686298" y="125884"/>
                  <a:pt x="679683" y="126746"/>
                  <a:pt x="673010" y="126746"/>
                </a:cubicBezTo>
                <a:close/>
                <a:moveTo>
                  <a:pt x="726566" y="84829"/>
                </a:moveTo>
                <a:cubicBezTo>
                  <a:pt x="726853" y="93831"/>
                  <a:pt x="728842" y="100754"/>
                  <a:pt x="732532" y="105600"/>
                </a:cubicBezTo>
                <a:cubicBezTo>
                  <a:pt x="736224" y="110445"/>
                  <a:pt x="741275" y="112867"/>
                  <a:pt x="747686" y="112867"/>
                </a:cubicBezTo>
                <a:cubicBezTo>
                  <a:pt x="752035" y="112867"/>
                  <a:pt x="755911" y="111771"/>
                  <a:pt x="759316" y="109579"/>
                </a:cubicBezTo>
                <a:cubicBezTo>
                  <a:pt x="762722" y="107387"/>
                  <a:pt x="765799" y="103695"/>
                  <a:pt x="768545" y="98504"/>
                </a:cubicBezTo>
                <a:lnTo>
                  <a:pt x="784085" y="106017"/>
                </a:lnTo>
                <a:cubicBezTo>
                  <a:pt x="780701" y="111488"/>
                  <a:pt x="777318" y="115633"/>
                  <a:pt x="773935" y="118453"/>
                </a:cubicBezTo>
                <a:cubicBezTo>
                  <a:pt x="770552" y="121275"/>
                  <a:pt x="766610" y="123391"/>
                  <a:pt x="762109" y="124801"/>
                </a:cubicBezTo>
                <a:cubicBezTo>
                  <a:pt x="757608" y="126213"/>
                  <a:pt x="752262" y="126919"/>
                  <a:pt x="746069" y="126919"/>
                </a:cubicBezTo>
                <a:cubicBezTo>
                  <a:pt x="733166" y="126919"/>
                  <a:pt x="723216" y="122857"/>
                  <a:pt x="716220" y="114735"/>
                </a:cubicBezTo>
                <a:cubicBezTo>
                  <a:pt x="709226" y="106612"/>
                  <a:pt x="705729" y="95203"/>
                  <a:pt x="705729" y="80508"/>
                </a:cubicBezTo>
                <a:cubicBezTo>
                  <a:pt x="705729" y="65698"/>
                  <a:pt x="709403" y="54433"/>
                  <a:pt x="716751" y="46712"/>
                </a:cubicBezTo>
                <a:cubicBezTo>
                  <a:pt x="724098" y="38991"/>
                  <a:pt x="734115" y="35131"/>
                  <a:pt x="746801" y="35131"/>
                </a:cubicBezTo>
                <a:cubicBezTo>
                  <a:pt x="759372" y="35131"/>
                  <a:pt x="768987" y="39251"/>
                  <a:pt x="775646" y="47492"/>
                </a:cubicBezTo>
                <a:cubicBezTo>
                  <a:pt x="782305" y="55731"/>
                  <a:pt x="785634" y="67373"/>
                  <a:pt x="785634" y="82418"/>
                </a:cubicBezTo>
                <a:lnTo>
                  <a:pt x="785634" y="84829"/>
                </a:lnTo>
                <a:lnTo>
                  <a:pt x="726566" y="84829"/>
                </a:lnTo>
                <a:moveTo>
                  <a:pt x="746112" y="48838"/>
                </a:moveTo>
                <a:cubicBezTo>
                  <a:pt x="740340" y="48838"/>
                  <a:pt x="735738" y="50903"/>
                  <a:pt x="732309" y="55034"/>
                </a:cubicBezTo>
                <a:cubicBezTo>
                  <a:pt x="728881" y="59164"/>
                  <a:pt x="727024" y="64871"/>
                  <a:pt x="726739" y="72156"/>
                </a:cubicBezTo>
                <a:lnTo>
                  <a:pt x="764969" y="72156"/>
                </a:lnTo>
                <a:cubicBezTo>
                  <a:pt x="764397" y="64354"/>
                  <a:pt x="762625" y="58518"/>
                  <a:pt x="759652" y="54647"/>
                </a:cubicBezTo>
                <a:cubicBezTo>
                  <a:pt x="756682" y="50774"/>
                  <a:pt x="752168" y="48838"/>
                  <a:pt x="746112" y="48838"/>
                </a:cubicBezTo>
                <a:close/>
                <a:moveTo>
                  <a:pt x="844692" y="51593"/>
                </a:moveTo>
                <a:cubicBezTo>
                  <a:pt x="838245" y="51593"/>
                  <a:pt x="833093" y="54420"/>
                  <a:pt x="829236" y="60074"/>
                </a:cubicBezTo>
                <a:cubicBezTo>
                  <a:pt x="825380" y="65727"/>
                  <a:pt x="823451" y="73344"/>
                  <a:pt x="823451" y="82927"/>
                </a:cubicBezTo>
                <a:lnTo>
                  <a:pt x="823451" y="125196"/>
                </a:lnTo>
                <a:lnTo>
                  <a:pt x="803647" y="125196"/>
                </a:lnTo>
                <a:lnTo>
                  <a:pt x="803647" y="58659"/>
                </a:lnTo>
                <a:cubicBezTo>
                  <a:pt x="803647" y="49351"/>
                  <a:pt x="803418" y="42082"/>
                  <a:pt x="802958" y="36853"/>
                </a:cubicBezTo>
                <a:lnTo>
                  <a:pt x="821899" y="36853"/>
                </a:lnTo>
                <a:cubicBezTo>
                  <a:pt x="822475" y="43741"/>
                  <a:pt x="822762" y="50400"/>
                  <a:pt x="822762" y="56829"/>
                </a:cubicBezTo>
                <a:lnTo>
                  <a:pt x="823107" y="56829"/>
                </a:lnTo>
                <a:cubicBezTo>
                  <a:pt x="825871" y="48710"/>
                  <a:pt x="829066" y="43064"/>
                  <a:pt x="832691" y="39891"/>
                </a:cubicBezTo>
                <a:cubicBezTo>
                  <a:pt x="836319" y="36717"/>
                  <a:pt x="841097" y="35131"/>
                  <a:pt x="847025" y="35131"/>
                </a:cubicBezTo>
                <a:cubicBezTo>
                  <a:pt x="849730" y="35131"/>
                  <a:pt x="851975" y="35504"/>
                  <a:pt x="853760" y="36250"/>
                </a:cubicBezTo>
                <a:lnTo>
                  <a:pt x="853760" y="52524"/>
                </a:lnTo>
                <a:cubicBezTo>
                  <a:pt x="850824" y="51903"/>
                  <a:pt x="847801" y="51593"/>
                  <a:pt x="844692" y="515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727AED-0958-4A74-90E5-6E95BEDE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347" y="2292193"/>
            <a:ext cx="210994" cy="10"/>
          </a:xfrm>
          <a:custGeom xmlns:a="http://schemas.openxmlformats.org/drawingml/2006/main">
            <a:pathLst>
              <a:path w="210994" h="1" fill="none">
                <a:moveTo>
                  <a:pt x="21099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C00000"/>
            </a:solidFill>
            <a:round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856435-F724-42C6-9EA4-4D184A42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0263" y="2270451"/>
            <a:ext cx="77084" cy="42001"/>
          </a:xfrm>
          <a:custGeom xmlns:a="http://schemas.openxmlformats.org/drawingml/2006/main">
            <a:pathLst>
              <a:path w="77084" h="42001">
                <a:moveTo>
                  <a:pt x="77084" y="42001"/>
                </a:moveTo>
                <a:lnTo>
                  <a:pt x="0" y="21001"/>
                </a:lnTo>
                <a:lnTo>
                  <a:pt x="77084" y="0"/>
                </a:lnTo>
                <a:lnTo>
                  <a:pt x="77084" y="42001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236401-FA66-497D-84F8-70B8E970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0263" y="2270451"/>
            <a:ext cx="77084" cy="42001"/>
          </a:xfrm>
          <a:custGeom xmlns:a="http://schemas.openxmlformats.org/drawingml/2006/main">
            <a:pathLst>
              <a:path w="77084" h="42001" fill="none">
                <a:moveTo>
                  <a:pt x="77084" y="42001"/>
                </a:moveTo>
                <a:lnTo>
                  <a:pt x="77084" y="0"/>
                </a:lnTo>
                <a:lnTo>
                  <a:pt x="0" y="21001"/>
                </a:lnTo>
                <a:lnTo>
                  <a:pt x="77084" y="420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265" cap="rnd">
            <a:solidFill>
              <a:srgbClr val="C00000"/>
            </a:solidFill>
            <a:round/>
          </a:ln>
        </p:spPr>
      </p:sp>
      <p:sp>
        <p:nvSpPr>
          <p:cNvPr id="214" name="Text I">
            <a:extLst xmlns:a="http://schemas.openxmlformats.org/drawingml/2006/main">
              <a:ext uri="{FF2B5EF4-FFF2-40B4-BE49-F238E27FC236}">
                <a16:creationId xmlns:a16="http://schemas.microsoft.com/office/drawing/2014/main" id="{C18DC568-5660-4ECD-A221-0D1B64BF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258" y="1964965"/>
            <a:ext cx="43807" cy="102272"/>
          </a:xfrm>
          <a:custGeom xmlns:a="http://schemas.openxmlformats.org/drawingml/2006/main">
            <a:pathLst>
              <a:path w="43807" h="102272">
                <a:moveTo>
                  <a:pt x="0" y="102272"/>
                </a:moveTo>
                <a:lnTo>
                  <a:pt x="34087" y="0"/>
                </a:lnTo>
                <a:lnTo>
                  <a:pt x="43807" y="0"/>
                </a:lnTo>
                <a:lnTo>
                  <a:pt x="9719" y="102272"/>
                </a:lnTo>
                <a:lnTo>
                  <a:pt x="0" y="1022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Text pv">
            <a:extLst xmlns:a="http://schemas.openxmlformats.org/drawingml/2006/main">
              <a:ext uri="{FF2B5EF4-FFF2-40B4-BE49-F238E27FC236}">
                <a16:creationId xmlns:a16="http://schemas.microsoft.com/office/drawing/2014/main" id="{747C667A-288D-4AA6-8A46-77F40854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400" y="2034370"/>
            <a:ext cx="95020" cy="71576"/>
          </a:xfrm>
          <a:custGeom xmlns:a="http://schemas.openxmlformats.org/drawingml/2006/main">
            <a:pathLst>
              <a:path w="95020" h="71576">
                <a:moveTo>
                  <a:pt x="45921" y="26205"/>
                </a:moveTo>
                <a:cubicBezTo>
                  <a:pt x="45921" y="34424"/>
                  <a:pt x="43949" y="40913"/>
                  <a:pt x="40006" y="45671"/>
                </a:cubicBezTo>
                <a:cubicBezTo>
                  <a:pt x="36063" y="50429"/>
                  <a:pt x="30630" y="52809"/>
                  <a:pt x="23709" y="52809"/>
                </a:cubicBezTo>
                <a:cubicBezTo>
                  <a:pt x="19683" y="52809"/>
                  <a:pt x="16313" y="52052"/>
                  <a:pt x="13601" y="50538"/>
                </a:cubicBezTo>
                <a:cubicBezTo>
                  <a:pt x="10889" y="49024"/>
                  <a:pt x="8618" y="46586"/>
                  <a:pt x="6788" y="43225"/>
                </a:cubicBezTo>
                <a:lnTo>
                  <a:pt x="6589" y="43225"/>
                </a:lnTo>
                <a:cubicBezTo>
                  <a:pt x="6655" y="44592"/>
                  <a:pt x="6705" y="45959"/>
                  <a:pt x="6738" y="47326"/>
                </a:cubicBezTo>
                <a:cubicBezTo>
                  <a:pt x="6772" y="48692"/>
                  <a:pt x="6788" y="50092"/>
                  <a:pt x="6788" y="51525"/>
                </a:cubicBezTo>
                <a:lnTo>
                  <a:pt x="6788" y="71576"/>
                </a:lnTo>
                <a:lnTo>
                  <a:pt x="399" y="71576"/>
                </a:lnTo>
                <a:lnTo>
                  <a:pt x="399" y="11787"/>
                </a:lnTo>
                <a:cubicBezTo>
                  <a:pt x="399" y="8191"/>
                  <a:pt x="266" y="4594"/>
                  <a:pt x="0" y="998"/>
                </a:cubicBezTo>
                <a:lnTo>
                  <a:pt x="6032" y="998"/>
                </a:lnTo>
                <a:cubicBezTo>
                  <a:pt x="6403" y="4592"/>
                  <a:pt x="6589" y="7720"/>
                  <a:pt x="6589" y="10382"/>
                </a:cubicBezTo>
                <a:lnTo>
                  <a:pt x="6788" y="10382"/>
                </a:lnTo>
                <a:cubicBezTo>
                  <a:pt x="8785" y="6688"/>
                  <a:pt x="11214" y="4035"/>
                  <a:pt x="14076" y="2421"/>
                </a:cubicBezTo>
                <a:cubicBezTo>
                  <a:pt x="16937" y="807"/>
                  <a:pt x="20481" y="0"/>
                  <a:pt x="24707" y="0"/>
                </a:cubicBezTo>
                <a:cubicBezTo>
                  <a:pt x="31496" y="0"/>
                  <a:pt x="36728" y="2263"/>
                  <a:pt x="40405" y="6788"/>
                </a:cubicBezTo>
                <a:cubicBezTo>
                  <a:pt x="44082" y="11314"/>
                  <a:pt x="45921" y="17786"/>
                  <a:pt x="45921" y="26205"/>
                </a:cubicBezTo>
                <a:moveTo>
                  <a:pt x="39332" y="26305"/>
                </a:moveTo>
                <a:cubicBezTo>
                  <a:pt x="39332" y="19586"/>
                  <a:pt x="38036" y="14397"/>
                  <a:pt x="35445" y="10739"/>
                </a:cubicBezTo>
                <a:cubicBezTo>
                  <a:pt x="32854" y="7080"/>
                  <a:pt x="28933" y="5250"/>
                  <a:pt x="23682" y="5250"/>
                </a:cubicBezTo>
                <a:cubicBezTo>
                  <a:pt x="18035" y="5250"/>
                  <a:pt x="13791" y="7072"/>
                  <a:pt x="10950" y="10714"/>
                </a:cubicBezTo>
                <a:cubicBezTo>
                  <a:pt x="8109" y="14356"/>
                  <a:pt x="6688" y="19603"/>
                  <a:pt x="6688" y="26454"/>
                </a:cubicBezTo>
                <a:cubicBezTo>
                  <a:pt x="6688" y="33339"/>
                  <a:pt x="8067" y="38578"/>
                  <a:pt x="10825" y="42171"/>
                </a:cubicBezTo>
                <a:cubicBezTo>
                  <a:pt x="13583" y="45763"/>
                  <a:pt x="17686" y="47558"/>
                  <a:pt x="23135" y="47558"/>
                </a:cubicBezTo>
                <a:cubicBezTo>
                  <a:pt x="28484" y="47558"/>
                  <a:pt x="32521" y="45729"/>
                  <a:pt x="35245" y="42071"/>
                </a:cubicBezTo>
                <a:cubicBezTo>
                  <a:pt x="37970" y="38412"/>
                  <a:pt x="39332" y="33156"/>
                  <a:pt x="39332" y="26305"/>
                </a:cubicBezTo>
                <a:close/>
                <a:moveTo>
                  <a:pt x="75004" y="51810"/>
                </a:moveTo>
                <a:lnTo>
                  <a:pt x="67617" y="51810"/>
                </a:lnTo>
                <a:lnTo>
                  <a:pt x="48101" y="998"/>
                </a:lnTo>
                <a:lnTo>
                  <a:pt x="54889" y="998"/>
                </a:lnTo>
                <a:lnTo>
                  <a:pt x="67916" y="36337"/>
                </a:lnTo>
                <a:cubicBezTo>
                  <a:pt x="69680" y="41295"/>
                  <a:pt x="70811" y="44756"/>
                  <a:pt x="71311" y="46719"/>
                </a:cubicBezTo>
                <a:cubicBezTo>
                  <a:pt x="71876" y="44989"/>
                  <a:pt x="72450" y="43259"/>
                  <a:pt x="73033" y="41528"/>
                </a:cubicBezTo>
                <a:cubicBezTo>
                  <a:pt x="73615" y="39798"/>
                  <a:pt x="74239" y="38084"/>
                  <a:pt x="74904" y="36387"/>
                </a:cubicBezTo>
                <a:lnTo>
                  <a:pt x="88331" y="998"/>
                </a:lnTo>
                <a:lnTo>
                  <a:pt x="95020" y="998"/>
                </a:lnTo>
                <a:lnTo>
                  <a:pt x="75004" y="518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Text V">
            <a:extLst xmlns:a="http://schemas.openxmlformats.org/drawingml/2006/main">
              <a:ext uri="{FF2B5EF4-FFF2-40B4-BE49-F238E27FC236}">
                <a16:creationId xmlns:a16="http://schemas.microsoft.com/office/drawing/2014/main" id="{6BF3AFFA-A678-4687-9C77-D61DF0DE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572" y="1964965"/>
            <a:ext cx="87765" cy="102272"/>
          </a:xfrm>
          <a:custGeom xmlns:a="http://schemas.openxmlformats.org/drawingml/2006/main">
            <a:pathLst>
              <a:path w="87765" h="102272">
                <a:moveTo>
                  <a:pt x="15412" y="102272"/>
                </a:moveTo>
                <a:lnTo>
                  <a:pt x="4251" y="102272"/>
                </a:lnTo>
                <a:lnTo>
                  <a:pt x="0" y="0"/>
                </a:lnTo>
                <a:lnTo>
                  <a:pt x="10508" y="0"/>
                </a:lnTo>
                <a:lnTo>
                  <a:pt x="12766" y="77595"/>
                </a:lnTo>
                <a:cubicBezTo>
                  <a:pt x="12891" y="85046"/>
                  <a:pt x="12824" y="90611"/>
                  <a:pt x="12565" y="94289"/>
                </a:cubicBezTo>
                <a:cubicBezTo>
                  <a:pt x="14306" y="91531"/>
                  <a:pt x="16059" y="88773"/>
                  <a:pt x="17823" y="86015"/>
                </a:cubicBezTo>
                <a:cubicBezTo>
                  <a:pt x="19588" y="83256"/>
                  <a:pt x="21414" y="80497"/>
                  <a:pt x="23299" y="77740"/>
                </a:cubicBezTo>
                <a:lnTo>
                  <a:pt x="77329" y="0"/>
                </a:lnTo>
                <a:lnTo>
                  <a:pt x="87765" y="0"/>
                </a:lnTo>
                <a:lnTo>
                  <a:pt x="15412" y="1022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Text pv">
            <a:extLst xmlns:a="http://schemas.openxmlformats.org/drawingml/2006/main">
              <a:ext uri="{FF2B5EF4-FFF2-40B4-BE49-F238E27FC236}">
                <a16:creationId xmlns:a16="http://schemas.microsoft.com/office/drawing/2014/main" id="{8221E1B1-122F-42C2-A693-A26DEEC8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5506" y="2034370"/>
            <a:ext cx="95020" cy="71576"/>
          </a:xfrm>
          <a:custGeom xmlns:a="http://schemas.openxmlformats.org/drawingml/2006/main">
            <a:pathLst>
              <a:path w="95020" h="71576">
                <a:moveTo>
                  <a:pt x="45921" y="26205"/>
                </a:moveTo>
                <a:cubicBezTo>
                  <a:pt x="45921" y="34424"/>
                  <a:pt x="43949" y="40913"/>
                  <a:pt x="40006" y="45671"/>
                </a:cubicBezTo>
                <a:cubicBezTo>
                  <a:pt x="36063" y="50429"/>
                  <a:pt x="30630" y="52809"/>
                  <a:pt x="23709" y="52809"/>
                </a:cubicBezTo>
                <a:cubicBezTo>
                  <a:pt x="19683" y="52809"/>
                  <a:pt x="16313" y="52052"/>
                  <a:pt x="13601" y="50538"/>
                </a:cubicBezTo>
                <a:cubicBezTo>
                  <a:pt x="10889" y="49024"/>
                  <a:pt x="8618" y="46586"/>
                  <a:pt x="6788" y="43225"/>
                </a:cubicBezTo>
                <a:lnTo>
                  <a:pt x="6589" y="43225"/>
                </a:lnTo>
                <a:cubicBezTo>
                  <a:pt x="6655" y="44592"/>
                  <a:pt x="6705" y="45959"/>
                  <a:pt x="6738" y="47326"/>
                </a:cubicBezTo>
                <a:cubicBezTo>
                  <a:pt x="6772" y="48692"/>
                  <a:pt x="6788" y="50092"/>
                  <a:pt x="6788" y="51525"/>
                </a:cubicBezTo>
                <a:lnTo>
                  <a:pt x="6788" y="71576"/>
                </a:lnTo>
                <a:lnTo>
                  <a:pt x="399" y="71576"/>
                </a:lnTo>
                <a:lnTo>
                  <a:pt x="399" y="11787"/>
                </a:lnTo>
                <a:cubicBezTo>
                  <a:pt x="399" y="8191"/>
                  <a:pt x="266" y="4594"/>
                  <a:pt x="0" y="998"/>
                </a:cubicBezTo>
                <a:lnTo>
                  <a:pt x="6032" y="998"/>
                </a:lnTo>
                <a:cubicBezTo>
                  <a:pt x="6403" y="4592"/>
                  <a:pt x="6589" y="7720"/>
                  <a:pt x="6589" y="10382"/>
                </a:cubicBezTo>
                <a:lnTo>
                  <a:pt x="6788" y="10382"/>
                </a:lnTo>
                <a:cubicBezTo>
                  <a:pt x="8785" y="6688"/>
                  <a:pt x="11214" y="4035"/>
                  <a:pt x="14076" y="2421"/>
                </a:cubicBezTo>
                <a:cubicBezTo>
                  <a:pt x="16937" y="807"/>
                  <a:pt x="20481" y="0"/>
                  <a:pt x="24707" y="0"/>
                </a:cubicBezTo>
                <a:cubicBezTo>
                  <a:pt x="31496" y="0"/>
                  <a:pt x="36728" y="2263"/>
                  <a:pt x="40405" y="6788"/>
                </a:cubicBezTo>
                <a:cubicBezTo>
                  <a:pt x="44082" y="11314"/>
                  <a:pt x="45921" y="17786"/>
                  <a:pt x="45921" y="26205"/>
                </a:cubicBezTo>
                <a:moveTo>
                  <a:pt x="39332" y="26305"/>
                </a:moveTo>
                <a:cubicBezTo>
                  <a:pt x="39332" y="19586"/>
                  <a:pt x="38036" y="14397"/>
                  <a:pt x="35445" y="10739"/>
                </a:cubicBezTo>
                <a:cubicBezTo>
                  <a:pt x="32854" y="7080"/>
                  <a:pt x="28933" y="5250"/>
                  <a:pt x="23682" y="5250"/>
                </a:cubicBezTo>
                <a:cubicBezTo>
                  <a:pt x="18035" y="5250"/>
                  <a:pt x="13791" y="7072"/>
                  <a:pt x="10950" y="10714"/>
                </a:cubicBezTo>
                <a:cubicBezTo>
                  <a:pt x="8109" y="14356"/>
                  <a:pt x="6688" y="19603"/>
                  <a:pt x="6688" y="26454"/>
                </a:cubicBezTo>
                <a:cubicBezTo>
                  <a:pt x="6688" y="33339"/>
                  <a:pt x="8067" y="38578"/>
                  <a:pt x="10825" y="42171"/>
                </a:cubicBezTo>
                <a:cubicBezTo>
                  <a:pt x="13583" y="45763"/>
                  <a:pt x="17686" y="47558"/>
                  <a:pt x="23135" y="47558"/>
                </a:cubicBezTo>
                <a:cubicBezTo>
                  <a:pt x="28484" y="47558"/>
                  <a:pt x="32521" y="45729"/>
                  <a:pt x="35245" y="42071"/>
                </a:cubicBezTo>
                <a:cubicBezTo>
                  <a:pt x="37970" y="38412"/>
                  <a:pt x="39332" y="33156"/>
                  <a:pt x="39332" y="26305"/>
                </a:cubicBezTo>
                <a:close/>
                <a:moveTo>
                  <a:pt x="75004" y="51810"/>
                </a:moveTo>
                <a:lnTo>
                  <a:pt x="67617" y="51810"/>
                </a:lnTo>
                <a:lnTo>
                  <a:pt x="48101" y="998"/>
                </a:lnTo>
                <a:lnTo>
                  <a:pt x="54889" y="998"/>
                </a:lnTo>
                <a:lnTo>
                  <a:pt x="67916" y="36337"/>
                </a:lnTo>
                <a:cubicBezTo>
                  <a:pt x="69680" y="41295"/>
                  <a:pt x="70811" y="44756"/>
                  <a:pt x="71311" y="46719"/>
                </a:cubicBezTo>
                <a:cubicBezTo>
                  <a:pt x="71876" y="44989"/>
                  <a:pt x="72450" y="43259"/>
                  <a:pt x="73033" y="41528"/>
                </a:cubicBezTo>
                <a:cubicBezTo>
                  <a:pt x="73615" y="39798"/>
                  <a:pt x="74239" y="38084"/>
                  <a:pt x="74904" y="36387"/>
                </a:cubicBezTo>
                <a:lnTo>
                  <a:pt x="88331" y="998"/>
                </a:lnTo>
                <a:lnTo>
                  <a:pt x="95020" y="998"/>
                </a:lnTo>
                <a:lnTo>
                  <a:pt x="75004" y="518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D766DC-B685-4A8E-B08C-8B1C4F43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537" y="2280087"/>
            <a:ext cx="210994" cy="10"/>
          </a:xfrm>
          <a:custGeom xmlns:a="http://schemas.openxmlformats.org/drawingml/2006/main">
            <a:pathLst>
              <a:path w="210994" h="1" fill="none">
                <a:moveTo>
                  <a:pt x="21099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C00000"/>
            </a:solidFill>
            <a:round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EBF71E-5826-40F3-B1F2-2F793EC9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6453" y="2258222"/>
            <a:ext cx="77084" cy="42001"/>
          </a:xfrm>
          <a:custGeom xmlns:a="http://schemas.openxmlformats.org/drawingml/2006/main">
            <a:pathLst>
              <a:path w="77084" h="42001">
                <a:moveTo>
                  <a:pt x="77084" y="42001"/>
                </a:moveTo>
                <a:lnTo>
                  <a:pt x="0" y="21001"/>
                </a:lnTo>
                <a:lnTo>
                  <a:pt x="77084" y="0"/>
                </a:lnTo>
                <a:lnTo>
                  <a:pt x="77084" y="42001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848602-A637-44ED-A455-CB6156EC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6453" y="2258222"/>
            <a:ext cx="77084" cy="42001"/>
          </a:xfrm>
          <a:custGeom xmlns:a="http://schemas.openxmlformats.org/drawingml/2006/main">
            <a:pathLst>
              <a:path w="77084" h="42001" fill="none">
                <a:moveTo>
                  <a:pt x="77084" y="42001"/>
                </a:moveTo>
                <a:lnTo>
                  <a:pt x="77084" y="0"/>
                </a:lnTo>
                <a:lnTo>
                  <a:pt x="0" y="21001"/>
                </a:lnTo>
                <a:lnTo>
                  <a:pt x="77084" y="420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265" cap="rnd">
            <a:solidFill>
              <a:srgbClr val="C00000"/>
            </a:solidFill>
            <a:round/>
          </a:ln>
        </p:spPr>
      </p:sp>
      <p:sp>
        <p:nvSpPr>
          <p:cNvPr id="221" name="Text V">
            <a:extLst xmlns:a="http://schemas.openxmlformats.org/drawingml/2006/main">
              <a:ext uri="{FF2B5EF4-FFF2-40B4-BE49-F238E27FC236}">
                <a16:creationId xmlns:a16="http://schemas.microsoft.com/office/drawing/2014/main" id="{9376487A-9708-4493-A882-AE649362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585" y="1956688"/>
            <a:ext cx="87765" cy="102272"/>
          </a:xfrm>
          <a:custGeom xmlns:a="http://schemas.openxmlformats.org/drawingml/2006/main">
            <a:pathLst>
              <a:path w="87765" h="102272">
                <a:moveTo>
                  <a:pt x="15412" y="102272"/>
                </a:moveTo>
                <a:lnTo>
                  <a:pt x="4251" y="102272"/>
                </a:lnTo>
                <a:lnTo>
                  <a:pt x="0" y="0"/>
                </a:lnTo>
                <a:lnTo>
                  <a:pt x="10508" y="0"/>
                </a:lnTo>
                <a:lnTo>
                  <a:pt x="12766" y="77595"/>
                </a:lnTo>
                <a:cubicBezTo>
                  <a:pt x="12891" y="85046"/>
                  <a:pt x="12824" y="90611"/>
                  <a:pt x="12565" y="94289"/>
                </a:cubicBezTo>
                <a:cubicBezTo>
                  <a:pt x="14306" y="91531"/>
                  <a:pt x="16059" y="88773"/>
                  <a:pt x="17823" y="86015"/>
                </a:cubicBezTo>
                <a:cubicBezTo>
                  <a:pt x="19588" y="83256"/>
                  <a:pt x="21414" y="80497"/>
                  <a:pt x="23299" y="77740"/>
                </a:cubicBezTo>
                <a:lnTo>
                  <a:pt x="77329" y="0"/>
                </a:lnTo>
                <a:lnTo>
                  <a:pt x="87765" y="0"/>
                </a:lnTo>
                <a:lnTo>
                  <a:pt x="15412" y="1022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Text dc">
            <a:extLst xmlns:a="http://schemas.openxmlformats.org/drawingml/2006/main">
              <a:ext uri="{FF2B5EF4-FFF2-40B4-BE49-F238E27FC236}">
                <a16:creationId xmlns:a16="http://schemas.microsoft.com/office/drawing/2014/main" id="{C150DE3B-A215-4559-8011-FBA9521D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871" y="2005206"/>
            <a:ext cx="95119" cy="73573"/>
          </a:xfrm>
          <a:custGeom xmlns:a="http://schemas.openxmlformats.org/drawingml/2006/main">
            <a:pathLst>
              <a:path w="95119" h="73573">
                <a:moveTo>
                  <a:pt x="0" y="47268"/>
                </a:moveTo>
                <a:cubicBezTo>
                  <a:pt x="0" y="39116"/>
                  <a:pt x="1955" y="32660"/>
                  <a:pt x="5865" y="27902"/>
                </a:cubicBezTo>
                <a:cubicBezTo>
                  <a:pt x="9775" y="23143"/>
                  <a:pt x="15224" y="20764"/>
                  <a:pt x="22212" y="20764"/>
                </a:cubicBezTo>
                <a:cubicBezTo>
                  <a:pt x="26138" y="20764"/>
                  <a:pt x="29482" y="21517"/>
                  <a:pt x="32244" y="23024"/>
                </a:cubicBezTo>
                <a:cubicBezTo>
                  <a:pt x="35006" y="24530"/>
                  <a:pt x="37302" y="26971"/>
                  <a:pt x="39132" y="30348"/>
                </a:cubicBezTo>
                <a:lnTo>
                  <a:pt x="39332" y="30348"/>
                </a:lnTo>
                <a:cubicBezTo>
                  <a:pt x="39232" y="28817"/>
                  <a:pt x="39182" y="27270"/>
                  <a:pt x="39182" y="25706"/>
                </a:cubicBezTo>
                <a:lnTo>
                  <a:pt x="39182" y="0"/>
                </a:lnTo>
                <a:lnTo>
                  <a:pt x="45521" y="0"/>
                </a:lnTo>
                <a:lnTo>
                  <a:pt x="45521" y="61835"/>
                </a:lnTo>
                <a:cubicBezTo>
                  <a:pt x="45521" y="65998"/>
                  <a:pt x="45654" y="69578"/>
                  <a:pt x="45921" y="72574"/>
                </a:cubicBezTo>
                <a:lnTo>
                  <a:pt x="39831" y="72574"/>
                </a:lnTo>
                <a:cubicBezTo>
                  <a:pt x="39498" y="68282"/>
                  <a:pt x="39332" y="65187"/>
                  <a:pt x="39332" y="63291"/>
                </a:cubicBezTo>
                <a:lnTo>
                  <a:pt x="39132" y="63291"/>
                </a:lnTo>
                <a:cubicBezTo>
                  <a:pt x="37069" y="66984"/>
                  <a:pt x="34632" y="69621"/>
                  <a:pt x="31820" y="71202"/>
                </a:cubicBezTo>
                <a:cubicBezTo>
                  <a:pt x="29008" y="72782"/>
                  <a:pt x="25656" y="73573"/>
                  <a:pt x="21762" y="73573"/>
                </a:cubicBezTo>
                <a:cubicBezTo>
                  <a:pt x="14841" y="73573"/>
                  <a:pt x="9484" y="71277"/>
                  <a:pt x="5690" y="66685"/>
                </a:cubicBezTo>
                <a:cubicBezTo>
                  <a:pt x="1897" y="62093"/>
                  <a:pt x="0" y="55620"/>
                  <a:pt x="0" y="47268"/>
                </a:cubicBezTo>
                <a:moveTo>
                  <a:pt x="6589" y="47168"/>
                </a:moveTo>
                <a:cubicBezTo>
                  <a:pt x="6589" y="53887"/>
                  <a:pt x="7893" y="59093"/>
                  <a:pt x="10501" y="62785"/>
                </a:cubicBezTo>
                <a:cubicBezTo>
                  <a:pt x="13109" y="66477"/>
                  <a:pt x="17038" y="68322"/>
                  <a:pt x="22288" y="68322"/>
                </a:cubicBezTo>
                <a:cubicBezTo>
                  <a:pt x="27969" y="68322"/>
                  <a:pt x="32221" y="66510"/>
                  <a:pt x="35046" y="62885"/>
                </a:cubicBezTo>
                <a:cubicBezTo>
                  <a:pt x="37870" y="59259"/>
                  <a:pt x="39282" y="54020"/>
                  <a:pt x="39282" y="47168"/>
                </a:cubicBezTo>
                <a:cubicBezTo>
                  <a:pt x="39282" y="40217"/>
                  <a:pt x="37895" y="34954"/>
                  <a:pt x="35121" y="31379"/>
                </a:cubicBezTo>
                <a:cubicBezTo>
                  <a:pt x="32346" y="27802"/>
                  <a:pt x="28235" y="26014"/>
                  <a:pt x="22786" y="26014"/>
                </a:cubicBezTo>
                <a:cubicBezTo>
                  <a:pt x="17337" y="26014"/>
                  <a:pt x="13275" y="27869"/>
                  <a:pt x="10600" y="31578"/>
                </a:cubicBezTo>
                <a:cubicBezTo>
                  <a:pt x="7926" y="35286"/>
                  <a:pt x="6589" y="40483"/>
                  <a:pt x="6589" y="47168"/>
                </a:cubicBezTo>
                <a:close/>
                <a:moveTo>
                  <a:pt x="76302" y="73573"/>
                </a:moveTo>
                <a:cubicBezTo>
                  <a:pt x="69547" y="73573"/>
                  <a:pt x="64406" y="71335"/>
                  <a:pt x="60878" y="66859"/>
                </a:cubicBezTo>
                <a:cubicBezTo>
                  <a:pt x="57351" y="62384"/>
                  <a:pt x="55588" y="55887"/>
                  <a:pt x="55588" y="47368"/>
                </a:cubicBezTo>
                <a:cubicBezTo>
                  <a:pt x="55588" y="38883"/>
                  <a:pt x="57426" y="32327"/>
                  <a:pt x="61103" y="27702"/>
                </a:cubicBezTo>
                <a:cubicBezTo>
                  <a:pt x="64780" y="23077"/>
                  <a:pt x="69996" y="20764"/>
                  <a:pt x="76751" y="20764"/>
                </a:cubicBezTo>
                <a:cubicBezTo>
                  <a:pt x="82108" y="20764"/>
                  <a:pt x="86309" y="21862"/>
                  <a:pt x="89354" y="24058"/>
                </a:cubicBezTo>
                <a:cubicBezTo>
                  <a:pt x="92399" y="26255"/>
                  <a:pt x="94321" y="29699"/>
                  <a:pt x="95119" y="34391"/>
                </a:cubicBezTo>
                <a:lnTo>
                  <a:pt x="88590" y="35139"/>
                </a:lnTo>
                <a:cubicBezTo>
                  <a:pt x="87959" y="31981"/>
                  <a:pt x="86680" y="29671"/>
                  <a:pt x="84753" y="28209"/>
                </a:cubicBezTo>
                <a:cubicBezTo>
                  <a:pt x="82826" y="26746"/>
                  <a:pt x="80185" y="26014"/>
                  <a:pt x="76829" y="26014"/>
                </a:cubicBezTo>
                <a:cubicBezTo>
                  <a:pt x="66994" y="26014"/>
                  <a:pt x="62076" y="33049"/>
                  <a:pt x="62076" y="47119"/>
                </a:cubicBezTo>
                <a:cubicBezTo>
                  <a:pt x="62076" y="61254"/>
                  <a:pt x="66877" y="68322"/>
                  <a:pt x="76480" y="68322"/>
                </a:cubicBezTo>
                <a:cubicBezTo>
                  <a:pt x="83557" y="68322"/>
                  <a:pt x="87677" y="65081"/>
                  <a:pt x="88839" y="58599"/>
                </a:cubicBezTo>
                <a:lnTo>
                  <a:pt x="95119" y="59500"/>
                </a:lnTo>
                <a:cubicBezTo>
                  <a:pt x="93356" y="68882"/>
                  <a:pt x="87083" y="73573"/>
                  <a:pt x="76302" y="735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1250BB-536B-4530-8F4C-ACF7A5B7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448" y="1792380"/>
            <a:ext cx="10" cy="233353"/>
          </a:xfrm>
          <a:custGeom xmlns:a="http://schemas.openxmlformats.org/drawingml/2006/main">
            <a:pathLst>
              <a:path w="1" h="233353" fill="none">
                <a:moveTo>
                  <a:pt x="0" y="0"/>
                </a:moveTo>
                <a:lnTo>
                  <a:pt x="0" y="233353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CE9066-A3CD-42A2-95D2-2DDE206E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447" y="2025733"/>
            <a:ext cx="42001" cy="77084"/>
          </a:xfrm>
          <a:custGeom xmlns:a="http://schemas.openxmlformats.org/drawingml/2006/main">
            <a:pathLst>
              <a:path w="42001" h="77084">
                <a:moveTo>
                  <a:pt x="42001" y="0"/>
                </a:moveTo>
                <a:lnTo>
                  <a:pt x="21001" y="77084"/>
                </a:lnTo>
                <a:lnTo>
                  <a:pt x="0" y="0"/>
                </a:lnTo>
                <a:lnTo>
                  <a:pt x="4200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C1C449-CB3E-4ED3-AE22-7F32CA0D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447" y="2025733"/>
            <a:ext cx="42001" cy="77084"/>
          </a:xfrm>
          <a:custGeom xmlns:a="http://schemas.openxmlformats.org/drawingml/2006/main">
            <a:pathLst>
              <a:path w="42001" h="77084" fill="none">
                <a:moveTo>
                  <a:pt x="42001" y="0"/>
                </a:moveTo>
                <a:lnTo>
                  <a:pt x="0" y="0"/>
                </a:lnTo>
                <a:lnTo>
                  <a:pt x="21001" y="77084"/>
                </a:lnTo>
                <a:lnTo>
                  <a:pt x="4200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265" cap="rnd">
            <a:solidFill>
              <a:srgbClr val="000000"/>
            </a:solidFill>
            <a:round/>
          </a:ln>
        </p:spPr>
      </p:sp>
      <p:sp>
        <p:nvSpPr>
          <p:cNvPr id="226" name="Text V">
            <a:extLst xmlns:a="http://schemas.openxmlformats.org/drawingml/2006/main">
              <a:ext uri="{FF2B5EF4-FFF2-40B4-BE49-F238E27FC236}">
                <a16:creationId xmlns:a16="http://schemas.microsoft.com/office/drawing/2014/main" id="{EFEDD57C-F1A8-4D13-A7AC-CA03CE9E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5242" y="1964348"/>
            <a:ext cx="87765" cy="102272"/>
          </a:xfrm>
          <a:custGeom xmlns:a="http://schemas.openxmlformats.org/drawingml/2006/main">
            <a:pathLst>
              <a:path w="87765" h="102272">
                <a:moveTo>
                  <a:pt x="15412" y="102272"/>
                </a:moveTo>
                <a:lnTo>
                  <a:pt x="4251" y="102272"/>
                </a:lnTo>
                <a:lnTo>
                  <a:pt x="0" y="0"/>
                </a:lnTo>
                <a:lnTo>
                  <a:pt x="10508" y="0"/>
                </a:lnTo>
                <a:lnTo>
                  <a:pt x="12766" y="77595"/>
                </a:lnTo>
                <a:cubicBezTo>
                  <a:pt x="12891" y="85046"/>
                  <a:pt x="12824" y="90611"/>
                  <a:pt x="12565" y="94289"/>
                </a:cubicBezTo>
                <a:cubicBezTo>
                  <a:pt x="14306" y="91531"/>
                  <a:pt x="16059" y="88773"/>
                  <a:pt x="17823" y="86015"/>
                </a:cubicBezTo>
                <a:cubicBezTo>
                  <a:pt x="19588" y="83256"/>
                  <a:pt x="21414" y="80497"/>
                  <a:pt x="23299" y="77740"/>
                </a:cubicBezTo>
                <a:lnTo>
                  <a:pt x="77329" y="0"/>
                </a:lnTo>
                <a:lnTo>
                  <a:pt x="87765" y="0"/>
                </a:lnTo>
                <a:lnTo>
                  <a:pt x="15412" y="1022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Text abc">
            <a:extLst xmlns:a="http://schemas.openxmlformats.org/drawingml/2006/main">
              <a:ext uri="{FF2B5EF4-FFF2-40B4-BE49-F238E27FC236}">
                <a16:creationId xmlns:a16="http://schemas.microsoft.com/office/drawing/2014/main" id="{D9BB0874-A390-4D9F-96DB-51244663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6659" y="2012989"/>
            <a:ext cx="142560" cy="73573"/>
          </a:xfrm>
          <a:custGeom xmlns:a="http://schemas.openxmlformats.org/drawingml/2006/main">
            <a:pathLst>
              <a:path w="142560" h="73573">
                <a:moveTo>
                  <a:pt x="17649" y="68322"/>
                </a:moveTo>
                <a:cubicBezTo>
                  <a:pt x="20571" y="68322"/>
                  <a:pt x="23170" y="67631"/>
                  <a:pt x="25445" y="66248"/>
                </a:cubicBezTo>
                <a:cubicBezTo>
                  <a:pt x="27720" y="64865"/>
                  <a:pt x="29505" y="62966"/>
                  <a:pt x="30800" y="60550"/>
                </a:cubicBezTo>
                <a:cubicBezTo>
                  <a:pt x="32096" y="58133"/>
                  <a:pt x="32743" y="55592"/>
                  <a:pt x="32743" y="52927"/>
                </a:cubicBezTo>
                <a:lnTo>
                  <a:pt x="32743" y="46778"/>
                </a:lnTo>
                <a:lnTo>
                  <a:pt x="25470" y="46978"/>
                </a:lnTo>
                <a:cubicBezTo>
                  <a:pt x="18694" y="47145"/>
                  <a:pt x="13870" y="48178"/>
                  <a:pt x="10997" y="50077"/>
                </a:cubicBezTo>
                <a:cubicBezTo>
                  <a:pt x="8124" y="51977"/>
                  <a:pt x="6688" y="54843"/>
                  <a:pt x="6688" y="58675"/>
                </a:cubicBezTo>
                <a:cubicBezTo>
                  <a:pt x="6688" y="65107"/>
                  <a:pt x="10342" y="68322"/>
                  <a:pt x="17649" y="68322"/>
                </a:cubicBezTo>
                <a:moveTo>
                  <a:pt x="39132" y="72574"/>
                </a:moveTo>
                <a:lnTo>
                  <a:pt x="33046" y="72574"/>
                </a:lnTo>
                <a:lnTo>
                  <a:pt x="32743" y="63540"/>
                </a:lnTo>
                <a:lnTo>
                  <a:pt x="32544" y="63540"/>
                </a:lnTo>
                <a:cubicBezTo>
                  <a:pt x="29116" y="70229"/>
                  <a:pt x="23792" y="73573"/>
                  <a:pt x="16571" y="73573"/>
                </a:cubicBezTo>
                <a:cubicBezTo>
                  <a:pt x="11280" y="73573"/>
                  <a:pt x="7196" y="72265"/>
                  <a:pt x="4318" y="69648"/>
                </a:cubicBezTo>
                <a:cubicBezTo>
                  <a:pt x="1439" y="67032"/>
                  <a:pt x="0" y="63408"/>
                  <a:pt x="0" y="58775"/>
                </a:cubicBezTo>
                <a:cubicBezTo>
                  <a:pt x="0" y="53509"/>
                  <a:pt x="1988" y="49493"/>
                  <a:pt x="5965" y="46727"/>
                </a:cubicBezTo>
                <a:cubicBezTo>
                  <a:pt x="9941" y="43960"/>
                  <a:pt x="16072" y="42460"/>
                  <a:pt x="24358" y="42227"/>
                </a:cubicBezTo>
                <a:lnTo>
                  <a:pt x="32693" y="42027"/>
                </a:lnTo>
                <a:lnTo>
                  <a:pt x="32693" y="39989"/>
                </a:lnTo>
                <a:cubicBezTo>
                  <a:pt x="32693" y="35215"/>
                  <a:pt x="31737" y="31692"/>
                  <a:pt x="29823" y="29421"/>
                </a:cubicBezTo>
                <a:cubicBezTo>
                  <a:pt x="27910" y="27150"/>
                  <a:pt x="24940" y="26014"/>
                  <a:pt x="20914" y="26014"/>
                </a:cubicBezTo>
                <a:cubicBezTo>
                  <a:pt x="17220" y="26014"/>
                  <a:pt x="14433" y="26605"/>
                  <a:pt x="12553" y="27785"/>
                </a:cubicBezTo>
                <a:cubicBezTo>
                  <a:pt x="10673" y="28964"/>
                  <a:pt x="9384" y="30950"/>
                  <a:pt x="8685" y="33742"/>
                </a:cubicBezTo>
                <a:lnTo>
                  <a:pt x="2695" y="32494"/>
                </a:lnTo>
                <a:cubicBezTo>
                  <a:pt x="3761" y="28201"/>
                  <a:pt x="5785" y="25173"/>
                  <a:pt x="8768" y="23410"/>
                </a:cubicBezTo>
                <a:cubicBezTo>
                  <a:pt x="11750" y="21646"/>
                  <a:pt x="15840" y="20764"/>
                  <a:pt x="21039" y="20764"/>
                </a:cubicBezTo>
                <a:cubicBezTo>
                  <a:pt x="27403" y="20764"/>
                  <a:pt x="32009" y="22345"/>
                  <a:pt x="34858" y="25506"/>
                </a:cubicBezTo>
                <a:cubicBezTo>
                  <a:pt x="37708" y="28667"/>
                  <a:pt x="39132" y="33692"/>
                  <a:pt x="39132" y="40580"/>
                </a:cubicBezTo>
                <a:lnTo>
                  <a:pt x="39132" y="72574"/>
                </a:lnTo>
                <a:close/>
                <a:moveTo>
                  <a:pt x="95928" y="46969"/>
                </a:moveTo>
                <a:cubicBezTo>
                  <a:pt x="95928" y="55354"/>
                  <a:pt x="93981" y="61885"/>
                  <a:pt x="90088" y="66560"/>
                </a:cubicBezTo>
                <a:cubicBezTo>
                  <a:pt x="86195" y="71235"/>
                  <a:pt x="80721" y="73573"/>
                  <a:pt x="73666" y="73573"/>
                </a:cubicBezTo>
                <a:cubicBezTo>
                  <a:pt x="69673" y="73573"/>
                  <a:pt x="66321" y="72762"/>
                  <a:pt x="63609" y="71139"/>
                </a:cubicBezTo>
                <a:cubicBezTo>
                  <a:pt x="60897" y="69517"/>
                  <a:pt x="58626" y="67001"/>
                  <a:pt x="56796" y="63590"/>
                </a:cubicBezTo>
                <a:lnTo>
                  <a:pt x="56596" y="63590"/>
                </a:lnTo>
                <a:cubicBezTo>
                  <a:pt x="56629" y="65230"/>
                  <a:pt x="56477" y="68225"/>
                  <a:pt x="56141" y="72574"/>
                </a:cubicBezTo>
                <a:lnTo>
                  <a:pt x="50007" y="72574"/>
                </a:lnTo>
                <a:cubicBezTo>
                  <a:pt x="50274" y="69078"/>
                  <a:pt x="50407" y="65499"/>
                  <a:pt x="50407" y="61835"/>
                </a:cubicBezTo>
                <a:lnTo>
                  <a:pt x="50407" y="0"/>
                </a:lnTo>
                <a:lnTo>
                  <a:pt x="56796" y="0"/>
                </a:lnTo>
                <a:lnTo>
                  <a:pt x="56796" y="24508"/>
                </a:lnTo>
                <a:cubicBezTo>
                  <a:pt x="56796" y="25572"/>
                  <a:pt x="56779" y="26646"/>
                  <a:pt x="56746" y="27727"/>
                </a:cubicBezTo>
                <a:cubicBezTo>
                  <a:pt x="56712" y="28809"/>
                  <a:pt x="56663" y="29882"/>
                  <a:pt x="56596" y="30946"/>
                </a:cubicBezTo>
                <a:lnTo>
                  <a:pt x="56796" y="30946"/>
                </a:lnTo>
                <a:cubicBezTo>
                  <a:pt x="58992" y="27138"/>
                  <a:pt x="61496" y="24489"/>
                  <a:pt x="64308" y="22999"/>
                </a:cubicBezTo>
                <a:cubicBezTo>
                  <a:pt x="67119" y="21509"/>
                  <a:pt x="70588" y="20764"/>
                  <a:pt x="74715" y="20764"/>
                </a:cubicBezTo>
                <a:cubicBezTo>
                  <a:pt x="81470" y="20764"/>
                  <a:pt x="86694" y="23068"/>
                  <a:pt x="90388" y="27677"/>
                </a:cubicBezTo>
                <a:cubicBezTo>
                  <a:pt x="94081" y="32286"/>
                  <a:pt x="95928" y="38716"/>
                  <a:pt x="95928" y="46969"/>
                </a:cubicBezTo>
                <a:moveTo>
                  <a:pt x="89339" y="46969"/>
                </a:moveTo>
                <a:cubicBezTo>
                  <a:pt x="89339" y="40084"/>
                  <a:pt x="88010" y="34870"/>
                  <a:pt x="85353" y="31329"/>
                </a:cubicBezTo>
                <a:cubicBezTo>
                  <a:pt x="82695" y="27786"/>
                  <a:pt x="78790" y="26014"/>
                  <a:pt x="73640" y="26014"/>
                </a:cubicBezTo>
                <a:cubicBezTo>
                  <a:pt x="68026" y="26014"/>
                  <a:pt x="63798" y="27836"/>
                  <a:pt x="60957" y="31478"/>
                </a:cubicBezTo>
                <a:cubicBezTo>
                  <a:pt x="58116" y="35120"/>
                  <a:pt x="56696" y="40417"/>
                  <a:pt x="56696" y="47368"/>
                </a:cubicBezTo>
                <a:cubicBezTo>
                  <a:pt x="56696" y="54253"/>
                  <a:pt x="58091" y="59467"/>
                  <a:pt x="60882" y="63010"/>
                </a:cubicBezTo>
                <a:cubicBezTo>
                  <a:pt x="63673" y="66552"/>
                  <a:pt x="67793" y="68322"/>
                  <a:pt x="73242" y="68322"/>
                </a:cubicBezTo>
                <a:cubicBezTo>
                  <a:pt x="78591" y="68322"/>
                  <a:pt x="82611" y="66502"/>
                  <a:pt x="85303" y="62860"/>
                </a:cubicBezTo>
                <a:cubicBezTo>
                  <a:pt x="87994" y="59217"/>
                  <a:pt x="89339" y="53920"/>
                  <a:pt x="89339" y="46969"/>
                </a:cubicBezTo>
                <a:close/>
                <a:moveTo>
                  <a:pt x="123743" y="73573"/>
                </a:moveTo>
                <a:cubicBezTo>
                  <a:pt x="116988" y="73573"/>
                  <a:pt x="111847" y="71335"/>
                  <a:pt x="108319" y="66859"/>
                </a:cubicBezTo>
                <a:cubicBezTo>
                  <a:pt x="104792" y="62384"/>
                  <a:pt x="103029" y="55887"/>
                  <a:pt x="103029" y="47368"/>
                </a:cubicBezTo>
                <a:cubicBezTo>
                  <a:pt x="103029" y="38883"/>
                  <a:pt x="104867" y="32327"/>
                  <a:pt x="108544" y="27702"/>
                </a:cubicBezTo>
                <a:cubicBezTo>
                  <a:pt x="112221" y="23077"/>
                  <a:pt x="117437" y="20764"/>
                  <a:pt x="124192" y="20764"/>
                </a:cubicBezTo>
                <a:cubicBezTo>
                  <a:pt x="129549" y="20764"/>
                  <a:pt x="133750" y="21862"/>
                  <a:pt x="136795" y="24058"/>
                </a:cubicBezTo>
                <a:cubicBezTo>
                  <a:pt x="139840" y="26255"/>
                  <a:pt x="141762" y="29699"/>
                  <a:pt x="142560" y="34391"/>
                </a:cubicBezTo>
                <a:lnTo>
                  <a:pt x="136031" y="35139"/>
                </a:lnTo>
                <a:cubicBezTo>
                  <a:pt x="135400" y="31981"/>
                  <a:pt x="134121" y="29671"/>
                  <a:pt x="132194" y="28209"/>
                </a:cubicBezTo>
                <a:cubicBezTo>
                  <a:pt x="130267" y="26746"/>
                  <a:pt x="127626" y="26014"/>
                  <a:pt x="124270" y="26014"/>
                </a:cubicBezTo>
                <a:cubicBezTo>
                  <a:pt x="114435" y="26014"/>
                  <a:pt x="109517" y="33049"/>
                  <a:pt x="109517" y="47119"/>
                </a:cubicBezTo>
                <a:cubicBezTo>
                  <a:pt x="109517" y="61254"/>
                  <a:pt x="114318" y="68322"/>
                  <a:pt x="123921" y="68322"/>
                </a:cubicBezTo>
                <a:cubicBezTo>
                  <a:pt x="130998" y="68322"/>
                  <a:pt x="135118" y="65081"/>
                  <a:pt x="136280" y="58599"/>
                </a:cubicBezTo>
                <a:lnTo>
                  <a:pt x="142560" y="59500"/>
                </a:lnTo>
                <a:cubicBezTo>
                  <a:pt x="140797" y="68882"/>
                  <a:pt x="134524" y="73573"/>
                  <a:pt x="123743" y="735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Text I">
            <a:extLst xmlns:a="http://schemas.openxmlformats.org/drawingml/2006/main">
              <a:ext uri="{FF2B5EF4-FFF2-40B4-BE49-F238E27FC236}">
                <a16:creationId xmlns:a16="http://schemas.microsoft.com/office/drawing/2014/main" id="{45E3C92C-F557-44B5-A5AB-4E43F98E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865" y="1964718"/>
            <a:ext cx="43807" cy="102272"/>
          </a:xfrm>
          <a:custGeom xmlns:a="http://schemas.openxmlformats.org/drawingml/2006/main">
            <a:pathLst>
              <a:path w="43807" h="102272">
                <a:moveTo>
                  <a:pt x="0" y="102272"/>
                </a:moveTo>
                <a:lnTo>
                  <a:pt x="34087" y="0"/>
                </a:lnTo>
                <a:lnTo>
                  <a:pt x="43807" y="0"/>
                </a:lnTo>
                <a:lnTo>
                  <a:pt x="9719" y="102272"/>
                </a:lnTo>
                <a:lnTo>
                  <a:pt x="0" y="1022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Text abc">
            <a:extLst xmlns:a="http://schemas.openxmlformats.org/drawingml/2006/main">
              <a:ext uri="{FF2B5EF4-FFF2-40B4-BE49-F238E27FC236}">
                <a16:creationId xmlns:a16="http://schemas.microsoft.com/office/drawing/2014/main" id="{FB151BD7-57F4-4277-B1AD-AB77E4F5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242" y="2013359"/>
            <a:ext cx="142561" cy="73573"/>
          </a:xfrm>
          <a:custGeom xmlns:a="http://schemas.openxmlformats.org/drawingml/2006/main">
            <a:pathLst>
              <a:path w="142561" h="73573">
                <a:moveTo>
                  <a:pt x="17649" y="68322"/>
                </a:moveTo>
                <a:cubicBezTo>
                  <a:pt x="20571" y="68322"/>
                  <a:pt x="23170" y="67631"/>
                  <a:pt x="25445" y="66248"/>
                </a:cubicBezTo>
                <a:cubicBezTo>
                  <a:pt x="27720" y="64865"/>
                  <a:pt x="29505" y="62966"/>
                  <a:pt x="30800" y="60550"/>
                </a:cubicBezTo>
                <a:cubicBezTo>
                  <a:pt x="32096" y="58133"/>
                  <a:pt x="32743" y="55592"/>
                  <a:pt x="32743" y="52927"/>
                </a:cubicBezTo>
                <a:lnTo>
                  <a:pt x="32743" y="46778"/>
                </a:lnTo>
                <a:lnTo>
                  <a:pt x="25470" y="46978"/>
                </a:lnTo>
                <a:cubicBezTo>
                  <a:pt x="18694" y="47145"/>
                  <a:pt x="13870" y="48178"/>
                  <a:pt x="10997" y="50077"/>
                </a:cubicBezTo>
                <a:cubicBezTo>
                  <a:pt x="8124" y="51977"/>
                  <a:pt x="6688" y="54843"/>
                  <a:pt x="6688" y="58675"/>
                </a:cubicBezTo>
                <a:cubicBezTo>
                  <a:pt x="6688" y="65107"/>
                  <a:pt x="10342" y="68322"/>
                  <a:pt x="17649" y="68322"/>
                </a:cubicBezTo>
                <a:moveTo>
                  <a:pt x="39132" y="72574"/>
                </a:moveTo>
                <a:lnTo>
                  <a:pt x="33046" y="72574"/>
                </a:lnTo>
                <a:lnTo>
                  <a:pt x="32743" y="63540"/>
                </a:lnTo>
                <a:lnTo>
                  <a:pt x="32544" y="63540"/>
                </a:lnTo>
                <a:cubicBezTo>
                  <a:pt x="29116" y="70229"/>
                  <a:pt x="23792" y="73573"/>
                  <a:pt x="16571" y="73573"/>
                </a:cubicBezTo>
                <a:cubicBezTo>
                  <a:pt x="11280" y="73573"/>
                  <a:pt x="7196" y="72265"/>
                  <a:pt x="4318" y="69648"/>
                </a:cubicBezTo>
                <a:cubicBezTo>
                  <a:pt x="1439" y="67032"/>
                  <a:pt x="0" y="63408"/>
                  <a:pt x="0" y="58775"/>
                </a:cubicBezTo>
                <a:cubicBezTo>
                  <a:pt x="0" y="53509"/>
                  <a:pt x="1988" y="49493"/>
                  <a:pt x="5965" y="46727"/>
                </a:cubicBezTo>
                <a:cubicBezTo>
                  <a:pt x="9941" y="43960"/>
                  <a:pt x="16072" y="42460"/>
                  <a:pt x="24358" y="42227"/>
                </a:cubicBezTo>
                <a:lnTo>
                  <a:pt x="32693" y="42027"/>
                </a:lnTo>
                <a:lnTo>
                  <a:pt x="32693" y="39989"/>
                </a:lnTo>
                <a:cubicBezTo>
                  <a:pt x="32693" y="35215"/>
                  <a:pt x="31737" y="31692"/>
                  <a:pt x="29823" y="29421"/>
                </a:cubicBezTo>
                <a:cubicBezTo>
                  <a:pt x="27910" y="27150"/>
                  <a:pt x="24940" y="26014"/>
                  <a:pt x="20914" y="26014"/>
                </a:cubicBezTo>
                <a:cubicBezTo>
                  <a:pt x="17220" y="26014"/>
                  <a:pt x="14433" y="26605"/>
                  <a:pt x="12553" y="27785"/>
                </a:cubicBezTo>
                <a:cubicBezTo>
                  <a:pt x="10673" y="28964"/>
                  <a:pt x="9384" y="30950"/>
                  <a:pt x="8685" y="33742"/>
                </a:cubicBezTo>
                <a:lnTo>
                  <a:pt x="2695" y="32494"/>
                </a:lnTo>
                <a:cubicBezTo>
                  <a:pt x="3761" y="28201"/>
                  <a:pt x="5785" y="25173"/>
                  <a:pt x="8768" y="23410"/>
                </a:cubicBezTo>
                <a:cubicBezTo>
                  <a:pt x="11750" y="21646"/>
                  <a:pt x="15840" y="20764"/>
                  <a:pt x="21039" y="20764"/>
                </a:cubicBezTo>
                <a:cubicBezTo>
                  <a:pt x="27403" y="20764"/>
                  <a:pt x="32009" y="22345"/>
                  <a:pt x="34858" y="25506"/>
                </a:cubicBezTo>
                <a:cubicBezTo>
                  <a:pt x="37708" y="28667"/>
                  <a:pt x="39132" y="33692"/>
                  <a:pt x="39132" y="40580"/>
                </a:cubicBezTo>
                <a:lnTo>
                  <a:pt x="39132" y="72574"/>
                </a:lnTo>
                <a:close/>
                <a:moveTo>
                  <a:pt x="95929" y="46969"/>
                </a:moveTo>
                <a:cubicBezTo>
                  <a:pt x="95929" y="55354"/>
                  <a:pt x="93982" y="61885"/>
                  <a:pt x="90089" y="66560"/>
                </a:cubicBezTo>
                <a:cubicBezTo>
                  <a:pt x="86196" y="71235"/>
                  <a:pt x="80722" y="73573"/>
                  <a:pt x="73667" y="73573"/>
                </a:cubicBezTo>
                <a:cubicBezTo>
                  <a:pt x="69674" y="73573"/>
                  <a:pt x="66322" y="72762"/>
                  <a:pt x="63610" y="71139"/>
                </a:cubicBezTo>
                <a:cubicBezTo>
                  <a:pt x="60898" y="69517"/>
                  <a:pt x="58627" y="67001"/>
                  <a:pt x="56797" y="63590"/>
                </a:cubicBezTo>
                <a:lnTo>
                  <a:pt x="56597" y="63590"/>
                </a:lnTo>
                <a:cubicBezTo>
                  <a:pt x="56630" y="65230"/>
                  <a:pt x="56478" y="68225"/>
                  <a:pt x="56141" y="72574"/>
                </a:cubicBezTo>
                <a:lnTo>
                  <a:pt x="50008" y="72574"/>
                </a:lnTo>
                <a:cubicBezTo>
                  <a:pt x="50274" y="69078"/>
                  <a:pt x="50408" y="65499"/>
                  <a:pt x="50408" y="61835"/>
                </a:cubicBezTo>
                <a:lnTo>
                  <a:pt x="50408" y="0"/>
                </a:lnTo>
                <a:lnTo>
                  <a:pt x="56797" y="0"/>
                </a:lnTo>
                <a:lnTo>
                  <a:pt x="56797" y="24508"/>
                </a:lnTo>
                <a:cubicBezTo>
                  <a:pt x="56797" y="25572"/>
                  <a:pt x="56780" y="26646"/>
                  <a:pt x="56747" y="27727"/>
                </a:cubicBezTo>
                <a:cubicBezTo>
                  <a:pt x="56713" y="28809"/>
                  <a:pt x="56663" y="29882"/>
                  <a:pt x="56597" y="30946"/>
                </a:cubicBezTo>
                <a:lnTo>
                  <a:pt x="56797" y="30946"/>
                </a:lnTo>
                <a:cubicBezTo>
                  <a:pt x="58993" y="27138"/>
                  <a:pt x="61497" y="24489"/>
                  <a:pt x="64309" y="22999"/>
                </a:cubicBezTo>
                <a:cubicBezTo>
                  <a:pt x="67120" y="21509"/>
                  <a:pt x="70589" y="20764"/>
                  <a:pt x="74716" y="20764"/>
                </a:cubicBezTo>
                <a:cubicBezTo>
                  <a:pt x="81470" y="20764"/>
                  <a:pt x="86695" y="23068"/>
                  <a:pt x="90388" y="27677"/>
                </a:cubicBezTo>
                <a:cubicBezTo>
                  <a:pt x="94082" y="32286"/>
                  <a:pt x="95929" y="38716"/>
                  <a:pt x="95929" y="46969"/>
                </a:cubicBezTo>
                <a:moveTo>
                  <a:pt x="89340" y="46969"/>
                </a:moveTo>
                <a:cubicBezTo>
                  <a:pt x="89340" y="40084"/>
                  <a:pt x="88011" y="34870"/>
                  <a:pt x="85353" y="31329"/>
                </a:cubicBezTo>
                <a:cubicBezTo>
                  <a:pt x="82695" y="27786"/>
                  <a:pt x="78791" y="26014"/>
                  <a:pt x="73641" y="26014"/>
                </a:cubicBezTo>
                <a:cubicBezTo>
                  <a:pt x="68027" y="26014"/>
                  <a:pt x="63799" y="27836"/>
                  <a:pt x="60958" y="31478"/>
                </a:cubicBezTo>
                <a:cubicBezTo>
                  <a:pt x="58117" y="35120"/>
                  <a:pt x="56697" y="40417"/>
                  <a:pt x="56697" y="47368"/>
                </a:cubicBezTo>
                <a:cubicBezTo>
                  <a:pt x="56697" y="54253"/>
                  <a:pt x="58092" y="59467"/>
                  <a:pt x="60883" y="63010"/>
                </a:cubicBezTo>
                <a:cubicBezTo>
                  <a:pt x="63674" y="66552"/>
                  <a:pt x="67794" y="68322"/>
                  <a:pt x="73243" y="68322"/>
                </a:cubicBezTo>
                <a:cubicBezTo>
                  <a:pt x="78592" y="68322"/>
                  <a:pt x="82612" y="66502"/>
                  <a:pt x="85303" y="62860"/>
                </a:cubicBezTo>
                <a:cubicBezTo>
                  <a:pt x="87995" y="59217"/>
                  <a:pt x="89340" y="53920"/>
                  <a:pt x="89340" y="46969"/>
                </a:cubicBezTo>
                <a:close/>
                <a:moveTo>
                  <a:pt x="123743" y="73573"/>
                </a:moveTo>
                <a:cubicBezTo>
                  <a:pt x="116988" y="73573"/>
                  <a:pt x="111847" y="71335"/>
                  <a:pt x="108320" y="66859"/>
                </a:cubicBezTo>
                <a:cubicBezTo>
                  <a:pt x="104793" y="62384"/>
                  <a:pt x="103029" y="55887"/>
                  <a:pt x="103029" y="47368"/>
                </a:cubicBezTo>
                <a:cubicBezTo>
                  <a:pt x="103029" y="38883"/>
                  <a:pt x="104868" y="32327"/>
                  <a:pt x="108545" y="27702"/>
                </a:cubicBezTo>
                <a:cubicBezTo>
                  <a:pt x="112222" y="23077"/>
                  <a:pt x="117438" y="20764"/>
                  <a:pt x="124192" y="20764"/>
                </a:cubicBezTo>
                <a:cubicBezTo>
                  <a:pt x="129550" y="20764"/>
                  <a:pt x="133751" y="21862"/>
                  <a:pt x="136796" y="24058"/>
                </a:cubicBezTo>
                <a:cubicBezTo>
                  <a:pt x="139840" y="26255"/>
                  <a:pt x="141762" y="29699"/>
                  <a:pt x="142561" y="34391"/>
                </a:cubicBezTo>
                <a:lnTo>
                  <a:pt x="136031" y="35139"/>
                </a:lnTo>
                <a:cubicBezTo>
                  <a:pt x="135400" y="31981"/>
                  <a:pt x="134121" y="29671"/>
                  <a:pt x="132194" y="28209"/>
                </a:cubicBezTo>
                <a:cubicBezTo>
                  <a:pt x="130267" y="26746"/>
                  <a:pt x="127626" y="26014"/>
                  <a:pt x="124270" y="26014"/>
                </a:cubicBezTo>
                <a:cubicBezTo>
                  <a:pt x="114435" y="26014"/>
                  <a:pt x="109518" y="33049"/>
                  <a:pt x="109518" y="47119"/>
                </a:cubicBezTo>
                <a:cubicBezTo>
                  <a:pt x="109518" y="61254"/>
                  <a:pt x="114319" y="68322"/>
                  <a:pt x="123921" y="68322"/>
                </a:cubicBezTo>
                <a:cubicBezTo>
                  <a:pt x="130998" y="68322"/>
                  <a:pt x="135118" y="65081"/>
                  <a:pt x="136281" y="58599"/>
                </a:cubicBezTo>
                <a:lnTo>
                  <a:pt x="142561" y="59500"/>
                </a:lnTo>
                <a:cubicBezTo>
                  <a:pt x="140797" y="68882"/>
                  <a:pt x="134525" y="73573"/>
                  <a:pt x="123743" y="735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5307BC-B951-4D69-9170-0B760C2B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969" y="2288981"/>
            <a:ext cx="217047" cy="10"/>
          </a:xfrm>
          <a:custGeom xmlns:a="http://schemas.openxmlformats.org/drawingml/2006/main">
            <a:pathLst>
              <a:path w="217047" h="1" fill="none">
                <a:moveTo>
                  <a:pt x="0" y="0"/>
                </a:moveTo>
                <a:lnTo>
                  <a:pt x="2170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C00000"/>
            </a:solidFill>
            <a:round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3C3230-3855-4D85-8A8B-8270CE64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016" y="2268845"/>
            <a:ext cx="77084" cy="42001"/>
          </a:xfrm>
          <a:custGeom xmlns:a="http://schemas.openxmlformats.org/drawingml/2006/main">
            <a:pathLst>
              <a:path w="77084" h="42001">
                <a:moveTo>
                  <a:pt x="0" y="0"/>
                </a:moveTo>
                <a:lnTo>
                  <a:pt x="77084" y="21001"/>
                </a:lnTo>
                <a:lnTo>
                  <a:pt x="0" y="420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037C12-1C4F-43CB-99A6-3E6D6E44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016" y="2268845"/>
            <a:ext cx="77084" cy="42001"/>
          </a:xfrm>
          <a:custGeom xmlns:a="http://schemas.openxmlformats.org/drawingml/2006/main">
            <a:pathLst>
              <a:path w="77084" h="42001" fill="none">
                <a:moveTo>
                  <a:pt x="0" y="0"/>
                </a:moveTo>
                <a:lnTo>
                  <a:pt x="0" y="42001"/>
                </a:lnTo>
                <a:lnTo>
                  <a:pt x="77084" y="2100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265" cap="rnd">
            <a:solidFill>
              <a:srgbClr val="C00000"/>
            </a:solidFill>
            <a:round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017400-6C7B-4AC9-9D2A-FFC9C546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66" y="2529536"/>
            <a:ext cx="5056436" cy="10"/>
          </a:xfrm>
          <a:custGeom xmlns:a="http://schemas.openxmlformats.org/drawingml/2006/main">
            <a:pathLst>
              <a:path w="5056436" h="1" fill="none">
                <a:moveTo>
                  <a:pt x="505643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custDash>
              <a:ds d="700000" sp="500000"/>
            </a:custDash>
            <a:round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83118D-C966-40E6-A84B-27E7AACC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66" y="1855135"/>
            <a:ext cx="5056436" cy="10"/>
          </a:xfrm>
          <a:custGeom xmlns:a="http://schemas.openxmlformats.org/drawingml/2006/main">
            <a:pathLst>
              <a:path w="5056436" h="1" fill="none">
                <a:moveTo>
                  <a:pt x="505643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custDash>
              <a:ds d="700000" sp="500000"/>
            </a:custDash>
            <a:round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86CF84-88F3-457E-83E8-65B02F91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664" y="2126042"/>
            <a:ext cx="275725" cy="138356"/>
          </a:xfrm>
          <a:custGeom xmlns:a="http://schemas.openxmlformats.org/drawingml/2006/main">
            <a:pathLst>
              <a:path w="275725" h="138356" fill="none">
                <a:moveTo>
                  <a:pt x="0" y="69178"/>
                </a:moveTo>
                <a:lnTo>
                  <a:pt x="247" y="68190"/>
                </a:lnTo>
                <a:lnTo>
                  <a:pt x="494" y="66831"/>
                </a:lnTo>
                <a:lnTo>
                  <a:pt x="865" y="65596"/>
                </a:lnTo>
                <a:lnTo>
                  <a:pt x="1112" y="64237"/>
                </a:lnTo>
                <a:lnTo>
                  <a:pt x="1359" y="62878"/>
                </a:lnTo>
                <a:lnTo>
                  <a:pt x="2224" y="59049"/>
                </a:lnTo>
                <a:lnTo>
                  <a:pt x="2471" y="57813"/>
                </a:lnTo>
                <a:lnTo>
                  <a:pt x="2718" y="56454"/>
                </a:lnTo>
                <a:lnTo>
                  <a:pt x="2965" y="55219"/>
                </a:lnTo>
                <a:lnTo>
                  <a:pt x="3212" y="53984"/>
                </a:lnTo>
                <a:lnTo>
                  <a:pt x="3582" y="52625"/>
                </a:lnTo>
                <a:lnTo>
                  <a:pt x="3830" y="51390"/>
                </a:lnTo>
                <a:lnTo>
                  <a:pt x="4077" y="50154"/>
                </a:lnTo>
                <a:lnTo>
                  <a:pt x="4447" y="48919"/>
                </a:lnTo>
                <a:lnTo>
                  <a:pt x="4694" y="47684"/>
                </a:lnTo>
                <a:lnTo>
                  <a:pt x="4941" y="46448"/>
                </a:lnTo>
                <a:lnTo>
                  <a:pt x="5188" y="45213"/>
                </a:lnTo>
                <a:lnTo>
                  <a:pt x="5435" y="43978"/>
                </a:lnTo>
                <a:lnTo>
                  <a:pt x="5806" y="42742"/>
                </a:lnTo>
                <a:lnTo>
                  <a:pt x="6053" y="41507"/>
                </a:lnTo>
                <a:lnTo>
                  <a:pt x="6300" y="40395"/>
                </a:lnTo>
                <a:lnTo>
                  <a:pt x="6547" y="39160"/>
                </a:lnTo>
                <a:lnTo>
                  <a:pt x="6918" y="38048"/>
                </a:lnTo>
                <a:lnTo>
                  <a:pt x="7165" y="36813"/>
                </a:lnTo>
                <a:lnTo>
                  <a:pt x="7412" y="35701"/>
                </a:lnTo>
                <a:lnTo>
                  <a:pt x="8277" y="32366"/>
                </a:lnTo>
                <a:lnTo>
                  <a:pt x="8524" y="31254"/>
                </a:lnTo>
                <a:lnTo>
                  <a:pt x="8771" y="30142"/>
                </a:lnTo>
                <a:lnTo>
                  <a:pt x="9018" y="29030"/>
                </a:lnTo>
                <a:lnTo>
                  <a:pt x="9388" y="28042"/>
                </a:lnTo>
                <a:lnTo>
                  <a:pt x="9636" y="26930"/>
                </a:lnTo>
                <a:lnTo>
                  <a:pt x="9883" y="25942"/>
                </a:lnTo>
                <a:lnTo>
                  <a:pt x="10253" y="24954"/>
                </a:lnTo>
                <a:lnTo>
                  <a:pt x="10500" y="23965"/>
                </a:lnTo>
                <a:lnTo>
                  <a:pt x="10747" y="22977"/>
                </a:lnTo>
                <a:lnTo>
                  <a:pt x="10994" y="21989"/>
                </a:lnTo>
                <a:lnTo>
                  <a:pt x="11241" y="21124"/>
                </a:lnTo>
                <a:lnTo>
                  <a:pt x="11612" y="20136"/>
                </a:lnTo>
                <a:lnTo>
                  <a:pt x="11859" y="19271"/>
                </a:lnTo>
                <a:lnTo>
                  <a:pt x="12106" y="18283"/>
                </a:lnTo>
                <a:lnTo>
                  <a:pt x="12353" y="17418"/>
                </a:lnTo>
                <a:lnTo>
                  <a:pt x="12600" y="16553"/>
                </a:lnTo>
                <a:lnTo>
                  <a:pt x="12847" y="15689"/>
                </a:lnTo>
                <a:lnTo>
                  <a:pt x="13218" y="14947"/>
                </a:lnTo>
                <a:lnTo>
                  <a:pt x="13465" y="14083"/>
                </a:lnTo>
                <a:lnTo>
                  <a:pt x="14330" y="11859"/>
                </a:lnTo>
                <a:lnTo>
                  <a:pt x="14577" y="11118"/>
                </a:lnTo>
                <a:lnTo>
                  <a:pt x="14824" y="10377"/>
                </a:lnTo>
                <a:lnTo>
                  <a:pt x="15071" y="9759"/>
                </a:lnTo>
                <a:lnTo>
                  <a:pt x="15442" y="9141"/>
                </a:lnTo>
                <a:lnTo>
                  <a:pt x="15689" y="8524"/>
                </a:lnTo>
                <a:lnTo>
                  <a:pt x="15936" y="7783"/>
                </a:lnTo>
                <a:lnTo>
                  <a:pt x="16306" y="7288"/>
                </a:lnTo>
                <a:lnTo>
                  <a:pt x="16553" y="6671"/>
                </a:lnTo>
                <a:lnTo>
                  <a:pt x="16800" y="6177"/>
                </a:lnTo>
                <a:lnTo>
                  <a:pt x="17047" y="5559"/>
                </a:lnTo>
                <a:lnTo>
                  <a:pt x="17295" y="5065"/>
                </a:lnTo>
                <a:lnTo>
                  <a:pt x="17665" y="4571"/>
                </a:lnTo>
                <a:lnTo>
                  <a:pt x="17912" y="4200"/>
                </a:lnTo>
                <a:lnTo>
                  <a:pt x="18159" y="3706"/>
                </a:lnTo>
                <a:lnTo>
                  <a:pt x="18406" y="3335"/>
                </a:lnTo>
                <a:lnTo>
                  <a:pt x="18653" y="2965"/>
                </a:lnTo>
                <a:lnTo>
                  <a:pt x="19024" y="2594"/>
                </a:lnTo>
                <a:lnTo>
                  <a:pt x="19271" y="2224"/>
                </a:lnTo>
                <a:lnTo>
                  <a:pt x="19518" y="1853"/>
                </a:lnTo>
                <a:lnTo>
                  <a:pt x="20383" y="1112"/>
                </a:lnTo>
                <a:lnTo>
                  <a:pt x="20630" y="865"/>
                </a:lnTo>
                <a:lnTo>
                  <a:pt x="20877" y="618"/>
                </a:lnTo>
                <a:lnTo>
                  <a:pt x="21248" y="494"/>
                </a:lnTo>
                <a:lnTo>
                  <a:pt x="21495" y="371"/>
                </a:lnTo>
                <a:lnTo>
                  <a:pt x="21742" y="247"/>
                </a:lnTo>
                <a:lnTo>
                  <a:pt x="21989" y="124"/>
                </a:lnTo>
                <a:lnTo>
                  <a:pt x="22236" y="0"/>
                </a:lnTo>
                <a:lnTo>
                  <a:pt x="22606" y="0"/>
                </a:lnTo>
                <a:lnTo>
                  <a:pt x="22854" y="0"/>
                </a:lnTo>
                <a:lnTo>
                  <a:pt x="23101" y="0"/>
                </a:lnTo>
                <a:lnTo>
                  <a:pt x="23471" y="0"/>
                </a:lnTo>
                <a:lnTo>
                  <a:pt x="23718" y="0"/>
                </a:lnTo>
                <a:lnTo>
                  <a:pt x="23965" y="124"/>
                </a:lnTo>
                <a:lnTo>
                  <a:pt x="24212" y="247"/>
                </a:lnTo>
                <a:lnTo>
                  <a:pt x="24459" y="371"/>
                </a:lnTo>
                <a:lnTo>
                  <a:pt x="24830" y="494"/>
                </a:lnTo>
                <a:lnTo>
                  <a:pt x="25077" y="618"/>
                </a:lnTo>
                <a:lnTo>
                  <a:pt x="25324" y="865"/>
                </a:lnTo>
                <a:lnTo>
                  <a:pt x="25695" y="1112"/>
                </a:lnTo>
                <a:lnTo>
                  <a:pt x="26436" y="1853"/>
                </a:lnTo>
                <a:lnTo>
                  <a:pt x="26683" y="2224"/>
                </a:lnTo>
                <a:lnTo>
                  <a:pt x="27054" y="2471"/>
                </a:lnTo>
                <a:lnTo>
                  <a:pt x="27301" y="2841"/>
                </a:lnTo>
                <a:lnTo>
                  <a:pt x="27548" y="3335"/>
                </a:lnTo>
                <a:lnTo>
                  <a:pt x="27795" y="3706"/>
                </a:lnTo>
                <a:lnTo>
                  <a:pt x="28042" y="4077"/>
                </a:lnTo>
                <a:lnTo>
                  <a:pt x="28412" y="4571"/>
                </a:lnTo>
                <a:lnTo>
                  <a:pt x="28660" y="5065"/>
                </a:lnTo>
                <a:lnTo>
                  <a:pt x="28907" y="5559"/>
                </a:lnTo>
                <a:lnTo>
                  <a:pt x="29277" y="6053"/>
                </a:lnTo>
                <a:lnTo>
                  <a:pt x="29524" y="6671"/>
                </a:lnTo>
                <a:lnTo>
                  <a:pt x="29771" y="7165"/>
                </a:lnTo>
                <a:lnTo>
                  <a:pt x="30018" y="7783"/>
                </a:lnTo>
                <a:lnTo>
                  <a:pt x="30265" y="8400"/>
                </a:lnTo>
                <a:lnTo>
                  <a:pt x="30636" y="9018"/>
                </a:lnTo>
                <a:lnTo>
                  <a:pt x="30883" y="9636"/>
                </a:lnTo>
                <a:lnTo>
                  <a:pt x="31130" y="10377"/>
                </a:lnTo>
                <a:lnTo>
                  <a:pt x="31377" y="10994"/>
                </a:lnTo>
                <a:lnTo>
                  <a:pt x="31624" y="11736"/>
                </a:lnTo>
                <a:lnTo>
                  <a:pt x="32489" y="14083"/>
                </a:lnTo>
                <a:lnTo>
                  <a:pt x="32860" y="14824"/>
                </a:lnTo>
                <a:lnTo>
                  <a:pt x="33107" y="15689"/>
                </a:lnTo>
                <a:lnTo>
                  <a:pt x="33354" y="16553"/>
                </a:lnTo>
                <a:lnTo>
                  <a:pt x="33601" y="17418"/>
                </a:lnTo>
                <a:lnTo>
                  <a:pt x="33848" y="18283"/>
                </a:lnTo>
                <a:lnTo>
                  <a:pt x="34095" y="19148"/>
                </a:lnTo>
                <a:lnTo>
                  <a:pt x="34466" y="20012"/>
                </a:lnTo>
                <a:lnTo>
                  <a:pt x="34713" y="21001"/>
                </a:lnTo>
                <a:lnTo>
                  <a:pt x="35083" y="21865"/>
                </a:lnTo>
                <a:lnTo>
                  <a:pt x="35330" y="22854"/>
                </a:lnTo>
                <a:lnTo>
                  <a:pt x="35577" y="23842"/>
                </a:lnTo>
                <a:lnTo>
                  <a:pt x="35824" y="24830"/>
                </a:lnTo>
                <a:lnTo>
                  <a:pt x="36072" y="25818"/>
                </a:lnTo>
                <a:lnTo>
                  <a:pt x="36319" y="26807"/>
                </a:lnTo>
                <a:lnTo>
                  <a:pt x="36689" y="27918"/>
                </a:lnTo>
                <a:lnTo>
                  <a:pt x="36936" y="28907"/>
                </a:lnTo>
                <a:lnTo>
                  <a:pt x="37677" y="32242"/>
                </a:lnTo>
                <a:lnTo>
                  <a:pt x="38048" y="33354"/>
                </a:lnTo>
                <a:lnTo>
                  <a:pt x="38295" y="34466"/>
                </a:lnTo>
                <a:lnTo>
                  <a:pt x="38542" y="35577"/>
                </a:lnTo>
                <a:lnTo>
                  <a:pt x="38913" y="36689"/>
                </a:lnTo>
                <a:lnTo>
                  <a:pt x="39160" y="37925"/>
                </a:lnTo>
                <a:lnTo>
                  <a:pt x="39407" y="39036"/>
                </a:lnTo>
                <a:lnTo>
                  <a:pt x="39654" y="40272"/>
                </a:lnTo>
                <a:lnTo>
                  <a:pt x="39901" y="41383"/>
                </a:lnTo>
                <a:lnTo>
                  <a:pt x="40272" y="42619"/>
                </a:lnTo>
                <a:lnTo>
                  <a:pt x="40519" y="43854"/>
                </a:lnTo>
                <a:lnTo>
                  <a:pt x="40766" y="45089"/>
                </a:lnTo>
                <a:lnTo>
                  <a:pt x="41013" y="46325"/>
                </a:lnTo>
                <a:lnTo>
                  <a:pt x="41383" y="47560"/>
                </a:lnTo>
                <a:lnTo>
                  <a:pt x="41630" y="48795"/>
                </a:lnTo>
                <a:lnTo>
                  <a:pt x="41878" y="50031"/>
                </a:lnTo>
                <a:lnTo>
                  <a:pt x="42125" y="51266"/>
                </a:lnTo>
                <a:lnTo>
                  <a:pt x="42495" y="52501"/>
                </a:lnTo>
                <a:lnTo>
                  <a:pt x="42742" y="53737"/>
                </a:lnTo>
                <a:lnTo>
                  <a:pt x="42989" y="55096"/>
                </a:lnTo>
                <a:lnTo>
                  <a:pt x="43854" y="58925"/>
                </a:lnTo>
                <a:lnTo>
                  <a:pt x="44101" y="60160"/>
                </a:lnTo>
                <a:lnTo>
                  <a:pt x="44348" y="61519"/>
                </a:lnTo>
                <a:lnTo>
                  <a:pt x="44719" y="62755"/>
                </a:lnTo>
                <a:lnTo>
                  <a:pt x="44966" y="64113"/>
                </a:lnTo>
                <a:lnTo>
                  <a:pt x="45213" y="65472"/>
                </a:lnTo>
                <a:lnTo>
                  <a:pt x="45460" y="66708"/>
                </a:lnTo>
                <a:lnTo>
                  <a:pt x="45707" y="68066"/>
                </a:lnTo>
                <a:lnTo>
                  <a:pt x="46078" y="69302"/>
                </a:lnTo>
                <a:lnTo>
                  <a:pt x="46325" y="70661"/>
                </a:lnTo>
                <a:lnTo>
                  <a:pt x="46572" y="71896"/>
                </a:lnTo>
                <a:lnTo>
                  <a:pt x="46819" y="73255"/>
                </a:lnTo>
                <a:lnTo>
                  <a:pt x="47066" y="74490"/>
                </a:lnTo>
                <a:lnTo>
                  <a:pt x="47437" y="75849"/>
                </a:lnTo>
                <a:lnTo>
                  <a:pt x="47684" y="77084"/>
                </a:lnTo>
                <a:lnTo>
                  <a:pt x="47931" y="78443"/>
                </a:lnTo>
                <a:lnTo>
                  <a:pt x="48301" y="79679"/>
                </a:lnTo>
                <a:lnTo>
                  <a:pt x="48548" y="81037"/>
                </a:lnTo>
                <a:lnTo>
                  <a:pt x="48795" y="82273"/>
                </a:lnTo>
                <a:lnTo>
                  <a:pt x="49042" y="83508"/>
                </a:lnTo>
                <a:lnTo>
                  <a:pt x="49907" y="87338"/>
                </a:lnTo>
                <a:lnTo>
                  <a:pt x="50154" y="88573"/>
                </a:lnTo>
                <a:lnTo>
                  <a:pt x="50401" y="89808"/>
                </a:lnTo>
                <a:lnTo>
                  <a:pt x="50772" y="91044"/>
                </a:lnTo>
                <a:lnTo>
                  <a:pt x="51019" y="92279"/>
                </a:lnTo>
                <a:lnTo>
                  <a:pt x="51266" y="93514"/>
                </a:lnTo>
                <a:lnTo>
                  <a:pt x="51513" y="94749"/>
                </a:lnTo>
                <a:lnTo>
                  <a:pt x="51884" y="95985"/>
                </a:lnTo>
                <a:lnTo>
                  <a:pt x="52131" y="97220"/>
                </a:lnTo>
                <a:lnTo>
                  <a:pt x="52378" y="98332"/>
                </a:lnTo>
                <a:lnTo>
                  <a:pt x="52625" y="99567"/>
                </a:lnTo>
                <a:lnTo>
                  <a:pt x="52872" y="100679"/>
                </a:lnTo>
                <a:lnTo>
                  <a:pt x="53119" y="101914"/>
                </a:lnTo>
                <a:lnTo>
                  <a:pt x="53490" y="103026"/>
                </a:lnTo>
                <a:lnTo>
                  <a:pt x="53737" y="104138"/>
                </a:lnTo>
                <a:lnTo>
                  <a:pt x="53984" y="105250"/>
                </a:lnTo>
                <a:lnTo>
                  <a:pt x="54354" y="106362"/>
                </a:lnTo>
                <a:lnTo>
                  <a:pt x="54601" y="107473"/>
                </a:lnTo>
                <a:lnTo>
                  <a:pt x="54848" y="108585"/>
                </a:lnTo>
                <a:lnTo>
                  <a:pt x="55096" y="109573"/>
                </a:lnTo>
                <a:lnTo>
                  <a:pt x="55960" y="112662"/>
                </a:lnTo>
                <a:lnTo>
                  <a:pt x="56207" y="113774"/>
                </a:lnTo>
                <a:lnTo>
                  <a:pt x="56454" y="114762"/>
                </a:lnTo>
                <a:lnTo>
                  <a:pt x="56701" y="115626"/>
                </a:lnTo>
                <a:lnTo>
                  <a:pt x="57072" y="116615"/>
                </a:lnTo>
                <a:lnTo>
                  <a:pt x="57319" y="117603"/>
                </a:lnTo>
                <a:lnTo>
                  <a:pt x="57566" y="118468"/>
                </a:lnTo>
                <a:lnTo>
                  <a:pt x="57937" y="119456"/>
                </a:lnTo>
                <a:lnTo>
                  <a:pt x="58184" y="120321"/>
                </a:lnTo>
                <a:lnTo>
                  <a:pt x="58431" y="121185"/>
                </a:lnTo>
                <a:lnTo>
                  <a:pt x="58678" y="122050"/>
                </a:lnTo>
                <a:lnTo>
                  <a:pt x="58925" y="122915"/>
                </a:lnTo>
                <a:lnTo>
                  <a:pt x="59296" y="123656"/>
                </a:lnTo>
                <a:lnTo>
                  <a:pt x="59543" y="124521"/>
                </a:lnTo>
                <a:lnTo>
                  <a:pt x="59790" y="125262"/>
                </a:lnTo>
                <a:lnTo>
                  <a:pt x="60160" y="126003"/>
                </a:lnTo>
                <a:lnTo>
                  <a:pt x="60407" y="126744"/>
                </a:lnTo>
                <a:lnTo>
                  <a:pt x="60654" y="127486"/>
                </a:lnTo>
                <a:lnTo>
                  <a:pt x="60902" y="128103"/>
                </a:lnTo>
                <a:lnTo>
                  <a:pt x="61149" y="128844"/>
                </a:lnTo>
                <a:lnTo>
                  <a:pt x="62013" y="130697"/>
                </a:lnTo>
                <a:lnTo>
                  <a:pt x="62260" y="131315"/>
                </a:lnTo>
                <a:lnTo>
                  <a:pt x="62507" y="131809"/>
                </a:lnTo>
                <a:lnTo>
                  <a:pt x="62878" y="132427"/>
                </a:lnTo>
                <a:lnTo>
                  <a:pt x="63125" y="132921"/>
                </a:lnTo>
                <a:lnTo>
                  <a:pt x="63372" y="133415"/>
                </a:lnTo>
                <a:lnTo>
                  <a:pt x="63743" y="133909"/>
                </a:lnTo>
                <a:lnTo>
                  <a:pt x="63990" y="134280"/>
                </a:lnTo>
                <a:lnTo>
                  <a:pt x="64237" y="134774"/>
                </a:lnTo>
                <a:lnTo>
                  <a:pt x="64484" y="135145"/>
                </a:lnTo>
                <a:lnTo>
                  <a:pt x="64731" y="135515"/>
                </a:lnTo>
                <a:lnTo>
                  <a:pt x="65102" y="135886"/>
                </a:lnTo>
                <a:lnTo>
                  <a:pt x="65349" y="136256"/>
                </a:lnTo>
                <a:lnTo>
                  <a:pt x="65596" y="136504"/>
                </a:lnTo>
                <a:lnTo>
                  <a:pt x="65843" y="136874"/>
                </a:lnTo>
                <a:lnTo>
                  <a:pt x="66090" y="137121"/>
                </a:lnTo>
                <a:lnTo>
                  <a:pt x="66461" y="137368"/>
                </a:lnTo>
                <a:lnTo>
                  <a:pt x="66708" y="137492"/>
                </a:lnTo>
                <a:lnTo>
                  <a:pt x="66955" y="137739"/>
                </a:lnTo>
                <a:lnTo>
                  <a:pt x="67325" y="137862"/>
                </a:lnTo>
                <a:lnTo>
                  <a:pt x="68066" y="138233"/>
                </a:lnTo>
                <a:lnTo>
                  <a:pt x="68314" y="138356"/>
                </a:lnTo>
                <a:lnTo>
                  <a:pt x="68684" y="138356"/>
                </a:lnTo>
                <a:lnTo>
                  <a:pt x="68931" y="138356"/>
                </a:lnTo>
                <a:lnTo>
                  <a:pt x="69178" y="138356"/>
                </a:lnTo>
                <a:lnTo>
                  <a:pt x="69549" y="138356"/>
                </a:lnTo>
                <a:lnTo>
                  <a:pt x="69796" y="138233"/>
                </a:lnTo>
                <a:lnTo>
                  <a:pt x="70043" y="138233"/>
                </a:lnTo>
                <a:lnTo>
                  <a:pt x="70290" y="138109"/>
                </a:lnTo>
                <a:lnTo>
                  <a:pt x="70537" y="137986"/>
                </a:lnTo>
                <a:lnTo>
                  <a:pt x="70908" y="137739"/>
                </a:lnTo>
                <a:lnTo>
                  <a:pt x="71155" y="137615"/>
                </a:lnTo>
                <a:lnTo>
                  <a:pt x="71402" y="137368"/>
                </a:lnTo>
                <a:lnTo>
                  <a:pt x="71649" y="137245"/>
                </a:lnTo>
                <a:lnTo>
                  <a:pt x="71896" y="136998"/>
                </a:lnTo>
                <a:lnTo>
                  <a:pt x="72143" y="136627"/>
                </a:lnTo>
                <a:lnTo>
                  <a:pt x="72514" y="136380"/>
                </a:lnTo>
                <a:lnTo>
                  <a:pt x="72761" y="136009"/>
                </a:lnTo>
                <a:lnTo>
                  <a:pt x="73008" y="135639"/>
                </a:lnTo>
                <a:lnTo>
                  <a:pt x="73378" y="135268"/>
                </a:lnTo>
                <a:lnTo>
                  <a:pt x="74120" y="134033"/>
                </a:lnTo>
                <a:lnTo>
                  <a:pt x="74367" y="133662"/>
                </a:lnTo>
                <a:lnTo>
                  <a:pt x="74737" y="133168"/>
                </a:lnTo>
                <a:lnTo>
                  <a:pt x="74984" y="132674"/>
                </a:lnTo>
                <a:lnTo>
                  <a:pt x="75231" y="132056"/>
                </a:lnTo>
                <a:lnTo>
                  <a:pt x="75478" y="131562"/>
                </a:lnTo>
                <a:lnTo>
                  <a:pt x="75849" y="130945"/>
                </a:lnTo>
                <a:lnTo>
                  <a:pt x="76096" y="130327"/>
                </a:lnTo>
                <a:lnTo>
                  <a:pt x="76343" y="129709"/>
                </a:lnTo>
                <a:lnTo>
                  <a:pt x="76590" y="129092"/>
                </a:lnTo>
                <a:lnTo>
                  <a:pt x="76961" y="128474"/>
                </a:lnTo>
                <a:lnTo>
                  <a:pt x="77208" y="127733"/>
                </a:lnTo>
                <a:lnTo>
                  <a:pt x="77455" y="127115"/>
                </a:lnTo>
                <a:lnTo>
                  <a:pt x="77702" y="126250"/>
                </a:lnTo>
                <a:lnTo>
                  <a:pt x="77949" y="125633"/>
                </a:lnTo>
                <a:lnTo>
                  <a:pt x="78320" y="124768"/>
                </a:lnTo>
                <a:lnTo>
                  <a:pt x="78567" y="124027"/>
                </a:lnTo>
                <a:lnTo>
                  <a:pt x="78814" y="123286"/>
                </a:lnTo>
                <a:lnTo>
                  <a:pt x="79184" y="122421"/>
                </a:lnTo>
                <a:lnTo>
                  <a:pt x="79431" y="121556"/>
                </a:lnTo>
                <a:lnTo>
                  <a:pt x="80173" y="118962"/>
                </a:lnTo>
                <a:lnTo>
                  <a:pt x="80543" y="117974"/>
                </a:lnTo>
                <a:lnTo>
                  <a:pt x="80790" y="117109"/>
                </a:lnTo>
                <a:lnTo>
                  <a:pt x="81037" y="116121"/>
                </a:lnTo>
                <a:lnTo>
                  <a:pt x="81284" y="115132"/>
                </a:lnTo>
                <a:lnTo>
                  <a:pt x="81532" y="114144"/>
                </a:lnTo>
                <a:lnTo>
                  <a:pt x="81902" y="113156"/>
                </a:lnTo>
                <a:lnTo>
                  <a:pt x="82149" y="112168"/>
                </a:lnTo>
                <a:lnTo>
                  <a:pt x="82396" y="111179"/>
                </a:lnTo>
                <a:lnTo>
                  <a:pt x="82767" y="110068"/>
                </a:lnTo>
                <a:lnTo>
                  <a:pt x="83014" y="108956"/>
                </a:lnTo>
                <a:lnTo>
                  <a:pt x="83261" y="107967"/>
                </a:lnTo>
                <a:lnTo>
                  <a:pt x="83508" y="106856"/>
                </a:lnTo>
                <a:lnTo>
                  <a:pt x="83755" y="105744"/>
                </a:lnTo>
                <a:lnTo>
                  <a:pt x="84126" y="104632"/>
                </a:lnTo>
                <a:lnTo>
                  <a:pt x="84373" y="103520"/>
                </a:lnTo>
                <a:lnTo>
                  <a:pt x="84620" y="102409"/>
                </a:lnTo>
                <a:lnTo>
                  <a:pt x="84867" y="101173"/>
                </a:lnTo>
                <a:lnTo>
                  <a:pt x="85237" y="100061"/>
                </a:lnTo>
                <a:lnTo>
                  <a:pt x="85485" y="98950"/>
                </a:lnTo>
                <a:lnTo>
                  <a:pt x="86349" y="95244"/>
                </a:lnTo>
                <a:lnTo>
                  <a:pt x="86596" y="94132"/>
                </a:lnTo>
                <a:lnTo>
                  <a:pt x="86843" y="92897"/>
                </a:lnTo>
                <a:lnTo>
                  <a:pt x="87090" y="91661"/>
                </a:lnTo>
                <a:lnTo>
                  <a:pt x="87338" y="90426"/>
                </a:lnTo>
                <a:lnTo>
                  <a:pt x="87708" y="89191"/>
                </a:lnTo>
                <a:lnTo>
                  <a:pt x="87955" y="87955"/>
                </a:lnTo>
                <a:lnTo>
                  <a:pt x="88202" y="86720"/>
                </a:lnTo>
                <a:lnTo>
                  <a:pt x="88573" y="85361"/>
                </a:lnTo>
                <a:lnTo>
                  <a:pt x="88820" y="84126"/>
                </a:lnTo>
                <a:lnTo>
                  <a:pt x="89067" y="82890"/>
                </a:lnTo>
                <a:lnTo>
                  <a:pt x="89314" y="81532"/>
                </a:lnTo>
                <a:lnTo>
                  <a:pt x="89561" y="80296"/>
                </a:lnTo>
                <a:lnTo>
                  <a:pt x="89932" y="78937"/>
                </a:lnTo>
                <a:lnTo>
                  <a:pt x="90179" y="77702"/>
                </a:lnTo>
                <a:lnTo>
                  <a:pt x="90426" y="76467"/>
                </a:lnTo>
                <a:lnTo>
                  <a:pt x="90673" y="75108"/>
                </a:lnTo>
                <a:lnTo>
                  <a:pt x="90920" y="73749"/>
                </a:lnTo>
                <a:lnTo>
                  <a:pt x="91167" y="72514"/>
                </a:lnTo>
                <a:lnTo>
                  <a:pt x="91538" y="71155"/>
                </a:lnTo>
                <a:lnTo>
                  <a:pt x="92402" y="67325"/>
                </a:lnTo>
                <a:lnTo>
                  <a:pt x="92649" y="65966"/>
                </a:lnTo>
                <a:lnTo>
                  <a:pt x="92897" y="64608"/>
                </a:lnTo>
                <a:lnTo>
                  <a:pt x="93144" y="63372"/>
                </a:lnTo>
                <a:lnTo>
                  <a:pt x="93391" y="62013"/>
                </a:lnTo>
                <a:lnTo>
                  <a:pt x="93761" y="60778"/>
                </a:lnTo>
                <a:lnTo>
                  <a:pt x="94008" y="59543"/>
                </a:lnTo>
                <a:lnTo>
                  <a:pt x="94255" y="58184"/>
                </a:lnTo>
                <a:lnTo>
                  <a:pt x="94626" y="56949"/>
                </a:lnTo>
                <a:lnTo>
                  <a:pt x="94873" y="55590"/>
                </a:lnTo>
                <a:lnTo>
                  <a:pt x="95120" y="54354"/>
                </a:lnTo>
                <a:lnTo>
                  <a:pt x="95367" y="53119"/>
                </a:lnTo>
                <a:lnTo>
                  <a:pt x="95614" y="51884"/>
                </a:lnTo>
                <a:lnTo>
                  <a:pt x="95985" y="50525"/>
                </a:lnTo>
                <a:lnTo>
                  <a:pt x="96232" y="49290"/>
                </a:lnTo>
                <a:lnTo>
                  <a:pt x="96479" y="48054"/>
                </a:lnTo>
                <a:lnTo>
                  <a:pt x="96726" y="46819"/>
                </a:lnTo>
                <a:lnTo>
                  <a:pt x="96973" y="45584"/>
                </a:lnTo>
                <a:lnTo>
                  <a:pt x="97344" y="44348"/>
                </a:lnTo>
                <a:lnTo>
                  <a:pt x="97591" y="43113"/>
                </a:lnTo>
                <a:lnTo>
                  <a:pt x="98455" y="39530"/>
                </a:lnTo>
                <a:lnTo>
                  <a:pt x="98703" y="38419"/>
                </a:lnTo>
                <a:lnTo>
                  <a:pt x="98950" y="37183"/>
                </a:lnTo>
                <a:lnTo>
                  <a:pt x="99197" y="36072"/>
                </a:lnTo>
                <a:lnTo>
                  <a:pt x="99567" y="34960"/>
                </a:lnTo>
                <a:lnTo>
                  <a:pt x="99814" y="33848"/>
                </a:lnTo>
                <a:lnTo>
                  <a:pt x="100061" y="32736"/>
                </a:lnTo>
                <a:lnTo>
                  <a:pt x="100308" y="31624"/>
                </a:lnTo>
                <a:lnTo>
                  <a:pt x="100556" y="30513"/>
                </a:lnTo>
                <a:lnTo>
                  <a:pt x="100926" y="29401"/>
                </a:lnTo>
                <a:lnTo>
                  <a:pt x="101173" y="28412"/>
                </a:lnTo>
                <a:lnTo>
                  <a:pt x="101420" y="27301"/>
                </a:lnTo>
                <a:lnTo>
                  <a:pt x="101791" y="26312"/>
                </a:lnTo>
                <a:lnTo>
                  <a:pt x="102038" y="25324"/>
                </a:lnTo>
                <a:lnTo>
                  <a:pt x="102285" y="24212"/>
                </a:lnTo>
                <a:lnTo>
                  <a:pt x="102532" y="23348"/>
                </a:lnTo>
                <a:lnTo>
                  <a:pt x="102779" y="22359"/>
                </a:lnTo>
                <a:lnTo>
                  <a:pt x="103644" y="19518"/>
                </a:lnTo>
                <a:lnTo>
                  <a:pt x="104014" y="18653"/>
                </a:lnTo>
                <a:lnTo>
                  <a:pt x="104261" y="17789"/>
                </a:lnTo>
                <a:lnTo>
                  <a:pt x="104509" y="16924"/>
                </a:lnTo>
                <a:lnTo>
                  <a:pt x="104756" y="16059"/>
                </a:lnTo>
                <a:lnTo>
                  <a:pt x="105003" y="15195"/>
                </a:lnTo>
                <a:lnTo>
                  <a:pt x="105373" y="14453"/>
                </a:lnTo>
                <a:lnTo>
                  <a:pt x="105620" y="13589"/>
                </a:lnTo>
                <a:lnTo>
                  <a:pt x="105867" y="12847"/>
                </a:lnTo>
                <a:lnTo>
                  <a:pt x="106114" y="12106"/>
                </a:lnTo>
                <a:lnTo>
                  <a:pt x="106362" y="11365"/>
                </a:lnTo>
                <a:lnTo>
                  <a:pt x="106732" y="10624"/>
                </a:lnTo>
                <a:lnTo>
                  <a:pt x="106979" y="10006"/>
                </a:lnTo>
                <a:lnTo>
                  <a:pt x="107226" y="9265"/>
                </a:lnTo>
                <a:lnTo>
                  <a:pt x="107597" y="8647"/>
                </a:lnTo>
                <a:lnTo>
                  <a:pt x="107844" y="8030"/>
                </a:lnTo>
                <a:lnTo>
                  <a:pt x="108091" y="7412"/>
                </a:lnTo>
                <a:lnTo>
                  <a:pt x="108338" y="6794"/>
                </a:lnTo>
                <a:lnTo>
                  <a:pt x="108585" y="6300"/>
                </a:lnTo>
                <a:lnTo>
                  <a:pt x="108832" y="5806"/>
                </a:lnTo>
                <a:lnTo>
                  <a:pt x="109697" y="4324"/>
                </a:lnTo>
                <a:lnTo>
                  <a:pt x="109944" y="3830"/>
                </a:lnTo>
                <a:lnTo>
                  <a:pt x="110315" y="3459"/>
                </a:lnTo>
                <a:lnTo>
                  <a:pt x="110562" y="3088"/>
                </a:lnTo>
                <a:lnTo>
                  <a:pt x="110809" y="2718"/>
                </a:lnTo>
                <a:lnTo>
                  <a:pt x="111056" y="2347"/>
                </a:lnTo>
                <a:lnTo>
                  <a:pt x="111426" y="1977"/>
                </a:lnTo>
                <a:lnTo>
                  <a:pt x="111673" y="1729"/>
                </a:lnTo>
                <a:lnTo>
                  <a:pt x="111921" y="1359"/>
                </a:lnTo>
                <a:lnTo>
                  <a:pt x="112168" y="1235"/>
                </a:lnTo>
                <a:lnTo>
                  <a:pt x="112415" y="988"/>
                </a:lnTo>
                <a:lnTo>
                  <a:pt x="112785" y="741"/>
                </a:lnTo>
                <a:lnTo>
                  <a:pt x="113032" y="494"/>
                </a:lnTo>
                <a:lnTo>
                  <a:pt x="113279" y="371"/>
                </a:lnTo>
                <a:lnTo>
                  <a:pt x="113650" y="247"/>
                </a:lnTo>
                <a:lnTo>
                  <a:pt x="113897" y="124"/>
                </a:lnTo>
                <a:lnTo>
                  <a:pt x="114144" y="0"/>
                </a:lnTo>
                <a:lnTo>
                  <a:pt x="114391" y="0"/>
                </a:lnTo>
                <a:lnTo>
                  <a:pt x="114638" y="0"/>
                </a:lnTo>
                <a:lnTo>
                  <a:pt x="115009" y="0"/>
                </a:lnTo>
                <a:lnTo>
                  <a:pt x="115750" y="124"/>
                </a:lnTo>
                <a:lnTo>
                  <a:pt x="115997" y="124"/>
                </a:lnTo>
                <a:lnTo>
                  <a:pt x="116368" y="247"/>
                </a:lnTo>
                <a:lnTo>
                  <a:pt x="116615" y="371"/>
                </a:lnTo>
                <a:lnTo>
                  <a:pt x="116862" y="618"/>
                </a:lnTo>
                <a:lnTo>
                  <a:pt x="117232" y="741"/>
                </a:lnTo>
                <a:lnTo>
                  <a:pt x="117479" y="988"/>
                </a:lnTo>
                <a:lnTo>
                  <a:pt x="117727" y="1235"/>
                </a:lnTo>
                <a:lnTo>
                  <a:pt x="117974" y="1482"/>
                </a:lnTo>
                <a:lnTo>
                  <a:pt x="118221" y="1729"/>
                </a:lnTo>
                <a:lnTo>
                  <a:pt x="118591" y="2100"/>
                </a:lnTo>
                <a:lnTo>
                  <a:pt x="118838" y="2347"/>
                </a:lnTo>
                <a:lnTo>
                  <a:pt x="119085" y="2718"/>
                </a:lnTo>
                <a:lnTo>
                  <a:pt x="119332" y="3088"/>
                </a:lnTo>
                <a:lnTo>
                  <a:pt x="119703" y="3582"/>
                </a:lnTo>
                <a:lnTo>
                  <a:pt x="119950" y="3953"/>
                </a:lnTo>
                <a:lnTo>
                  <a:pt x="120197" y="4447"/>
                </a:lnTo>
                <a:lnTo>
                  <a:pt x="120444" y="4941"/>
                </a:lnTo>
                <a:lnTo>
                  <a:pt x="120815" y="5435"/>
                </a:lnTo>
                <a:lnTo>
                  <a:pt x="121062" y="5930"/>
                </a:lnTo>
                <a:lnTo>
                  <a:pt x="121803" y="7535"/>
                </a:lnTo>
                <a:lnTo>
                  <a:pt x="122174" y="8153"/>
                </a:lnTo>
                <a:lnTo>
                  <a:pt x="122421" y="8771"/>
                </a:lnTo>
                <a:lnTo>
                  <a:pt x="122668" y="9512"/>
                </a:lnTo>
                <a:lnTo>
                  <a:pt x="123038" y="10130"/>
                </a:lnTo>
                <a:lnTo>
                  <a:pt x="123286" y="10871"/>
                </a:lnTo>
                <a:lnTo>
                  <a:pt x="123533" y="11489"/>
                </a:lnTo>
                <a:lnTo>
                  <a:pt x="123780" y="12230"/>
                </a:lnTo>
                <a:lnTo>
                  <a:pt x="124027" y="12971"/>
                </a:lnTo>
                <a:lnTo>
                  <a:pt x="124397" y="13836"/>
                </a:lnTo>
                <a:lnTo>
                  <a:pt x="124644" y="14577"/>
                </a:lnTo>
                <a:lnTo>
                  <a:pt x="124891" y="15442"/>
                </a:lnTo>
                <a:lnTo>
                  <a:pt x="125139" y="16183"/>
                </a:lnTo>
                <a:lnTo>
                  <a:pt x="125386" y="17047"/>
                </a:lnTo>
                <a:lnTo>
                  <a:pt x="125756" y="17912"/>
                </a:lnTo>
                <a:lnTo>
                  <a:pt x="126003" y="18777"/>
                </a:lnTo>
                <a:lnTo>
                  <a:pt x="126250" y="19765"/>
                </a:lnTo>
                <a:lnTo>
                  <a:pt x="126621" y="20630"/>
                </a:lnTo>
                <a:lnTo>
                  <a:pt x="126868" y="21618"/>
                </a:lnTo>
                <a:lnTo>
                  <a:pt x="127115" y="22483"/>
                </a:lnTo>
                <a:lnTo>
                  <a:pt x="127856" y="25448"/>
                </a:lnTo>
                <a:lnTo>
                  <a:pt x="128227" y="26560"/>
                </a:lnTo>
                <a:lnTo>
                  <a:pt x="128474" y="27548"/>
                </a:lnTo>
                <a:lnTo>
                  <a:pt x="128721" y="28660"/>
                </a:lnTo>
                <a:lnTo>
                  <a:pt x="129092" y="29648"/>
                </a:lnTo>
                <a:lnTo>
                  <a:pt x="129339" y="30760"/>
                </a:lnTo>
                <a:lnTo>
                  <a:pt x="129586" y="31871"/>
                </a:lnTo>
                <a:lnTo>
                  <a:pt x="129833" y="32983"/>
                </a:lnTo>
                <a:lnTo>
                  <a:pt x="130080" y="34095"/>
                </a:lnTo>
                <a:lnTo>
                  <a:pt x="130450" y="35207"/>
                </a:lnTo>
                <a:lnTo>
                  <a:pt x="130697" y="36319"/>
                </a:lnTo>
                <a:lnTo>
                  <a:pt x="130945" y="37430"/>
                </a:lnTo>
                <a:lnTo>
                  <a:pt x="131192" y="38666"/>
                </a:lnTo>
                <a:lnTo>
                  <a:pt x="131439" y="39901"/>
                </a:lnTo>
                <a:lnTo>
                  <a:pt x="131809" y="41013"/>
                </a:lnTo>
                <a:lnTo>
                  <a:pt x="132056" y="42248"/>
                </a:lnTo>
                <a:lnTo>
                  <a:pt x="132303" y="43360"/>
                </a:lnTo>
                <a:lnTo>
                  <a:pt x="132674" y="44595"/>
                </a:lnTo>
                <a:lnTo>
                  <a:pt x="132921" y="45831"/>
                </a:lnTo>
                <a:lnTo>
                  <a:pt x="133168" y="47066"/>
                </a:lnTo>
                <a:lnTo>
                  <a:pt x="134033" y="50895"/>
                </a:lnTo>
                <a:lnTo>
                  <a:pt x="134280" y="52131"/>
                </a:lnTo>
                <a:lnTo>
                  <a:pt x="134527" y="53366"/>
                </a:lnTo>
                <a:lnTo>
                  <a:pt x="134774" y="54601"/>
                </a:lnTo>
                <a:lnTo>
                  <a:pt x="135021" y="55960"/>
                </a:lnTo>
                <a:lnTo>
                  <a:pt x="135392" y="57196"/>
                </a:lnTo>
                <a:lnTo>
                  <a:pt x="135639" y="58554"/>
                </a:lnTo>
                <a:lnTo>
                  <a:pt x="135886" y="59790"/>
                </a:lnTo>
                <a:lnTo>
                  <a:pt x="136256" y="61025"/>
                </a:lnTo>
                <a:lnTo>
                  <a:pt x="136504" y="62384"/>
                </a:lnTo>
                <a:lnTo>
                  <a:pt x="136751" y="63743"/>
                </a:lnTo>
                <a:lnTo>
                  <a:pt x="136998" y="64978"/>
                </a:lnTo>
                <a:lnTo>
                  <a:pt x="137245" y="66337"/>
                </a:lnTo>
                <a:lnTo>
                  <a:pt x="137615" y="67572"/>
                </a:lnTo>
                <a:lnTo>
                  <a:pt x="137862" y="68931"/>
                </a:lnTo>
                <a:lnTo>
                  <a:pt x="138109" y="70167"/>
                </a:lnTo>
                <a:lnTo>
                  <a:pt x="138480" y="71525"/>
                </a:lnTo>
                <a:lnTo>
                  <a:pt x="138727" y="72761"/>
                </a:lnTo>
                <a:lnTo>
                  <a:pt x="138974" y="74120"/>
                </a:lnTo>
                <a:lnTo>
                  <a:pt x="139221" y="75355"/>
                </a:lnTo>
                <a:lnTo>
                  <a:pt x="140086" y="79308"/>
                </a:lnTo>
                <a:lnTo>
                  <a:pt x="140333" y="80543"/>
                </a:lnTo>
                <a:lnTo>
                  <a:pt x="140580" y="81902"/>
                </a:lnTo>
                <a:lnTo>
                  <a:pt x="140827" y="83137"/>
                </a:lnTo>
                <a:lnTo>
                  <a:pt x="141198" y="84373"/>
                </a:lnTo>
                <a:lnTo>
                  <a:pt x="141445" y="85732"/>
                </a:lnTo>
                <a:lnTo>
                  <a:pt x="141692" y="86967"/>
                </a:lnTo>
                <a:lnTo>
                  <a:pt x="142062" y="88202"/>
                </a:lnTo>
                <a:lnTo>
                  <a:pt x="142310" y="89438"/>
                </a:lnTo>
                <a:lnTo>
                  <a:pt x="142557" y="90673"/>
                </a:lnTo>
                <a:lnTo>
                  <a:pt x="142804" y="91908"/>
                </a:lnTo>
                <a:lnTo>
                  <a:pt x="143051" y="93144"/>
                </a:lnTo>
                <a:lnTo>
                  <a:pt x="143421" y="94379"/>
                </a:lnTo>
                <a:lnTo>
                  <a:pt x="143668" y="95614"/>
                </a:lnTo>
                <a:lnTo>
                  <a:pt x="143915" y="96850"/>
                </a:lnTo>
                <a:lnTo>
                  <a:pt x="144163" y="97961"/>
                </a:lnTo>
                <a:lnTo>
                  <a:pt x="144410" y="99197"/>
                </a:lnTo>
                <a:lnTo>
                  <a:pt x="144780" y="100308"/>
                </a:lnTo>
                <a:lnTo>
                  <a:pt x="145027" y="101544"/>
                </a:lnTo>
                <a:lnTo>
                  <a:pt x="145274" y="102656"/>
                </a:lnTo>
                <a:lnTo>
                  <a:pt x="146139" y="105991"/>
                </a:lnTo>
                <a:lnTo>
                  <a:pt x="146386" y="107103"/>
                </a:lnTo>
                <a:lnTo>
                  <a:pt x="146633" y="108215"/>
                </a:lnTo>
                <a:lnTo>
                  <a:pt x="146880" y="109203"/>
                </a:lnTo>
                <a:lnTo>
                  <a:pt x="147251" y="110315"/>
                </a:lnTo>
                <a:lnTo>
                  <a:pt x="147498" y="111426"/>
                </a:lnTo>
                <a:lnTo>
                  <a:pt x="147869" y="112415"/>
                </a:lnTo>
                <a:lnTo>
                  <a:pt x="148116" y="113403"/>
                </a:lnTo>
                <a:lnTo>
                  <a:pt x="148363" y="114391"/>
                </a:lnTo>
                <a:lnTo>
                  <a:pt x="148610" y="115379"/>
                </a:lnTo>
                <a:lnTo>
                  <a:pt x="148857" y="116368"/>
                </a:lnTo>
                <a:lnTo>
                  <a:pt x="149104" y="117232"/>
                </a:lnTo>
                <a:lnTo>
                  <a:pt x="149474" y="118221"/>
                </a:lnTo>
                <a:lnTo>
                  <a:pt x="149721" y="119085"/>
                </a:lnTo>
                <a:lnTo>
                  <a:pt x="149969" y="119950"/>
                </a:lnTo>
                <a:lnTo>
                  <a:pt x="150216" y="120938"/>
                </a:lnTo>
                <a:lnTo>
                  <a:pt x="150463" y="121803"/>
                </a:lnTo>
                <a:lnTo>
                  <a:pt x="150833" y="122544"/>
                </a:lnTo>
                <a:lnTo>
                  <a:pt x="151080" y="123409"/>
                </a:lnTo>
                <a:lnTo>
                  <a:pt x="151327" y="124150"/>
                </a:lnTo>
                <a:lnTo>
                  <a:pt x="152192" y="126497"/>
                </a:lnTo>
                <a:lnTo>
                  <a:pt x="152439" y="127239"/>
                </a:lnTo>
                <a:lnTo>
                  <a:pt x="152686" y="127980"/>
                </a:lnTo>
                <a:lnTo>
                  <a:pt x="153057" y="128597"/>
                </a:lnTo>
                <a:lnTo>
                  <a:pt x="153304" y="129215"/>
                </a:lnTo>
                <a:lnTo>
                  <a:pt x="153551" y="129833"/>
                </a:lnTo>
                <a:lnTo>
                  <a:pt x="153798" y="130450"/>
                </a:lnTo>
                <a:lnTo>
                  <a:pt x="154169" y="131068"/>
                </a:lnTo>
                <a:lnTo>
                  <a:pt x="154416" y="131686"/>
                </a:lnTo>
                <a:lnTo>
                  <a:pt x="154663" y="132180"/>
                </a:lnTo>
                <a:lnTo>
                  <a:pt x="154910" y="132674"/>
                </a:lnTo>
                <a:lnTo>
                  <a:pt x="155280" y="133292"/>
                </a:lnTo>
                <a:lnTo>
                  <a:pt x="155528" y="133786"/>
                </a:lnTo>
                <a:lnTo>
                  <a:pt x="155775" y="134156"/>
                </a:lnTo>
                <a:lnTo>
                  <a:pt x="156022" y="134651"/>
                </a:lnTo>
                <a:lnTo>
                  <a:pt x="156269" y="135021"/>
                </a:lnTo>
                <a:lnTo>
                  <a:pt x="156639" y="135392"/>
                </a:lnTo>
                <a:lnTo>
                  <a:pt x="156886" y="135762"/>
                </a:lnTo>
                <a:lnTo>
                  <a:pt x="157133" y="136133"/>
                </a:lnTo>
                <a:lnTo>
                  <a:pt x="157504" y="136504"/>
                </a:lnTo>
                <a:lnTo>
                  <a:pt x="158245" y="137245"/>
                </a:lnTo>
                <a:lnTo>
                  <a:pt x="158492" y="137492"/>
                </a:lnTo>
                <a:lnTo>
                  <a:pt x="158863" y="137739"/>
                </a:lnTo>
                <a:lnTo>
                  <a:pt x="159110" y="137862"/>
                </a:lnTo>
                <a:lnTo>
                  <a:pt x="159357" y="137986"/>
                </a:lnTo>
                <a:lnTo>
                  <a:pt x="159604" y="138109"/>
                </a:lnTo>
                <a:lnTo>
                  <a:pt x="159851" y="138233"/>
                </a:lnTo>
                <a:lnTo>
                  <a:pt x="160222" y="138233"/>
                </a:lnTo>
                <a:lnTo>
                  <a:pt x="160469" y="138356"/>
                </a:lnTo>
                <a:lnTo>
                  <a:pt x="160716" y="138356"/>
                </a:lnTo>
                <a:lnTo>
                  <a:pt x="161086" y="138356"/>
                </a:lnTo>
                <a:lnTo>
                  <a:pt x="161334" y="138356"/>
                </a:lnTo>
                <a:lnTo>
                  <a:pt x="161581" y="138233"/>
                </a:lnTo>
                <a:lnTo>
                  <a:pt x="161828" y="138233"/>
                </a:lnTo>
                <a:lnTo>
                  <a:pt x="162075" y="138109"/>
                </a:lnTo>
                <a:lnTo>
                  <a:pt x="162445" y="137986"/>
                </a:lnTo>
                <a:lnTo>
                  <a:pt x="162692" y="137862"/>
                </a:lnTo>
                <a:lnTo>
                  <a:pt x="162939" y="137739"/>
                </a:lnTo>
                <a:lnTo>
                  <a:pt x="163187" y="137492"/>
                </a:lnTo>
                <a:lnTo>
                  <a:pt x="163557" y="137245"/>
                </a:lnTo>
                <a:lnTo>
                  <a:pt x="164298" y="136504"/>
                </a:lnTo>
                <a:lnTo>
                  <a:pt x="164669" y="136133"/>
                </a:lnTo>
                <a:lnTo>
                  <a:pt x="164916" y="135762"/>
                </a:lnTo>
                <a:lnTo>
                  <a:pt x="165163" y="135515"/>
                </a:lnTo>
                <a:lnTo>
                  <a:pt x="165410" y="135021"/>
                </a:lnTo>
                <a:lnTo>
                  <a:pt x="165657" y="134651"/>
                </a:lnTo>
                <a:lnTo>
                  <a:pt x="165904" y="134280"/>
                </a:lnTo>
                <a:lnTo>
                  <a:pt x="166275" y="133786"/>
                </a:lnTo>
                <a:lnTo>
                  <a:pt x="166522" y="133292"/>
                </a:lnTo>
                <a:lnTo>
                  <a:pt x="166893" y="132798"/>
                </a:lnTo>
                <a:lnTo>
                  <a:pt x="167140" y="132303"/>
                </a:lnTo>
                <a:lnTo>
                  <a:pt x="167387" y="131686"/>
                </a:lnTo>
                <a:lnTo>
                  <a:pt x="167634" y="131192"/>
                </a:lnTo>
                <a:lnTo>
                  <a:pt x="167881" y="130574"/>
                </a:lnTo>
                <a:lnTo>
                  <a:pt x="168128" y="129956"/>
                </a:lnTo>
                <a:lnTo>
                  <a:pt x="168498" y="129339"/>
                </a:lnTo>
                <a:lnTo>
                  <a:pt x="168746" y="128721"/>
                </a:lnTo>
                <a:lnTo>
                  <a:pt x="168993" y="127980"/>
                </a:lnTo>
                <a:lnTo>
                  <a:pt x="169240" y="127239"/>
                </a:lnTo>
                <a:lnTo>
                  <a:pt x="169487" y="126621"/>
                </a:lnTo>
                <a:lnTo>
                  <a:pt x="170351" y="124274"/>
                </a:lnTo>
                <a:lnTo>
                  <a:pt x="170722" y="123533"/>
                </a:lnTo>
                <a:lnTo>
                  <a:pt x="170969" y="122668"/>
                </a:lnTo>
                <a:lnTo>
                  <a:pt x="171216" y="121803"/>
                </a:lnTo>
                <a:lnTo>
                  <a:pt x="171463" y="120938"/>
                </a:lnTo>
                <a:lnTo>
                  <a:pt x="171710" y="120074"/>
                </a:lnTo>
                <a:lnTo>
                  <a:pt x="172081" y="119209"/>
                </a:lnTo>
                <a:lnTo>
                  <a:pt x="172328" y="118344"/>
                </a:lnTo>
                <a:lnTo>
                  <a:pt x="172575" y="117356"/>
                </a:lnTo>
                <a:lnTo>
                  <a:pt x="172946" y="116491"/>
                </a:lnTo>
                <a:lnTo>
                  <a:pt x="173193" y="115503"/>
                </a:lnTo>
                <a:lnTo>
                  <a:pt x="173440" y="114515"/>
                </a:lnTo>
                <a:lnTo>
                  <a:pt x="173687" y="113526"/>
                </a:lnTo>
                <a:lnTo>
                  <a:pt x="173934" y="112538"/>
                </a:lnTo>
                <a:lnTo>
                  <a:pt x="174304" y="111426"/>
                </a:lnTo>
                <a:lnTo>
                  <a:pt x="174552" y="110438"/>
                </a:lnTo>
                <a:lnTo>
                  <a:pt x="174799" y="109326"/>
                </a:lnTo>
                <a:lnTo>
                  <a:pt x="175663" y="106114"/>
                </a:lnTo>
                <a:lnTo>
                  <a:pt x="175910" y="105003"/>
                </a:lnTo>
                <a:lnTo>
                  <a:pt x="176157" y="103891"/>
                </a:lnTo>
                <a:lnTo>
                  <a:pt x="176528" y="102779"/>
                </a:lnTo>
                <a:lnTo>
                  <a:pt x="176775" y="101544"/>
                </a:lnTo>
                <a:lnTo>
                  <a:pt x="177022" y="100432"/>
                </a:lnTo>
                <a:lnTo>
                  <a:pt x="177269" y="99320"/>
                </a:lnTo>
                <a:lnTo>
                  <a:pt x="177516" y="98085"/>
                </a:lnTo>
                <a:lnTo>
                  <a:pt x="177887" y="96973"/>
                </a:lnTo>
                <a:lnTo>
                  <a:pt x="178134" y="95738"/>
                </a:lnTo>
                <a:lnTo>
                  <a:pt x="178381" y="94502"/>
                </a:lnTo>
                <a:lnTo>
                  <a:pt x="178628" y="93267"/>
                </a:lnTo>
                <a:lnTo>
                  <a:pt x="178875" y="92032"/>
                </a:lnTo>
                <a:lnTo>
                  <a:pt x="179246" y="90796"/>
                </a:lnTo>
                <a:lnTo>
                  <a:pt x="179493" y="89561"/>
                </a:lnTo>
                <a:lnTo>
                  <a:pt x="179740" y="88326"/>
                </a:lnTo>
                <a:lnTo>
                  <a:pt x="180111" y="87090"/>
                </a:lnTo>
                <a:lnTo>
                  <a:pt x="180358" y="85855"/>
                </a:lnTo>
                <a:lnTo>
                  <a:pt x="180605" y="84496"/>
                </a:lnTo>
                <a:lnTo>
                  <a:pt x="180852" y="83261"/>
                </a:lnTo>
                <a:lnTo>
                  <a:pt x="181716" y="79431"/>
                </a:lnTo>
                <a:lnTo>
                  <a:pt x="181963" y="78196"/>
                </a:lnTo>
                <a:lnTo>
                  <a:pt x="182334" y="76837"/>
                </a:lnTo>
                <a:lnTo>
                  <a:pt x="182581" y="75602"/>
                </a:lnTo>
                <a:lnTo>
                  <a:pt x="182828" y="74243"/>
                </a:lnTo>
                <a:lnTo>
                  <a:pt x="183075" y="72884"/>
                </a:lnTo>
                <a:lnTo>
                  <a:pt x="183322" y="71649"/>
                </a:lnTo>
                <a:lnTo>
                  <a:pt x="183693" y="70290"/>
                </a:lnTo>
                <a:lnTo>
                  <a:pt x="183940" y="69055"/>
                </a:lnTo>
                <a:lnTo>
                  <a:pt x="184187" y="67696"/>
                </a:lnTo>
                <a:lnTo>
                  <a:pt x="184434" y="66461"/>
                </a:lnTo>
                <a:lnTo>
                  <a:pt x="184681" y="65102"/>
                </a:lnTo>
                <a:lnTo>
                  <a:pt x="184928" y="63743"/>
                </a:lnTo>
                <a:lnTo>
                  <a:pt x="185299" y="62507"/>
                </a:lnTo>
                <a:lnTo>
                  <a:pt x="185546" y="61272"/>
                </a:lnTo>
                <a:lnTo>
                  <a:pt x="185917" y="59913"/>
                </a:lnTo>
                <a:lnTo>
                  <a:pt x="186164" y="58678"/>
                </a:lnTo>
                <a:lnTo>
                  <a:pt x="186411" y="57319"/>
                </a:lnTo>
                <a:lnTo>
                  <a:pt x="186658" y="56084"/>
                </a:lnTo>
                <a:lnTo>
                  <a:pt x="186905" y="54848"/>
                </a:lnTo>
                <a:lnTo>
                  <a:pt x="187770" y="51019"/>
                </a:lnTo>
                <a:lnTo>
                  <a:pt x="188017" y="49784"/>
                </a:lnTo>
                <a:lnTo>
                  <a:pt x="188264" y="48425"/>
                </a:lnTo>
                <a:lnTo>
                  <a:pt x="188634" y="47189"/>
                </a:lnTo>
                <a:lnTo>
                  <a:pt x="188881" y="45954"/>
                </a:lnTo>
                <a:lnTo>
                  <a:pt x="189128" y="44719"/>
                </a:lnTo>
                <a:lnTo>
                  <a:pt x="189375" y="43607"/>
                </a:lnTo>
                <a:lnTo>
                  <a:pt x="189746" y="42372"/>
                </a:lnTo>
                <a:lnTo>
                  <a:pt x="189993" y="41136"/>
                </a:lnTo>
                <a:lnTo>
                  <a:pt x="190240" y="39901"/>
                </a:lnTo>
                <a:lnTo>
                  <a:pt x="190487" y="38789"/>
                </a:lnTo>
                <a:lnTo>
                  <a:pt x="190734" y="37677"/>
                </a:lnTo>
                <a:lnTo>
                  <a:pt x="191105" y="36442"/>
                </a:lnTo>
                <a:lnTo>
                  <a:pt x="191352" y="35330"/>
                </a:lnTo>
                <a:lnTo>
                  <a:pt x="191599" y="34219"/>
                </a:lnTo>
                <a:lnTo>
                  <a:pt x="191970" y="33107"/>
                </a:lnTo>
                <a:lnTo>
                  <a:pt x="192217" y="31995"/>
                </a:lnTo>
                <a:lnTo>
                  <a:pt x="192464" y="30883"/>
                </a:lnTo>
                <a:lnTo>
                  <a:pt x="192711" y="29771"/>
                </a:lnTo>
                <a:lnTo>
                  <a:pt x="192958" y="28783"/>
                </a:lnTo>
                <a:lnTo>
                  <a:pt x="193823" y="25571"/>
                </a:lnTo>
                <a:lnTo>
                  <a:pt x="194070" y="24583"/>
                </a:lnTo>
                <a:lnTo>
                  <a:pt x="194317" y="23595"/>
                </a:lnTo>
                <a:lnTo>
                  <a:pt x="194687" y="22606"/>
                </a:lnTo>
                <a:lnTo>
                  <a:pt x="194934" y="21618"/>
                </a:lnTo>
                <a:lnTo>
                  <a:pt x="195181" y="20753"/>
                </a:lnTo>
                <a:lnTo>
                  <a:pt x="195552" y="19889"/>
                </a:lnTo>
                <a:lnTo>
                  <a:pt x="195799" y="18900"/>
                </a:lnTo>
                <a:lnTo>
                  <a:pt x="196046" y="18036"/>
                </a:lnTo>
                <a:lnTo>
                  <a:pt x="196293" y="17171"/>
                </a:lnTo>
                <a:lnTo>
                  <a:pt x="196540" y="16306"/>
                </a:lnTo>
                <a:lnTo>
                  <a:pt x="196911" y="15442"/>
                </a:lnTo>
                <a:lnTo>
                  <a:pt x="197158" y="14700"/>
                </a:lnTo>
                <a:lnTo>
                  <a:pt x="197405" y="13836"/>
                </a:lnTo>
                <a:lnTo>
                  <a:pt x="197652" y="13094"/>
                </a:lnTo>
                <a:lnTo>
                  <a:pt x="198023" y="12353"/>
                </a:lnTo>
                <a:lnTo>
                  <a:pt x="198270" y="11612"/>
                </a:lnTo>
                <a:lnTo>
                  <a:pt x="198517" y="10871"/>
                </a:lnTo>
                <a:lnTo>
                  <a:pt x="198764" y="10253"/>
                </a:lnTo>
                <a:lnTo>
                  <a:pt x="199135" y="9512"/>
                </a:lnTo>
                <a:lnTo>
                  <a:pt x="199876" y="7659"/>
                </a:lnTo>
                <a:lnTo>
                  <a:pt x="200123" y="7041"/>
                </a:lnTo>
                <a:lnTo>
                  <a:pt x="200493" y="6424"/>
                </a:lnTo>
                <a:lnTo>
                  <a:pt x="200740" y="5930"/>
                </a:lnTo>
                <a:lnTo>
                  <a:pt x="200988" y="5435"/>
                </a:lnTo>
                <a:lnTo>
                  <a:pt x="201358" y="4941"/>
                </a:lnTo>
                <a:lnTo>
                  <a:pt x="201605" y="4447"/>
                </a:lnTo>
                <a:lnTo>
                  <a:pt x="201852" y="3953"/>
                </a:lnTo>
                <a:lnTo>
                  <a:pt x="202099" y="3582"/>
                </a:lnTo>
                <a:lnTo>
                  <a:pt x="202346" y="3212"/>
                </a:lnTo>
                <a:lnTo>
                  <a:pt x="202717" y="2841"/>
                </a:lnTo>
                <a:lnTo>
                  <a:pt x="202964" y="2471"/>
                </a:lnTo>
                <a:lnTo>
                  <a:pt x="203211" y="2100"/>
                </a:lnTo>
                <a:lnTo>
                  <a:pt x="203458" y="1729"/>
                </a:lnTo>
                <a:lnTo>
                  <a:pt x="203705" y="1482"/>
                </a:lnTo>
                <a:lnTo>
                  <a:pt x="203952" y="1235"/>
                </a:lnTo>
                <a:lnTo>
                  <a:pt x="204323" y="988"/>
                </a:lnTo>
                <a:lnTo>
                  <a:pt x="204570" y="865"/>
                </a:lnTo>
                <a:lnTo>
                  <a:pt x="204817" y="618"/>
                </a:lnTo>
                <a:lnTo>
                  <a:pt x="205188" y="371"/>
                </a:lnTo>
                <a:lnTo>
                  <a:pt x="205929" y="124"/>
                </a:lnTo>
                <a:lnTo>
                  <a:pt x="206176" y="0"/>
                </a:lnTo>
                <a:lnTo>
                  <a:pt x="206546" y="0"/>
                </a:lnTo>
                <a:lnTo>
                  <a:pt x="206794" y="0"/>
                </a:lnTo>
                <a:lnTo>
                  <a:pt x="207041" y="0"/>
                </a:lnTo>
                <a:lnTo>
                  <a:pt x="207411" y="0"/>
                </a:lnTo>
                <a:lnTo>
                  <a:pt x="207658" y="0"/>
                </a:lnTo>
                <a:lnTo>
                  <a:pt x="207905" y="124"/>
                </a:lnTo>
                <a:lnTo>
                  <a:pt x="208152" y="247"/>
                </a:lnTo>
                <a:lnTo>
                  <a:pt x="208399" y="371"/>
                </a:lnTo>
                <a:lnTo>
                  <a:pt x="208770" y="494"/>
                </a:lnTo>
                <a:lnTo>
                  <a:pt x="209017" y="741"/>
                </a:lnTo>
                <a:lnTo>
                  <a:pt x="209264" y="865"/>
                </a:lnTo>
                <a:lnTo>
                  <a:pt x="209511" y="1112"/>
                </a:lnTo>
                <a:lnTo>
                  <a:pt x="209758" y="1359"/>
                </a:lnTo>
                <a:lnTo>
                  <a:pt x="210129" y="1729"/>
                </a:lnTo>
                <a:lnTo>
                  <a:pt x="210376" y="1977"/>
                </a:lnTo>
                <a:lnTo>
                  <a:pt x="210623" y="2347"/>
                </a:lnTo>
                <a:lnTo>
                  <a:pt x="210994" y="2594"/>
                </a:lnTo>
                <a:lnTo>
                  <a:pt x="211241" y="2965"/>
                </a:lnTo>
                <a:lnTo>
                  <a:pt x="211982" y="4200"/>
                </a:lnTo>
                <a:lnTo>
                  <a:pt x="212353" y="4694"/>
                </a:lnTo>
                <a:lnTo>
                  <a:pt x="212600" y="5188"/>
                </a:lnTo>
                <a:lnTo>
                  <a:pt x="212847" y="5682"/>
                </a:lnTo>
                <a:lnTo>
                  <a:pt x="213094" y="6300"/>
                </a:lnTo>
                <a:lnTo>
                  <a:pt x="213341" y="6794"/>
                </a:lnTo>
                <a:lnTo>
                  <a:pt x="213711" y="7412"/>
                </a:lnTo>
                <a:lnTo>
                  <a:pt x="213958" y="8030"/>
                </a:lnTo>
                <a:lnTo>
                  <a:pt x="214205" y="8647"/>
                </a:lnTo>
                <a:lnTo>
                  <a:pt x="214576" y="9265"/>
                </a:lnTo>
                <a:lnTo>
                  <a:pt x="214823" y="9883"/>
                </a:lnTo>
                <a:lnTo>
                  <a:pt x="215070" y="10624"/>
                </a:lnTo>
                <a:lnTo>
                  <a:pt x="215317" y="11241"/>
                </a:lnTo>
                <a:lnTo>
                  <a:pt x="215564" y="11983"/>
                </a:lnTo>
                <a:lnTo>
                  <a:pt x="215935" y="12724"/>
                </a:lnTo>
                <a:lnTo>
                  <a:pt x="216182" y="13589"/>
                </a:lnTo>
                <a:lnTo>
                  <a:pt x="216429" y="14330"/>
                </a:lnTo>
                <a:lnTo>
                  <a:pt x="216800" y="15071"/>
                </a:lnTo>
                <a:lnTo>
                  <a:pt x="217047" y="15936"/>
                </a:lnTo>
                <a:lnTo>
                  <a:pt x="217294" y="16800"/>
                </a:lnTo>
                <a:lnTo>
                  <a:pt x="218159" y="19395"/>
                </a:lnTo>
                <a:lnTo>
                  <a:pt x="218406" y="20383"/>
                </a:lnTo>
                <a:lnTo>
                  <a:pt x="218653" y="21248"/>
                </a:lnTo>
                <a:lnTo>
                  <a:pt x="218900" y="22236"/>
                </a:lnTo>
                <a:lnTo>
                  <a:pt x="219147" y="23224"/>
                </a:lnTo>
                <a:lnTo>
                  <a:pt x="219517" y="24212"/>
                </a:lnTo>
                <a:lnTo>
                  <a:pt x="219764" y="25201"/>
                </a:lnTo>
                <a:lnTo>
                  <a:pt x="220012" y="26189"/>
                </a:lnTo>
                <a:lnTo>
                  <a:pt x="220382" y="27177"/>
                </a:lnTo>
                <a:lnTo>
                  <a:pt x="220629" y="28289"/>
                </a:lnTo>
                <a:lnTo>
                  <a:pt x="220876" y="29277"/>
                </a:lnTo>
                <a:lnTo>
                  <a:pt x="221123" y="30389"/>
                </a:lnTo>
                <a:lnTo>
                  <a:pt x="221370" y="31501"/>
                </a:lnTo>
                <a:lnTo>
                  <a:pt x="221741" y="32613"/>
                </a:lnTo>
                <a:lnTo>
                  <a:pt x="221988" y="33724"/>
                </a:lnTo>
                <a:lnTo>
                  <a:pt x="222235" y="34836"/>
                </a:lnTo>
                <a:lnTo>
                  <a:pt x="222482" y="35948"/>
                </a:lnTo>
                <a:lnTo>
                  <a:pt x="222729" y="37060"/>
                </a:lnTo>
                <a:lnTo>
                  <a:pt x="223100" y="38295"/>
                </a:lnTo>
                <a:lnTo>
                  <a:pt x="223347" y="39407"/>
                </a:lnTo>
                <a:lnTo>
                  <a:pt x="224212" y="42989"/>
                </a:lnTo>
                <a:lnTo>
                  <a:pt x="224459" y="44225"/>
                </a:lnTo>
                <a:lnTo>
                  <a:pt x="224706" y="45460"/>
                </a:lnTo>
                <a:lnTo>
                  <a:pt x="224953" y="46695"/>
                </a:lnTo>
                <a:lnTo>
                  <a:pt x="225200" y="47931"/>
                </a:lnTo>
                <a:lnTo>
                  <a:pt x="225570" y="49166"/>
                </a:lnTo>
                <a:lnTo>
                  <a:pt x="225818" y="50401"/>
                </a:lnTo>
                <a:lnTo>
                  <a:pt x="226065" y="51637"/>
                </a:lnTo>
                <a:lnTo>
                  <a:pt x="226435" y="52995"/>
                </a:lnTo>
                <a:lnTo>
                  <a:pt x="226682" y="54231"/>
                </a:lnTo>
                <a:lnTo>
                  <a:pt x="226929" y="55466"/>
                </a:lnTo>
                <a:lnTo>
                  <a:pt x="227176" y="56825"/>
                </a:lnTo>
                <a:lnTo>
                  <a:pt x="227423" y="58060"/>
                </a:lnTo>
                <a:lnTo>
                  <a:pt x="227794" y="59296"/>
                </a:lnTo>
                <a:lnTo>
                  <a:pt x="228041" y="60654"/>
                </a:lnTo>
                <a:lnTo>
                  <a:pt x="228288" y="61890"/>
                </a:lnTo>
                <a:lnTo>
                  <a:pt x="228535" y="63249"/>
                </a:lnTo>
                <a:lnTo>
                  <a:pt x="228782" y="64608"/>
                </a:lnTo>
                <a:lnTo>
                  <a:pt x="229153" y="65843"/>
                </a:lnTo>
                <a:lnTo>
                  <a:pt x="229400" y="67202"/>
                </a:lnTo>
                <a:lnTo>
                  <a:pt x="230265" y="71031"/>
                </a:lnTo>
                <a:lnTo>
                  <a:pt x="230512" y="72390"/>
                </a:lnTo>
                <a:lnTo>
                  <a:pt x="230759" y="73625"/>
                </a:lnTo>
                <a:lnTo>
                  <a:pt x="231006" y="74984"/>
                </a:lnTo>
                <a:lnTo>
                  <a:pt x="231377" y="76220"/>
                </a:lnTo>
                <a:lnTo>
                  <a:pt x="231624" y="77578"/>
                </a:lnTo>
                <a:lnTo>
                  <a:pt x="231871" y="78814"/>
                </a:lnTo>
                <a:lnTo>
                  <a:pt x="232118" y="80173"/>
                </a:lnTo>
                <a:lnTo>
                  <a:pt x="232488" y="81408"/>
                </a:lnTo>
                <a:lnTo>
                  <a:pt x="232735" y="82767"/>
                </a:lnTo>
                <a:lnTo>
                  <a:pt x="232982" y="84002"/>
                </a:lnTo>
                <a:lnTo>
                  <a:pt x="233230" y="85237"/>
                </a:lnTo>
                <a:lnTo>
                  <a:pt x="233600" y="86473"/>
                </a:lnTo>
                <a:lnTo>
                  <a:pt x="233847" y="87832"/>
                </a:lnTo>
                <a:lnTo>
                  <a:pt x="234094" y="89067"/>
                </a:lnTo>
                <a:lnTo>
                  <a:pt x="234341" y="90302"/>
                </a:lnTo>
                <a:lnTo>
                  <a:pt x="234588" y="91538"/>
                </a:lnTo>
                <a:lnTo>
                  <a:pt x="234959" y="92773"/>
                </a:lnTo>
                <a:lnTo>
                  <a:pt x="235206" y="94008"/>
                </a:lnTo>
                <a:lnTo>
                  <a:pt x="235453" y="95244"/>
                </a:lnTo>
                <a:lnTo>
                  <a:pt x="236318" y="98826"/>
                </a:lnTo>
                <a:lnTo>
                  <a:pt x="236565" y="99938"/>
                </a:lnTo>
                <a:lnTo>
                  <a:pt x="236812" y="101173"/>
                </a:lnTo>
                <a:lnTo>
                  <a:pt x="237183" y="102285"/>
                </a:lnTo>
                <a:lnTo>
                  <a:pt x="237430" y="103397"/>
                </a:lnTo>
                <a:lnTo>
                  <a:pt x="237677" y="104509"/>
                </a:lnTo>
                <a:lnTo>
                  <a:pt x="237924" y="105620"/>
                </a:lnTo>
                <a:lnTo>
                  <a:pt x="238171" y="106732"/>
                </a:lnTo>
                <a:lnTo>
                  <a:pt x="238541" y="107844"/>
                </a:lnTo>
                <a:lnTo>
                  <a:pt x="238788" y="108956"/>
                </a:lnTo>
                <a:lnTo>
                  <a:pt x="239036" y="109944"/>
                </a:lnTo>
                <a:lnTo>
                  <a:pt x="239406" y="111056"/>
                </a:lnTo>
                <a:lnTo>
                  <a:pt x="239653" y="112044"/>
                </a:lnTo>
                <a:lnTo>
                  <a:pt x="239900" y="113032"/>
                </a:lnTo>
                <a:lnTo>
                  <a:pt x="240147" y="114021"/>
                </a:lnTo>
                <a:lnTo>
                  <a:pt x="240394" y="115009"/>
                </a:lnTo>
                <a:lnTo>
                  <a:pt x="240765" y="115997"/>
                </a:lnTo>
                <a:lnTo>
                  <a:pt x="241506" y="118838"/>
                </a:lnTo>
                <a:lnTo>
                  <a:pt x="241877" y="119703"/>
                </a:lnTo>
                <a:lnTo>
                  <a:pt x="242124" y="120568"/>
                </a:lnTo>
                <a:lnTo>
                  <a:pt x="242371" y="121433"/>
                </a:lnTo>
                <a:lnTo>
                  <a:pt x="242618" y="122297"/>
                </a:lnTo>
                <a:lnTo>
                  <a:pt x="242865" y="123162"/>
                </a:lnTo>
                <a:lnTo>
                  <a:pt x="243236" y="123903"/>
                </a:lnTo>
                <a:lnTo>
                  <a:pt x="243483" y="124768"/>
                </a:lnTo>
                <a:lnTo>
                  <a:pt x="243730" y="125509"/>
                </a:lnTo>
                <a:lnTo>
                  <a:pt x="243977" y="126250"/>
                </a:lnTo>
                <a:lnTo>
                  <a:pt x="244224" y="126991"/>
                </a:lnTo>
                <a:lnTo>
                  <a:pt x="244595" y="127733"/>
                </a:lnTo>
                <a:lnTo>
                  <a:pt x="244842" y="128350"/>
                </a:lnTo>
                <a:lnTo>
                  <a:pt x="245089" y="129092"/>
                </a:lnTo>
                <a:lnTo>
                  <a:pt x="245459" y="129709"/>
                </a:lnTo>
                <a:lnTo>
                  <a:pt x="245706" y="130327"/>
                </a:lnTo>
                <a:lnTo>
                  <a:pt x="245953" y="130945"/>
                </a:lnTo>
                <a:lnTo>
                  <a:pt x="246200" y="131439"/>
                </a:lnTo>
                <a:lnTo>
                  <a:pt x="246448" y="132056"/>
                </a:lnTo>
                <a:lnTo>
                  <a:pt x="246818" y="132550"/>
                </a:lnTo>
                <a:lnTo>
                  <a:pt x="247559" y="134033"/>
                </a:lnTo>
                <a:lnTo>
                  <a:pt x="247806" y="134527"/>
                </a:lnTo>
                <a:lnTo>
                  <a:pt x="248177" y="134898"/>
                </a:lnTo>
                <a:lnTo>
                  <a:pt x="248424" y="135268"/>
                </a:lnTo>
                <a:lnTo>
                  <a:pt x="248671" y="135639"/>
                </a:lnTo>
                <a:lnTo>
                  <a:pt x="249042" y="136009"/>
                </a:lnTo>
                <a:lnTo>
                  <a:pt x="249289" y="136380"/>
                </a:lnTo>
                <a:lnTo>
                  <a:pt x="249536" y="136627"/>
                </a:lnTo>
                <a:lnTo>
                  <a:pt x="249783" y="136874"/>
                </a:lnTo>
                <a:lnTo>
                  <a:pt x="250030" y="137121"/>
                </a:lnTo>
                <a:lnTo>
                  <a:pt x="250401" y="137368"/>
                </a:lnTo>
                <a:lnTo>
                  <a:pt x="250648" y="137615"/>
                </a:lnTo>
                <a:lnTo>
                  <a:pt x="250895" y="137739"/>
                </a:lnTo>
                <a:lnTo>
                  <a:pt x="251265" y="137986"/>
                </a:lnTo>
                <a:lnTo>
                  <a:pt x="251512" y="138109"/>
                </a:lnTo>
                <a:lnTo>
                  <a:pt x="251759" y="138233"/>
                </a:lnTo>
                <a:lnTo>
                  <a:pt x="252006" y="138233"/>
                </a:lnTo>
                <a:lnTo>
                  <a:pt x="252254" y="138356"/>
                </a:lnTo>
                <a:lnTo>
                  <a:pt x="252624" y="138356"/>
                </a:lnTo>
                <a:lnTo>
                  <a:pt x="252871" y="138356"/>
                </a:lnTo>
                <a:lnTo>
                  <a:pt x="253612" y="138233"/>
                </a:lnTo>
                <a:lnTo>
                  <a:pt x="253983" y="138109"/>
                </a:lnTo>
                <a:lnTo>
                  <a:pt x="254230" y="138109"/>
                </a:lnTo>
                <a:lnTo>
                  <a:pt x="254477" y="137862"/>
                </a:lnTo>
                <a:lnTo>
                  <a:pt x="254848" y="137739"/>
                </a:lnTo>
                <a:lnTo>
                  <a:pt x="255095" y="137615"/>
                </a:lnTo>
                <a:lnTo>
                  <a:pt x="255342" y="137368"/>
                </a:lnTo>
                <a:lnTo>
                  <a:pt x="255589" y="137121"/>
                </a:lnTo>
                <a:lnTo>
                  <a:pt x="255836" y="136874"/>
                </a:lnTo>
                <a:lnTo>
                  <a:pt x="256207" y="136627"/>
                </a:lnTo>
                <a:lnTo>
                  <a:pt x="256454" y="136256"/>
                </a:lnTo>
                <a:lnTo>
                  <a:pt x="256701" y="135886"/>
                </a:lnTo>
                <a:lnTo>
                  <a:pt x="256948" y="135639"/>
                </a:lnTo>
                <a:lnTo>
                  <a:pt x="257195" y="135145"/>
                </a:lnTo>
                <a:lnTo>
                  <a:pt x="257565" y="134774"/>
                </a:lnTo>
                <a:lnTo>
                  <a:pt x="257812" y="134403"/>
                </a:lnTo>
                <a:lnTo>
                  <a:pt x="258060" y="133909"/>
                </a:lnTo>
                <a:lnTo>
                  <a:pt x="258430" y="133415"/>
                </a:lnTo>
                <a:lnTo>
                  <a:pt x="258677" y="132921"/>
                </a:lnTo>
                <a:lnTo>
                  <a:pt x="258924" y="132427"/>
                </a:lnTo>
                <a:lnTo>
                  <a:pt x="259665" y="130821"/>
                </a:lnTo>
                <a:lnTo>
                  <a:pt x="260036" y="130203"/>
                </a:lnTo>
                <a:lnTo>
                  <a:pt x="260283" y="129586"/>
                </a:lnTo>
                <a:lnTo>
                  <a:pt x="260654" y="128844"/>
                </a:lnTo>
                <a:lnTo>
                  <a:pt x="260901" y="128227"/>
                </a:lnTo>
                <a:lnTo>
                  <a:pt x="261148" y="127486"/>
                </a:lnTo>
                <a:lnTo>
                  <a:pt x="261395" y="126744"/>
                </a:lnTo>
                <a:lnTo>
                  <a:pt x="261642" y="126127"/>
                </a:lnTo>
                <a:lnTo>
                  <a:pt x="261889" y="125386"/>
                </a:lnTo>
                <a:lnTo>
                  <a:pt x="262260" y="124521"/>
                </a:lnTo>
                <a:lnTo>
                  <a:pt x="262507" y="123780"/>
                </a:lnTo>
                <a:lnTo>
                  <a:pt x="262754" y="122915"/>
                </a:lnTo>
                <a:lnTo>
                  <a:pt x="263001" y="122050"/>
                </a:lnTo>
                <a:lnTo>
                  <a:pt x="263248" y="121309"/>
                </a:lnTo>
                <a:lnTo>
                  <a:pt x="263619" y="120444"/>
                </a:lnTo>
                <a:lnTo>
                  <a:pt x="263866" y="119456"/>
                </a:lnTo>
                <a:lnTo>
                  <a:pt x="264113" y="118591"/>
                </a:lnTo>
                <a:lnTo>
                  <a:pt x="264483" y="117727"/>
                </a:lnTo>
                <a:lnTo>
                  <a:pt x="264730" y="116738"/>
                </a:lnTo>
                <a:lnTo>
                  <a:pt x="264977" y="115750"/>
                </a:lnTo>
                <a:lnTo>
                  <a:pt x="265842" y="112785"/>
                </a:lnTo>
                <a:lnTo>
                  <a:pt x="266089" y="111797"/>
                </a:lnTo>
                <a:lnTo>
                  <a:pt x="266336" y="110809"/>
                </a:lnTo>
                <a:lnTo>
                  <a:pt x="266583" y="109697"/>
                </a:lnTo>
                <a:lnTo>
                  <a:pt x="266954" y="108709"/>
                </a:lnTo>
                <a:lnTo>
                  <a:pt x="267201" y="107597"/>
                </a:lnTo>
                <a:lnTo>
                  <a:pt x="267448" y="106485"/>
                </a:lnTo>
                <a:lnTo>
                  <a:pt x="267695" y="105373"/>
                </a:lnTo>
                <a:lnTo>
                  <a:pt x="268066" y="104261"/>
                </a:lnTo>
                <a:lnTo>
                  <a:pt x="268313" y="103150"/>
                </a:lnTo>
                <a:lnTo>
                  <a:pt x="268560" y="102038"/>
                </a:lnTo>
                <a:lnTo>
                  <a:pt x="268807" y="100803"/>
                </a:lnTo>
                <a:lnTo>
                  <a:pt x="269054" y="99691"/>
                </a:lnTo>
                <a:lnTo>
                  <a:pt x="269425" y="98455"/>
                </a:lnTo>
                <a:lnTo>
                  <a:pt x="269672" y="97344"/>
                </a:lnTo>
                <a:lnTo>
                  <a:pt x="269919" y="96108"/>
                </a:lnTo>
                <a:lnTo>
                  <a:pt x="270289" y="94873"/>
                </a:lnTo>
                <a:lnTo>
                  <a:pt x="270536" y="93638"/>
                </a:lnTo>
                <a:lnTo>
                  <a:pt x="270783" y="92526"/>
                </a:lnTo>
                <a:lnTo>
                  <a:pt x="271030" y="91291"/>
                </a:lnTo>
                <a:lnTo>
                  <a:pt x="271895" y="87461"/>
                </a:lnTo>
                <a:lnTo>
                  <a:pt x="272142" y="86226"/>
                </a:lnTo>
                <a:lnTo>
                  <a:pt x="272389" y="84990"/>
                </a:lnTo>
                <a:lnTo>
                  <a:pt x="272636" y="83755"/>
                </a:lnTo>
                <a:lnTo>
                  <a:pt x="273007" y="82396"/>
                </a:lnTo>
                <a:lnTo>
                  <a:pt x="273254" y="81161"/>
                </a:lnTo>
                <a:lnTo>
                  <a:pt x="273501" y="79802"/>
                </a:lnTo>
                <a:lnTo>
                  <a:pt x="273872" y="78567"/>
                </a:lnTo>
                <a:lnTo>
                  <a:pt x="274119" y="77331"/>
                </a:lnTo>
                <a:lnTo>
                  <a:pt x="274366" y="75973"/>
                </a:lnTo>
                <a:lnTo>
                  <a:pt x="274613" y="74614"/>
                </a:lnTo>
                <a:lnTo>
                  <a:pt x="274860" y="73378"/>
                </a:lnTo>
                <a:lnTo>
                  <a:pt x="275231" y="72019"/>
                </a:lnTo>
                <a:lnTo>
                  <a:pt x="275478" y="70784"/>
                </a:lnTo>
                <a:lnTo>
                  <a:pt x="275725" y="69425"/>
                </a:lnTo>
                <a:lnTo>
                  <a:pt x="275725" y="69178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C00000"/>
            </a:solidFill>
            <a:round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7C91BA-F6BC-40B0-B6E0-237CB287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854" y="2108500"/>
            <a:ext cx="275725" cy="138356"/>
          </a:xfrm>
          <a:custGeom xmlns:a="http://schemas.openxmlformats.org/drawingml/2006/main">
            <a:pathLst>
              <a:path w="275725" h="138356" fill="none">
                <a:moveTo>
                  <a:pt x="0" y="69178"/>
                </a:moveTo>
                <a:lnTo>
                  <a:pt x="247" y="68190"/>
                </a:lnTo>
                <a:lnTo>
                  <a:pt x="494" y="66831"/>
                </a:lnTo>
                <a:lnTo>
                  <a:pt x="865" y="65596"/>
                </a:lnTo>
                <a:lnTo>
                  <a:pt x="1112" y="64237"/>
                </a:lnTo>
                <a:lnTo>
                  <a:pt x="1359" y="63002"/>
                </a:lnTo>
                <a:lnTo>
                  <a:pt x="2224" y="59049"/>
                </a:lnTo>
                <a:lnTo>
                  <a:pt x="2471" y="57813"/>
                </a:lnTo>
                <a:lnTo>
                  <a:pt x="2718" y="56578"/>
                </a:lnTo>
                <a:lnTo>
                  <a:pt x="2965" y="55219"/>
                </a:lnTo>
                <a:lnTo>
                  <a:pt x="3212" y="53984"/>
                </a:lnTo>
                <a:lnTo>
                  <a:pt x="3582" y="52748"/>
                </a:lnTo>
                <a:lnTo>
                  <a:pt x="3830" y="51390"/>
                </a:lnTo>
                <a:lnTo>
                  <a:pt x="4077" y="50154"/>
                </a:lnTo>
                <a:lnTo>
                  <a:pt x="4447" y="48919"/>
                </a:lnTo>
                <a:lnTo>
                  <a:pt x="4694" y="47684"/>
                </a:lnTo>
                <a:lnTo>
                  <a:pt x="4941" y="46448"/>
                </a:lnTo>
                <a:lnTo>
                  <a:pt x="5188" y="45213"/>
                </a:lnTo>
                <a:lnTo>
                  <a:pt x="5435" y="43978"/>
                </a:lnTo>
                <a:lnTo>
                  <a:pt x="5806" y="42742"/>
                </a:lnTo>
                <a:lnTo>
                  <a:pt x="6053" y="41630"/>
                </a:lnTo>
                <a:lnTo>
                  <a:pt x="6300" y="40395"/>
                </a:lnTo>
                <a:lnTo>
                  <a:pt x="6547" y="39160"/>
                </a:lnTo>
                <a:lnTo>
                  <a:pt x="6918" y="38048"/>
                </a:lnTo>
                <a:lnTo>
                  <a:pt x="7165" y="36936"/>
                </a:lnTo>
                <a:lnTo>
                  <a:pt x="7412" y="35701"/>
                </a:lnTo>
                <a:lnTo>
                  <a:pt x="8277" y="32366"/>
                </a:lnTo>
                <a:lnTo>
                  <a:pt x="8524" y="31254"/>
                </a:lnTo>
                <a:lnTo>
                  <a:pt x="8771" y="30142"/>
                </a:lnTo>
                <a:lnTo>
                  <a:pt x="9018" y="29154"/>
                </a:lnTo>
                <a:lnTo>
                  <a:pt x="9265" y="28042"/>
                </a:lnTo>
                <a:lnTo>
                  <a:pt x="9636" y="27054"/>
                </a:lnTo>
                <a:lnTo>
                  <a:pt x="9883" y="25942"/>
                </a:lnTo>
                <a:lnTo>
                  <a:pt x="10253" y="24954"/>
                </a:lnTo>
                <a:lnTo>
                  <a:pt x="10500" y="23965"/>
                </a:lnTo>
                <a:lnTo>
                  <a:pt x="10747" y="22977"/>
                </a:lnTo>
                <a:lnTo>
                  <a:pt x="10994" y="21989"/>
                </a:lnTo>
                <a:lnTo>
                  <a:pt x="11241" y="21124"/>
                </a:lnTo>
                <a:lnTo>
                  <a:pt x="11489" y="20136"/>
                </a:lnTo>
                <a:lnTo>
                  <a:pt x="11859" y="19271"/>
                </a:lnTo>
                <a:lnTo>
                  <a:pt x="12106" y="18406"/>
                </a:lnTo>
                <a:lnTo>
                  <a:pt x="12353" y="17542"/>
                </a:lnTo>
                <a:lnTo>
                  <a:pt x="12600" y="16677"/>
                </a:lnTo>
                <a:lnTo>
                  <a:pt x="12847" y="15812"/>
                </a:lnTo>
                <a:lnTo>
                  <a:pt x="13218" y="14947"/>
                </a:lnTo>
                <a:lnTo>
                  <a:pt x="13465" y="14206"/>
                </a:lnTo>
                <a:lnTo>
                  <a:pt x="14330" y="11859"/>
                </a:lnTo>
                <a:lnTo>
                  <a:pt x="14577" y="11118"/>
                </a:lnTo>
                <a:lnTo>
                  <a:pt x="14824" y="10500"/>
                </a:lnTo>
                <a:lnTo>
                  <a:pt x="15071" y="9759"/>
                </a:lnTo>
                <a:lnTo>
                  <a:pt x="15442" y="9141"/>
                </a:lnTo>
                <a:lnTo>
                  <a:pt x="15689" y="8524"/>
                </a:lnTo>
                <a:lnTo>
                  <a:pt x="15936" y="7906"/>
                </a:lnTo>
                <a:lnTo>
                  <a:pt x="16306" y="7288"/>
                </a:lnTo>
                <a:lnTo>
                  <a:pt x="16553" y="6671"/>
                </a:lnTo>
                <a:lnTo>
                  <a:pt x="16800" y="6177"/>
                </a:lnTo>
                <a:lnTo>
                  <a:pt x="17047" y="5682"/>
                </a:lnTo>
                <a:lnTo>
                  <a:pt x="17295" y="5188"/>
                </a:lnTo>
                <a:lnTo>
                  <a:pt x="17665" y="4694"/>
                </a:lnTo>
                <a:lnTo>
                  <a:pt x="17912" y="4200"/>
                </a:lnTo>
                <a:lnTo>
                  <a:pt x="18159" y="3706"/>
                </a:lnTo>
                <a:lnTo>
                  <a:pt x="18406" y="3335"/>
                </a:lnTo>
                <a:lnTo>
                  <a:pt x="18653" y="2965"/>
                </a:lnTo>
                <a:lnTo>
                  <a:pt x="19024" y="2594"/>
                </a:lnTo>
                <a:lnTo>
                  <a:pt x="19271" y="2224"/>
                </a:lnTo>
                <a:lnTo>
                  <a:pt x="19518" y="1977"/>
                </a:lnTo>
                <a:lnTo>
                  <a:pt x="20383" y="1112"/>
                </a:lnTo>
                <a:lnTo>
                  <a:pt x="20630" y="865"/>
                </a:lnTo>
                <a:lnTo>
                  <a:pt x="20877" y="741"/>
                </a:lnTo>
                <a:lnTo>
                  <a:pt x="21248" y="494"/>
                </a:lnTo>
                <a:lnTo>
                  <a:pt x="21495" y="371"/>
                </a:lnTo>
                <a:lnTo>
                  <a:pt x="21742" y="247"/>
                </a:lnTo>
                <a:lnTo>
                  <a:pt x="21989" y="124"/>
                </a:lnTo>
                <a:lnTo>
                  <a:pt x="22236" y="124"/>
                </a:lnTo>
                <a:lnTo>
                  <a:pt x="22606" y="0"/>
                </a:lnTo>
                <a:lnTo>
                  <a:pt x="22854" y="0"/>
                </a:lnTo>
                <a:lnTo>
                  <a:pt x="23101" y="0"/>
                </a:lnTo>
                <a:lnTo>
                  <a:pt x="23471" y="0"/>
                </a:lnTo>
                <a:lnTo>
                  <a:pt x="23718" y="0"/>
                </a:lnTo>
                <a:lnTo>
                  <a:pt x="23965" y="124"/>
                </a:lnTo>
                <a:lnTo>
                  <a:pt x="24212" y="247"/>
                </a:lnTo>
                <a:lnTo>
                  <a:pt x="24459" y="371"/>
                </a:lnTo>
                <a:lnTo>
                  <a:pt x="24830" y="494"/>
                </a:lnTo>
                <a:lnTo>
                  <a:pt x="25077" y="741"/>
                </a:lnTo>
                <a:lnTo>
                  <a:pt x="25324" y="865"/>
                </a:lnTo>
                <a:lnTo>
                  <a:pt x="25695" y="1112"/>
                </a:lnTo>
                <a:lnTo>
                  <a:pt x="26436" y="1853"/>
                </a:lnTo>
                <a:lnTo>
                  <a:pt x="26683" y="2224"/>
                </a:lnTo>
                <a:lnTo>
                  <a:pt x="27054" y="2594"/>
                </a:lnTo>
                <a:lnTo>
                  <a:pt x="27301" y="2965"/>
                </a:lnTo>
                <a:lnTo>
                  <a:pt x="27548" y="3335"/>
                </a:lnTo>
                <a:lnTo>
                  <a:pt x="27795" y="3706"/>
                </a:lnTo>
                <a:lnTo>
                  <a:pt x="28042" y="4200"/>
                </a:lnTo>
                <a:lnTo>
                  <a:pt x="28289" y="4571"/>
                </a:lnTo>
                <a:lnTo>
                  <a:pt x="28660" y="5065"/>
                </a:lnTo>
                <a:lnTo>
                  <a:pt x="28907" y="5559"/>
                </a:lnTo>
                <a:lnTo>
                  <a:pt x="29154" y="6053"/>
                </a:lnTo>
                <a:lnTo>
                  <a:pt x="29524" y="6671"/>
                </a:lnTo>
                <a:lnTo>
                  <a:pt x="29771" y="7288"/>
                </a:lnTo>
                <a:lnTo>
                  <a:pt x="30018" y="7783"/>
                </a:lnTo>
                <a:lnTo>
                  <a:pt x="30265" y="8400"/>
                </a:lnTo>
                <a:lnTo>
                  <a:pt x="30513" y="9018"/>
                </a:lnTo>
                <a:lnTo>
                  <a:pt x="30883" y="9759"/>
                </a:lnTo>
                <a:lnTo>
                  <a:pt x="31130" y="10377"/>
                </a:lnTo>
                <a:lnTo>
                  <a:pt x="31377" y="11118"/>
                </a:lnTo>
                <a:lnTo>
                  <a:pt x="31624" y="11859"/>
                </a:lnTo>
                <a:lnTo>
                  <a:pt x="32489" y="14083"/>
                </a:lnTo>
                <a:lnTo>
                  <a:pt x="32736" y="14947"/>
                </a:lnTo>
                <a:lnTo>
                  <a:pt x="33107" y="15689"/>
                </a:lnTo>
                <a:lnTo>
                  <a:pt x="33354" y="16553"/>
                </a:lnTo>
                <a:lnTo>
                  <a:pt x="33601" y="17418"/>
                </a:lnTo>
                <a:lnTo>
                  <a:pt x="33848" y="18283"/>
                </a:lnTo>
                <a:lnTo>
                  <a:pt x="34095" y="19148"/>
                </a:lnTo>
                <a:lnTo>
                  <a:pt x="34466" y="20012"/>
                </a:lnTo>
                <a:lnTo>
                  <a:pt x="34713" y="21001"/>
                </a:lnTo>
                <a:lnTo>
                  <a:pt x="34960" y="21989"/>
                </a:lnTo>
                <a:lnTo>
                  <a:pt x="35330" y="22854"/>
                </a:lnTo>
                <a:lnTo>
                  <a:pt x="35577" y="23842"/>
                </a:lnTo>
                <a:lnTo>
                  <a:pt x="35824" y="24830"/>
                </a:lnTo>
                <a:lnTo>
                  <a:pt x="36072" y="25942"/>
                </a:lnTo>
                <a:lnTo>
                  <a:pt x="36319" y="26930"/>
                </a:lnTo>
                <a:lnTo>
                  <a:pt x="36689" y="27918"/>
                </a:lnTo>
                <a:lnTo>
                  <a:pt x="36936" y="29030"/>
                </a:lnTo>
                <a:lnTo>
                  <a:pt x="37677" y="32242"/>
                </a:lnTo>
                <a:lnTo>
                  <a:pt x="38048" y="33354"/>
                </a:lnTo>
                <a:lnTo>
                  <a:pt x="38295" y="34466"/>
                </a:lnTo>
                <a:lnTo>
                  <a:pt x="38542" y="35577"/>
                </a:lnTo>
                <a:lnTo>
                  <a:pt x="38913" y="36813"/>
                </a:lnTo>
                <a:lnTo>
                  <a:pt x="39160" y="37925"/>
                </a:lnTo>
                <a:lnTo>
                  <a:pt x="39407" y="39036"/>
                </a:lnTo>
                <a:lnTo>
                  <a:pt x="39654" y="40272"/>
                </a:lnTo>
                <a:lnTo>
                  <a:pt x="39901" y="41507"/>
                </a:lnTo>
                <a:lnTo>
                  <a:pt x="40272" y="42619"/>
                </a:lnTo>
                <a:lnTo>
                  <a:pt x="40519" y="43854"/>
                </a:lnTo>
                <a:lnTo>
                  <a:pt x="40766" y="45089"/>
                </a:lnTo>
                <a:lnTo>
                  <a:pt x="41013" y="46325"/>
                </a:lnTo>
                <a:lnTo>
                  <a:pt x="41383" y="47560"/>
                </a:lnTo>
                <a:lnTo>
                  <a:pt x="41630" y="48795"/>
                </a:lnTo>
                <a:lnTo>
                  <a:pt x="41878" y="50031"/>
                </a:lnTo>
                <a:lnTo>
                  <a:pt x="42125" y="51266"/>
                </a:lnTo>
                <a:lnTo>
                  <a:pt x="42495" y="52501"/>
                </a:lnTo>
                <a:lnTo>
                  <a:pt x="42742" y="53860"/>
                </a:lnTo>
                <a:lnTo>
                  <a:pt x="42989" y="55096"/>
                </a:lnTo>
                <a:lnTo>
                  <a:pt x="43854" y="58925"/>
                </a:lnTo>
                <a:lnTo>
                  <a:pt x="44101" y="60284"/>
                </a:lnTo>
                <a:lnTo>
                  <a:pt x="44348" y="61519"/>
                </a:lnTo>
                <a:lnTo>
                  <a:pt x="44719" y="62878"/>
                </a:lnTo>
                <a:lnTo>
                  <a:pt x="44966" y="64113"/>
                </a:lnTo>
                <a:lnTo>
                  <a:pt x="45213" y="65472"/>
                </a:lnTo>
                <a:lnTo>
                  <a:pt x="45460" y="66708"/>
                </a:lnTo>
                <a:lnTo>
                  <a:pt x="45707" y="68066"/>
                </a:lnTo>
                <a:lnTo>
                  <a:pt x="46078" y="69302"/>
                </a:lnTo>
                <a:lnTo>
                  <a:pt x="46325" y="70661"/>
                </a:lnTo>
                <a:lnTo>
                  <a:pt x="46572" y="71896"/>
                </a:lnTo>
                <a:lnTo>
                  <a:pt x="46819" y="73255"/>
                </a:lnTo>
                <a:lnTo>
                  <a:pt x="47066" y="74614"/>
                </a:lnTo>
                <a:lnTo>
                  <a:pt x="47313" y="75849"/>
                </a:lnTo>
                <a:lnTo>
                  <a:pt x="47684" y="77208"/>
                </a:lnTo>
                <a:lnTo>
                  <a:pt x="47931" y="78443"/>
                </a:lnTo>
                <a:lnTo>
                  <a:pt x="48178" y="79802"/>
                </a:lnTo>
                <a:lnTo>
                  <a:pt x="48548" y="81037"/>
                </a:lnTo>
                <a:lnTo>
                  <a:pt x="48795" y="82273"/>
                </a:lnTo>
                <a:lnTo>
                  <a:pt x="49042" y="83632"/>
                </a:lnTo>
                <a:lnTo>
                  <a:pt x="49907" y="87338"/>
                </a:lnTo>
                <a:lnTo>
                  <a:pt x="50154" y="88696"/>
                </a:lnTo>
                <a:lnTo>
                  <a:pt x="50401" y="89932"/>
                </a:lnTo>
                <a:lnTo>
                  <a:pt x="50772" y="91167"/>
                </a:lnTo>
                <a:lnTo>
                  <a:pt x="51019" y="92402"/>
                </a:lnTo>
                <a:lnTo>
                  <a:pt x="51266" y="93638"/>
                </a:lnTo>
                <a:lnTo>
                  <a:pt x="51513" y="94873"/>
                </a:lnTo>
                <a:lnTo>
                  <a:pt x="51760" y="95985"/>
                </a:lnTo>
                <a:lnTo>
                  <a:pt x="52131" y="97220"/>
                </a:lnTo>
                <a:lnTo>
                  <a:pt x="52378" y="98455"/>
                </a:lnTo>
                <a:lnTo>
                  <a:pt x="52625" y="99567"/>
                </a:lnTo>
                <a:lnTo>
                  <a:pt x="52872" y="100803"/>
                </a:lnTo>
                <a:lnTo>
                  <a:pt x="53119" y="101914"/>
                </a:lnTo>
                <a:lnTo>
                  <a:pt x="53490" y="103026"/>
                </a:lnTo>
                <a:lnTo>
                  <a:pt x="53737" y="104138"/>
                </a:lnTo>
                <a:lnTo>
                  <a:pt x="53984" y="105250"/>
                </a:lnTo>
                <a:lnTo>
                  <a:pt x="54354" y="106362"/>
                </a:lnTo>
                <a:lnTo>
                  <a:pt x="54601" y="107473"/>
                </a:lnTo>
                <a:lnTo>
                  <a:pt x="54848" y="108585"/>
                </a:lnTo>
                <a:lnTo>
                  <a:pt x="55096" y="109697"/>
                </a:lnTo>
                <a:lnTo>
                  <a:pt x="55960" y="112785"/>
                </a:lnTo>
                <a:lnTo>
                  <a:pt x="56207" y="113774"/>
                </a:lnTo>
                <a:lnTo>
                  <a:pt x="56454" y="114762"/>
                </a:lnTo>
                <a:lnTo>
                  <a:pt x="56701" y="115750"/>
                </a:lnTo>
                <a:lnTo>
                  <a:pt x="57072" y="116738"/>
                </a:lnTo>
                <a:lnTo>
                  <a:pt x="57319" y="117603"/>
                </a:lnTo>
                <a:lnTo>
                  <a:pt x="57566" y="118591"/>
                </a:lnTo>
                <a:lnTo>
                  <a:pt x="57937" y="119456"/>
                </a:lnTo>
                <a:lnTo>
                  <a:pt x="58184" y="120321"/>
                </a:lnTo>
                <a:lnTo>
                  <a:pt x="58431" y="121185"/>
                </a:lnTo>
                <a:lnTo>
                  <a:pt x="58678" y="122050"/>
                </a:lnTo>
                <a:lnTo>
                  <a:pt x="58925" y="122915"/>
                </a:lnTo>
                <a:lnTo>
                  <a:pt x="59296" y="123780"/>
                </a:lnTo>
                <a:lnTo>
                  <a:pt x="59543" y="124521"/>
                </a:lnTo>
                <a:lnTo>
                  <a:pt x="59790" y="125262"/>
                </a:lnTo>
                <a:lnTo>
                  <a:pt x="60160" y="126003"/>
                </a:lnTo>
                <a:lnTo>
                  <a:pt x="60407" y="126744"/>
                </a:lnTo>
                <a:lnTo>
                  <a:pt x="60654" y="127486"/>
                </a:lnTo>
                <a:lnTo>
                  <a:pt x="60902" y="128227"/>
                </a:lnTo>
                <a:lnTo>
                  <a:pt x="61149" y="128844"/>
                </a:lnTo>
                <a:lnTo>
                  <a:pt x="62013" y="130697"/>
                </a:lnTo>
                <a:lnTo>
                  <a:pt x="62260" y="131315"/>
                </a:lnTo>
                <a:lnTo>
                  <a:pt x="62507" y="131809"/>
                </a:lnTo>
                <a:lnTo>
                  <a:pt x="62878" y="132427"/>
                </a:lnTo>
                <a:lnTo>
                  <a:pt x="63125" y="132921"/>
                </a:lnTo>
                <a:lnTo>
                  <a:pt x="63372" y="133415"/>
                </a:lnTo>
                <a:lnTo>
                  <a:pt x="63743" y="133909"/>
                </a:lnTo>
                <a:lnTo>
                  <a:pt x="63990" y="134403"/>
                </a:lnTo>
                <a:lnTo>
                  <a:pt x="64237" y="134774"/>
                </a:lnTo>
                <a:lnTo>
                  <a:pt x="64484" y="135268"/>
                </a:lnTo>
                <a:lnTo>
                  <a:pt x="64731" y="135639"/>
                </a:lnTo>
                <a:lnTo>
                  <a:pt x="65102" y="135886"/>
                </a:lnTo>
                <a:lnTo>
                  <a:pt x="65349" y="136256"/>
                </a:lnTo>
                <a:lnTo>
                  <a:pt x="65596" y="136627"/>
                </a:lnTo>
                <a:lnTo>
                  <a:pt x="65843" y="136874"/>
                </a:lnTo>
                <a:lnTo>
                  <a:pt x="66090" y="137121"/>
                </a:lnTo>
                <a:lnTo>
                  <a:pt x="66461" y="137368"/>
                </a:lnTo>
                <a:lnTo>
                  <a:pt x="66708" y="137615"/>
                </a:lnTo>
                <a:lnTo>
                  <a:pt x="66955" y="137739"/>
                </a:lnTo>
                <a:lnTo>
                  <a:pt x="67202" y="137986"/>
                </a:lnTo>
                <a:lnTo>
                  <a:pt x="68066" y="138233"/>
                </a:lnTo>
                <a:lnTo>
                  <a:pt x="68314" y="138356"/>
                </a:lnTo>
                <a:lnTo>
                  <a:pt x="68561" y="138356"/>
                </a:lnTo>
                <a:lnTo>
                  <a:pt x="68931" y="138356"/>
                </a:lnTo>
                <a:lnTo>
                  <a:pt x="69178" y="138356"/>
                </a:lnTo>
                <a:lnTo>
                  <a:pt x="69425" y="138356"/>
                </a:lnTo>
                <a:lnTo>
                  <a:pt x="69796" y="138356"/>
                </a:lnTo>
                <a:lnTo>
                  <a:pt x="70043" y="138233"/>
                </a:lnTo>
                <a:lnTo>
                  <a:pt x="70290" y="138109"/>
                </a:lnTo>
                <a:lnTo>
                  <a:pt x="70537" y="137986"/>
                </a:lnTo>
                <a:lnTo>
                  <a:pt x="70784" y="137862"/>
                </a:lnTo>
                <a:lnTo>
                  <a:pt x="71155" y="137615"/>
                </a:lnTo>
                <a:lnTo>
                  <a:pt x="71402" y="137492"/>
                </a:lnTo>
                <a:lnTo>
                  <a:pt x="71649" y="137245"/>
                </a:lnTo>
                <a:lnTo>
                  <a:pt x="71896" y="136998"/>
                </a:lnTo>
                <a:lnTo>
                  <a:pt x="72143" y="136751"/>
                </a:lnTo>
                <a:lnTo>
                  <a:pt x="72514" y="136380"/>
                </a:lnTo>
                <a:lnTo>
                  <a:pt x="72761" y="136133"/>
                </a:lnTo>
                <a:lnTo>
                  <a:pt x="73008" y="135762"/>
                </a:lnTo>
                <a:lnTo>
                  <a:pt x="73378" y="135392"/>
                </a:lnTo>
                <a:lnTo>
                  <a:pt x="74120" y="134156"/>
                </a:lnTo>
                <a:lnTo>
                  <a:pt x="74367" y="133662"/>
                </a:lnTo>
                <a:lnTo>
                  <a:pt x="74737" y="133168"/>
                </a:lnTo>
                <a:lnTo>
                  <a:pt x="74984" y="132674"/>
                </a:lnTo>
                <a:lnTo>
                  <a:pt x="75231" y="132180"/>
                </a:lnTo>
                <a:lnTo>
                  <a:pt x="75478" y="131562"/>
                </a:lnTo>
                <a:lnTo>
                  <a:pt x="75849" y="130945"/>
                </a:lnTo>
                <a:lnTo>
                  <a:pt x="76096" y="130450"/>
                </a:lnTo>
                <a:lnTo>
                  <a:pt x="76343" y="129709"/>
                </a:lnTo>
                <a:lnTo>
                  <a:pt x="76590" y="129092"/>
                </a:lnTo>
                <a:lnTo>
                  <a:pt x="76961" y="128474"/>
                </a:lnTo>
                <a:lnTo>
                  <a:pt x="77208" y="127733"/>
                </a:lnTo>
                <a:lnTo>
                  <a:pt x="77455" y="127115"/>
                </a:lnTo>
                <a:lnTo>
                  <a:pt x="77702" y="126374"/>
                </a:lnTo>
                <a:lnTo>
                  <a:pt x="77949" y="125633"/>
                </a:lnTo>
                <a:lnTo>
                  <a:pt x="78320" y="124891"/>
                </a:lnTo>
                <a:lnTo>
                  <a:pt x="78567" y="124027"/>
                </a:lnTo>
                <a:lnTo>
                  <a:pt x="78814" y="123286"/>
                </a:lnTo>
                <a:lnTo>
                  <a:pt x="79184" y="122421"/>
                </a:lnTo>
                <a:lnTo>
                  <a:pt x="79431" y="121556"/>
                </a:lnTo>
                <a:lnTo>
                  <a:pt x="80173" y="118962"/>
                </a:lnTo>
                <a:lnTo>
                  <a:pt x="80543" y="117974"/>
                </a:lnTo>
                <a:lnTo>
                  <a:pt x="80790" y="117109"/>
                </a:lnTo>
                <a:lnTo>
                  <a:pt x="81037" y="116121"/>
                </a:lnTo>
                <a:lnTo>
                  <a:pt x="81284" y="115132"/>
                </a:lnTo>
                <a:lnTo>
                  <a:pt x="81532" y="114144"/>
                </a:lnTo>
                <a:lnTo>
                  <a:pt x="81902" y="113156"/>
                </a:lnTo>
                <a:lnTo>
                  <a:pt x="82149" y="112168"/>
                </a:lnTo>
                <a:lnTo>
                  <a:pt x="82396" y="111179"/>
                </a:lnTo>
                <a:lnTo>
                  <a:pt x="82767" y="110068"/>
                </a:lnTo>
                <a:lnTo>
                  <a:pt x="83014" y="109079"/>
                </a:lnTo>
                <a:lnTo>
                  <a:pt x="83261" y="107967"/>
                </a:lnTo>
                <a:lnTo>
                  <a:pt x="83508" y="106856"/>
                </a:lnTo>
                <a:lnTo>
                  <a:pt x="83755" y="105744"/>
                </a:lnTo>
                <a:lnTo>
                  <a:pt x="84002" y="104632"/>
                </a:lnTo>
                <a:lnTo>
                  <a:pt x="84373" y="103520"/>
                </a:lnTo>
                <a:lnTo>
                  <a:pt x="84620" y="102409"/>
                </a:lnTo>
                <a:lnTo>
                  <a:pt x="84867" y="101297"/>
                </a:lnTo>
                <a:lnTo>
                  <a:pt x="85237" y="100061"/>
                </a:lnTo>
                <a:lnTo>
                  <a:pt x="85485" y="98950"/>
                </a:lnTo>
                <a:lnTo>
                  <a:pt x="86226" y="95367"/>
                </a:lnTo>
                <a:lnTo>
                  <a:pt x="86596" y="94132"/>
                </a:lnTo>
                <a:lnTo>
                  <a:pt x="86843" y="92897"/>
                </a:lnTo>
                <a:lnTo>
                  <a:pt x="87090" y="91661"/>
                </a:lnTo>
                <a:lnTo>
                  <a:pt x="87338" y="90426"/>
                </a:lnTo>
                <a:lnTo>
                  <a:pt x="87585" y="89191"/>
                </a:lnTo>
                <a:lnTo>
                  <a:pt x="87955" y="87955"/>
                </a:lnTo>
                <a:lnTo>
                  <a:pt x="88202" y="86720"/>
                </a:lnTo>
                <a:lnTo>
                  <a:pt x="88449" y="85485"/>
                </a:lnTo>
                <a:lnTo>
                  <a:pt x="88820" y="84126"/>
                </a:lnTo>
                <a:lnTo>
                  <a:pt x="89067" y="82890"/>
                </a:lnTo>
                <a:lnTo>
                  <a:pt x="89314" y="81655"/>
                </a:lnTo>
                <a:lnTo>
                  <a:pt x="89561" y="80296"/>
                </a:lnTo>
                <a:lnTo>
                  <a:pt x="89808" y="79061"/>
                </a:lnTo>
                <a:lnTo>
                  <a:pt x="90179" y="77702"/>
                </a:lnTo>
                <a:lnTo>
                  <a:pt x="90426" y="76467"/>
                </a:lnTo>
                <a:lnTo>
                  <a:pt x="90673" y="75108"/>
                </a:lnTo>
                <a:lnTo>
                  <a:pt x="90920" y="73872"/>
                </a:lnTo>
                <a:lnTo>
                  <a:pt x="91167" y="72514"/>
                </a:lnTo>
                <a:lnTo>
                  <a:pt x="91538" y="71278"/>
                </a:lnTo>
                <a:lnTo>
                  <a:pt x="92402" y="67325"/>
                </a:lnTo>
                <a:lnTo>
                  <a:pt x="92649" y="65966"/>
                </a:lnTo>
                <a:lnTo>
                  <a:pt x="92897" y="64731"/>
                </a:lnTo>
                <a:lnTo>
                  <a:pt x="93144" y="63372"/>
                </a:lnTo>
                <a:lnTo>
                  <a:pt x="93391" y="62137"/>
                </a:lnTo>
                <a:lnTo>
                  <a:pt x="93761" y="60778"/>
                </a:lnTo>
                <a:lnTo>
                  <a:pt x="94008" y="59543"/>
                </a:lnTo>
                <a:lnTo>
                  <a:pt x="94255" y="58184"/>
                </a:lnTo>
                <a:lnTo>
                  <a:pt x="94626" y="56949"/>
                </a:lnTo>
                <a:lnTo>
                  <a:pt x="94873" y="55713"/>
                </a:lnTo>
                <a:lnTo>
                  <a:pt x="95120" y="54354"/>
                </a:lnTo>
                <a:lnTo>
                  <a:pt x="95367" y="53119"/>
                </a:lnTo>
                <a:lnTo>
                  <a:pt x="95614" y="51884"/>
                </a:lnTo>
                <a:lnTo>
                  <a:pt x="95985" y="50648"/>
                </a:lnTo>
                <a:lnTo>
                  <a:pt x="96232" y="49290"/>
                </a:lnTo>
                <a:lnTo>
                  <a:pt x="96479" y="48054"/>
                </a:lnTo>
                <a:lnTo>
                  <a:pt x="96726" y="46819"/>
                </a:lnTo>
                <a:lnTo>
                  <a:pt x="96973" y="45584"/>
                </a:lnTo>
                <a:lnTo>
                  <a:pt x="97344" y="44348"/>
                </a:lnTo>
                <a:lnTo>
                  <a:pt x="97591" y="43236"/>
                </a:lnTo>
                <a:lnTo>
                  <a:pt x="98455" y="39654"/>
                </a:lnTo>
                <a:lnTo>
                  <a:pt x="98703" y="38419"/>
                </a:lnTo>
                <a:lnTo>
                  <a:pt x="98950" y="37307"/>
                </a:lnTo>
                <a:lnTo>
                  <a:pt x="99197" y="36072"/>
                </a:lnTo>
                <a:lnTo>
                  <a:pt x="99567" y="34960"/>
                </a:lnTo>
                <a:lnTo>
                  <a:pt x="99814" y="33848"/>
                </a:lnTo>
                <a:lnTo>
                  <a:pt x="100061" y="32736"/>
                </a:lnTo>
                <a:lnTo>
                  <a:pt x="100308" y="31624"/>
                </a:lnTo>
                <a:lnTo>
                  <a:pt x="100556" y="30513"/>
                </a:lnTo>
                <a:lnTo>
                  <a:pt x="100926" y="29401"/>
                </a:lnTo>
                <a:lnTo>
                  <a:pt x="101173" y="28412"/>
                </a:lnTo>
                <a:lnTo>
                  <a:pt x="101420" y="27301"/>
                </a:lnTo>
                <a:lnTo>
                  <a:pt x="101791" y="26312"/>
                </a:lnTo>
                <a:lnTo>
                  <a:pt x="102038" y="25324"/>
                </a:lnTo>
                <a:lnTo>
                  <a:pt x="102285" y="24336"/>
                </a:lnTo>
                <a:lnTo>
                  <a:pt x="102532" y="23348"/>
                </a:lnTo>
                <a:lnTo>
                  <a:pt x="102779" y="22359"/>
                </a:lnTo>
                <a:lnTo>
                  <a:pt x="103644" y="19518"/>
                </a:lnTo>
                <a:lnTo>
                  <a:pt x="104014" y="18653"/>
                </a:lnTo>
                <a:lnTo>
                  <a:pt x="104261" y="17789"/>
                </a:lnTo>
                <a:lnTo>
                  <a:pt x="104509" y="16924"/>
                </a:lnTo>
                <a:lnTo>
                  <a:pt x="104756" y="16059"/>
                </a:lnTo>
                <a:lnTo>
                  <a:pt x="105003" y="15195"/>
                </a:lnTo>
                <a:lnTo>
                  <a:pt x="105250" y="14453"/>
                </a:lnTo>
                <a:lnTo>
                  <a:pt x="105620" y="13712"/>
                </a:lnTo>
                <a:lnTo>
                  <a:pt x="105867" y="12847"/>
                </a:lnTo>
                <a:lnTo>
                  <a:pt x="106114" y="12106"/>
                </a:lnTo>
                <a:lnTo>
                  <a:pt x="106362" y="11365"/>
                </a:lnTo>
                <a:lnTo>
                  <a:pt x="106609" y="10747"/>
                </a:lnTo>
                <a:lnTo>
                  <a:pt x="106979" y="10006"/>
                </a:lnTo>
                <a:lnTo>
                  <a:pt x="107226" y="9388"/>
                </a:lnTo>
                <a:lnTo>
                  <a:pt x="107473" y="8647"/>
                </a:lnTo>
                <a:lnTo>
                  <a:pt x="107844" y="8030"/>
                </a:lnTo>
                <a:lnTo>
                  <a:pt x="108091" y="7535"/>
                </a:lnTo>
                <a:lnTo>
                  <a:pt x="108338" y="6918"/>
                </a:lnTo>
                <a:lnTo>
                  <a:pt x="108585" y="6300"/>
                </a:lnTo>
                <a:lnTo>
                  <a:pt x="108832" y="5806"/>
                </a:lnTo>
                <a:lnTo>
                  <a:pt x="109697" y="4324"/>
                </a:lnTo>
                <a:lnTo>
                  <a:pt x="109944" y="3830"/>
                </a:lnTo>
                <a:lnTo>
                  <a:pt x="110315" y="3459"/>
                </a:lnTo>
                <a:lnTo>
                  <a:pt x="110562" y="3088"/>
                </a:lnTo>
                <a:lnTo>
                  <a:pt x="110809" y="2718"/>
                </a:lnTo>
                <a:lnTo>
                  <a:pt x="111056" y="2347"/>
                </a:lnTo>
                <a:lnTo>
                  <a:pt x="111426" y="1977"/>
                </a:lnTo>
                <a:lnTo>
                  <a:pt x="111673" y="1729"/>
                </a:lnTo>
                <a:lnTo>
                  <a:pt x="111921" y="1482"/>
                </a:lnTo>
                <a:lnTo>
                  <a:pt x="112168" y="1235"/>
                </a:lnTo>
                <a:lnTo>
                  <a:pt x="112415" y="988"/>
                </a:lnTo>
                <a:lnTo>
                  <a:pt x="112785" y="741"/>
                </a:lnTo>
                <a:lnTo>
                  <a:pt x="113032" y="618"/>
                </a:lnTo>
                <a:lnTo>
                  <a:pt x="113279" y="494"/>
                </a:lnTo>
                <a:lnTo>
                  <a:pt x="113650" y="247"/>
                </a:lnTo>
                <a:lnTo>
                  <a:pt x="113897" y="124"/>
                </a:lnTo>
                <a:lnTo>
                  <a:pt x="114144" y="124"/>
                </a:lnTo>
                <a:lnTo>
                  <a:pt x="114391" y="0"/>
                </a:lnTo>
                <a:lnTo>
                  <a:pt x="114638" y="0"/>
                </a:lnTo>
                <a:lnTo>
                  <a:pt x="115009" y="0"/>
                </a:lnTo>
                <a:lnTo>
                  <a:pt x="115750" y="124"/>
                </a:lnTo>
                <a:lnTo>
                  <a:pt x="115997" y="247"/>
                </a:lnTo>
                <a:lnTo>
                  <a:pt x="116368" y="371"/>
                </a:lnTo>
                <a:lnTo>
                  <a:pt x="116615" y="494"/>
                </a:lnTo>
                <a:lnTo>
                  <a:pt x="116862" y="618"/>
                </a:lnTo>
                <a:lnTo>
                  <a:pt x="117232" y="865"/>
                </a:lnTo>
                <a:lnTo>
                  <a:pt x="117479" y="988"/>
                </a:lnTo>
                <a:lnTo>
                  <a:pt x="117727" y="1235"/>
                </a:lnTo>
                <a:lnTo>
                  <a:pt x="117974" y="1482"/>
                </a:lnTo>
                <a:lnTo>
                  <a:pt x="118221" y="1729"/>
                </a:lnTo>
                <a:lnTo>
                  <a:pt x="118591" y="2100"/>
                </a:lnTo>
                <a:lnTo>
                  <a:pt x="118838" y="2471"/>
                </a:lnTo>
                <a:lnTo>
                  <a:pt x="119085" y="2841"/>
                </a:lnTo>
                <a:lnTo>
                  <a:pt x="119332" y="3212"/>
                </a:lnTo>
                <a:lnTo>
                  <a:pt x="119703" y="3582"/>
                </a:lnTo>
                <a:lnTo>
                  <a:pt x="119950" y="3953"/>
                </a:lnTo>
                <a:lnTo>
                  <a:pt x="120197" y="4447"/>
                </a:lnTo>
                <a:lnTo>
                  <a:pt x="120444" y="4941"/>
                </a:lnTo>
                <a:lnTo>
                  <a:pt x="120815" y="5435"/>
                </a:lnTo>
                <a:lnTo>
                  <a:pt x="121062" y="5930"/>
                </a:lnTo>
                <a:lnTo>
                  <a:pt x="121803" y="7659"/>
                </a:lnTo>
                <a:lnTo>
                  <a:pt x="122050" y="8153"/>
                </a:lnTo>
                <a:lnTo>
                  <a:pt x="122421" y="8894"/>
                </a:lnTo>
                <a:lnTo>
                  <a:pt x="122668" y="9512"/>
                </a:lnTo>
                <a:lnTo>
                  <a:pt x="123038" y="10130"/>
                </a:lnTo>
                <a:lnTo>
                  <a:pt x="123286" y="10871"/>
                </a:lnTo>
                <a:lnTo>
                  <a:pt x="123533" y="11612"/>
                </a:lnTo>
                <a:lnTo>
                  <a:pt x="123780" y="12353"/>
                </a:lnTo>
                <a:lnTo>
                  <a:pt x="124027" y="13094"/>
                </a:lnTo>
                <a:lnTo>
                  <a:pt x="124274" y="13836"/>
                </a:lnTo>
                <a:lnTo>
                  <a:pt x="124644" y="14577"/>
                </a:lnTo>
                <a:lnTo>
                  <a:pt x="124891" y="15442"/>
                </a:lnTo>
                <a:lnTo>
                  <a:pt x="125139" y="16183"/>
                </a:lnTo>
                <a:lnTo>
                  <a:pt x="125386" y="17047"/>
                </a:lnTo>
                <a:lnTo>
                  <a:pt x="125633" y="17912"/>
                </a:lnTo>
                <a:lnTo>
                  <a:pt x="126003" y="18900"/>
                </a:lnTo>
                <a:lnTo>
                  <a:pt x="126250" y="19765"/>
                </a:lnTo>
                <a:lnTo>
                  <a:pt x="126497" y="20630"/>
                </a:lnTo>
                <a:lnTo>
                  <a:pt x="126868" y="21618"/>
                </a:lnTo>
                <a:lnTo>
                  <a:pt x="127115" y="22606"/>
                </a:lnTo>
                <a:lnTo>
                  <a:pt x="127856" y="25571"/>
                </a:lnTo>
                <a:lnTo>
                  <a:pt x="128227" y="26560"/>
                </a:lnTo>
                <a:lnTo>
                  <a:pt x="128474" y="27548"/>
                </a:lnTo>
                <a:lnTo>
                  <a:pt x="128721" y="28660"/>
                </a:lnTo>
                <a:lnTo>
                  <a:pt x="129092" y="29771"/>
                </a:lnTo>
                <a:lnTo>
                  <a:pt x="129339" y="30760"/>
                </a:lnTo>
                <a:lnTo>
                  <a:pt x="129586" y="31871"/>
                </a:lnTo>
                <a:lnTo>
                  <a:pt x="129833" y="32983"/>
                </a:lnTo>
                <a:lnTo>
                  <a:pt x="130080" y="34095"/>
                </a:lnTo>
                <a:lnTo>
                  <a:pt x="130450" y="35207"/>
                </a:lnTo>
                <a:lnTo>
                  <a:pt x="130697" y="36319"/>
                </a:lnTo>
                <a:lnTo>
                  <a:pt x="130945" y="37554"/>
                </a:lnTo>
                <a:lnTo>
                  <a:pt x="131192" y="38666"/>
                </a:lnTo>
                <a:lnTo>
                  <a:pt x="131439" y="39901"/>
                </a:lnTo>
                <a:lnTo>
                  <a:pt x="131809" y="41013"/>
                </a:lnTo>
                <a:lnTo>
                  <a:pt x="132056" y="42248"/>
                </a:lnTo>
                <a:lnTo>
                  <a:pt x="132303" y="43483"/>
                </a:lnTo>
                <a:lnTo>
                  <a:pt x="132674" y="44719"/>
                </a:lnTo>
                <a:lnTo>
                  <a:pt x="132921" y="45954"/>
                </a:lnTo>
                <a:lnTo>
                  <a:pt x="133168" y="47189"/>
                </a:lnTo>
                <a:lnTo>
                  <a:pt x="134033" y="50895"/>
                </a:lnTo>
                <a:lnTo>
                  <a:pt x="134280" y="52131"/>
                </a:lnTo>
                <a:lnTo>
                  <a:pt x="134527" y="53366"/>
                </a:lnTo>
                <a:lnTo>
                  <a:pt x="134774" y="54725"/>
                </a:lnTo>
                <a:lnTo>
                  <a:pt x="135021" y="55960"/>
                </a:lnTo>
                <a:lnTo>
                  <a:pt x="135392" y="57196"/>
                </a:lnTo>
                <a:lnTo>
                  <a:pt x="135639" y="58554"/>
                </a:lnTo>
                <a:lnTo>
                  <a:pt x="135886" y="59790"/>
                </a:lnTo>
                <a:lnTo>
                  <a:pt x="136256" y="61149"/>
                </a:lnTo>
                <a:lnTo>
                  <a:pt x="136504" y="62384"/>
                </a:lnTo>
                <a:lnTo>
                  <a:pt x="136751" y="63743"/>
                </a:lnTo>
                <a:lnTo>
                  <a:pt x="136998" y="64978"/>
                </a:lnTo>
                <a:lnTo>
                  <a:pt x="137245" y="66337"/>
                </a:lnTo>
                <a:lnTo>
                  <a:pt x="137615" y="67572"/>
                </a:lnTo>
                <a:lnTo>
                  <a:pt x="137862" y="68931"/>
                </a:lnTo>
                <a:lnTo>
                  <a:pt x="138109" y="70167"/>
                </a:lnTo>
                <a:lnTo>
                  <a:pt x="138480" y="71525"/>
                </a:lnTo>
                <a:lnTo>
                  <a:pt x="138727" y="72761"/>
                </a:lnTo>
                <a:lnTo>
                  <a:pt x="138974" y="74120"/>
                </a:lnTo>
                <a:lnTo>
                  <a:pt x="139221" y="75478"/>
                </a:lnTo>
                <a:lnTo>
                  <a:pt x="140086" y="79308"/>
                </a:lnTo>
                <a:lnTo>
                  <a:pt x="140333" y="80543"/>
                </a:lnTo>
                <a:lnTo>
                  <a:pt x="140580" y="81902"/>
                </a:lnTo>
                <a:lnTo>
                  <a:pt x="140827" y="83137"/>
                </a:lnTo>
                <a:lnTo>
                  <a:pt x="141074" y="84496"/>
                </a:lnTo>
                <a:lnTo>
                  <a:pt x="141445" y="85732"/>
                </a:lnTo>
                <a:lnTo>
                  <a:pt x="141692" y="86967"/>
                </a:lnTo>
                <a:lnTo>
                  <a:pt x="142062" y="88202"/>
                </a:lnTo>
                <a:lnTo>
                  <a:pt x="142310" y="89438"/>
                </a:lnTo>
                <a:lnTo>
                  <a:pt x="142557" y="90673"/>
                </a:lnTo>
                <a:lnTo>
                  <a:pt x="142804" y="91908"/>
                </a:lnTo>
                <a:lnTo>
                  <a:pt x="143051" y="93144"/>
                </a:lnTo>
                <a:lnTo>
                  <a:pt x="143298" y="94379"/>
                </a:lnTo>
                <a:lnTo>
                  <a:pt x="143668" y="95614"/>
                </a:lnTo>
                <a:lnTo>
                  <a:pt x="143915" y="96850"/>
                </a:lnTo>
                <a:lnTo>
                  <a:pt x="144163" y="97961"/>
                </a:lnTo>
                <a:lnTo>
                  <a:pt x="144410" y="99197"/>
                </a:lnTo>
                <a:lnTo>
                  <a:pt x="144780" y="100432"/>
                </a:lnTo>
                <a:lnTo>
                  <a:pt x="145027" y="101544"/>
                </a:lnTo>
                <a:lnTo>
                  <a:pt x="145274" y="102656"/>
                </a:lnTo>
                <a:lnTo>
                  <a:pt x="146139" y="105991"/>
                </a:lnTo>
                <a:lnTo>
                  <a:pt x="146386" y="107103"/>
                </a:lnTo>
                <a:lnTo>
                  <a:pt x="146633" y="108215"/>
                </a:lnTo>
                <a:lnTo>
                  <a:pt x="146880" y="109326"/>
                </a:lnTo>
                <a:lnTo>
                  <a:pt x="147251" y="110315"/>
                </a:lnTo>
                <a:lnTo>
                  <a:pt x="147498" y="111426"/>
                </a:lnTo>
                <a:lnTo>
                  <a:pt x="147745" y="112415"/>
                </a:lnTo>
                <a:lnTo>
                  <a:pt x="148116" y="113403"/>
                </a:lnTo>
                <a:lnTo>
                  <a:pt x="148363" y="114391"/>
                </a:lnTo>
                <a:lnTo>
                  <a:pt x="148610" y="115379"/>
                </a:lnTo>
                <a:lnTo>
                  <a:pt x="148857" y="116368"/>
                </a:lnTo>
                <a:lnTo>
                  <a:pt x="149104" y="117356"/>
                </a:lnTo>
                <a:lnTo>
                  <a:pt x="149474" y="118221"/>
                </a:lnTo>
                <a:lnTo>
                  <a:pt x="149721" y="119085"/>
                </a:lnTo>
                <a:lnTo>
                  <a:pt x="149969" y="120074"/>
                </a:lnTo>
                <a:lnTo>
                  <a:pt x="150216" y="120938"/>
                </a:lnTo>
                <a:lnTo>
                  <a:pt x="150463" y="121803"/>
                </a:lnTo>
                <a:lnTo>
                  <a:pt x="150833" y="122668"/>
                </a:lnTo>
                <a:lnTo>
                  <a:pt x="151080" y="123409"/>
                </a:lnTo>
                <a:lnTo>
                  <a:pt x="151327" y="124274"/>
                </a:lnTo>
                <a:lnTo>
                  <a:pt x="152192" y="126497"/>
                </a:lnTo>
                <a:lnTo>
                  <a:pt x="152439" y="127239"/>
                </a:lnTo>
                <a:lnTo>
                  <a:pt x="152686" y="127980"/>
                </a:lnTo>
                <a:lnTo>
                  <a:pt x="153057" y="128597"/>
                </a:lnTo>
                <a:lnTo>
                  <a:pt x="153304" y="129339"/>
                </a:lnTo>
                <a:lnTo>
                  <a:pt x="153551" y="129956"/>
                </a:lnTo>
                <a:lnTo>
                  <a:pt x="153798" y="130574"/>
                </a:lnTo>
                <a:lnTo>
                  <a:pt x="154169" y="131068"/>
                </a:lnTo>
                <a:lnTo>
                  <a:pt x="154416" y="131686"/>
                </a:lnTo>
                <a:lnTo>
                  <a:pt x="154663" y="132303"/>
                </a:lnTo>
                <a:lnTo>
                  <a:pt x="154910" y="132798"/>
                </a:lnTo>
                <a:lnTo>
                  <a:pt x="155280" y="133292"/>
                </a:lnTo>
                <a:lnTo>
                  <a:pt x="155528" y="133786"/>
                </a:lnTo>
                <a:lnTo>
                  <a:pt x="155775" y="134280"/>
                </a:lnTo>
                <a:lnTo>
                  <a:pt x="156022" y="134651"/>
                </a:lnTo>
                <a:lnTo>
                  <a:pt x="156269" y="135021"/>
                </a:lnTo>
                <a:lnTo>
                  <a:pt x="156639" y="135392"/>
                </a:lnTo>
                <a:lnTo>
                  <a:pt x="156886" y="135762"/>
                </a:lnTo>
                <a:lnTo>
                  <a:pt x="157133" y="136133"/>
                </a:lnTo>
                <a:lnTo>
                  <a:pt x="157504" y="136504"/>
                </a:lnTo>
                <a:lnTo>
                  <a:pt x="158245" y="137245"/>
                </a:lnTo>
                <a:lnTo>
                  <a:pt x="158492" y="137492"/>
                </a:lnTo>
                <a:lnTo>
                  <a:pt x="158863" y="137739"/>
                </a:lnTo>
                <a:lnTo>
                  <a:pt x="159110" y="137862"/>
                </a:lnTo>
                <a:lnTo>
                  <a:pt x="159357" y="137986"/>
                </a:lnTo>
                <a:lnTo>
                  <a:pt x="159604" y="138109"/>
                </a:lnTo>
                <a:lnTo>
                  <a:pt x="159851" y="138233"/>
                </a:lnTo>
                <a:lnTo>
                  <a:pt x="160098" y="138356"/>
                </a:lnTo>
                <a:lnTo>
                  <a:pt x="160469" y="138356"/>
                </a:lnTo>
                <a:lnTo>
                  <a:pt x="160716" y="138356"/>
                </a:lnTo>
                <a:lnTo>
                  <a:pt x="161086" y="138356"/>
                </a:lnTo>
                <a:lnTo>
                  <a:pt x="161334" y="138356"/>
                </a:lnTo>
                <a:lnTo>
                  <a:pt x="161581" y="138356"/>
                </a:lnTo>
                <a:lnTo>
                  <a:pt x="161828" y="138233"/>
                </a:lnTo>
                <a:lnTo>
                  <a:pt x="162075" y="138233"/>
                </a:lnTo>
                <a:lnTo>
                  <a:pt x="162322" y="137986"/>
                </a:lnTo>
                <a:lnTo>
                  <a:pt x="162692" y="137862"/>
                </a:lnTo>
                <a:lnTo>
                  <a:pt x="162939" y="137739"/>
                </a:lnTo>
                <a:lnTo>
                  <a:pt x="163187" y="137492"/>
                </a:lnTo>
                <a:lnTo>
                  <a:pt x="163557" y="137368"/>
                </a:lnTo>
                <a:lnTo>
                  <a:pt x="164298" y="136504"/>
                </a:lnTo>
                <a:lnTo>
                  <a:pt x="164545" y="136133"/>
                </a:lnTo>
                <a:lnTo>
                  <a:pt x="164916" y="135886"/>
                </a:lnTo>
                <a:lnTo>
                  <a:pt x="165163" y="135515"/>
                </a:lnTo>
                <a:lnTo>
                  <a:pt x="165410" y="135145"/>
                </a:lnTo>
                <a:lnTo>
                  <a:pt x="165657" y="134651"/>
                </a:lnTo>
                <a:lnTo>
                  <a:pt x="165904" y="134280"/>
                </a:lnTo>
                <a:lnTo>
                  <a:pt x="166275" y="133786"/>
                </a:lnTo>
                <a:lnTo>
                  <a:pt x="166522" y="133292"/>
                </a:lnTo>
                <a:lnTo>
                  <a:pt x="166769" y="132798"/>
                </a:lnTo>
                <a:lnTo>
                  <a:pt x="167140" y="132303"/>
                </a:lnTo>
                <a:lnTo>
                  <a:pt x="167387" y="131809"/>
                </a:lnTo>
                <a:lnTo>
                  <a:pt x="167634" y="131192"/>
                </a:lnTo>
                <a:lnTo>
                  <a:pt x="167881" y="130574"/>
                </a:lnTo>
                <a:lnTo>
                  <a:pt x="168128" y="129956"/>
                </a:lnTo>
                <a:lnTo>
                  <a:pt x="168498" y="129339"/>
                </a:lnTo>
                <a:lnTo>
                  <a:pt x="168746" y="128721"/>
                </a:lnTo>
                <a:lnTo>
                  <a:pt x="168993" y="127980"/>
                </a:lnTo>
                <a:lnTo>
                  <a:pt x="169240" y="127362"/>
                </a:lnTo>
                <a:lnTo>
                  <a:pt x="169487" y="126621"/>
                </a:lnTo>
                <a:lnTo>
                  <a:pt x="170351" y="124274"/>
                </a:lnTo>
                <a:lnTo>
                  <a:pt x="170722" y="123533"/>
                </a:lnTo>
                <a:lnTo>
                  <a:pt x="170969" y="122668"/>
                </a:lnTo>
                <a:lnTo>
                  <a:pt x="171216" y="121927"/>
                </a:lnTo>
                <a:lnTo>
                  <a:pt x="171463" y="121062"/>
                </a:lnTo>
                <a:lnTo>
                  <a:pt x="171710" y="120197"/>
                </a:lnTo>
                <a:lnTo>
                  <a:pt x="172081" y="119209"/>
                </a:lnTo>
                <a:lnTo>
                  <a:pt x="172328" y="118344"/>
                </a:lnTo>
                <a:lnTo>
                  <a:pt x="172575" y="117356"/>
                </a:lnTo>
                <a:lnTo>
                  <a:pt x="172946" y="116491"/>
                </a:lnTo>
                <a:lnTo>
                  <a:pt x="173193" y="115503"/>
                </a:lnTo>
                <a:lnTo>
                  <a:pt x="173440" y="114515"/>
                </a:lnTo>
                <a:lnTo>
                  <a:pt x="173687" y="113526"/>
                </a:lnTo>
                <a:lnTo>
                  <a:pt x="173934" y="112538"/>
                </a:lnTo>
                <a:lnTo>
                  <a:pt x="174304" y="111550"/>
                </a:lnTo>
                <a:lnTo>
                  <a:pt x="174552" y="110438"/>
                </a:lnTo>
                <a:lnTo>
                  <a:pt x="174799" y="109450"/>
                </a:lnTo>
                <a:lnTo>
                  <a:pt x="175663" y="106114"/>
                </a:lnTo>
                <a:lnTo>
                  <a:pt x="175910" y="105003"/>
                </a:lnTo>
                <a:lnTo>
                  <a:pt x="176157" y="103891"/>
                </a:lnTo>
                <a:lnTo>
                  <a:pt x="176528" y="102779"/>
                </a:lnTo>
                <a:lnTo>
                  <a:pt x="176775" y="101667"/>
                </a:lnTo>
                <a:lnTo>
                  <a:pt x="177022" y="100432"/>
                </a:lnTo>
                <a:lnTo>
                  <a:pt x="177269" y="99320"/>
                </a:lnTo>
                <a:lnTo>
                  <a:pt x="177516" y="98085"/>
                </a:lnTo>
                <a:lnTo>
                  <a:pt x="177887" y="96973"/>
                </a:lnTo>
                <a:lnTo>
                  <a:pt x="178134" y="95738"/>
                </a:lnTo>
                <a:lnTo>
                  <a:pt x="178381" y="94502"/>
                </a:lnTo>
                <a:lnTo>
                  <a:pt x="178628" y="93267"/>
                </a:lnTo>
                <a:lnTo>
                  <a:pt x="178875" y="92155"/>
                </a:lnTo>
                <a:lnTo>
                  <a:pt x="179246" y="90920"/>
                </a:lnTo>
                <a:lnTo>
                  <a:pt x="179493" y="89561"/>
                </a:lnTo>
                <a:lnTo>
                  <a:pt x="179740" y="88326"/>
                </a:lnTo>
                <a:lnTo>
                  <a:pt x="179987" y="87090"/>
                </a:lnTo>
                <a:lnTo>
                  <a:pt x="180358" y="85855"/>
                </a:lnTo>
                <a:lnTo>
                  <a:pt x="180605" y="84620"/>
                </a:lnTo>
                <a:lnTo>
                  <a:pt x="180852" y="83261"/>
                </a:lnTo>
                <a:lnTo>
                  <a:pt x="181716" y="79431"/>
                </a:lnTo>
                <a:lnTo>
                  <a:pt x="181963" y="78196"/>
                </a:lnTo>
                <a:lnTo>
                  <a:pt x="182211" y="76837"/>
                </a:lnTo>
                <a:lnTo>
                  <a:pt x="182581" y="75602"/>
                </a:lnTo>
                <a:lnTo>
                  <a:pt x="182828" y="74243"/>
                </a:lnTo>
                <a:lnTo>
                  <a:pt x="183075" y="73008"/>
                </a:lnTo>
                <a:lnTo>
                  <a:pt x="183322" y="71649"/>
                </a:lnTo>
                <a:lnTo>
                  <a:pt x="183569" y="70414"/>
                </a:lnTo>
                <a:lnTo>
                  <a:pt x="183940" y="69055"/>
                </a:lnTo>
                <a:lnTo>
                  <a:pt x="184187" y="67696"/>
                </a:lnTo>
                <a:lnTo>
                  <a:pt x="184434" y="66461"/>
                </a:lnTo>
                <a:lnTo>
                  <a:pt x="184681" y="65102"/>
                </a:lnTo>
                <a:lnTo>
                  <a:pt x="184928" y="63866"/>
                </a:lnTo>
                <a:lnTo>
                  <a:pt x="185299" y="62507"/>
                </a:lnTo>
                <a:lnTo>
                  <a:pt x="185546" y="61272"/>
                </a:lnTo>
                <a:lnTo>
                  <a:pt x="185793" y="59913"/>
                </a:lnTo>
                <a:lnTo>
                  <a:pt x="186164" y="58678"/>
                </a:lnTo>
                <a:lnTo>
                  <a:pt x="186411" y="57443"/>
                </a:lnTo>
                <a:lnTo>
                  <a:pt x="186658" y="56084"/>
                </a:lnTo>
                <a:lnTo>
                  <a:pt x="186905" y="54848"/>
                </a:lnTo>
                <a:lnTo>
                  <a:pt x="187770" y="51019"/>
                </a:lnTo>
                <a:lnTo>
                  <a:pt x="188017" y="49784"/>
                </a:lnTo>
                <a:lnTo>
                  <a:pt x="188264" y="48548"/>
                </a:lnTo>
                <a:lnTo>
                  <a:pt x="188634" y="47189"/>
                </a:lnTo>
                <a:lnTo>
                  <a:pt x="188881" y="46078"/>
                </a:lnTo>
                <a:lnTo>
                  <a:pt x="189128" y="44842"/>
                </a:lnTo>
                <a:lnTo>
                  <a:pt x="189375" y="43607"/>
                </a:lnTo>
                <a:lnTo>
                  <a:pt x="189746" y="42372"/>
                </a:lnTo>
                <a:lnTo>
                  <a:pt x="189993" y="41136"/>
                </a:lnTo>
                <a:lnTo>
                  <a:pt x="190240" y="40025"/>
                </a:lnTo>
                <a:lnTo>
                  <a:pt x="190487" y="38789"/>
                </a:lnTo>
                <a:lnTo>
                  <a:pt x="190734" y="37677"/>
                </a:lnTo>
                <a:lnTo>
                  <a:pt x="191105" y="36566"/>
                </a:lnTo>
                <a:lnTo>
                  <a:pt x="191352" y="35330"/>
                </a:lnTo>
                <a:lnTo>
                  <a:pt x="191599" y="34219"/>
                </a:lnTo>
                <a:lnTo>
                  <a:pt x="191970" y="33107"/>
                </a:lnTo>
                <a:lnTo>
                  <a:pt x="192217" y="31995"/>
                </a:lnTo>
                <a:lnTo>
                  <a:pt x="192464" y="30883"/>
                </a:lnTo>
                <a:lnTo>
                  <a:pt x="192711" y="29771"/>
                </a:lnTo>
                <a:lnTo>
                  <a:pt x="192958" y="28783"/>
                </a:lnTo>
                <a:lnTo>
                  <a:pt x="193823" y="25695"/>
                </a:lnTo>
                <a:lnTo>
                  <a:pt x="194070" y="24707"/>
                </a:lnTo>
                <a:lnTo>
                  <a:pt x="194317" y="23595"/>
                </a:lnTo>
                <a:lnTo>
                  <a:pt x="194687" y="22730"/>
                </a:lnTo>
                <a:lnTo>
                  <a:pt x="194934" y="21742"/>
                </a:lnTo>
                <a:lnTo>
                  <a:pt x="195181" y="20753"/>
                </a:lnTo>
                <a:lnTo>
                  <a:pt x="195552" y="19889"/>
                </a:lnTo>
                <a:lnTo>
                  <a:pt x="195799" y="18900"/>
                </a:lnTo>
                <a:lnTo>
                  <a:pt x="196046" y="18036"/>
                </a:lnTo>
                <a:lnTo>
                  <a:pt x="196293" y="17171"/>
                </a:lnTo>
                <a:lnTo>
                  <a:pt x="196540" y="16306"/>
                </a:lnTo>
                <a:lnTo>
                  <a:pt x="196911" y="15565"/>
                </a:lnTo>
                <a:lnTo>
                  <a:pt x="197158" y="14700"/>
                </a:lnTo>
                <a:lnTo>
                  <a:pt x="197405" y="13959"/>
                </a:lnTo>
                <a:lnTo>
                  <a:pt x="197652" y="13094"/>
                </a:lnTo>
                <a:lnTo>
                  <a:pt x="198023" y="12353"/>
                </a:lnTo>
                <a:lnTo>
                  <a:pt x="198270" y="11612"/>
                </a:lnTo>
                <a:lnTo>
                  <a:pt x="198517" y="10871"/>
                </a:lnTo>
                <a:lnTo>
                  <a:pt x="198764" y="10253"/>
                </a:lnTo>
                <a:lnTo>
                  <a:pt x="199011" y="9512"/>
                </a:lnTo>
                <a:lnTo>
                  <a:pt x="199876" y="7659"/>
                </a:lnTo>
                <a:lnTo>
                  <a:pt x="200123" y="7041"/>
                </a:lnTo>
                <a:lnTo>
                  <a:pt x="200370" y="6547"/>
                </a:lnTo>
                <a:lnTo>
                  <a:pt x="200740" y="6053"/>
                </a:lnTo>
                <a:lnTo>
                  <a:pt x="200988" y="5435"/>
                </a:lnTo>
                <a:lnTo>
                  <a:pt x="201235" y="4941"/>
                </a:lnTo>
                <a:lnTo>
                  <a:pt x="201605" y="4447"/>
                </a:lnTo>
                <a:lnTo>
                  <a:pt x="201852" y="4077"/>
                </a:lnTo>
                <a:lnTo>
                  <a:pt x="202099" y="3582"/>
                </a:lnTo>
                <a:lnTo>
                  <a:pt x="202346" y="3212"/>
                </a:lnTo>
                <a:lnTo>
                  <a:pt x="202593" y="2841"/>
                </a:lnTo>
                <a:lnTo>
                  <a:pt x="202964" y="2471"/>
                </a:lnTo>
                <a:lnTo>
                  <a:pt x="203211" y="2100"/>
                </a:lnTo>
                <a:lnTo>
                  <a:pt x="203458" y="1853"/>
                </a:lnTo>
                <a:lnTo>
                  <a:pt x="203705" y="1482"/>
                </a:lnTo>
                <a:lnTo>
                  <a:pt x="203952" y="1235"/>
                </a:lnTo>
                <a:lnTo>
                  <a:pt x="204323" y="988"/>
                </a:lnTo>
                <a:lnTo>
                  <a:pt x="204570" y="865"/>
                </a:lnTo>
                <a:lnTo>
                  <a:pt x="204817" y="618"/>
                </a:lnTo>
                <a:lnTo>
                  <a:pt x="205188" y="494"/>
                </a:lnTo>
                <a:lnTo>
                  <a:pt x="205929" y="124"/>
                </a:lnTo>
                <a:lnTo>
                  <a:pt x="206176" y="0"/>
                </a:lnTo>
                <a:lnTo>
                  <a:pt x="206546" y="0"/>
                </a:lnTo>
                <a:lnTo>
                  <a:pt x="206794" y="0"/>
                </a:lnTo>
                <a:lnTo>
                  <a:pt x="207041" y="0"/>
                </a:lnTo>
                <a:lnTo>
                  <a:pt x="207411" y="0"/>
                </a:lnTo>
                <a:lnTo>
                  <a:pt x="207658" y="124"/>
                </a:lnTo>
                <a:lnTo>
                  <a:pt x="207905" y="124"/>
                </a:lnTo>
                <a:lnTo>
                  <a:pt x="208152" y="247"/>
                </a:lnTo>
                <a:lnTo>
                  <a:pt x="208399" y="371"/>
                </a:lnTo>
                <a:lnTo>
                  <a:pt x="208770" y="618"/>
                </a:lnTo>
                <a:lnTo>
                  <a:pt x="209017" y="741"/>
                </a:lnTo>
                <a:lnTo>
                  <a:pt x="209264" y="988"/>
                </a:lnTo>
                <a:lnTo>
                  <a:pt x="209511" y="1235"/>
                </a:lnTo>
                <a:lnTo>
                  <a:pt x="209758" y="1359"/>
                </a:lnTo>
                <a:lnTo>
                  <a:pt x="210129" y="1729"/>
                </a:lnTo>
                <a:lnTo>
                  <a:pt x="210376" y="1977"/>
                </a:lnTo>
                <a:lnTo>
                  <a:pt x="210623" y="2347"/>
                </a:lnTo>
                <a:lnTo>
                  <a:pt x="210994" y="2718"/>
                </a:lnTo>
                <a:lnTo>
                  <a:pt x="211241" y="3088"/>
                </a:lnTo>
                <a:lnTo>
                  <a:pt x="211982" y="4324"/>
                </a:lnTo>
                <a:lnTo>
                  <a:pt x="212353" y="4694"/>
                </a:lnTo>
                <a:lnTo>
                  <a:pt x="212600" y="5188"/>
                </a:lnTo>
                <a:lnTo>
                  <a:pt x="212847" y="5806"/>
                </a:lnTo>
                <a:lnTo>
                  <a:pt x="213094" y="6300"/>
                </a:lnTo>
                <a:lnTo>
                  <a:pt x="213341" y="6794"/>
                </a:lnTo>
                <a:lnTo>
                  <a:pt x="213711" y="7412"/>
                </a:lnTo>
                <a:lnTo>
                  <a:pt x="213958" y="8030"/>
                </a:lnTo>
                <a:lnTo>
                  <a:pt x="214205" y="8647"/>
                </a:lnTo>
                <a:lnTo>
                  <a:pt x="214576" y="9265"/>
                </a:lnTo>
                <a:lnTo>
                  <a:pt x="214823" y="9883"/>
                </a:lnTo>
                <a:lnTo>
                  <a:pt x="215070" y="10624"/>
                </a:lnTo>
                <a:lnTo>
                  <a:pt x="215317" y="11365"/>
                </a:lnTo>
                <a:lnTo>
                  <a:pt x="215564" y="11983"/>
                </a:lnTo>
                <a:lnTo>
                  <a:pt x="215935" y="12847"/>
                </a:lnTo>
                <a:lnTo>
                  <a:pt x="216182" y="13589"/>
                </a:lnTo>
                <a:lnTo>
                  <a:pt x="216429" y="14330"/>
                </a:lnTo>
                <a:lnTo>
                  <a:pt x="216800" y="15195"/>
                </a:lnTo>
                <a:lnTo>
                  <a:pt x="217047" y="15936"/>
                </a:lnTo>
                <a:lnTo>
                  <a:pt x="217294" y="16800"/>
                </a:lnTo>
                <a:lnTo>
                  <a:pt x="218035" y="19518"/>
                </a:lnTo>
                <a:lnTo>
                  <a:pt x="218406" y="20383"/>
                </a:lnTo>
                <a:lnTo>
                  <a:pt x="218653" y="21371"/>
                </a:lnTo>
                <a:lnTo>
                  <a:pt x="218900" y="22236"/>
                </a:lnTo>
                <a:lnTo>
                  <a:pt x="219147" y="23224"/>
                </a:lnTo>
                <a:lnTo>
                  <a:pt x="219394" y="24212"/>
                </a:lnTo>
                <a:lnTo>
                  <a:pt x="219764" y="25201"/>
                </a:lnTo>
                <a:lnTo>
                  <a:pt x="220012" y="26189"/>
                </a:lnTo>
                <a:lnTo>
                  <a:pt x="220259" y="27301"/>
                </a:lnTo>
                <a:lnTo>
                  <a:pt x="220629" y="28289"/>
                </a:lnTo>
                <a:lnTo>
                  <a:pt x="220876" y="29401"/>
                </a:lnTo>
                <a:lnTo>
                  <a:pt x="221123" y="30389"/>
                </a:lnTo>
                <a:lnTo>
                  <a:pt x="221370" y="31501"/>
                </a:lnTo>
                <a:lnTo>
                  <a:pt x="221617" y="32613"/>
                </a:lnTo>
                <a:lnTo>
                  <a:pt x="221988" y="33724"/>
                </a:lnTo>
                <a:lnTo>
                  <a:pt x="222235" y="34836"/>
                </a:lnTo>
                <a:lnTo>
                  <a:pt x="222482" y="35948"/>
                </a:lnTo>
                <a:lnTo>
                  <a:pt x="222729" y="37183"/>
                </a:lnTo>
                <a:lnTo>
                  <a:pt x="223100" y="38295"/>
                </a:lnTo>
                <a:lnTo>
                  <a:pt x="223347" y="39530"/>
                </a:lnTo>
                <a:lnTo>
                  <a:pt x="224212" y="42989"/>
                </a:lnTo>
                <a:lnTo>
                  <a:pt x="224459" y="44225"/>
                </a:lnTo>
                <a:lnTo>
                  <a:pt x="224706" y="45460"/>
                </a:lnTo>
                <a:lnTo>
                  <a:pt x="224953" y="46695"/>
                </a:lnTo>
                <a:lnTo>
                  <a:pt x="225200" y="47931"/>
                </a:lnTo>
                <a:lnTo>
                  <a:pt x="225570" y="49166"/>
                </a:lnTo>
                <a:lnTo>
                  <a:pt x="225818" y="50401"/>
                </a:lnTo>
                <a:lnTo>
                  <a:pt x="226065" y="51760"/>
                </a:lnTo>
                <a:lnTo>
                  <a:pt x="226435" y="52995"/>
                </a:lnTo>
                <a:lnTo>
                  <a:pt x="226682" y="54231"/>
                </a:lnTo>
                <a:lnTo>
                  <a:pt x="226929" y="55590"/>
                </a:lnTo>
                <a:lnTo>
                  <a:pt x="227176" y="56825"/>
                </a:lnTo>
                <a:lnTo>
                  <a:pt x="227423" y="58060"/>
                </a:lnTo>
                <a:lnTo>
                  <a:pt x="227794" y="59419"/>
                </a:lnTo>
                <a:lnTo>
                  <a:pt x="228041" y="60654"/>
                </a:lnTo>
                <a:lnTo>
                  <a:pt x="228288" y="62013"/>
                </a:lnTo>
                <a:lnTo>
                  <a:pt x="228535" y="63249"/>
                </a:lnTo>
                <a:lnTo>
                  <a:pt x="228782" y="64608"/>
                </a:lnTo>
                <a:lnTo>
                  <a:pt x="229153" y="65843"/>
                </a:lnTo>
                <a:lnTo>
                  <a:pt x="229400" y="67202"/>
                </a:lnTo>
                <a:lnTo>
                  <a:pt x="230265" y="71031"/>
                </a:lnTo>
                <a:lnTo>
                  <a:pt x="230512" y="72390"/>
                </a:lnTo>
                <a:lnTo>
                  <a:pt x="230759" y="73749"/>
                </a:lnTo>
                <a:lnTo>
                  <a:pt x="231006" y="74984"/>
                </a:lnTo>
                <a:lnTo>
                  <a:pt x="231377" y="76343"/>
                </a:lnTo>
                <a:lnTo>
                  <a:pt x="231624" y="77578"/>
                </a:lnTo>
                <a:lnTo>
                  <a:pt x="231871" y="78937"/>
                </a:lnTo>
                <a:lnTo>
                  <a:pt x="232118" y="80173"/>
                </a:lnTo>
                <a:lnTo>
                  <a:pt x="232488" y="81408"/>
                </a:lnTo>
                <a:lnTo>
                  <a:pt x="232735" y="82767"/>
                </a:lnTo>
                <a:lnTo>
                  <a:pt x="232982" y="84002"/>
                </a:lnTo>
                <a:lnTo>
                  <a:pt x="233230" y="85237"/>
                </a:lnTo>
                <a:lnTo>
                  <a:pt x="233600" y="86596"/>
                </a:lnTo>
                <a:lnTo>
                  <a:pt x="233847" y="87832"/>
                </a:lnTo>
                <a:lnTo>
                  <a:pt x="234094" y="89067"/>
                </a:lnTo>
                <a:lnTo>
                  <a:pt x="234341" y="90302"/>
                </a:lnTo>
                <a:lnTo>
                  <a:pt x="234588" y="91538"/>
                </a:lnTo>
                <a:lnTo>
                  <a:pt x="234835" y="92773"/>
                </a:lnTo>
                <a:lnTo>
                  <a:pt x="235206" y="94008"/>
                </a:lnTo>
                <a:lnTo>
                  <a:pt x="235453" y="95244"/>
                </a:lnTo>
                <a:lnTo>
                  <a:pt x="236318" y="98826"/>
                </a:lnTo>
                <a:lnTo>
                  <a:pt x="236565" y="99938"/>
                </a:lnTo>
                <a:lnTo>
                  <a:pt x="236812" y="101173"/>
                </a:lnTo>
                <a:lnTo>
                  <a:pt x="237059" y="102285"/>
                </a:lnTo>
                <a:lnTo>
                  <a:pt x="237430" y="103397"/>
                </a:lnTo>
                <a:lnTo>
                  <a:pt x="237677" y="104509"/>
                </a:lnTo>
                <a:lnTo>
                  <a:pt x="237924" y="105620"/>
                </a:lnTo>
                <a:lnTo>
                  <a:pt x="238171" y="106732"/>
                </a:lnTo>
                <a:lnTo>
                  <a:pt x="238418" y="107844"/>
                </a:lnTo>
                <a:lnTo>
                  <a:pt x="238788" y="108956"/>
                </a:lnTo>
                <a:lnTo>
                  <a:pt x="239036" y="109944"/>
                </a:lnTo>
                <a:lnTo>
                  <a:pt x="239283" y="111056"/>
                </a:lnTo>
                <a:lnTo>
                  <a:pt x="239653" y="112044"/>
                </a:lnTo>
                <a:lnTo>
                  <a:pt x="239900" y="113156"/>
                </a:lnTo>
                <a:lnTo>
                  <a:pt x="240147" y="114144"/>
                </a:lnTo>
                <a:lnTo>
                  <a:pt x="240394" y="115132"/>
                </a:lnTo>
                <a:lnTo>
                  <a:pt x="240641" y="115997"/>
                </a:lnTo>
                <a:lnTo>
                  <a:pt x="241506" y="118838"/>
                </a:lnTo>
                <a:lnTo>
                  <a:pt x="241877" y="119703"/>
                </a:lnTo>
                <a:lnTo>
                  <a:pt x="242124" y="120691"/>
                </a:lnTo>
                <a:lnTo>
                  <a:pt x="242371" y="121556"/>
                </a:lnTo>
                <a:lnTo>
                  <a:pt x="242618" y="122297"/>
                </a:lnTo>
                <a:lnTo>
                  <a:pt x="242865" y="123162"/>
                </a:lnTo>
                <a:lnTo>
                  <a:pt x="243236" y="124027"/>
                </a:lnTo>
                <a:lnTo>
                  <a:pt x="243483" y="124768"/>
                </a:lnTo>
                <a:lnTo>
                  <a:pt x="243730" y="125509"/>
                </a:lnTo>
                <a:lnTo>
                  <a:pt x="243977" y="126250"/>
                </a:lnTo>
                <a:lnTo>
                  <a:pt x="244224" y="126991"/>
                </a:lnTo>
                <a:lnTo>
                  <a:pt x="244595" y="127733"/>
                </a:lnTo>
                <a:lnTo>
                  <a:pt x="244842" y="128350"/>
                </a:lnTo>
                <a:lnTo>
                  <a:pt x="245089" y="129092"/>
                </a:lnTo>
                <a:lnTo>
                  <a:pt x="245459" y="129709"/>
                </a:lnTo>
                <a:lnTo>
                  <a:pt x="245706" y="130327"/>
                </a:lnTo>
                <a:lnTo>
                  <a:pt x="245953" y="130945"/>
                </a:lnTo>
                <a:lnTo>
                  <a:pt x="246200" y="131439"/>
                </a:lnTo>
                <a:lnTo>
                  <a:pt x="246448" y="132056"/>
                </a:lnTo>
                <a:lnTo>
                  <a:pt x="246818" y="132550"/>
                </a:lnTo>
                <a:lnTo>
                  <a:pt x="247559" y="134033"/>
                </a:lnTo>
                <a:lnTo>
                  <a:pt x="247806" y="134527"/>
                </a:lnTo>
                <a:lnTo>
                  <a:pt x="248177" y="134898"/>
                </a:lnTo>
                <a:lnTo>
                  <a:pt x="248424" y="135268"/>
                </a:lnTo>
                <a:lnTo>
                  <a:pt x="248671" y="135639"/>
                </a:lnTo>
                <a:lnTo>
                  <a:pt x="249042" y="136009"/>
                </a:lnTo>
                <a:lnTo>
                  <a:pt x="249289" y="136380"/>
                </a:lnTo>
                <a:lnTo>
                  <a:pt x="249536" y="136627"/>
                </a:lnTo>
                <a:lnTo>
                  <a:pt x="249783" y="136998"/>
                </a:lnTo>
                <a:lnTo>
                  <a:pt x="250030" y="137245"/>
                </a:lnTo>
                <a:lnTo>
                  <a:pt x="250401" y="137368"/>
                </a:lnTo>
                <a:lnTo>
                  <a:pt x="250648" y="137615"/>
                </a:lnTo>
                <a:lnTo>
                  <a:pt x="250895" y="137862"/>
                </a:lnTo>
                <a:lnTo>
                  <a:pt x="251265" y="137986"/>
                </a:lnTo>
                <a:lnTo>
                  <a:pt x="251512" y="138109"/>
                </a:lnTo>
                <a:lnTo>
                  <a:pt x="251759" y="138233"/>
                </a:lnTo>
                <a:lnTo>
                  <a:pt x="252006" y="138233"/>
                </a:lnTo>
                <a:lnTo>
                  <a:pt x="252254" y="138356"/>
                </a:lnTo>
                <a:lnTo>
                  <a:pt x="252624" y="138356"/>
                </a:lnTo>
                <a:lnTo>
                  <a:pt x="252871" y="138356"/>
                </a:lnTo>
                <a:lnTo>
                  <a:pt x="253612" y="138233"/>
                </a:lnTo>
                <a:lnTo>
                  <a:pt x="253859" y="138233"/>
                </a:lnTo>
                <a:lnTo>
                  <a:pt x="254230" y="138109"/>
                </a:lnTo>
                <a:lnTo>
                  <a:pt x="254477" y="137986"/>
                </a:lnTo>
                <a:lnTo>
                  <a:pt x="254848" y="137739"/>
                </a:lnTo>
                <a:lnTo>
                  <a:pt x="255095" y="137615"/>
                </a:lnTo>
                <a:lnTo>
                  <a:pt x="255342" y="137368"/>
                </a:lnTo>
                <a:lnTo>
                  <a:pt x="255589" y="137121"/>
                </a:lnTo>
                <a:lnTo>
                  <a:pt x="255836" y="136874"/>
                </a:lnTo>
                <a:lnTo>
                  <a:pt x="256083" y="136627"/>
                </a:lnTo>
                <a:lnTo>
                  <a:pt x="256454" y="136256"/>
                </a:lnTo>
                <a:lnTo>
                  <a:pt x="256701" y="136009"/>
                </a:lnTo>
                <a:lnTo>
                  <a:pt x="256948" y="135639"/>
                </a:lnTo>
                <a:lnTo>
                  <a:pt x="257195" y="135268"/>
                </a:lnTo>
                <a:lnTo>
                  <a:pt x="257565" y="134774"/>
                </a:lnTo>
                <a:lnTo>
                  <a:pt x="257812" y="134403"/>
                </a:lnTo>
                <a:lnTo>
                  <a:pt x="258060" y="134033"/>
                </a:lnTo>
                <a:lnTo>
                  <a:pt x="258307" y="133539"/>
                </a:lnTo>
                <a:lnTo>
                  <a:pt x="258677" y="133045"/>
                </a:lnTo>
                <a:lnTo>
                  <a:pt x="258924" y="132427"/>
                </a:lnTo>
                <a:lnTo>
                  <a:pt x="259665" y="130821"/>
                </a:lnTo>
                <a:lnTo>
                  <a:pt x="260036" y="130203"/>
                </a:lnTo>
                <a:lnTo>
                  <a:pt x="260283" y="129586"/>
                </a:lnTo>
                <a:lnTo>
                  <a:pt x="260530" y="128844"/>
                </a:lnTo>
                <a:lnTo>
                  <a:pt x="260901" y="128227"/>
                </a:lnTo>
                <a:lnTo>
                  <a:pt x="261148" y="127609"/>
                </a:lnTo>
                <a:lnTo>
                  <a:pt x="261395" y="126868"/>
                </a:lnTo>
                <a:lnTo>
                  <a:pt x="261642" y="126127"/>
                </a:lnTo>
                <a:lnTo>
                  <a:pt x="261889" y="125386"/>
                </a:lnTo>
                <a:lnTo>
                  <a:pt x="262260" y="124644"/>
                </a:lnTo>
                <a:lnTo>
                  <a:pt x="262507" y="123780"/>
                </a:lnTo>
                <a:lnTo>
                  <a:pt x="262754" y="122915"/>
                </a:lnTo>
                <a:lnTo>
                  <a:pt x="263001" y="122174"/>
                </a:lnTo>
                <a:lnTo>
                  <a:pt x="263248" y="121309"/>
                </a:lnTo>
                <a:lnTo>
                  <a:pt x="263619" y="120444"/>
                </a:lnTo>
                <a:lnTo>
                  <a:pt x="263866" y="119580"/>
                </a:lnTo>
                <a:lnTo>
                  <a:pt x="264113" y="118715"/>
                </a:lnTo>
                <a:lnTo>
                  <a:pt x="264483" y="117727"/>
                </a:lnTo>
                <a:lnTo>
                  <a:pt x="264730" y="116738"/>
                </a:lnTo>
                <a:lnTo>
                  <a:pt x="264977" y="115874"/>
                </a:lnTo>
                <a:lnTo>
                  <a:pt x="265842" y="112909"/>
                </a:lnTo>
                <a:lnTo>
                  <a:pt x="266089" y="111797"/>
                </a:lnTo>
                <a:lnTo>
                  <a:pt x="266336" y="110809"/>
                </a:lnTo>
                <a:lnTo>
                  <a:pt x="266583" y="109697"/>
                </a:lnTo>
                <a:lnTo>
                  <a:pt x="266954" y="108709"/>
                </a:lnTo>
                <a:lnTo>
                  <a:pt x="267201" y="107597"/>
                </a:lnTo>
                <a:lnTo>
                  <a:pt x="267448" y="106485"/>
                </a:lnTo>
                <a:lnTo>
                  <a:pt x="267695" y="105373"/>
                </a:lnTo>
                <a:lnTo>
                  <a:pt x="268066" y="104261"/>
                </a:lnTo>
                <a:lnTo>
                  <a:pt x="268313" y="103150"/>
                </a:lnTo>
                <a:lnTo>
                  <a:pt x="268560" y="102038"/>
                </a:lnTo>
                <a:lnTo>
                  <a:pt x="268807" y="100803"/>
                </a:lnTo>
                <a:lnTo>
                  <a:pt x="269054" y="99691"/>
                </a:lnTo>
                <a:lnTo>
                  <a:pt x="269425" y="98579"/>
                </a:lnTo>
                <a:lnTo>
                  <a:pt x="269672" y="97344"/>
                </a:lnTo>
                <a:lnTo>
                  <a:pt x="269919" y="96108"/>
                </a:lnTo>
                <a:lnTo>
                  <a:pt x="270289" y="94873"/>
                </a:lnTo>
                <a:lnTo>
                  <a:pt x="270536" y="93761"/>
                </a:lnTo>
                <a:lnTo>
                  <a:pt x="270783" y="92526"/>
                </a:lnTo>
                <a:lnTo>
                  <a:pt x="271030" y="91291"/>
                </a:lnTo>
                <a:lnTo>
                  <a:pt x="271895" y="87585"/>
                </a:lnTo>
                <a:lnTo>
                  <a:pt x="272142" y="86226"/>
                </a:lnTo>
                <a:lnTo>
                  <a:pt x="272389" y="84990"/>
                </a:lnTo>
                <a:lnTo>
                  <a:pt x="272636" y="83755"/>
                </a:lnTo>
                <a:lnTo>
                  <a:pt x="272883" y="82520"/>
                </a:lnTo>
                <a:lnTo>
                  <a:pt x="273254" y="81161"/>
                </a:lnTo>
                <a:lnTo>
                  <a:pt x="273501" y="79926"/>
                </a:lnTo>
                <a:lnTo>
                  <a:pt x="273872" y="78567"/>
                </a:lnTo>
                <a:lnTo>
                  <a:pt x="274119" y="77331"/>
                </a:lnTo>
                <a:lnTo>
                  <a:pt x="274366" y="75973"/>
                </a:lnTo>
                <a:lnTo>
                  <a:pt x="274613" y="74737"/>
                </a:lnTo>
                <a:lnTo>
                  <a:pt x="274860" y="73378"/>
                </a:lnTo>
                <a:lnTo>
                  <a:pt x="275107" y="72143"/>
                </a:lnTo>
                <a:lnTo>
                  <a:pt x="275478" y="70784"/>
                </a:lnTo>
                <a:lnTo>
                  <a:pt x="275725" y="69425"/>
                </a:lnTo>
                <a:lnTo>
                  <a:pt x="275725" y="69178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C00000"/>
            </a:solidFill>
            <a:round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97A8A3-A18E-4046-BF4C-F84B9BB9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293" y="2108500"/>
            <a:ext cx="275725" cy="138356"/>
          </a:xfrm>
          <a:custGeom xmlns:a="http://schemas.openxmlformats.org/drawingml/2006/main">
            <a:pathLst>
              <a:path w="275725" h="138356" fill="none">
                <a:moveTo>
                  <a:pt x="0" y="69178"/>
                </a:moveTo>
                <a:lnTo>
                  <a:pt x="247" y="68190"/>
                </a:lnTo>
                <a:lnTo>
                  <a:pt x="494" y="66831"/>
                </a:lnTo>
                <a:lnTo>
                  <a:pt x="865" y="65596"/>
                </a:lnTo>
                <a:lnTo>
                  <a:pt x="1112" y="64237"/>
                </a:lnTo>
                <a:lnTo>
                  <a:pt x="1359" y="63002"/>
                </a:lnTo>
                <a:lnTo>
                  <a:pt x="2100" y="59049"/>
                </a:lnTo>
                <a:lnTo>
                  <a:pt x="2471" y="57813"/>
                </a:lnTo>
                <a:lnTo>
                  <a:pt x="2718" y="56578"/>
                </a:lnTo>
                <a:lnTo>
                  <a:pt x="2965" y="55219"/>
                </a:lnTo>
                <a:lnTo>
                  <a:pt x="3212" y="53984"/>
                </a:lnTo>
                <a:lnTo>
                  <a:pt x="3459" y="52748"/>
                </a:lnTo>
                <a:lnTo>
                  <a:pt x="3830" y="51390"/>
                </a:lnTo>
                <a:lnTo>
                  <a:pt x="4077" y="50154"/>
                </a:lnTo>
                <a:lnTo>
                  <a:pt x="4324" y="48919"/>
                </a:lnTo>
                <a:lnTo>
                  <a:pt x="4694" y="47684"/>
                </a:lnTo>
                <a:lnTo>
                  <a:pt x="4941" y="46448"/>
                </a:lnTo>
                <a:lnTo>
                  <a:pt x="5188" y="45213"/>
                </a:lnTo>
                <a:lnTo>
                  <a:pt x="5435" y="43978"/>
                </a:lnTo>
                <a:lnTo>
                  <a:pt x="5682" y="42742"/>
                </a:lnTo>
                <a:lnTo>
                  <a:pt x="6053" y="41630"/>
                </a:lnTo>
                <a:lnTo>
                  <a:pt x="6300" y="40395"/>
                </a:lnTo>
                <a:lnTo>
                  <a:pt x="6547" y="39160"/>
                </a:lnTo>
                <a:lnTo>
                  <a:pt x="6918" y="38048"/>
                </a:lnTo>
                <a:lnTo>
                  <a:pt x="7165" y="36936"/>
                </a:lnTo>
                <a:lnTo>
                  <a:pt x="7412" y="35701"/>
                </a:lnTo>
                <a:lnTo>
                  <a:pt x="8277" y="32366"/>
                </a:lnTo>
                <a:lnTo>
                  <a:pt x="8524" y="31254"/>
                </a:lnTo>
                <a:lnTo>
                  <a:pt x="8771" y="30142"/>
                </a:lnTo>
                <a:lnTo>
                  <a:pt x="9018" y="29154"/>
                </a:lnTo>
                <a:lnTo>
                  <a:pt x="9265" y="28042"/>
                </a:lnTo>
                <a:lnTo>
                  <a:pt x="9636" y="27054"/>
                </a:lnTo>
                <a:lnTo>
                  <a:pt x="9883" y="25942"/>
                </a:lnTo>
                <a:lnTo>
                  <a:pt x="10130" y="24954"/>
                </a:lnTo>
                <a:lnTo>
                  <a:pt x="10500" y="23965"/>
                </a:lnTo>
                <a:lnTo>
                  <a:pt x="10747" y="22977"/>
                </a:lnTo>
                <a:lnTo>
                  <a:pt x="10994" y="21989"/>
                </a:lnTo>
                <a:lnTo>
                  <a:pt x="11241" y="21124"/>
                </a:lnTo>
                <a:lnTo>
                  <a:pt x="11489" y="20136"/>
                </a:lnTo>
                <a:lnTo>
                  <a:pt x="11859" y="19271"/>
                </a:lnTo>
                <a:lnTo>
                  <a:pt x="12106" y="18406"/>
                </a:lnTo>
                <a:lnTo>
                  <a:pt x="12353" y="17542"/>
                </a:lnTo>
                <a:lnTo>
                  <a:pt x="12600" y="16677"/>
                </a:lnTo>
                <a:lnTo>
                  <a:pt x="12847" y="15812"/>
                </a:lnTo>
                <a:lnTo>
                  <a:pt x="13218" y="14947"/>
                </a:lnTo>
                <a:lnTo>
                  <a:pt x="13465" y="14206"/>
                </a:lnTo>
                <a:lnTo>
                  <a:pt x="14330" y="11859"/>
                </a:lnTo>
                <a:lnTo>
                  <a:pt x="14577" y="11118"/>
                </a:lnTo>
                <a:lnTo>
                  <a:pt x="14824" y="10500"/>
                </a:lnTo>
                <a:lnTo>
                  <a:pt x="15071" y="9759"/>
                </a:lnTo>
                <a:lnTo>
                  <a:pt x="15442" y="9141"/>
                </a:lnTo>
                <a:lnTo>
                  <a:pt x="15689" y="8524"/>
                </a:lnTo>
                <a:lnTo>
                  <a:pt x="15936" y="7906"/>
                </a:lnTo>
                <a:lnTo>
                  <a:pt x="16306" y="7288"/>
                </a:lnTo>
                <a:lnTo>
                  <a:pt x="16553" y="6671"/>
                </a:lnTo>
                <a:lnTo>
                  <a:pt x="16800" y="6177"/>
                </a:lnTo>
                <a:lnTo>
                  <a:pt x="17047" y="5682"/>
                </a:lnTo>
                <a:lnTo>
                  <a:pt x="17295" y="5188"/>
                </a:lnTo>
                <a:lnTo>
                  <a:pt x="17665" y="4694"/>
                </a:lnTo>
                <a:lnTo>
                  <a:pt x="17912" y="4200"/>
                </a:lnTo>
                <a:lnTo>
                  <a:pt x="18159" y="3706"/>
                </a:lnTo>
                <a:lnTo>
                  <a:pt x="18406" y="3335"/>
                </a:lnTo>
                <a:lnTo>
                  <a:pt x="18653" y="2965"/>
                </a:lnTo>
                <a:lnTo>
                  <a:pt x="18900" y="2594"/>
                </a:lnTo>
                <a:lnTo>
                  <a:pt x="19271" y="2224"/>
                </a:lnTo>
                <a:lnTo>
                  <a:pt x="19518" y="1977"/>
                </a:lnTo>
                <a:lnTo>
                  <a:pt x="20383" y="1112"/>
                </a:lnTo>
                <a:lnTo>
                  <a:pt x="20630" y="865"/>
                </a:lnTo>
                <a:lnTo>
                  <a:pt x="20877" y="741"/>
                </a:lnTo>
                <a:lnTo>
                  <a:pt x="21124" y="494"/>
                </a:lnTo>
                <a:lnTo>
                  <a:pt x="21495" y="371"/>
                </a:lnTo>
                <a:lnTo>
                  <a:pt x="21742" y="247"/>
                </a:lnTo>
                <a:lnTo>
                  <a:pt x="21989" y="124"/>
                </a:lnTo>
                <a:lnTo>
                  <a:pt x="22236" y="124"/>
                </a:lnTo>
                <a:lnTo>
                  <a:pt x="22606" y="0"/>
                </a:lnTo>
                <a:lnTo>
                  <a:pt x="22854" y="0"/>
                </a:lnTo>
                <a:lnTo>
                  <a:pt x="23101" y="0"/>
                </a:lnTo>
                <a:lnTo>
                  <a:pt x="23348" y="0"/>
                </a:lnTo>
                <a:lnTo>
                  <a:pt x="23718" y="0"/>
                </a:lnTo>
                <a:lnTo>
                  <a:pt x="23965" y="124"/>
                </a:lnTo>
                <a:lnTo>
                  <a:pt x="24212" y="247"/>
                </a:lnTo>
                <a:lnTo>
                  <a:pt x="24459" y="371"/>
                </a:lnTo>
                <a:lnTo>
                  <a:pt x="24707" y="494"/>
                </a:lnTo>
                <a:lnTo>
                  <a:pt x="25077" y="741"/>
                </a:lnTo>
                <a:lnTo>
                  <a:pt x="25324" y="865"/>
                </a:lnTo>
                <a:lnTo>
                  <a:pt x="25571" y="1112"/>
                </a:lnTo>
                <a:lnTo>
                  <a:pt x="26436" y="1853"/>
                </a:lnTo>
                <a:lnTo>
                  <a:pt x="26683" y="2224"/>
                </a:lnTo>
                <a:lnTo>
                  <a:pt x="26930" y="2594"/>
                </a:lnTo>
                <a:lnTo>
                  <a:pt x="27301" y="2965"/>
                </a:lnTo>
                <a:lnTo>
                  <a:pt x="27548" y="3335"/>
                </a:lnTo>
                <a:lnTo>
                  <a:pt x="27795" y="3706"/>
                </a:lnTo>
                <a:lnTo>
                  <a:pt x="28042" y="4200"/>
                </a:lnTo>
                <a:lnTo>
                  <a:pt x="28289" y="4571"/>
                </a:lnTo>
                <a:lnTo>
                  <a:pt x="28660" y="5065"/>
                </a:lnTo>
                <a:lnTo>
                  <a:pt x="28907" y="5559"/>
                </a:lnTo>
                <a:lnTo>
                  <a:pt x="29154" y="6053"/>
                </a:lnTo>
                <a:lnTo>
                  <a:pt x="29524" y="6671"/>
                </a:lnTo>
                <a:lnTo>
                  <a:pt x="29771" y="7288"/>
                </a:lnTo>
                <a:lnTo>
                  <a:pt x="30018" y="7783"/>
                </a:lnTo>
                <a:lnTo>
                  <a:pt x="30265" y="8400"/>
                </a:lnTo>
                <a:lnTo>
                  <a:pt x="30513" y="9018"/>
                </a:lnTo>
                <a:lnTo>
                  <a:pt x="30883" y="9759"/>
                </a:lnTo>
                <a:lnTo>
                  <a:pt x="31130" y="10377"/>
                </a:lnTo>
                <a:lnTo>
                  <a:pt x="31377" y="11118"/>
                </a:lnTo>
                <a:lnTo>
                  <a:pt x="31624" y="11859"/>
                </a:lnTo>
                <a:lnTo>
                  <a:pt x="32489" y="14083"/>
                </a:lnTo>
                <a:lnTo>
                  <a:pt x="32736" y="14947"/>
                </a:lnTo>
                <a:lnTo>
                  <a:pt x="33107" y="15689"/>
                </a:lnTo>
                <a:lnTo>
                  <a:pt x="33354" y="16553"/>
                </a:lnTo>
                <a:lnTo>
                  <a:pt x="33601" y="17418"/>
                </a:lnTo>
                <a:lnTo>
                  <a:pt x="33848" y="18283"/>
                </a:lnTo>
                <a:lnTo>
                  <a:pt x="34095" y="19148"/>
                </a:lnTo>
                <a:lnTo>
                  <a:pt x="34466" y="20012"/>
                </a:lnTo>
                <a:lnTo>
                  <a:pt x="34713" y="21001"/>
                </a:lnTo>
                <a:lnTo>
                  <a:pt x="34960" y="21989"/>
                </a:lnTo>
                <a:lnTo>
                  <a:pt x="35330" y="22854"/>
                </a:lnTo>
                <a:lnTo>
                  <a:pt x="35577" y="23842"/>
                </a:lnTo>
                <a:lnTo>
                  <a:pt x="35824" y="24830"/>
                </a:lnTo>
                <a:lnTo>
                  <a:pt x="36072" y="25942"/>
                </a:lnTo>
                <a:lnTo>
                  <a:pt x="36319" y="26930"/>
                </a:lnTo>
                <a:lnTo>
                  <a:pt x="36689" y="27918"/>
                </a:lnTo>
                <a:lnTo>
                  <a:pt x="36936" y="29030"/>
                </a:lnTo>
                <a:lnTo>
                  <a:pt x="37677" y="32242"/>
                </a:lnTo>
                <a:lnTo>
                  <a:pt x="37925" y="33354"/>
                </a:lnTo>
                <a:lnTo>
                  <a:pt x="38295" y="34466"/>
                </a:lnTo>
                <a:lnTo>
                  <a:pt x="38542" y="35577"/>
                </a:lnTo>
                <a:lnTo>
                  <a:pt x="38913" y="36813"/>
                </a:lnTo>
                <a:lnTo>
                  <a:pt x="39160" y="37925"/>
                </a:lnTo>
                <a:lnTo>
                  <a:pt x="39407" y="39036"/>
                </a:lnTo>
                <a:lnTo>
                  <a:pt x="39654" y="40272"/>
                </a:lnTo>
                <a:lnTo>
                  <a:pt x="39901" y="41507"/>
                </a:lnTo>
                <a:lnTo>
                  <a:pt x="40148" y="42619"/>
                </a:lnTo>
                <a:lnTo>
                  <a:pt x="40519" y="43854"/>
                </a:lnTo>
                <a:lnTo>
                  <a:pt x="40766" y="45089"/>
                </a:lnTo>
                <a:lnTo>
                  <a:pt x="41013" y="46325"/>
                </a:lnTo>
                <a:lnTo>
                  <a:pt x="41383" y="47560"/>
                </a:lnTo>
                <a:lnTo>
                  <a:pt x="41630" y="48795"/>
                </a:lnTo>
                <a:lnTo>
                  <a:pt x="41878" y="50031"/>
                </a:lnTo>
                <a:lnTo>
                  <a:pt x="42125" y="51266"/>
                </a:lnTo>
                <a:lnTo>
                  <a:pt x="42372" y="52501"/>
                </a:lnTo>
                <a:lnTo>
                  <a:pt x="42742" y="53860"/>
                </a:lnTo>
                <a:lnTo>
                  <a:pt x="42989" y="55096"/>
                </a:lnTo>
                <a:lnTo>
                  <a:pt x="43731" y="58925"/>
                </a:lnTo>
                <a:lnTo>
                  <a:pt x="44101" y="60284"/>
                </a:lnTo>
                <a:lnTo>
                  <a:pt x="44348" y="61519"/>
                </a:lnTo>
                <a:lnTo>
                  <a:pt x="44595" y="62878"/>
                </a:lnTo>
                <a:lnTo>
                  <a:pt x="44966" y="64113"/>
                </a:lnTo>
                <a:lnTo>
                  <a:pt x="45213" y="65472"/>
                </a:lnTo>
                <a:lnTo>
                  <a:pt x="45460" y="66708"/>
                </a:lnTo>
                <a:lnTo>
                  <a:pt x="45707" y="68066"/>
                </a:lnTo>
                <a:lnTo>
                  <a:pt x="45954" y="69302"/>
                </a:lnTo>
                <a:lnTo>
                  <a:pt x="46325" y="70661"/>
                </a:lnTo>
                <a:lnTo>
                  <a:pt x="46572" y="71896"/>
                </a:lnTo>
                <a:lnTo>
                  <a:pt x="46819" y="73255"/>
                </a:lnTo>
                <a:lnTo>
                  <a:pt x="47066" y="74614"/>
                </a:lnTo>
                <a:lnTo>
                  <a:pt x="47313" y="75849"/>
                </a:lnTo>
                <a:lnTo>
                  <a:pt x="47684" y="77208"/>
                </a:lnTo>
                <a:lnTo>
                  <a:pt x="47931" y="78443"/>
                </a:lnTo>
                <a:lnTo>
                  <a:pt x="48178" y="79802"/>
                </a:lnTo>
                <a:lnTo>
                  <a:pt x="48548" y="81037"/>
                </a:lnTo>
                <a:lnTo>
                  <a:pt x="48795" y="82273"/>
                </a:lnTo>
                <a:lnTo>
                  <a:pt x="49042" y="83632"/>
                </a:lnTo>
                <a:lnTo>
                  <a:pt x="49907" y="87338"/>
                </a:lnTo>
                <a:lnTo>
                  <a:pt x="50154" y="88696"/>
                </a:lnTo>
                <a:lnTo>
                  <a:pt x="50401" y="89932"/>
                </a:lnTo>
                <a:lnTo>
                  <a:pt x="50772" y="91167"/>
                </a:lnTo>
                <a:lnTo>
                  <a:pt x="51019" y="92402"/>
                </a:lnTo>
                <a:lnTo>
                  <a:pt x="51266" y="93638"/>
                </a:lnTo>
                <a:lnTo>
                  <a:pt x="51513" y="94873"/>
                </a:lnTo>
                <a:lnTo>
                  <a:pt x="51760" y="95985"/>
                </a:lnTo>
                <a:lnTo>
                  <a:pt x="52131" y="97220"/>
                </a:lnTo>
                <a:lnTo>
                  <a:pt x="52378" y="98455"/>
                </a:lnTo>
                <a:lnTo>
                  <a:pt x="52625" y="99567"/>
                </a:lnTo>
                <a:lnTo>
                  <a:pt x="52872" y="100803"/>
                </a:lnTo>
                <a:lnTo>
                  <a:pt x="53119" y="101914"/>
                </a:lnTo>
                <a:lnTo>
                  <a:pt x="53490" y="103026"/>
                </a:lnTo>
                <a:lnTo>
                  <a:pt x="53737" y="104138"/>
                </a:lnTo>
                <a:lnTo>
                  <a:pt x="53984" y="105250"/>
                </a:lnTo>
                <a:lnTo>
                  <a:pt x="54354" y="106362"/>
                </a:lnTo>
                <a:lnTo>
                  <a:pt x="54601" y="107473"/>
                </a:lnTo>
                <a:lnTo>
                  <a:pt x="54848" y="108585"/>
                </a:lnTo>
                <a:lnTo>
                  <a:pt x="55096" y="109697"/>
                </a:lnTo>
                <a:lnTo>
                  <a:pt x="55960" y="112785"/>
                </a:lnTo>
                <a:lnTo>
                  <a:pt x="56207" y="113774"/>
                </a:lnTo>
                <a:lnTo>
                  <a:pt x="56454" y="114762"/>
                </a:lnTo>
                <a:lnTo>
                  <a:pt x="56701" y="115750"/>
                </a:lnTo>
                <a:lnTo>
                  <a:pt x="57072" y="116738"/>
                </a:lnTo>
                <a:lnTo>
                  <a:pt x="57319" y="117603"/>
                </a:lnTo>
                <a:lnTo>
                  <a:pt x="57566" y="118591"/>
                </a:lnTo>
                <a:lnTo>
                  <a:pt x="57813" y="119456"/>
                </a:lnTo>
                <a:lnTo>
                  <a:pt x="58184" y="120321"/>
                </a:lnTo>
                <a:lnTo>
                  <a:pt x="58431" y="121185"/>
                </a:lnTo>
                <a:lnTo>
                  <a:pt x="58678" y="122050"/>
                </a:lnTo>
                <a:lnTo>
                  <a:pt x="58925" y="122915"/>
                </a:lnTo>
                <a:lnTo>
                  <a:pt x="59172" y="123780"/>
                </a:lnTo>
                <a:lnTo>
                  <a:pt x="59543" y="124521"/>
                </a:lnTo>
                <a:lnTo>
                  <a:pt x="59790" y="125262"/>
                </a:lnTo>
                <a:lnTo>
                  <a:pt x="60037" y="126003"/>
                </a:lnTo>
                <a:lnTo>
                  <a:pt x="60407" y="126744"/>
                </a:lnTo>
                <a:lnTo>
                  <a:pt x="60654" y="127486"/>
                </a:lnTo>
                <a:lnTo>
                  <a:pt x="60902" y="128227"/>
                </a:lnTo>
                <a:lnTo>
                  <a:pt x="61149" y="128844"/>
                </a:lnTo>
                <a:lnTo>
                  <a:pt x="62013" y="130697"/>
                </a:lnTo>
                <a:lnTo>
                  <a:pt x="62260" y="131315"/>
                </a:lnTo>
                <a:lnTo>
                  <a:pt x="62507" y="131809"/>
                </a:lnTo>
                <a:lnTo>
                  <a:pt x="62755" y="132427"/>
                </a:lnTo>
                <a:lnTo>
                  <a:pt x="63125" y="132921"/>
                </a:lnTo>
                <a:lnTo>
                  <a:pt x="63372" y="133415"/>
                </a:lnTo>
                <a:lnTo>
                  <a:pt x="63619" y="133909"/>
                </a:lnTo>
                <a:lnTo>
                  <a:pt x="63990" y="134403"/>
                </a:lnTo>
                <a:lnTo>
                  <a:pt x="64237" y="134774"/>
                </a:lnTo>
                <a:lnTo>
                  <a:pt x="64484" y="135268"/>
                </a:lnTo>
                <a:lnTo>
                  <a:pt x="64731" y="135639"/>
                </a:lnTo>
                <a:lnTo>
                  <a:pt x="64978" y="135886"/>
                </a:lnTo>
                <a:lnTo>
                  <a:pt x="65349" y="136256"/>
                </a:lnTo>
                <a:lnTo>
                  <a:pt x="65596" y="136627"/>
                </a:lnTo>
                <a:lnTo>
                  <a:pt x="65843" y="136874"/>
                </a:lnTo>
                <a:lnTo>
                  <a:pt x="66090" y="137121"/>
                </a:lnTo>
                <a:lnTo>
                  <a:pt x="66461" y="137368"/>
                </a:lnTo>
                <a:lnTo>
                  <a:pt x="66708" y="137615"/>
                </a:lnTo>
                <a:lnTo>
                  <a:pt x="66955" y="137739"/>
                </a:lnTo>
                <a:lnTo>
                  <a:pt x="67202" y="137986"/>
                </a:lnTo>
                <a:lnTo>
                  <a:pt x="68066" y="138233"/>
                </a:lnTo>
                <a:lnTo>
                  <a:pt x="68314" y="138356"/>
                </a:lnTo>
                <a:lnTo>
                  <a:pt x="68561" y="138356"/>
                </a:lnTo>
                <a:lnTo>
                  <a:pt x="68931" y="138356"/>
                </a:lnTo>
                <a:lnTo>
                  <a:pt x="69178" y="138356"/>
                </a:lnTo>
                <a:lnTo>
                  <a:pt x="69425" y="138356"/>
                </a:lnTo>
                <a:lnTo>
                  <a:pt x="69796" y="138356"/>
                </a:lnTo>
                <a:lnTo>
                  <a:pt x="70043" y="138233"/>
                </a:lnTo>
                <a:lnTo>
                  <a:pt x="70290" y="138109"/>
                </a:lnTo>
                <a:lnTo>
                  <a:pt x="70537" y="137986"/>
                </a:lnTo>
                <a:lnTo>
                  <a:pt x="70784" y="137862"/>
                </a:lnTo>
                <a:lnTo>
                  <a:pt x="71155" y="137615"/>
                </a:lnTo>
                <a:lnTo>
                  <a:pt x="71402" y="137492"/>
                </a:lnTo>
                <a:lnTo>
                  <a:pt x="71649" y="137245"/>
                </a:lnTo>
                <a:lnTo>
                  <a:pt x="71896" y="136998"/>
                </a:lnTo>
                <a:lnTo>
                  <a:pt x="72143" y="136751"/>
                </a:lnTo>
                <a:lnTo>
                  <a:pt x="72514" y="136380"/>
                </a:lnTo>
                <a:lnTo>
                  <a:pt x="72761" y="136133"/>
                </a:lnTo>
                <a:lnTo>
                  <a:pt x="73008" y="135762"/>
                </a:lnTo>
                <a:lnTo>
                  <a:pt x="73378" y="135392"/>
                </a:lnTo>
                <a:lnTo>
                  <a:pt x="74120" y="134156"/>
                </a:lnTo>
                <a:lnTo>
                  <a:pt x="74367" y="133662"/>
                </a:lnTo>
                <a:lnTo>
                  <a:pt x="74737" y="133168"/>
                </a:lnTo>
                <a:lnTo>
                  <a:pt x="74984" y="132674"/>
                </a:lnTo>
                <a:lnTo>
                  <a:pt x="75231" y="132180"/>
                </a:lnTo>
                <a:lnTo>
                  <a:pt x="75478" y="131562"/>
                </a:lnTo>
                <a:lnTo>
                  <a:pt x="75849" y="130945"/>
                </a:lnTo>
                <a:lnTo>
                  <a:pt x="76096" y="130450"/>
                </a:lnTo>
                <a:lnTo>
                  <a:pt x="76343" y="129709"/>
                </a:lnTo>
                <a:lnTo>
                  <a:pt x="76590" y="129092"/>
                </a:lnTo>
                <a:lnTo>
                  <a:pt x="76837" y="128474"/>
                </a:lnTo>
                <a:lnTo>
                  <a:pt x="77208" y="127733"/>
                </a:lnTo>
                <a:lnTo>
                  <a:pt x="77455" y="127115"/>
                </a:lnTo>
                <a:lnTo>
                  <a:pt x="77702" y="126374"/>
                </a:lnTo>
                <a:lnTo>
                  <a:pt x="77949" y="125633"/>
                </a:lnTo>
                <a:lnTo>
                  <a:pt x="78196" y="124891"/>
                </a:lnTo>
                <a:lnTo>
                  <a:pt x="78567" y="124027"/>
                </a:lnTo>
                <a:lnTo>
                  <a:pt x="78814" y="123286"/>
                </a:lnTo>
                <a:lnTo>
                  <a:pt x="79061" y="122421"/>
                </a:lnTo>
                <a:lnTo>
                  <a:pt x="79431" y="121556"/>
                </a:lnTo>
                <a:lnTo>
                  <a:pt x="80173" y="118962"/>
                </a:lnTo>
                <a:lnTo>
                  <a:pt x="80420" y="117974"/>
                </a:lnTo>
                <a:lnTo>
                  <a:pt x="80790" y="117109"/>
                </a:lnTo>
                <a:lnTo>
                  <a:pt x="81037" y="116121"/>
                </a:lnTo>
                <a:lnTo>
                  <a:pt x="81284" y="115132"/>
                </a:lnTo>
                <a:lnTo>
                  <a:pt x="81532" y="114144"/>
                </a:lnTo>
                <a:lnTo>
                  <a:pt x="81779" y="113156"/>
                </a:lnTo>
                <a:lnTo>
                  <a:pt x="82149" y="112168"/>
                </a:lnTo>
                <a:lnTo>
                  <a:pt x="82396" y="111179"/>
                </a:lnTo>
                <a:lnTo>
                  <a:pt x="82643" y="110068"/>
                </a:lnTo>
                <a:lnTo>
                  <a:pt x="83014" y="109079"/>
                </a:lnTo>
                <a:lnTo>
                  <a:pt x="83261" y="107967"/>
                </a:lnTo>
                <a:lnTo>
                  <a:pt x="83508" y="106856"/>
                </a:lnTo>
                <a:lnTo>
                  <a:pt x="83755" y="105744"/>
                </a:lnTo>
                <a:lnTo>
                  <a:pt x="84002" y="104632"/>
                </a:lnTo>
                <a:lnTo>
                  <a:pt x="84373" y="103520"/>
                </a:lnTo>
                <a:lnTo>
                  <a:pt x="84620" y="102409"/>
                </a:lnTo>
                <a:lnTo>
                  <a:pt x="84867" y="101297"/>
                </a:lnTo>
                <a:lnTo>
                  <a:pt x="85237" y="100061"/>
                </a:lnTo>
                <a:lnTo>
                  <a:pt x="85485" y="98950"/>
                </a:lnTo>
                <a:lnTo>
                  <a:pt x="86226" y="95367"/>
                </a:lnTo>
                <a:lnTo>
                  <a:pt x="86596" y="94132"/>
                </a:lnTo>
                <a:lnTo>
                  <a:pt x="86843" y="92897"/>
                </a:lnTo>
                <a:lnTo>
                  <a:pt x="87090" y="91661"/>
                </a:lnTo>
                <a:lnTo>
                  <a:pt x="87338" y="90426"/>
                </a:lnTo>
                <a:lnTo>
                  <a:pt x="87585" y="89191"/>
                </a:lnTo>
                <a:lnTo>
                  <a:pt x="87955" y="87955"/>
                </a:lnTo>
                <a:lnTo>
                  <a:pt x="88202" y="86720"/>
                </a:lnTo>
                <a:lnTo>
                  <a:pt x="88449" y="85485"/>
                </a:lnTo>
                <a:lnTo>
                  <a:pt x="88820" y="84126"/>
                </a:lnTo>
                <a:lnTo>
                  <a:pt x="89067" y="82890"/>
                </a:lnTo>
                <a:lnTo>
                  <a:pt x="89314" y="81655"/>
                </a:lnTo>
                <a:lnTo>
                  <a:pt x="89561" y="80296"/>
                </a:lnTo>
                <a:lnTo>
                  <a:pt x="89808" y="79061"/>
                </a:lnTo>
                <a:lnTo>
                  <a:pt x="90179" y="77702"/>
                </a:lnTo>
                <a:lnTo>
                  <a:pt x="90426" y="76467"/>
                </a:lnTo>
                <a:lnTo>
                  <a:pt x="90673" y="75108"/>
                </a:lnTo>
                <a:lnTo>
                  <a:pt x="90920" y="73872"/>
                </a:lnTo>
                <a:lnTo>
                  <a:pt x="91167" y="72514"/>
                </a:lnTo>
                <a:lnTo>
                  <a:pt x="91538" y="71278"/>
                </a:lnTo>
                <a:lnTo>
                  <a:pt x="92402" y="67325"/>
                </a:lnTo>
                <a:lnTo>
                  <a:pt x="92649" y="65966"/>
                </a:lnTo>
                <a:lnTo>
                  <a:pt x="92897" y="64731"/>
                </a:lnTo>
                <a:lnTo>
                  <a:pt x="93144" y="63372"/>
                </a:lnTo>
                <a:lnTo>
                  <a:pt x="93391" y="62137"/>
                </a:lnTo>
                <a:lnTo>
                  <a:pt x="93761" y="60778"/>
                </a:lnTo>
                <a:lnTo>
                  <a:pt x="94008" y="59543"/>
                </a:lnTo>
                <a:lnTo>
                  <a:pt x="94255" y="58184"/>
                </a:lnTo>
                <a:lnTo>
                  <a:pt x="94626" y="56949"/>
                </a:lnTo>
                <a:lnTo>
                  <a:pt x="94873" y="55713"/>
                </a:lnTo>
                <a:lnTo>
                  <a:pt x="95120" y="54354"/>
                </a:lnTo>
                <a:lnTo>
                  <a:pt x="95367" y="53119"/>
                </a:lnTo>
                <a:lnTo>
                  <a:pt x="95614" y="51884"/>
                </a:lnTo>
                <a:lnTo>
                  <a:pt x="95861" y="50648"/>
                </a:lnTo>
                <a:lnTo>
                  <a:pt x="96232" y="49290"/>
                </a:lnTo>
                <a:lnTo>
                  <a:pt x="96479" y="48054"/>
                </a:lnTo>
                <a:lnTo>
                  <a:pt x="96726" y="46819"/>
                </a:lnTo>
                <a:lnTo>
                  <a:pt x="96973" y="45584"/>
                </a:lnTo>
                <a:lnTo>
                  <a:pt x="97220" y="44348"/>
                </a:lnTo>
                <a:lnTo>
                  <a:pt x="97591" y="43236"/>
                </a:lnTo>
                <a:lnTo>
                  <a:pt x="98455" y="39654"/>
                </a:lnTo>
                <a:lnTo>
                  <a:pt x="98703" y="38419"/>
                </a:lnTo>
                <a:lnTo>
                  <a:pt x="98950" y="37307"/>
                </a:lnTo>
                <a:lnTo>
                  <a:pt x="99197" y="36072"/>
                </a:lnTo>
                <a:lnTo>
                  <a:pt x="99444" y="34960"/>
                </a:lnTo>
                <a:lnTo>
                  <a:pt x="99814" y="33848"/>
                </a:lnTo>
                <a:lnTo>
                  <a:pt x="100061" y="32736"/>
                </a:lnTo>
                <a:lnTo>
                  <a:pt x="100308" y="31624"/>
                </a:lnTo>
                <a:lnTo>
                  <a:pt x="100556" y="30513"/>
                </a:lnTo>
                <a:lnTo>
                  <a:pt x="100926" y="29401"/>
                </a:lnTo>
                <a:lnTo>
                  <a:pt x="101173" y="28412"/>
                </a:lnTo>
                <a:lnTo>
                  <a:pt x="101420" y="27301"/>
                </a:lnTo>
                <a:lnTo>
                  <a:pt x="101667" y="26312"/>
                </a:lnTo>
                <a:lnTo>
                  <a:pt x="102038" y="25324"/>
                </a:lnTo>
                <a:lnTo>
                  <a:pt x="102285" y="24336"/>
                </a:lnTo>
                <a:lnTo>
                  <a:pt x="102532" y="23348"/>
                </a:lnTo>
                <a:lnTo>
                  <a:pt x="102779" y="22359"/>
                </a:lnTo>
                <a:lnTo>
                  <a:pt x="103644" y="19518"/>
                </a:lnTo>
                <a:lnTo>
                  <a:pt x="103891" y="18653"/>
                </a:lnTo>
                <a:lnTo>
                  <a:pt x="104261" y="17789"/>
                </a:lnTo>
                <a:lnTo>
                  <a:pt x="104509" y="16924"/>
                </a:lnTo>
                <a:lnTo>
                  <a:pt x="104756" y="16059"/>
                </a:lnTo>
                <a:lnTo>
                  <a:pt x="105003" y="15195"/>
                </a:lnTo>
                <a:lnTo>
                  <a:pt x="105250" y="14453"/>
                </a:lnTo>
                <a:lnTo>
                  <a:pt x="105620" y="13712"/>
                </a:lnTo>
                <a:lnTo>
                  <a:pt x="105867" y="12847"/>
                </a:lnTo>
                <a:lnTo>
                  <a:pt x="106114" y="12106"/>
                </a:lnTo>
                <a:lnTo>
                  <a:pt x="106362" y="11365"/>
                </a:lnTo>
                <a:lnTo>
                  <a:pt x="106609" y="10747"/>
                </a:lnTo>
                <a:lnTo>
                  <a:pt x="106979" y="10006"/>
                </a:lnTo>
                <a:lnTo>
                  <a:pt x="107226" y="9388"/>
                </a:lnTo>
                <a:lnTo>
                  <a:pt x="107473" y="8647"/>
                </a:lnTo>
                <a:lnTo>
                  <a:pt x="107844" y="8030"/>
                </a:lnTo>
                <a:lnTo>
                  <a:pt x="108091" y="7535"/>
                </a:lnTo>
                <a:lnTo>
                  <a:pt x="108338" y="6918"/>
                </a:lnTo>
                <a:lnTo>
                  <a:pt x="108585" y="6300"/>
                </a:lnTo>
                <a:lnTo>
                  <a:pt x="108832" y="5806"/>
                </a:lnTo>
                <a:lnTo>
                  <a:pt x="109697" y="4324"/>
                </a:lnTo>
                <a:lnTo>
                  <a:pt x="109944" y="3830"/>
                </a:lnTo>
                <a:lnTo>
                  <a:pt x="110315" y="3459"/>
                </a:lnTo>
                <a:lnTo>
                  <a:pt x="110562" y="3088"/>
                </a:lnTo>
                <a:lnTo>
                  <a:pt x="110809" y="2718"/>
                </a:lnTo>
                <a:lnTo>
                  <a:pt x="111056" y="2347"/>
                </a:lnTo>
                <a:lnTo>
                  <a:pt x="111426" y="1977"/>
                </a:lnTo>
                <a:lnTo>
                  <a:pt x="111673" y="1729"/>
                </a:lnTo>
                <a:lnTo>
                  <a:pt x="111921" y="1482"/>
                </a:lnTo>
                <a:lnTo>
                  <a:pt x="112168" y="1235"/>
                </a:lnTo>
                <a:lnTo>
                  <a:pt x="112415" y="988"/>
                </a:lnTo>
                <a:lnTo>
                  <a:pt x="112662" y="741"/>
                </a:lnTo>
                <a:lnTo>
                  <a:pt x="113032" y="618"/>
                </a:lnTo>
                <a:lnTo>
                  <a:pt x="113279" y="494"/>
                </a:lnTo>
                <a:lnTo>
                  <a:pt x="113650" y="247"/>
                </a:lnTo>
                <a:lnTo>
                  <a:pt x="113897" y="124"/>
                </a:lnTo>
                <a:lnTo>
                  <a:pt x="114144" y="124"/>
                </a:lnTo>
                <a:lnTo>
                  <a:pt x="114391" y="0"/>
                </a:lnTo>
                <a:lnTo>
                  <a:pt x="114638" y="0"/>
                </a:lnTo>
                <a:lnTo>
                  <a:pt x="114885" y="0"/>
                </a:lnTo>
                <a:lnTo>
                  <a:pt x="115750" y="124"/>
                </a:lnTo>
                <a:lnTo>
                  <a:pt x="115997" y="247"/>
                </a:lnTo>
                <a:lnTo>
                  <a:pt x="116244" y="371"/>
                </a:lnTo>
                <a:lnTo>
                  <a:pt x="116615" y="494"/>
                </a:lnTo>
                <a:lnTo>
                  <a:pt x="116862" y="618"/>
                </a:lnTo>
                <a:lnTo>
                  <a:pt x="117109" y="865"/>
                </a:lnTo>
                <a:lnTo>
                  <a:pt x="117479" y="988"/>
                </a:lnTo>
                <a:lnTo>
                  <a:pt x="117727" y="1235"/>
                </a:lnTo>
                <a:lnTo>
                  <a:pt x="117974" y="1482"/>
                </a:lnTo>
                <a:lnTo>
                  <a:pt x="118221" y="1729"/>
                </a:lnTo>
                <a:lnTo>
                  <a:pt x="118468" y="2100"/>
                </a:lnTo>
                <a:lnTo>
                  <a:pt x="118838" y="2471"/>
                </a:lnTo>
                <a:lnTo>
                  <a:pt x="119085" y="2841"/>
                </a:lnTo>
                <a:lnTo>
                  <a:pt x="119332" y="3212"/>
                </a:lnTo>
                <a:lnTo>
                  <a:pt x="119703" y="3582"/>
                </a:lnTo>
                <a:lnTo>
                  <a:pt x="119950" y="3953"/>
                </a:lnTo>
                <a:lnTo>
                  <a:pt x="120197" y="4447"/>
                </a:lnTo>
                <a:lnTo>
                  <a:pt x="120444" y="4941"/>
                </a:lnTo>
                <a:lnTo>
                  <a:pt x="120691" y="5435"/>
                </a:lnTo>
                <a:lnTo>
                  <a:pt x="121062" y="5930"/>
                </a:lnTo>
                <a:lnTo>
                  <a:pt x="121803" y="7659"/>
                </a:lnTo>
                <a:lnTo>
                  <a:pt x="122050" y="8153"/>
                </a:lnTo>
                <a:lnTo>
                  <a:pt x="122421" y="8894"/>
                </a:lnTo>
                <a:lnTo>
                  <a:pt x="122668" y="9512"/>
                </a:lnTo>
                <a:lnTo>
                  <a:pt x="122915" y="10130"/>
                </a:lnTo>
                <a:lnTo>
                  <a:pt x="123286" y="10871"/>
                </a:lnTo>
                <a:lnTo>
                  <a:pt x="123533" y="11612"/>
                </a:lnTo>
                <a:lnTo>
                  <a:pt x="123780" y="12353"/>
                </a:lnTo>
                <a:lnTo>
                  <a:pt x="124027" y="13094"/>
                </a:lnTo>
                <a:lnTo>
                  <a:pt x="124274" y="13836"/>
                </a:lnTo>
                <a:lnTo>
                  <a:pt x="124644" y="14577"/>
                </a:lnTo>
                <a:lnTo>
                  <a:pt x="124891" y="15442"/>
                </a:lnTo>
                <a:lnTo>
                  <a:pt x="125139" y="16183"/>
                </a:lnTo>
                <a:lnTo>
                  <a:pt x="125386" y="17047"/>
                </a:lnTo>
                <a:lnTo>
                  <a:pt x="125633" y="17912"/>
                </a:lnTo>
                <a:lnTo>
                  <a:pt x="126003" y="18900"/>
                </a:lnTo>
                <a:lnTo>
                  <a:pt x="126250" y="19765"/>
                </a:lnTo>
                <a:lnTo>
                  <a:pt x="126497" y="20630"/>
                </a:lnTo>
                <a:lnTo>
                  <a:pt x="126868" y="21618"/>
                </a:lnTo>
                <a:lnTo>
                  <a:pt x="127115" y="22606"/>
                </a:lnTo>
                <a:lnTo>
                  <a:pt x="127856" y="25571"/>
                </a:lnTo>
                <a:lnTo>
                  <a:pt x="128227" y="26560"/>
                </a:lnTo>
                <a:lnTo>
                  <a:pt x="128474" y="27548"/>
                </a:lnTo>
                <a:lnTo>
                  <a:pt x="128721" y="28660"/>
                </a:lnTo>
                <a:lnTo>
                  <a:pt x="129092" y="29771"/>
                </a:lnTo>
                <a:lnTo>
                  <a:pt x="129339" y="30760"/>
                </a:lnTo>
                <a:lnTo>
                  <a:pt x="129586" y="31871"/>
                </a:lnTo>
                <a:lnTo>
                  <a:pt x="129833" y="32983"/>
                </a:lnTo>
                <a:lnTo>
                  <a:pt x="130080" y="34095"/>
                </a:lnTo>
                <a:lnTo>
                  <a:pt x="130450" y="35207"/>
                </a:lnTo>
                <a:lnTo>
                  <a:pt x="130697" y="36319"/>
                </a:lnTo>
                <a:lnTo>
                  <a:pt x="130945" y="37554"/>
                </a:lnTo>
                <a:lnTo>
                  <a:pt x="131192" y="38666"/>
                </a:lnTo>
                <a:lnTo>
                  <a:pt x="131439" y="39901"/>
                </a:lnTo>
                <a:lnTo>
                  <a:pt x="131686" y="41013"/>
                </a:lnTo>
                <a:lnTo>
                  <a:pt x="132056" y="42248"/>
                </a:lnTo>
                <a:lnTo>
                  <a:pt x="132303" y="43483"/>
                </a:lnTo>
                <a:lnTo>
                  <a:pt x="132674" y="44719"/>
                </a:lnTo>
                <a:lnTo>
                  <a:pt x="132921" y="45954"/>
                </a:lnTo>
                <a:lnTo>
                  <a:pt x="133168" y="47189"/>
                </a:lnTo>
                <a:lnTo>
                  <a:pt x="133909" y="50895"/>
                </a:lnTo>
                <a:lnTo>
                  <a:pt x="134280" y="52131"/>
                </a:lnTo>
                <a:lnTo>
                  <a:pt x="134527" y="53366"/>
                </a:lnTo>
                <a:lnTo>
                  <a:pt x="134774" y="54725"/>
                </a:lnTo>
                <a:lnTo>
                  <a:pt x="135021" y="55960"/>
                </a:lnTo>
                <a:lnTo>
                  <a:pt x="135392" y="57196"/>
                </a:lnTo>
                <a:lnTo>
                  <a:pt x="135639" y="58554"/>
                </a:lnTo>
                <a:lnTo>
                  <a:pt x="135886" y="59790"/>
                </a:lnTo>
                <a:lnTo>
                  <a:pt x="136133" y="61149"/>
                </a:lnTo>
                <a:lnTo>
                  <a:pt x="136504" y="62384"/>
                </a:lnTo>
                <a:lnTo>
                  <a:pt x="136751" y="63743"/>
                </a:lnTo>
                <a:lnTo>
                  <a:pt x="136998" y="64978"/>
                </a:lnTo>
                <a:lnTo>
                  <a:pt x="137245" y="66337"/>
                </a:lnTo>
                <a:lnTo>
                  <a:pt x="137492" y="67572"/>
                </a:lnTo>
                <a:lnTo>
                  <a:pt x="137862" y="68931"/>
                </a:lnTo>
                <a:lnTo>
                  <a:pt x="138109" y="70167"/>
                </a:lnTo>
                <a:lnTo>
                  <a:pt x="138356" y="71525"/>
                </a:lnTo>
                <a:lnTo>
                  <a:pt x="138727" y="72761"/>
                </a:lnTo>
                <a:lnTo>
                  <a:pt x="138974" y="74120"/>
                </a:lnTo>
                <a:lnTo>
                  <a:pt x="139221" y="75478"/>
                </a:lnTo>
                <a:lnTo>
                  <a:pt x="140086" y="79308"/>
                </a:lnTo>
                <a:lnTo>
                  <a:pt x="140333" y="80543"/>
                </a:lnTo>
                <a:lnTo>
                  <a:pt x="140580" y="81902"/>
                </a:lnTo>
                <a:lnTo>
                  <a:pt x="140827" y="83137"/>
                </a:lnTo>
                <a:lnTo>
                  <a:pt x="141074" y="84496"/>
                </a:lnTo>
                <a:lnTo>
                  <a:pt x="141445" y="85732"/>
                </a:lnTo>
                <a:lnTo>
                  <a:pt x="141692" y="86967"/>
                </a:lnTo>
                <a:lnTo>
                  <a:pt x="141939" y="88202"/>
                </a:lnTo>
                <a:lnTo>
                  <a:pt x="142310" y="89438"/>
                </a:lnTo>
                <a:lnTo>
                  <a:pt x="142557" y="90673"/>
                </a:lnTo>
                <a:lnTo>
                  <a:pt x="142804" y="91908"/>
                </a:lnTo>
                <a:lnTo>
                  <a:pt x="143051" y="93144"/>
                </a:lnTo>
                <a:lnTo>
                  <a:pt x="143298" y="94379"/>
                </a:lnTo>
                <a:lnTo>
                  <a:pt x="143668" y="95614"/>
                </a:lnTo>
                <a:lnTo>
                  <a:pt x="143915" y="96850"/>
                </a:lnTo>
                <a:lnTo>
                  <a:pt x="144163" y="97961"/>
                </a:lnTo>
                <a:lnTo>
                  <a:pt x="144410" y="99197"/>
                </a:lnTo>
                <a:lnTo>
                  <a:pt x="144780" y="100432"/>
                </a:lnTo>
                <a:lnTo>
                  <a:pt x="145027" y="101544"/>
                </a:lnTo>
                <a:lnTo>
                  <a:pt x="145274" y="102656"/>
                </a:lnTo>
                <a:lnTo>
                  <a:pt x="146139" y="105991"/>
                </a:lnTo>
                <a:lnTo>
                  <a:pt x="146386" y="107103"/>
                </a:lnTo>
                <a:lnTo>
                  <a:pt x="146633" y="108215"/>
                </a:lnTo>
                <a:lnTo>
                  <a:pt x="146880" y="109326"/>
                </a:lnTo>
                <a:lnTo>
                  <a:pt x="147251" y="110315"/>
                </a:lnTo>
                <a:lnTo>
                  <a:pt x="147498" y="111426"/>
                </a:lnTo>
                <a:lnTo>
                  <a:pt x="147745" y="112415"/>
                </a:lnTo>
                <a:lnTo>
                  <a:pt x="148116" y="113403"/>
                </a:lnTo>
                <a:lnTo>
                  <a:pt x="148363" y="114391"/>
                </a:lnTo>
                <a:lnTo>
                  <a:pt x="148610" y="115379"/>
                </a:lnTo>
                <a:lnTo>
                  <a:pt x="148857" y="116368"/>
                </a:lnTo>
                <a:lnTo>
                  <a:pt x="149104" y="117356"/>
                </a:lnTo>
                <a:lnTo>
                  <a:pt x="149474" y="118221"/>
                </a:lnTo>
                <a:lnTo>
                  <a:pt x="149721" y="119085"/>
                </a:lnTo>
                <a:lnTo>
                  <a:pt x="149969" y="120074"/>
                </a:lnTo>
                <a:lnTo>
                  <a:pt x="150216" y="120938"/>
                </a:lnTo>
                <a:lnTo>
                  <a:pt x="150463" y="121803"/>
                </a:lnTo>
                <a:lnTo>
                  <a:pt x="150710" y="122668"/>
                </a:lnTo>
                <a:lnTo>
                  <a:pt x="151080" y="123409"/>
                </a:lnTo>
                <a:lnTo>
                  <a:pt x="151327" y="124274"/>
                </a:lnTo>
                <a:lnTo>
                  <a:pt x="152192" y="126497"/>
                </a:lnTo>
                <a:lnTo>
                  <a:pt x="152439" y="127239"/>
                </a:lnTo>
                <a:lnTo>
                  <a:pt x="152686" y="127980"/>
                </a:lnTo>
                <a:lnTo>
                  <a:pt x="152933" y="128597"/>
                </a:lnTo>
                <a:lnTo>
                  <a:pt x="153304" y="129339"/>
                </a:lnTo>
                <a:lnTo>
                  <a:pt x="153551" y="129956"/>
                </a:lnTo>
                <a:lnTo>
                  <a:pt x="153798" y="130574"/>
                </a:lnTo>
                <a:lnTo>
                  <a:pt x="154169" y="131068"/>
                </a:lnTo>
                <a:lnTo>
                  <a:pt x="154416" y="131686"/>
                </a:lnTo>
                <a:lnTo>
                  <a:pt x="154663" y="132303"/>
                </a:lnTo>
                <a:lnTo>
                  <a:pt x="154910" y="132798"/>
                </a:lnTo>
                <a:lnTo>
                  <a:pt x="155157" y="133292"/>
                </a:lnTo>
                <a:lnTo>
                  <a:pt x="155528" y="133786"/>
                </a:lnTo>
                <a:lnTo>
                  <a:pt x="155775" y="134280"/>
                </a:lnTo>
                <a:lnTo>
                  <a:pt x="156022" y="134651"/>
                </a:lnTo>
                <a:lnTo>
                  <a:pt x="156269" y="135021"/>
                </a:lnTo>
                <a:lnTo>
                  <a:pt x="156516" y="135392"/>
                </a:lnTo>
                <a:lnTo>
                  <a:pt x="156886" y="135762"/>
                </a:lnTo>
                <a:lnTo>
                  <a:pt x="157133" y="136133"/>
                </a:lnTo>
                <a:lnTo>
                  <a:pt x="157381" y="136504"/>
                </a:lnTo>
                <a:lnTo>
                  <a:pt x="158245" y="137245"/>
                </a:lnTo>
                <a:lnTo>
                  <a:pt x="158492" y="137492"/>
                </a:lnTo>
                <a:lnTo>
                  <a:pt x="158739" y="137739"/>
                </a:lnTo>
                <a:lnTo>
                  <a:pt x="159110" y="137862"/>
                </a:lnTo>
                <a:lnTo>
                  <a:pt x="159357" y="137986"/>
                </a:lnTo>
                <a:lnTo>
                  <a:pt x="159604" y="138109"/>
                </a:lnTo>
                <a:lnTo>
                  <a:pt x="159851" y="138233"/>
                </a:lnTo>
                <a:lnTo>
                  <a:pt x="160098" y="138356"/>
                </a:lnTo>
                <a:lnTo>
                  <a:pt x="160469" y="138356"/>
                </a:lnTo>
                <a:lnTo>
                  <a:pt x="160716" y="138356"/>
                </a:lnTo>
                <a:lnTo>
                  <a:pt x="160963" y="138356"/>
                </a:lnTo>
                <a:lnTo>
                  <a:pt x="161334" y="138356"/>
                </a:lnTo>
                <a:lnTo>
                  <a:pt x="161581" y="138356"/>
                </a:lnTo>
                <a:lnTo>
                  <a:pt x="161828" y="138233"/>
                </a:lnTo>
                <a:lnTo>
                  <a:pt x="162075" y="138233"/>
                </a:lnTo>
                <a:lnTo>
                  <a:pt x="162322" y="137986"/>
                </a:lnTo>
                <a:lnTo>
                  <a:pt x="162692" y="137862"/>
                </a:lnTo>
                <a:lnTo>
                  <a:pt x="162939" y="137739"/>
                </a:lnTo>
                <a:lnTo>
                  <a:pt x="163187" y="137492"/>
                </a:lnTo>
                <a:lnTo>
                  <a:pt x="163557" y="137368"/>
                </a:lnTo>
                <a:lnTo>
                  <a:pt x="164298" y="136504"/>
                </a:lnTo>
                <a:lnTo>
                  <a:pt x="164545" y="136133"/>
                </a:lnTo>
                <a:lnTo>
                  <a:pt x="164916" y="135886"/>
                </a:lnTo>
                <a:lnTo>
                  <a:pt x="165163" y="135515"/>
                </a:lnTo>
                <a:lnTo>
                  <a:pt x="165410" y="135145"/>
                </a:lnTo>
                <a:lnTo>
                  <a:pt x="165657" y="134651"/>
                </a:lnTo>
                <a:lnTo>
                  <a:pt x="165904" y="134280"/>
                </a:lnTo>
                <a:lnTo>
                  <a:pt x="166275" y="133786"/>
                </a:lnTo>
                <a:lnTo>
                  <a:pt x="166522" y="133292"/>
                </a:lnTo>
                <a:lnTo>
                  <a:pt x="166769" y="132798"/>
                </a:lnTo>
                <a:lnTo>
                  <a:pt x="167140" y="132303"/>
                </a:lnTo>
                <a:lnTo>
                  <a:pt x="167387" y="131809"/>
                </a:lnTo>
                <a:lnTo>
                  <a:pt x="167634" y="131192"/>
                </a:lnTo>
                <a:lnTo>
                  <a:pt x="167881" y="130574"/>
                </a:lnTo>
                <a:lnTo>
                  <a:pt x="168128" y="129956"/>
                </a:lnTo>
                <a:lnTo>
                  <a:pt x="168498" y="129339"/>
                </a:lnTo>
                <a:lnTo>
                  <a:pt x="168746" y="128721"/>
                </a:lnTo>
                <a:lnTo>
                  <a:pt x="168993" y="127980"/>
                </a:lnTo>
                <a:lnTo>
                  <a:pt x="169240" y="127362"/>
                </a:lnTo>
                <a:lnTo>
                  <a:pt x="169487" y="126621"/>
                </a:lnTo>
                <a:lnTo>
                  <a:pt x="170351" y="124274"/>
                </a:lnTo>
                <a:lnTo>
                  <a:pt x="170722" y="123533"/>
                </a:lnTo>
                <a:lnTo>
                  <a:pt x="170969" y="122668"/>
                </a:lnTo>
                <a:lnTo>
                  <a:pt x="171216" y="121927"/>
                </a:lnTo>
                <a:lnTo>
                  <a:pt x="171463" y="121062"/>
                </a:lnTo>
                <a:lnTo>
                  <a:pt x="171710" y="120197"/>
                </a:lnTo>
                <a:lnTo>
                  <a:pt x="171957" y="119209"/>
                </a:lnTo>
                <a:lnTo>
                  <a:pt x="172328" y="118344"/>
                </a:lnTo>
                <a:lnTo>
                  <a:pt x="172575" y="117356"/>
                </a:lnTo>
                <a:lnTo>
                  <a:pt x="172822" y="116491"/>
                </a:lnTo>
                <a:lnTo>
                  <a:pt x="173193" y="115503"/>
                </a:lnTo>
                <a:lnTo>
                  <a:pt x="173440" y="114515"/>
                </a:lnTo>
                <a:lnTo>
                  <a:pt x="173687" y="113526"/>
                </a:lnTo>
                <a:lnTo>
                  <a:pt x="173934" y="112538"/>
                </a:lnTo>
                <a:lnTo>
                  <a:pt x="174181" y="111550"/>
                </a:lnTo>
                <a:lnTo>
                  <a:pt x="174552" y="110438"/>
                </a:lnTo>
                <a:lnTo>
                  <a:pt x="174799" y="109450"/>
                </a:lnTo>
                <a:lnTo>
                  <a:pt x="175540" y="106114"/>
                </a:lnTo>
                <a:lnTo>
                  <a:pt x="175910" y="105003"/>
                </a:lnTo>
                <a:lnTo>
                  <a:pt x="176157" y="103891"/>
                </a:lnTo>
                <a:lnTo>
                  <a:pt x="176405" y="102779"/>
                </a:lnTo>
                <a:lnTo>
                  <a:pt x="176775" y="101667"/>
                </a:lnTo>
                <a:lnTo>
                  <a:pt x="177022" y="100432"/>
                </a:lnTo>
                <a:lnTo>
                  <a:pt x="177269" y="99320"/>
                </a:lnTo>
                <a:lnTo>
                  <a:pt x="177516" y="98085"/>
                </a:lnTo>
                <a:lnTo>
                  <a:pt x="177763" y="96973"/>
                </a:lnTo>
                <a:lnTo>
                  <a:pt x="178134" y="95738"/>
                </a:lnTo>
                <a:lnTo>
                  <a:pt x="178381" y="94502"/>
                </a:lnTo>
                <a:lnTo>
                  <a:pt x="178628" y="93267"/>
                </a:lnTo>
                <a:lnTo>
                  <a:pt x="178875" y="92155"/>
                </a:lnTo>
                <a:lnTo>
                  <a:pt x="179246" y="90920"/>
                </a:lnTo>
                <a:lnTo>
                  <a:pt x="179493" y="89561"/>
                </a:lnTo>
                <a:lnTo>
                  <a:pt x="179740" y="88326"/>
                </a:lnTo>
                <a:lnTo>
                  <a:pt x="179987" y="87090"/>
                </a:lnTo>
                <a:lnTo>
                  <a:pt x="180358" y="85855"/>
                </a:lnTo>
                <a:lnTo>
                  <a:pt x="180605" y="84620"/>
                </a:lnTo>
                <a:lnTo>
                  <a:pt x="180852" y="83261"/>
                </a:lnTo>
                <a:lnTo>
                  <a:pt x="181716" y="79431"/>
                </a:lnTo>
                <a:lnTo>
                  <a:pt x="181963" y="78196"/>
                </a:lnTo>
                <a:lnTo>
                  <a:pt x="182211" y="76837"/>
                </a:lnTo>
                <a:lnTo>
                  <a:pt x="182581" y="75602"/>
                </a:lnTo>
                <a:lnTo>
                  <a:pt x="182828" y="74243"/>
                </a:lnTo>
                <a:lnTo>
                  <a:pt x="183075" y="73008"/>
                </a:lnTo>
                <a:lnTo>
                  <a:pt x="183322" y="71649"/>
                </a:lnTo>
                <a:lnTo>
                  <a:pt x="183569" y="70414"/>
                </a:lnTo>
                <a:lnTo>
                  <a:pt x="183940" y="69055"/>
                </a:lnTo>
                <a:lnTo>
                  <a:pt x="184187" y="67696"/>
                </a:lnTo>
                <a:lnTo>
                  <a:pt x="184434" y="66461"/>
                </a:lnTo>
                <a:lnTo>
                  <a:pt x="184681" y="65102"/>
                </a:lnTo>
                <a:lnTo>
                  <a:pt x="184928" y="63866"/>
                </a:lnTo>
                <a:lnTo>
                  <a:pt x="185299" y="62507"/>
                </a:lnTo>
                <a:lnTo>
                  <a:pt x="185546" y="61272"/>
                </a:lnTo>
                <a:lnTo>
                  <a:pt x="185793" y="59913"/>
                </a:lnTo>
                <a:lnTo>
                  <a:pt x="186164" y="58678"/>
                </a:lnTo>
                <a:lnTo>
                  <a:pt x="186411" y="57443"/>
                </a:lnTo>
                <a:lnTo>
                  <a:pt x="186658" y="56084"/>
                </a:lnTo>
                <a:lnTo>
                  <a:pt x="186905" y="54848"/>
                </a:lnTo>
                <a:lnTo>
                  <a:pt x="187770" y="51019"/>
                </a:lnTo>
                <a:lnTo>
                  <a:pt x="188017" y="49784"/>
                </a:lnTo>
                <a:lnTo>
                  <a:pt x="188264" y="48548"/>
                </a:lnTo>
                <a:lnTo>
                  <a:pt x="188634" y="47189"/>
                </a:lnTo>
                <a:lnTo>
                  <a:pt x="188881" y="46078"/>
                </a:lnTo>
                <a:lnTo>
                  <a:pt x="189128" y="44842"/>
                </a:lnTo>
                <a:lnTo>
                  <a:pt x="189375" y="43607"/>
                </a:lnTo>
                <a:lnTo>
                  <a:pt x="189623" y="42372"/>
                </a:lnTo>
                <a:lnTo>
                  <a:pt x="189993" y="41136"/>
                </a:lnTo>
                <a:lnTo>
                  <a:pt x="190240" y="40025"/>
                </a:lnTo>
                <a:lnTo>
                  <a:pt x="190487" y="38789"/>
                </a:lnTo>
                <a:lnTo>
                  <a:pt x="190734" y="37677"/>
                </a:lnTo>
                <a:lnTo>
                  <a:pt x="190981" y="36566"/>
                </a:lnTo>
                <a:lnTo>
                  <a:pt x="191352" y="35330"/>
                </a:lnTo>
                <a:lnTo>
                  <a:pt x="191599" y="34219"/>
                </a:lnTo>
                <a:lnTo>
                  <a:pt x="191846" y="33107"/>
                </a:lnTo>
                <a:lnTo>
                  <a:pt x="192217" y="31995"/>
                </a:lnTo>
                <a:lnTo>
                  <a:pt x="192464" y="30883"/>
                </a:lnTo>
                <a:lnTo>
                  <a:pt x="192711" y="29771"/>
                </a:lnTo>
                <a:lnTo>
                  <a:pt x="192958" y="28783"/>
                </a:lnTo>
                <a:lnTo>
                  <a:pt x="193823" y="25695"/>
                </a:lnTo>
                <a:lnTo>
                  <a:pt x="194070" y="24707"/>
                </a:lnTo>
                <a:lnTo>
                  <a:pt x="194317" y="23595"/>
                </a:lnTo>
                <a:lnTo>
                  <a:pt x="194564" y="22730"/>
                </a:lnTo>
                <a:lnTo>
                  <a:pt x="194934" y="21742"/>
                </a:lnTo>
                <a:lnTo>
                  <a:pt x="195181" y="20753"/>
                </a:lnTo>
                <a:lnTo>
                  <a:pt x="195429" y="19889"/>
                </a:lnTo>
                <a:lnTo>
                  <a:pt x="195799" y="18900"/>
                </a:lnTo>
                <a:lnTo>
                  <a:pt x="196046" y="18036"/>
                </a:lnTo>
                <a:lnTo>
                  <a:pt x="196293" y="17171"/>
                </a:lnTo>
                <a:lnTo>
                  <a:pt x="196540" y="16306"/>
                </a:lnTo>
                <a:lnTo>
                  <a:pt x="196787" y="15565"/>
                </a:lnTo>
                <a:lnTo>
                  <a:pt x="197158" y="14700"/>
                </a:lnTo>
                <a:lnTo>
                  <a:pt x="197405" y="13959"/>
                </a:lnTo>
                <a:lnTo>
                  <a:pt x="197652" y="13094"/>
                </a:lnTo>
                <a:lnTo>
                  <a:pt x="198023" y="12353"/>
                </a:lnTo>
                <a:lnTo>
                  <a:pt x="198270" y="11612"/>
                </a:lnTo>
                <a:lnTo>
                  <a:pt x="198517" y="10871"/>
                </a:lnTo>
                <a:lnTo>
                  <a:pt x="198764" y="10253"/>
                </a:lnTo>
                <a:lnTo>
                  <a:pt x="199011" y="9512"/>
                </a:lnTo>
                <a:lnTo>
                  <a:pt x="199876" y="7659"/>
                </a:lnTo>
                <a:lnTo>
                  <a:pt x="200123" y="7041"/>
                </a:lnTo>
                <a:lnTo>
                  <a:pt x="200370" y="6547"/>
                </a:lnTo>
                <a:lnTo>
                  <a:pt x="200740" y="6053"/>
                </a:lnTo>
                <a:lnTo>
                  <a:pt x="200988" y="5435"/>
                </a:lnTo>
                <a:lnTo>
                  <a:pt x="201235" y="4941"/>
                </a:lnTo>
                <a:lnTo>
                  <a:pt x="201605" y="4447"/>
                </a:lnTo>
                <a:lnTo>
                  <a:pt x="201852" y="4077"/>
                </a:lnTo>
                <a:lnTo>
                  <a:pt x="202099" y="3582"/>
                </a:lnTo>
                <a:lnTo>
                  <a:pt x="202346" y="3212"/>
                </a:lnTo>
                <a:lnTo>
                  <a:pt x="202593" y="2841"/>
                </a:lnTo>
                <a:lnTo>
                  <a:pt x="202964" y="2471"/>
                </a:lnTo>
                <a:lnTo>
                  <a:pt x="203211" y="2100"/>
                </a:lnTo>
                <a:lnTo>
                  <a:pt x="203458" y="1853"/>
                </a:lnTo>
                <a:lnTo>
                  <a:pt x="203705" y="1482"/>
                </a:lnTo>
                <a:lnTo>
                  <a:pt x="203952" y="1235"/>
                </a:lnTo>
                <a:lnTo>
                  <a:pt x="204323" y="988"/>
                </a:lnTo>
                <a:lnTo>
                  <a:pt x="204570" y="865"/>
                </a:lnTo>
                <a:lnTo>
                  <a:pt x="204817" y="618"/>
                </a:lnTo>
                <a:lnTo>
                  <a:pt x="205188" y="494"/>
                </a:lnTo>
                <a:lnTo>
                  <a:pt x="205929" y="124"/>
                </a:lnTo>
                <a:lnTo>
                  <a:pt x="206176" y="0"/>
                </a:lnTo>
                <a:lnTo>
                  <a:pt x="206546" y="0"/>
                </a:lnTo>
                <a:lnTo>
                  <a:pt x="206794" y="0"/>
                </a:lnTo>
                <a:lnTo>
                  <a:pt x="207041" y="0"/>
                </a:lnTo>
                <a:lnTo>
                  <a:pt x="207411" y="0"/>
                </a:lnTo>
                <a:lnTo>
                  <a:pt x="207658" y="124"/>
                </a:lnTo>
                <a:lnTo>
                  <a:pt x="207905" y="124"/>
                </a:lnTo>
                <a:lnTo>
                  <a:pt x="208152" y="247"/>
                </a:lnTo>
                <a:lnTo>
                  <a:pt x="208399" y="371"/>
                </a:lnTo>
                <a:lnTo>
                  <a:pt x="208647" y="618"/>
                </a:lnTo>
                <a:lnTo>
                  <a:pt x="209017" y="741"/>
                </a:lnTo>
                <a:lnTo>
                  <a:pt x="209264" y="988"/>
                </a:lnTo>
                <a:lnTo>
                  <a:pt x="209511" y="1235"/>
                </a:lnTo>
                <a:lnTo>
                  <a:pt x="209758" y="1359"/>
                </a:lnTo>
                <a:lnTo>
                  <a:pt x="210005" y="1729"/>
                </a:lnTo>
                <a:lnTo>
                  <a:pt x="210376" y="1977"/>
                </a:lnTo>
                <a:lnTo>
                  <a:pt x="210623" y="2347"/>
                </a:lnTo>
                <a:lnTo>
                  <a:pt x="210870" y="2718"/>
                </a:lnTo>
                <a:lnTo>
                  <a:pt x="211241" y="3088"/>
                </a:lnTo>
                <a:lnTo>
                  <a:pt x="211982" y="4324"/>
                </a:lnTo>
                <a:lnTo>
                  <a:pt x="212229" y="4694"/>
                </a:lnTo>
                <a:lnTo>
                  <a:pt x="212600" y="5188"/>
                </a:lnTo>
                <a:lnTo>
                  <a:pt x="212847" y="5806"/>
                </a:lnTo>
                <a:lnTo>
                  <a:pt x="213094" y="6300"/>
                </a:lnTo>
                <a:lnTo>
                  <a:pt x="213341" y="6794"/>
                </a:lnTo>
                <a:lnTo>
                  <a:pt x="213711" y="7412"/>
                </a:lnTo>
                <a:lnTo>
                  <a:pt x="213958" y="8030"/>
                </a:lnTo>
                <a:lnTo>
                  <a:pt x="214205" y="8647"/>
                </a:lnTo>
                <a:lnTo>
                  <a:pt x="214453" y="9265"/>
                </a:lnTo>
                <a:lnTo>
                  <a:pt x="214823" y="9883"/>
                </a:lnTo>
                <a:lnTo>
                  <a:pt x="215070" y="10624"/>
                </a:lnTo>
                <a:lnTo>
                  <a:pt x="215317" y="11365"/>
                </a:lnTo>
                <a:lnTo>
                  <a:pt x="215564" y="11983"/>
                </a:lnTo>
                <a:lnTo>
                  <a:pt x="215811" y="12847"/>
                </a:lnTo>
                <a:lnTo>
                  <a:pt x="216182" y="13589"/>
                </a:lnTo>
                <a:lnTo>
                  <a:pt x="216429" y="14330"/>
                </a:lnTo>
                <a:lnTo>
                  <a:pt x="216676" y="15195"/>
                </a:lnTo>
                <a:lnTo>
                  <a:pt x="217047" y="15936"/>
                </a:lnTo>
                <a:lnTo>
                  <a:pt x="217294" y="16800"/>
                </a:lnTo>
                <a:lnTo>
                  <a:pt x="218035" y="19518"/>
                </a:lnTo>
                <a:lnTo>
                  <a:pt x="218406" y="20383"/>
                </a:lnTo>
                <a:lnTo>
                  <a:pt x="218653" y="21371"/>
                </a:lnTo>
                <a:lnTo>
                  <a:pt x="218900" y="22236"/>
                </a:lnTo>
                <a:lnTo>
                  <a:pt x="219147" y="23224"/>
                </a:lnTo>
                <a:lnTo>
                  <a:pt x="219394" y="24212"/>
                </a:lnTo>
                <a:lnTo>
                  <a:pt x="219764" y="25201"/>
                </a:lnTo>
                <a:lnTo>
                  <a:pt x="220012" y="26189"/>
                </a:lnTo>
                <a:lnTo>
                  <a:pt x="220259" y="27301"/>
                </a:lnTo>
                <a:lnTo>
                  <a:pt x="220629" y="28289"/>
                </a:lnTo>
                <a:lnTo>
                  <a:pt x="220876" y="29401"/>
                </a:lnTo>
                <a:lnTo>
                  <a:pt x="221123" y="30389"/>
                </a:lnTo>
                <a:lnTo>
                  <a:pt x="221370" y="31501"/>
                </a:lnTo>
                <a:lnTo>
                  <a:pt x="221617" y="32613"/>
                </a:lnTo>
                <a:lnTo>
                  <a:pt x="221988" y="33724"/>
                </a:lnTo>
                <a:lnTo>
                  <a:pt x="222235" y="34836"/>
                </a:lnTo>
                <a:lnTo>
                  <a:pt x="222482" y="35948"/>
                </a:lnTo>
                <a:lnTo>
                  <a:pt x="222729" y="37183"/>
                </a:lnTo>
                <a:lnTo>
                  <a:pt x="223100" y="38295"/>
                </a:lnTo>
                <a:lnTo>
                  <a:pt x="223347" y="39530"/>
                </a:lnTo>
                <a:lnTo>
                  <a:pt x="224212" y="42989"/>
                </a:lnTo>
                <a:lnTo>
                  <a:pt x="224459" y="44225"/>
                </a:lnTo>
                <a:lnTo>
                  <a:pt x="224706" y="45460"/>
                </a:lnTo>
                <a:lnTo>
                  <a:pt x="224953" y="46695"/>
                </a:lnTo>
                <a:lnTo>
                  <a:pt x="225200" y="47931"/>
                </a:lnTo>
                <a:lnTo>
                  <a:pt x="225570" y="49166"/>
                </a:lnTo>
                <a:lnTo>
                  <a:pt x="225818" y="50401"/>
                </a:lnTo>
                <a:lnTo>
                  <a:pt x="226065" y="51760"/>
                </a:lnTo>
                <a:lnTo>
                  <a:pt x="226435" y="52995"/>
                </a:lnTo>
                <a:lnTo>
                  <a:pt x="226682" y="54231"/>
                </a:lnTo>
                <a:lnTo>
                  <a:pt x="226929" y="55590"/>
                </a:lnTo>
                <a:lnTo>
                  <a:pt x="227176" y="56825"/>
                </a:lnTo>
                <a:lnTo>
                  <a:pt x="227423" y="58060"/>
                </a:lnTo>
                <a:lnTo>
                  <a:pt x="227671" y="59419"/>
                </a:lnTo>
                <a:lnTo>
                  <a:pt x="228041" y="60654"/>
                </a:lnTo>
                <a:lnTo>
                  <a:pt x="228288" y="62013"/>
                </a:lnTo>
                <a:lnTo>
                  <a:pt x="228535" y="63249"/>
                </a:lnTo>
                <a:lnTo>
                  <a:pt x="228782" y="64608"/>
                </a:lnTo>
                <a:lnTo>
                  <a:pt x="229029" y="65843"/>
                </a:lnTo>
                <a:lnTo>
                  <a:pt x="229400" y="67202"/>
                </a:lnTo>
                <a:lnTo>
                  <a:pt x="230265" y="71031"/>
                </a:lnTo>
                <a:lnTo>
                  <a:pt x="230512" y="72390"/>
                </a:lnTo>
                <a:lnTo>
                  <a:pt x="230759" y="73749"/>
                </a:lnTo>
                <a:lnTo>
                  <a:pt x="231006" y="74984"/>
                </a:lnTo>
                <a:lnTo>
                  <a:pt x="231253" y="76343"/>
                </a:lnTo>
                <a:lnTo>
                  <a:pt x="231624" y="77578"/>
                </a:lnTo>
                <a:lnTo>
                  <a:pt x="231871" y="78937"/>
                </a:lnTo>
                <a:lnTo>
                  <a:pt x="232118" y="80173"/>
                </a:lnTo>
                <a:lnTo>
                  <a:pt x="232488" y="81408"/>
                </a:lnTo>
                <a:lnTo>
                  <a:pt x="232735" y="82767"/>
                </a:lnTo>
                <a:lnTo>
                  <a:pt x="232982" y="84002"/>
                </a:lnTo>
                <a:lnTo>
                  <a:pt x="233230" y="85237"/>
                </a:lnTo>
                <a:lnTo>
                  <a:pt x="233477" y="86596"/>
                </a:lnTo>
                <a:lnTo>
                  <a:pt x="233847" y="87832"/>
                </a:lnTo>
                <a:lnTo>
                  <a:pt x="234094" y="89067"/>
                </a:lnTo>
                <a:lnTo>
                  <a:pt x="234341" y="90302"/>
                </a:lnTo>
                <a:lnTo>
                  <a:pt x="234588" y="91538"/>
                </a:lnTo>
                <a:lnTo>
                  <a:pt x="234835" y="92773"/>
                </a:lnTo>
                <a:lnTo>
                  <a:pt x="235206" y="94008"/>
                </a:lnTo>
                <a:lnTo>
                  <a:pt x="235453" y="95244"/>
                </a:lnTo>
                <a:lnTo>
                  <a:pt x="236318" y="98826"/>
                </a:lnTo>
                <a:lnTo>
                  <a:pt x="236565" y="99938"/>
                </a:lnTo>
                <a:lnTo>
                  <a:pt x="236812" y="101173"/>
                </a:lnTo>
                <a:lnTo>
                  <a:pt x="237059" y="102285"/>
                </a:lnTo>
                <a:lnTo>
                  <a:pt x="237430" y="103397"/>
                </a:lnTo>
                <a:lnTo>
                  <a:pt x="237677" y="104509"/>
                </a:lnTo>
                <a:lnTo>
                  <a:pt x="237924" y="105620"/>
                </a:lnTo>
                <a:lnTo>
                  <a:pt x="238171" y="106732"/>
                </a:lnTo>
                <a:lnTo>
                  <a:pt x="238418" y="107844"/>
                </a:lnTo>
                <a:lnTo>
                  <a:pt x="238788" y="108956"/>
                </a:lnTo>
                <a:lnTo>
                  <a:pt x="239036" y="109944"/>
                </a:lnTo>
                <a:lnTo>
                  <a:pt x="239283" y="111056"/>
                </a:lnTo>
                <a:lnTo>
                  <a:pt x="239653" y="112044"/>
                </a:lnTo>
                <a:lnTo>
                  <a:pt x="239900" y="113156"/>
                </a:lnTo>
                <a:lnTo>
                  <a:pt x="240147" y="114144"/>
                </a:lnTo>
                <a:lnTo>
                  <a:pt x="240394" y="115132"/>
                </a:lnTo>
                <a:lnTo>
                  <a:pt x="240641" y="115997"/>
                </a:lnTo>
                <a:lnTo>
                  <a:pt x="241506" y="118838"/>
                </a:lnTo>
                <a:lnTo>
                  <a:pt x="241877" y="119703"/>
                </a:lnTo>
                <a:lnTo>
                  <a:pt x="242124" y="120691"/>
                </a:lnTo>
                <a:lnTo>
                  <a:pt x="242371" y="121556"/>
                </a:lnTo>
                <a:lnTo>
                  <a:pt x="242618" y="122297"/>
                </a:lnTo>
                <a:lnTo>
                  <a:pt x="242865" y="123162"/>
                </a:lnTo>
                <a:lnTo>
                  <a:pt x="243236" y="124027"/>
                </a:lnTo>
                <a:lnTo>
                  <a:pt x="243483" y="124768"/>
                </a:lnTo>
                <a:lnTo>
                  <a:pt x="243730" y="125509"/>
                </a:lnTo>
                <a:lnTo>
                  <a:pt x="243977" y="126250"/>
                </a:lnTo>
                <a:lnTo>
                  <a:pt x="244224" y="126991"/>
                </a:lnTo>
                <a:lnTo>
                  <a:pt x="244595" y="127733"/>
                </a:lnTo>
                <a:lnTo>
                  <a:pt x="244842" y="128350"/>
                </a:lnTo>
                <a:lnTo>
                  <a:pt x="245089" y="129092"/>
                </a:lnTo>
                <a:lnTo>
                  <a:pt x="245459" y="129709"/>
                </a:lnTo>
                <a:lnTo>
                  <a:pt x="245706" y="130327"/>
                </a:lnTo>
                <a:lnTo>
                  <a:pt x="245953" y="130945"/>
                </a:lnTo>
                <a:lnTo>
                  <a:pt x="246200" y="131439"/>
                </a:lnTo>
                <a:lnTo>
                  <a:pt x="246448" y="132056"/>
                </a:lnTo>
                <a:lnTo>
                  <a:pt x="246695" y="132550"/>
                </a:lnTo>
                <a:lnTo>
                  <a:pt x="247559" y="134033"/>
                </a:lnTo>
                <a:lnTo>
                  <a:pt x="247806" y="134527"/>
                </a:lnTo>
                <a:lnTo>
                  <a:pt x="248177" y="134898"/>
                </a:lnTo>
                <a:lnTo>
                  <a:pt x="248424" y="135268"/>
                </a:lnTo>
                <a:lnTo>
                  <a:pt x="248671" y="135639"/>
                </a:lnTo>
                <a:lnTo>
                  <a:pt x="248918" y="136009"/>
                </a:lnTo>
                <a:lnTo>
                  <a:pt x="249289" y="136380"/>
                </a:lnTo>
                <a:lnTo>
                  <a:pt x="249536" y="136627"/>
                </a:lnTo>
                <a:lnTo>
                  <a:pt x="249783" y="136998"/>
                </a:lnTo>
                <a:lnTo>
                  <a:pt x="250030" y="137245"/>
                </a:lnTo>
                <a:lnTo>
                  <a:pt x="250277" y="137368"/>
                </a:lnTo>
                <a:lnTo>
                  <a:pt x="250648" y="137615"/>
                </a:lnTo>
                <a:lnTo>
                  <a:pt x="250895" y="137862"/>
                </a:lnTo>
                <a:lnTo>
                  <a:pt x="251142" y="137986"/>
                </a:lnTo>
                <a:lnTo>
                  <a:pt x="251512" y="138109"/>
                </a:lnTo>
                <a:lnTo>
                  <a:pt x="251759" y="138233"/>
                </a:lnTo>
                <a:lnTo>
                  <a:pt x="252006" y="138233"/>
                </a:lnTo>
                <a:lnTo>
                  <a:pt x="252254" y="138356"/>
                </a:lnTo>
                <a:lnTo>
                  <a:pt x="252501" y="138356"/>
                </a:lnTo>
                <a:lnTo>
                  <a:pt x="252871" y="138356"/>
                </a:lnTo>
                <a:lnTo>
                  <a:pt x="253612" y="138233"/>
                </a:lnTo>
                <a:lnTo>
                  <a:pt x="253859" y="138233"/>
                </a:lnTo>
                <a:lnTo>
                  <a:pt x="254230" y="138109"/>
                </a:lnTo>
                <a:lnTo>
                  <a:pt x="254477" y="137986"/>
                </a:lnTo>
                <a:lnTo>
                  <a:pt x="254724" y="137739"/>
                </a:lnTo>
                <a:lnTo>
                  <a:pt x="255095" y="137615"/>
                </a:lnTo>
                <a:lnTo>
                  <a:pt x="255342" y="137368"/>
                </a:lnTo>
                <a:lnTo>
                  <a:pt x="255589" y="137121"/>
                </a:lnTo>
                <a:lnTo>
                  <a:pt x="255836" y="136874"/>
                </a:lnTo>
                <a:lnTo>
                  <a:pt x="256083" y="136627"/>
                </a:lnTo>
                <a:lnTo>
                  <a:pt x="256454" y="136256"/>
                </a:lnTo>
                <a:lnTo>
                  <a:pt x="256701" y="136009"/>
                </a:lnTo>
                <a:lnTo>
                  <a:pt x="256948" y="135639"/>
                </a:lnTo>
                <a:lnTo>
                  <a:pt x="257195" y="135268"/>
                </a:lnTo>
                <a:lnTo>
                  <a:pt x="257565" y="134774"/>
                </a:lnTo>
                <a:lnTo>
                  <a:pt x="257812" y="134403"/>
                </a:lnTo>
                <a:lnTo>
                  <a:pt x="258060" y="134033"/>
                </a:lnTo>
                <a:lnTo>
                  <a:pt x="258307" y="133539"/>
                </a:lnTo>
                <a:lnTo>
                  <a:pt x="258677" y="133045"/>
                </a:lnTo>
                <a:lnTo>
                  <a:pt x="258924" y="132427"/>
                </a:lnTo>
                <a:lnTo>
                  <a:pt x="259665" y="130821"/>
                </a:lnTo>
                <a:lnTo>
                  <a:pt x="260036" y="130203"/>
                </a:lnTo>
                <a:lnTo>
                  <a:pt x="260283" y="129586"/>
                </a:lnTo>
                <a:lnTo>
                  <a:pt x="260530" y="128844"/>
                </a:lnTo>
                <a:lnTo>
                  <a:pt x="260901" y="128227"/>
                </a:lnTo>
                <a:lnTo>
                  <a:pt x="261148" y="127609"/>
                </a:lnTo>
                <a:lnTo>
                  <a:pt x="261395" y="126868"/>
                </a:lnTo>
                <a:lnTo>
                  <a:pt x="261642" y="126127"/>
                </a:lnTo>
                <a:lnTo>
                  <a:pt x="261889" y="125386"/>
                </a:lnTo>
                <a:lnTo>
                  <a:pt x="262260" y="124644"/>
                </a:lnTo>
                <a:lnTo>
                  <a:pt x="262507" y="123780"/>
                </a:lnTo>
                <a:lnTo>
                  <a:pt x="262754" y="122915"/>
                </a:lnTo>
                <a:lnTo>
                  <a:pt x="263001" y="122174"/>
                </a:lnTo>
                <a:lnTo>
                  <a:pt x="263248" y="121309"/>
                </a:lnTo>
                <a:lnTo>
                  <a:pt x="263495" y="120444"/>
                </a:lnTo>
                <a:lnTo>
                  <a:pt x="263866" y="119580"/>
                </a:lnTo>
                <a:lnTo>
                  <a:pt x="264113" y="118715"/>
                </a:lnTo>
                <a:lnTo>
                  <a:pt x="264483" y="117727"/>
                </a:lnTo>
                <a:lnTo>
                  <a:pt x="264730" y="116738"/>
                </a:lnTo>
                <a:lnTo>
                  <a:pt x="264977" y="115874"/>
                </a:lnTo>
                <a:lnTo>
                  <a:pt x="265719" y="112909"/>
                </a:lnTo>
                <a:lnTo>
                  <a:pt x="266089" y="111797"/>
                </a:lnTo>
                <a:lnTo>
                  <a:pt x="266336" y="110809"/>
                </a:lnTo>
                <a:lnTo>
                  <a:pt x="266583" y="109697"/>
                </a:lnTo>
                <a:lnTo>
                  <a:pt x="266954" y="108709"/>
                </a:lnTo>
                <a:lnTo>
                  <a:pt x="267201" y="107597"/>
                </a:lnTo>
                <a:lnTo>
                  <a:pt x="267448" y="106485"/>
                </a:lnTo>
                <a:lnTo>
                  <a:pt x="267695" y="105373"/>
                </a:lnTo>
                <a:lnTo>
                  <a:pt x="267942" y="104261"/>
                </a:lnTo>
                <a:lnTo>
                  <a:pt x="268313" y="103150"/>
                </a:lnTo>
                <a:lnTo>
                  <a:pt x="268560" y="102038"/>
                </a:lnTo>
                <a:lnTo>
                  <a:pt x="268807" y="100803"/>
                </a:lnTo>
                <a:lnTo>
                  <a:pt x="269054" y="99691"/>
                </a:lnTo>
                <a:lnTo>
                  <a:pt x="269301" y="98579"/>
                </a:lnTo>
                <a:lnTo>
                  <a:pt x="269672" y="97344"/>
                </a:lnTo>
                <a:lnTo>
                  <a:pt x="269919" y="96108"/>
                </a:lnTo>
                <a:lnTo>
                  <a:pt x="270166" y="94873"/>
                </a:lnTo>
                <a:lnTo>
                  <a:pt x="270536" y="93761"/>
                </a:lnTo>
                <a:lnTo>
                  <a:pt x="270783" y="92526"/>
                </a:lnTo>
                <a:lnTo>
                  <a:pt x="271030" y="91291"/>
                </a:lnTo>
                <a:lnTo>
                  <a:pt x="271895" y="87585"/>
                </a:lnTo>
                <a:lnTo>
                  <a:pt x="272142" y="86226"/>
                </a:lnTo>
                <a:lnTo>
                  <a:pt x="272389" y="84990"/>
                </a:lnTo>
                <a:lnTo>
                  <a:pt x="272636" y="83755"/>
                </a:lnTo>
                <a:lnTo>
                  <a:pt x="272883" y="82520"/>
                </a:lnTo>
                <a:lnTo>
                  <a:pt x="273254" y="81161"/>
                </a:lnTo>
                <a:lnTo>
                  <a:pt x="273501" y="79926"/>
                </a:lnTo>
                <a:lnTo>
                  <a:pt x="273748" y="78567"/>
                </a:lnTo>
                <a:lnTo>
                  <a:pt x="274119" y="77331"/>
                </a:lnTo>
                <a:lnTo>
                  <a:pt x="274366" y="75973"/>
                </a:lnTo>
                <a:lnTo>
                  <a:pt x="274613" y="74737"/>
                </a:lnTo>
                <a:lnTo>
                  <a:pt x="274860" y="73378"/>
                </a:lnTo>
                <a:lnTo>
                  <a:pt x="275107" y="72143"/>
                </a:lnTo>
                <a:lnTo>
                  <a:pt x="275478" y="70784"/>
                </a:lnTo>
                <a:lnTo>
                  <a:pt x="275725" y="69425"/>
                </a:lnTo>
                <a:lnTo>
                  <a:pt x="275725" y="69178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C00000"/>
            </a:solidFill>
            <a:round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4A354-4941-41E7-8DB3-B857BBCF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580" y="1912710"/>
            <a:ext cx="77364" cy="87164"/>
          </a:xfrm>
          <a:custGeom xmlns:a="http://schemas.openxmlformats.org/drawingml/2006/main">
            <a:pathLst>
              <a:path w="77364" h="87164">
                <a:moveTo>
                  <a:pt x="0" y="72632"/>
                </a:moveTo>
                <a:cubicBezTo>
                  <a:pt x="33579" y="65533"/>
                  <a:pt x="56776" y="34141"/>
                  <a:pt x="53669" y="0"/>
                </a:cubicBezTo>
                <a:cubicBezTo>
                  <a:pt x="73388" y="14536"/>
                  <a:pt x="77364" y="42582"/>
                  <a:pt x="62538" y="62626"/>
                </a:cubicBezTo>
                <a:cubicBezTo>
                  <a:pt x="47722" y="82687"/>
                  <a:pt x="19721" y="87164"/>
                  <a:pt x="0" y="72632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FD3924-A90F-497C-80DB-8FDFB49A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871" y="1908826"/>
            <a:ext cx="80467" cy="87054"/>
          </a:xfrm>
          <a:custGeom xmlns:a="http://schemas.openxmlformats.org/drawingml/2006/main">
            <a:pathLst>
              <a:path w="80467" h="87054">
                <a:moveTo>
                  <a:pt x="80467" y="71067"/>
                </a:moveTo>
                <a:cubicBezTo>
                  <a:pt x="60549" y="87054"/>
                  <a:pt x="31595" y="84106"/>
                  <a:pt x="15798" y="64483"/>
                </a:cubicBezTo>
                <a:cubicBezTo>
                  <a:pt x="0" y="44853"/>
                  <a:pt x="3340" y="15989"/>
                  <a:pt x="23259" y="0"/>
                </a:cubicBezTo>
                <a:cubicBezTo>
                  <a:pt x="25095" y="33567"/>
                  <a:pt x="48027" y="62052"/>
                  <a:pt x="80467" y="71067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9255DF-6C82-4F4A-802E-7A3868FD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415" y="1992240"/>
            <a:ext cx="128440" cy="109936"/>
          </a:xfrm>
          <a:custGeom xmlns:a="http://schemas.openxmlformats.org/drawingml/2006/main">
            <a:pathLst>
              <a:path w="128440" h="109936">
                <a:moveTo>
                  <a:pt x="0" y="109935"/>
                </a:moveTo>
                <a:lnTo>
                  <a:pt x="64220" y="0"/>
                </a:lnTo>
                <a:lnTo>
                  <a:pt x="128440" y="109936"/>
                </a:lnTo>
                <a:lnTo>
                  <a:pt x="0" y="109935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D9E297-823B-4A06-AB69-C8C3FA23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589" y="1946436"/>
            <a:ext cx="110091" cy="109933"/>
          </a:xfrm>
          <a:custGeom xmlns:a="http://schemas.openxmlformats.org/drawingml/2006/main">
            <a:pathLst>
              <a:path w="110091" h="109933">
                <a:moveTo>
                  <a:pt x="0" y="54965"/>
                </a:moveTo>
                <a:cubicBezTo>
                  <a:pt x="0" y="24613"/>
                  <a:pt x="24645" y="0"/>
                  <a:pt x="55046" y="0"/>
                </a:cubicBezTo>
                <a:cubicBezTo>
                  <a:pt x="85447" y="0"/>
                  <a:pt x="110091" y="24613"/>
                  <a:pt x="110091" y="54965"/>
                </a:cubicBezTo>
                <a:cubicBezTo>
                  <a:pt x="110091" y="85323"/>
                  <a:pt x="85447" y="109933"/>
                  <a:pt x="55046" y="109933"/>
                </a:cubicBezTo>
                <a:cubicBezTo>
                  <a:pt x="24645" y="109933"/>
                  <a:pt x="0" y="85323"/>
                  <a:pt x="0" y="54965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E5622E-BC9F-47BE-B2E1-8FF223FD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488" y="1982959"/>
            <a:ext cx="23460" cy="18894"/>
          </a:xfrm>
          <a:custGeom xmlns:a="http://schemas.openxmlformats.org/drawingml/2006/main">
            <a:pathLst>
              <a:path w="23460" h="18894">
                <a:moveTo>
                  <a:pt x="8242" y="0"/>
                </a:moveTo>
                <a:lnTo>
                  <a:pt x="23460" y="18894"/>
                </a:lnTo>
                <a:lnTo>
                  <a:pt x="0" y="12640"/>
                </a:lnTo>
                <a:lnTo>
                  <a:pt x="8242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73D73B-FBD7-4DA3-A7A0-5AEC0796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874" y="1986579"/>
            <a:ext cx="25575" cy="19557"/>
          </a:xfrm>
          <a:custGeom xmlns:a="http://schemas.openxmlformats.org/drawingml/2006/main">
            <a:pathLst>
              <a:path w="25575" h="19557">
                <a:moveTo>
                  <a:pt x="25575" y="14467"/>
                </a:moveTo>
                <a:lnTo>
                  <a:pt x="0" y="19557"/>
                </a:lnTo>
                <a:lnTo>
                  <a:pt x="17219" y="0"/>
                </a:lnTo>
                <a:lnTo>
                  <a:pt x="25575" y="144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E118D4-B702-42D6-9800-BDF20D29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814" y="2013491"/>
            <a:ext cx="56380" cy="30053"/>
          </a:xfrm>
          <a:custGeom xmlns:a="http://schemas.openxmlformats.org/drawingml/2006/main">
            <a:pathLst>
              <a:path w="56380" h="30053">
                <a:moveTo>
                  <a:pt x="56380" y="8267"/>
                </a:moveTo>
                <a:cubicBezTo>
                  <a:pt x="54391" y="21321"/>
                  <a:pt x="40602" y="30053"/>
                  <a:pt x="25582" y="27768"/>
                </a:cubicBezTo>
                <a:cubicBezTo>
                  <a:pt x="10563" y="25485"/>
                  <a:pt x="0" y="13053"/>
                  <a:pt x="1990" y="0"/>
                </a:cubicBezTo>
                <a:cubicBezTo>
                  <a:pt x="18327" y="9215"/>
                  <a:pt x="38038" y="12211"/>
                  <a:pt x="56380" y="82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A09DB7-147F-4377-BBE7-84CC5945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461" y="2038046"/>
            <a:ext cx="18349" cy="18323"/>
          </a:xfrm>
          <a:custGeom xmlns:a="http://schemas.openxmlformats.org/drawingml/2006/main">
            <a:pathLst>
              <a:path w="18349" h="18323">
                <a:moveTo>
                  <a:pt x="0" y="9161"/>
                </a:moveTo>
                <a:cubicBezTo>
                  <a:pt x="0" y="4102"/>
                  <a:pt x="4108" y="0"/>
                  <a:pt x="9174" y="0"/>
                </a:cubicBezTo>
                <a:cubicBezTo>
                  <a:pt x="14241" y="0"/>
                  <a:pt x="18349" y="4102"/>
                  <a:pt x="18349" y="9161"/>
                </a:cubicBezTo>
                <a:cubicBezTo>
                  <a:pt x="18349" y="14222"/>
                  <a:pt x="14241" y="18323"/>
                  <a:pt x="9174" y="18323"/>
                </a:cubicBezTo>
                <a:cubicBezTo>
                  <a:pt x="4108" y="18322"/>
                  <a:pt x="0" y="14222"/>
                  <a:pt x="0" y="9161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EFDAEF-77F5-4A9E-A412-A313A2C9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497" y="1978964"/>
            <a:ext cx="22385" cy="122604"/>
          </a:xfrm>
          <a:custGeom xmlns:a="http://schemas.openxmlformats.org/drawingml/2006/main">
            <a:pathLst>
              <a:path w="22385" h="122604">
                <a:moveTo>
                  <a:pt x="0" y="88803"/>
                </a:moveTo>
                <a:lnTo>
                  <a:pt x="14385" y="562"/>
                </a:lnTo>
                <a:lnTo>
                  <a:pt x="22385" y="0"/>
                </a:lnTo>
                <a:lnTo>
                  <a:pt x="2398" y="122604"/>
                </a:lnTo>
                <a:lnTo>
                  <a:pt x="0" y="88803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3DE3DB-08DC-4859-B76D-C162080B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268" y="1939950"/>
            <a:ext cx="18410" cy="43197"/>
          </a:xfrm>
          <a:custGeom xmlns:a="http://schemas.openxmlformats.org/drawingml/2006/main">
            <a:pathLst>
              <a:path w="18410" h="43197">
                <a:moveTo>
                  <a:pt x="17370" y="43197"/>
                </a:moveTo>
                <a:lnTo>
                  <a:pt x="8281" y="41386"/>
                </a:lnTo>
                <a:cubicBezTo>
                  <a:pt x="3266" y="40385"/>
                  <a:pt x="0" y="35509"/>
                  <a:pt x="1003" y="30501"/>
                </a:cubicBezTo>
                <a:lnTo>
                  <a:pt x="6165" y="4678"/>
                </a:lnTo>
                <a:lnTo>
                  <a:pt x="3572" y="4153"/>
                </a:lnTo>
                <a:lnTo>
                  <a:pt x="9798" y="0"/>
                </a:lnTo>
                <a:lnTo>
                  <a:pt x="13957" y="6230"/>
                </a:lnTo>
                <a:lnTo>
                  <a:pt x="11364" y="5704"/>
                </a:lnTo>
                <a:lnTo>
                  <a:pt x="6202" y="31527"/>
                </a:lnTo>
                <a:cubicBezTo>
                  <a:pt x="5774" y="33677"/>
                  <a:pt x="7168" y="35766"/>
                  <a:pt x="9321" y="36193"/>
                </a:cubicBezTo>
                <a:lnTo>
                  <a:pt x="18410" y="38013"/>
                </a:lnTo>
                <a:lnTo>
                  <a:pt x="17370" y="43197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D964DE-81B3-4F5A-B643-D6A7610C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687" y="1945679"/>
            <a:ext cx="26324" cy="39814"/>
          </a:xfrm>
          <a:custGeom xmlns:a="http://schemas.openxmlformats.org/drawingml/2006/main">
            <a:pathLst>
              <a:path w="26324" h="39814">
                <a:moveTo>
                  <a:pt x="0" y="37206"/>
                </a:moveTo>
                <a:lnTo>
                  <a:pt x="966" y="32394"/>
                </a:lnTo>
                <a:lnTo>
                  <a:pt x="9394" y="34068"/>
                </a:lnTo>
                <a:cubicBezTo>
                  <a:pt x="11388" y="34471"/>
                  <a:pt x="13333" y="33176"/>
                  <a:pt x="13725" y="31185"/>
                </a:cubicBezTo>
                <a:lnTo>
                  <a:pt x="19095" y="4324"/>
                </a:lnTo>
                <a:lnTo>
                  <a:pt x="16685" y="3848"/>
                </a:lnTo>
                <a:lnTo>
                  <a:pt x="22471" y="0"/>
                </a:lnTo>
                <a:lnTo>
                  <a:pt x="26324" y="5765"/>
                </a:lnTo>
                <a:lnTo>
                  <a:pt x="23914" y="5289"/>
                </a:lnTo>
                <a:lnTo>
                  <a:pt x="18544" y="32150"/>
                </a:lnTo>
                <a:cubicBezTo>
                  <a:pt x="17615" y="36795"/>
                  <a:pt x="13089" y="39814"/>
                  <a:pt x="8428" y="38885"/>
                </a:cubicBezTo>
                <a:lnTo>
                  <a:pt x="0" y="37206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335ADE-00F4-4222-AE87-6DC5FE06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384" y="1941489"/>
            <a:ext cx="16868" cy="39779"/>
          </a:xfrm>
          <a:custGeom xmlns:a="http://schemas.openxmlformats.org/drawingml/2006/main">
            <a:pathLst>
              <a:path w="16868" h="39779">
                <a:moveTo>
                  <a:pt x="3180" y="5436"/>
                </a:moveTo>
                <a:lnTo>
                  <a:pt x="11425" y="0"/>
                </a:lnTo>
                <a:lnTo>
                  <a:pt x="16868" y="8233"/>
                </a:lnTo>
                <a:lnTo>
                  <a:pt x="13443" y="7537"/>
                </a:lnTo>
                <a:lnTo>
                  <a:pt x="6850" y="39779"/>
                </a:lnTo>
                <a:lnTo>
                  <a:pt x="0" y="38380"/>
                </a:lnTo>
                <a:lnTo>
                  <a:pt x="6605" y="6144"/>
                </a:lnTo>
                <a:lnTo>
                  <a:pt x="3180" y="5436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956A9-0F93-421E-9B6F-ACA14732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533" y="2025781"/>
            <a:ext cx="49771" cy="52463"/>
          </a:xfrm>
          <a:custGeom xmlns:a="http://schemas.openxmlformats.org/drawingml/2006/main">
            <a:pathLst>
              <a:path w="49771" h="52463">
                <a:moveTo>
                  <a:pt x="16511" y="18534"/>
                </a:moveTo>
                <a:cubicBezTo>
                  <a:pt x="27692" y="6395"/>
                  <a:pt x="40523" y="0"/>
                  <a:pt x="45147" y="4252"/>
                </a:cubicBezTo>
                <a:cubicBezTo>
                  <a:pt x="49771" y="8504"/>
                  <a:pt x="44450" y="21792"/>
                  <a:pt x="33257" y="33931"/>
                </a:cubicBezTo>
                <a:cubicBezTo>
                  <a:pt x="22077" y="46070"/>
                  <a:pt x="9251" y="52463"/>
                  <a:pt x="4625" y="48211"/>
                </a:cubicBezTo>
                <a:cubicBezTo>
                  <a:pt x="0" y="43961"/>
                  <a:pt x="5320" y="30672"/>
                  <a:pt x="16511" y="18534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397D08-2DF2-4079-9FE3-C6E7C906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018" y="1896527"/>
            <a:ext cx="77364" cy="87164"/>
          </a:xfrm>
          <a:custGeom xmlns:a="http://schemas.openxmlformats.org/drawingml/2006/main">
            <a:pathLst>
              <a:path w="77364" h="87164">
                <a:moveTo>
                  <a:pt x="0" y="72632"/>
                </a:moveTo>
                <a:cubicBezTo>
                  <a:pt x="33579" y="65533"/>
                  <a:pt x="56776" y="34141"/>
                  <a:pt x="53669" y="0"/>
                </a:cubicBezTo>
                <a:cubicBezTo>
                  <a:pt x="73388" y="14536"/>
                  <a:pt x="77364" y="42582"/>
                  <a:pt x="62538" y="62626"/>
                </a:cubicBezTo>
                <a:cubicBezTo>
                  <a:pt x="47722" y="82687"/>
                  <a:pt x="19721" y="87164"/>
                  <a:pt x="0" y="72632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73C1CA-D43F-43A4-89CE-422217BF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309" y="1892643"/>
            <a:ext cx="80467" cy="87054"/>
          </a:xfrm>
          <a:custGeom xmlns:a="http://schemas.openxmlformats.org/drawingml/2006/main">
            <a:pathLst>
              <a:path w="80467" h="87054">
                <a:moveTo>
                  <a:pt x="80467" y="71067"/>
                </a:moveTo>
                <a:cubicBezTo>
                  <a:pt x="60549" y="87054"/>
                  <a:pt x="31595" y="84106"/>
                  <a:pt x="15798" y="64483"/>
                </a:cubicBezTo>
                <a:cubicBezTo>
                  <a:pt x="0" y="44853"/>
                  <a:pt x="3340" y="15989"/>
                  <a:pt x="23259" y="0"/>
                </a:cubicBezTo>
                <a:cubicBezTo>
                  <a:pt x="25095" y="33567"/>
                  <a:pt x="48027" y="62052"/>
                  <a:pt x="80467" y="71067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8F9341-5A11-4EA9-B0EE-18D1148C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853" y="1976057"/>
            <a:ext cx="128440" cy="109936"/>
          </a:xfrm>
          <a:custGeom xmlns:a="http://schemas.openxmlformats.org/drawingml/2006/main">
            <a:pathLst>
              <a:path w="128440" h="109936">
                <a:moveTo>
                  <a:pt x="0" y="109935"/>
                </a:moveTo>
                <a:lnTo>
                  <a:pt x="64220" y="0"/>
                </a:lnTo>
                <a:lnTo>
                  <a:pt x="128440" y="109936"/>
                </a:lnTo>
                <a:lnTo>
                  <a:pt x="0" y="109935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90EF5C-BA51-4679-A541-25FEC57B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027" y="1930253"/>
            <a:ext cx="110091" cy="109933"/>
          </a:xfrm>
          <a:custGeom xmlns:a="http://schemas.openxmlformats.org/drawingml/2006/main">
            <a:pathLst>
              <a:path w="110091" h="109933">
                <a:moveTo>
                  <a:pt x="0" y="54965"/>
                </a:moveTo>
                <a:cubicBezTo>
                  <a:pt x="0" y="24613"/>
                  <a:pt x="24645" y="0"/>
                  <a:pt x="55046" y="0"/>
                </a:cubicBezTo>
                <a:cubicBezTo>
                  <a:pt x="85447" y="0"/>
                  <a:pt x="110091" y="24613"/>
                  <a:pt x="110091" y="54965"/>
                </a:cubicBezTo>
                <a:cubicBezTo>
                  <a:pt x="110091" y="85323"/>
                  <a:pt x="85447" y="109933"/>
                  <a:pt x="55046" y="109933"/>
                </a:cubicBezTo>
                <a:cubicBezTo>
                  <a:pt x="24645" y="109933"/>
                  <a:pt x="0" y="85323"/>
                  <a:pt x="0" y="54965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A8A6F9-BE24-4420-8F7C-022A593B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926" y="1966776"/>
            <a:ext cx="23460" cy="18894"/>
          </a:xfrm>
          <a:custGeom xmlns:a="http://schemas.openxmlformats.org/drawingml/2006/main">
            <a:pathLst>
              <a:path w="23460" h="18894">
                <a:moveTo>
                  <a:pt x="8242" y="0"/>
                </a:moveTo>
                <a:lnTo>
                  <a:pt x="23460" y="18894"/>
                </a:lnTo>
                <a:lnTo>
                  <a:pt x="0" y="12640"/>
                </a:lnTo>
                <a:lnTo>
                  <a:pt x="8242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408B1A-BC75-41BF-9E17-B458CA62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12" y="1970396"/>
            <a:ext cx="25575" cy="19557"/>
          </a:xfrm>
          <a:custGeom xmlns:a="http://schemas.openxmlformats.org/drawingml/2006/main">
            <a:pathLst>
              <a:path w="25575" h="19557">
                <a:moveTo>
                  <a:pt x="25575" y="14467"/>
                </a:moveTo>
                <a:lnTo>
                  <a:pt x="0" y="19557"/>
                </a:lnTo>
                <a:lnTo>
                  <a:pt x="17219" y="0"/>
                </a:lnTo>
                <a:lnTo>
                  <a:pt x="25575" y="144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AA27C2-E60E-404C-9891-1E484462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253" y="1997308"/>
            <a:ext cx="56380" cy="30053"/>
          </a:xfrm>
          <a:custGeom xmlns:a="http://schemas.openxmlformats.org/drawingml/2006/main">
            <a:pathLst>
              <a:path w="56380" h="30053">
                <a:moveTo>
                  <a:pt x="56380" y="8267"/>
                </a:moveTo>
                <a:cubicBezTo>
                  <a:pt x="54391" y="21321"/>
                  <a:pt x="40602" y="30053"/>
                  <a:pt x="25582" y="27768"/>
                </a:cubicBezTo>
                <a:cubicBezTo>
                  <a:pt x="10563" y="25485"/>
                  <a:pt x="0" y="13053"/>
                  <a:pt x="1990" y="0"/>
                </a:cubicBezTo>
                <a:cubicBezTo>
                  <a:pt x="18327" y="9215"/>
                  <a:pt x="38038" y="12211"/>
                  <a:pt x="56380" y="82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091B1-9F2A-41FB-A682-DBECA9C5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899" y="2021863"/>
            <a:ext cx="18349" cy="18323"/>
          </a:xfrm>
          <a:custGeom xmlns:a="http://schemas.openxmlformats.org/drawingml/2006/main">
            <a:pathLst>
              <a:path w="18349" h="18323">
                <a:moveTo>
                  <a:pt x="0" y="9161"/>
                </a:moveTo>
                <a:cubicBezTo>
                  <a:pt x="0" y="4102"/>
                  <a:pt x="4108" y="0"/>
                  <a:pt x="9174" y="0"/>
                </a:cubicBezTo>
                <a:cubicBezTo>
                  <a:pt x="14241" y="0"/>
                  <a:pt x="18349" y="4102"/>
                  <a:pt x="18349" y="9161"/>
                </a:cubicBezTo>
                <a:cubicBezTo>
                  <a:pt x="18349" y="14222"/>
                  <a:pt x="14241" y="18323"/>
                  <a:pt x="9174" y="18323"/>
                </a:cubicBezTo>
                <a:cubicBezTo>
                  <a:pt x="4108" y="18322"/>
                  <a:pt x="0" y="14222"/>
                  <a:pt x="0" y="9161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FF1DB1-E95E-4737-869A-DCAE6014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935" y="1962782"/>
            <a:ext cx="22385" cy="122604"/>
          </a:xfrm>
          <a:custGeom xmlns:a="http://schemas.openxmlformats.org/drawingml/2006/main">
            <a:pathLst>
              <a:path w="22385" h="122604">
                <a:moveTo>
                  <a:pt x="0" y="88803"/>
                </a:moveTo>
                <a:lnTo>
                  <a:pt x="14385" y="562"/>
                </a:lnTo>
                <a:lnTo>
                  <a:pt x="22385" y="0"/>
                </a:lnTo>
                <a:lnTo>
                  <a:pt x="2398" y="122604"/>
                </a:lnTo>
                <a:lnTo>
                  <a:pt x="0" y="88803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1D5FEF-0355-464E-A1DF-D8F8C42C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706" y="1923767"/>
            <a:ext cx="18410" cy="43197"/>
          </a:xfrm>
          <a:custGeom xmlns:a="http://schemas.openxmlformats.org/drawingml/2006/main">
            <a:pathLst>
              <a:path w="18410" h="43197">
                <a:moveTo>
                  <a:pt x="17370" y="43197"/>
                </a:moveTo>
                <a:lnTo>
                  <a:pt x="8281" y="41386"/>
                </a:lnTo>
                <a:cubicBezTo>
                  <a:pt x="3266" y="40385"/>
                  <a:pt x="0" y="35509"/>
                  <a:pt x="1003" y="30501"/>
                </a:cubicBezTo>
                <a:lnTo>
                  <a:pt x="6165" y="4678"/>
                </a:lnTo>
                <a:lnTo>
                  <a:pt x="3572" y="4153"/>
                </a:lnTo>
                <a:lnTo>
                  <a:pt x="9798" y="0"/>
                </a:lnTo>
                <a:lnTo>
                  <a:pt x="13957" y="6230"/>
                </a:lnTo>
                <a:lnTo>
                  <a:pt x="11364" y="5704"/>
                </a:lnTo>
                <a:lnTo>
                  <a:pt x="6202" y="31527"/>
                </a:lnTo>
                <a:cubicBezTo>
                  <a:pt x="5774" y="33677"/>
                  <a:pt x="7168" y="35766"/>
                  <a:pt x="9321" y="36193"/>
                </a:cubicBezTo>
                <a:lnTo>
                  <a:pt x="18410" y="38013"/>
                </a:lnTo>
                <a:lnTo>
                  <a:pt x="17370" y="43197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E2D7AB-F7F0-4F53-BCC9-9FFA284D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125" y="1929496"/>
            <a:ext cx="26324" cy="39814"/>
          </a:xfrm>
          <a:custGeom xmlns:a="http://schemas.openxmlformats.org/drawingml/2006/main">
            <a:pathLst>
              <a:path w="26324" h="39814">
                <a:moveTo>
                  <a:pt x="0" y="37206"/>
                </a:moveTo>
                <a:lnTo>
                  <a:pt x="966" y="32394"/>
                </a:lnTo>
                <a:lnTo>
                  <a:pt x="9394" y="34068"/>
                </a:lnTo>
                <a:cubicBezTo>
                  <a:pt x="11388" y="34471"/>
                  <a:pt x="13333" y="33176"/>
                  <a:pt x="13725" y="31185"/>
                </a:cubicBezTo>
                <a:lnTo>
                  <a:pt x="19095" y="4324"/>
                </a:lnTo>
                <a:lnTo>
                  <a:pt x="16685" y="3848"/>
                </a:lnTo>
                <a:lnTo>
                  <a:pt x="22471" y="0"/>
                </a:lnTo>
                <a:lnTo>
                  <a:pt x="26324" y="5765"/>
                </a:lnTo>
                <a:lnTo>
                  <a:pt x="23914" y="5289"/>
                </a:lnTo>
                <a:lnTo>
                  <a:pt x="18544" y="32150"/>
                </a:lnTo>
                <a:cubicBezTo>
                  <a:pt x="17615" y="36795"/>
                  <a:pt x="13089" y="39814"/>
                  <a:pt x="8428" y="38885"/>
                </a:cubicBezTo>
                <a:lnTo>
                  <a:pt x="0" y="37206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6B3D0D-D8B4-4831-899E-8E123C51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822" y="1925306"/>
            <a:ext cx="16868" cy="39779"/>
          </a:xfrm>
          <a:custGeom xmlns:a="http://schemas.openxmlformats.org/drawingml/2006/main">
            <a:pathLst>
              <a:path w="16868" h="39779">
                <a:moveTo>
                  <a:pt x="3180" y="5436"/>
                </a:moveTo>
                <a:lnTo>
                  <a:pt x="11425" y="0"/>
                </a:lnTo>
                <a:lnTo>
                  <a:pt x="16868" y="8233"/>
                </a:lnTo>
                <a:lnTo>
                  <a:pt x="13443" y="7537"/>
                </a:lnTo>
                <a:lnTo>
                  <a:pt x="6850" y="39779"/>
                </a:lnTo>
                <a:lnTo>
                  <a:pt x="0" y="38380"/>
                </a:lnTo>
                <a:lnTo>
                  <a:pt x="6605" y="6144"/>
                </a:lnTo>
                <a:lnTo>
                  <a:pt x="3180" y="5436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6005F5-28B2-4462-B9B6-61C4F1C4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972" y="2009598"/>
            <a:ext cx="49771" cy="52463"/>
          </a:xfrm>
          <a:custGeom xmlns:a="http://schemas.openxmlformats.org/drawingml/2006/main">
            <a:pathLst>
              <a:path w="49771" h="52463">
                <a:moveTo>
                  <a:pt x="16511" y="18534"/>
                </a:moveTo>
                <a:cubicBezTo>
                  <a:pt x="27692" y="6395"/>
                  <a:pt x="40523" y="0"/>
                  <a:pt x="45147" y="4252"/>
                </a:cubicBezTo>
                <a:cubicBezTo>
                  <a:pt x="49771" y="8504"/>
                  <a:pt x="44450" y="21792"/>
                  <a:pt x="33257" y="33931"/>
                </a:cubicBezTo>
                <a:cubicBezTo>
                  <a:pt x="22077" y="46070"/>
                  <a:pt x="9251" y="52463"/>
                  <a:pt x="4625" y="48211"/>
                </a:cubicBezTo>
                <a:cubicBezTo>
                  <a:pt x="0" y="43961"/>
                  <a:pt x="5320" y="30672"/>
                  <a:pt x="16511" y="18534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3F1150-7A92-4859-9045-63C11603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8080" y="1896527"/>
            <a:ext cx="77364" cy="87164"/>
          </a:xfrm>
          <a:custGeom xmlns:a="http://schemas.openxmlformats.org/drawingml/2006/main">
            <a:pathLst>
              <a:path w="77364" h="87164">
                <a:moveTo>
                  <a:pt x="0" y="72632"/>
                </a:moveTo>
                <a:cubicBezTo>
                  <a:pt x="33579" y="65533"/>
                  <a:pt x="56776" y="34141"/>
                  <a:pt x="53669" y="0"/>
                </a:cubicBezTo>
                <a:cubicBezTo>
                  <a:pt x="73388" y="14536"/>
                  <a:pt x="77364" y="42582"/>
                  <a:pt x="62538" y="62626"/>
                </a:cubicBezTo>
                <a:cubicBezTo>
                  <a:pt x="47722" y="82687"/>
                  <a:pt x="19721" y="87164"/>
                  <a:pt x="0" y="72632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2CDA7E-4C3C-4C92-B78E-08F59AEE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370" y="1892643"/>
            <a:ext cx="80467" cy="87054"/>
          </a:xfrm>
          <a:custGeom xmlns:a="http://schemas.openxmlformats.org/drawingml/2006/main">
            <a:pathLst>
              <a:path w="80467" h="87054">
                <a:moveTo>
                  <a:pt x="80467" y="71067"/>
                </a:moveTo>
                <a:cubicBezTo>
                  <a:pt x="60549" y="87054"/>
                  <a:pt x="31595" y="84106"/>
                  <a:pt x="15798" y="64483"/>
                </a:cubicBezTo>
                <a:cubicBezTo>
                  <a:pt x="0" y="44853"/>
                  <a:pt x="3340" y="15989"/>
                  <a:pt x="23259" y="0"/>
                </a:cubicBezTo>
                <a:cubicBezTo>
                  <a:pt x="25095" y="33567"/>
                  <a:pt x="48027" y="62052"/>
                  <a:pt x="80467" y="71067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089005-5E98-4A3D-B274-12A9893B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915" y="1976057"/>
            <a:ext cx="128440" cy="109936"/>
          </a:xfrm>
          <a:custGeom xmlns:a="http://schemas.openxmlformats.org/drawingml/2006/main">
            <a:pathLst>
              <a:path w="128440" h="109936">
                <a:moveTo>
                  <a:pt x="0" y="109935"/>
                </a:moveTo>
                <a:lnTo>
                  <a:pt x="64220" y="0"/>
                </a:lnTo>
                <a:lnTo>
                  <a:pt x="128440" y="109936"/>
                </a:lnTo>
                <a:lnTo>
                  <a:pt x="0" y="109935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6BBF1D-F397-4F0F-9440-400F5620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089" y="1930253"/>
            <a:ext cx="110091" cy="109933"/>
          </a:xfrm>
          <a:custGeom xmlns:a="http://schemas.openxmlformats.org/drawingml/2006/main">
            <a:pathLst>
              <a:path w="110091" h="109933">
                <a:moveTo>
                  <a:pt x="0" y="54965"/>
                </a:moveTo>
                <a:cubicBezTo>
                  <a:pt x="0" y="24613"/>
                  <a:pt x="24645" y="0"/>
                  <a:pt x="55046" y="0"/>
                </a:cubicBezTo>
                <a:cubicBezTo>
                  <a:pt x="85447" y="0"/>
                  <a:pt x="110091" y="24613"/>
                  <a:pt x="110091" y="54965"/>
                </a:cubicBezTo>
                <a:cubicBezTo>
                  <a:pt x="110091" y="85323"/>
                  <a:pt x="85447" y="109933"/>
                  <a:pt x="55046" y="109933"/>
                </a:cubicBezTo>
                <a:cubicBezTo>
                  <a:pt x="24645" y="109933"/>
                  <a:pt x="0" y="85323"/>
                  <a:pt x="0" y="54965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3F02E0-5026-4879-8376-AC91BA2D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987" y="1966776"/>
            <a:ext cx="23460" cy="18894"/>
          </a:xfrm>
          <a:custGeom xmlns:a="http://schemas.openxmlformats.org/drawingml/2006/main">
            <a:pathLst>
              <a:path w="23460" h="18894">
                <a:moveTo>
                  <a:pt x="8242" y="0"/>
                </a:moveTo>
                <a:lnTo>
                  <a:pt x="23460" y="18894"/>
                </a:lnTo>
                <a:lnTo>
                  <a:pt x="0" y="12640"/>
                </a:lnTo>
                <a:lnTo>
                  <a:pt x="8242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37D86F-2A92-43FF-9C41-FDB04B4B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374" y="1970396"/>
            <a:ext cx="25575" cy="19557"/>
          </a:xfrm>
          <a:custGeom xmlns:a="http://schemas.openxmlformats.org/drawingml/2006/main">
            <a:pathLst>
              <a:path w="25575" h="19557">
                <a:moveTo>
                  <a:pt x="25575" y="14467"/>
                </a:moveTo>
                <a:lnTo>
                  <a:pt x="0" y="19557"/>
                </a:lnTo>
                <a:lnTo>
                  <a:pt x="17219" y="0"/>
                </a:lnTo>
                <a:lnTo>
                  <a:pt x="25575" y="144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68DCE2-492A-437C-A0FD-9F8EED12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314" y="1997308"/>
            <a:ext cx="56380" cy="30053"/>
          </a:xfrm>
          <a:custGeom xmlns:a="http://schemas.openxmlformats.org/drawingml/2006/main">
            <a:pathLst>
              <a:path w="56380" h="30053">
                <a:moveTo>
                  <a:pt x="56380" y="8267"/>
                </a:moveTo>
                <a:cubicBezTo>
                  <a:pt x="54391" y="21321"/>
                  <a:pt x="40602" y="30053"/>
                  <a:pt x="25582" y="27768"/>
                </a:cubicBezTo>
                <a:cubicBezTo>
                  <a:pt x="10563" y="25485"/>
                  <a:pt x="0" y="13053"/>
                  <a:pt x="1990" y="0"/>
                </a:cubicBezTo>
                <a:cubicBezTo>
                  <a:pt x="18327" y="9215"/>
                  <a:pt x="38038" y="12211"/>
                  <a:pt x="56380" y="82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75B571-88B0-46FE-B704-788981F5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960" y="2021863"/>
            <a:ext cx="18349" cy="18323"/>
          </a:xfrm>
          <a:custGeom xmlns:a="http://schemas.openxmlformats.org/drawingml/2006/main">
            <a:pathLst>
              <a:path w="18349" h="18323">
                <a:moveTo>
                  <a:pt x="0" y="9161"/>
                </a:moveTo>
                <a:cubicBezTo>
                  <a:pt x="0" y="4102"/>
                  <a:pt x="4108" y="0"/>
                  <a:pt x="9174" y="0"/>
                </a:cubicBezTo>
                <a:cubicBezTo>
                  <a:pt x="14241" y="0"/>
                  <a:pt x="18349" y="4102"/>
                  <a:pt x="18349" y="9161"/>
                </a:cubicBezTo>
                <a:cubicBezTo>
                  <a:pt x="18349" y="14222"/>
                  <a:pt x="14241" y="18323"/>
                  <a:pt x="9174" y="18323"/>
                </a:cubicBezTo>
                <a:cubicBezTo>
                  <a:pt x="4108" y="18322"/>
                  <a:pt x="0" y="14222"/>
                  <a:pt x="0" y="9161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9DC066-D1A7-482E-87EC-758EAA24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997" y="1962782"/>
            <a:ext cx="22385" cy="122604"/>
          </a:xfrm>
          <a:custGeom xmlns:a="http://schemas.openxmlformats.org/drawingml/2006/main">
            <a:pathLst>
              <a:path w="22385" h="122604">
                <a:moveTo>
                  <a:pt x="0" y="88803"/>
                </a:moveTo>
                <a:lnTo>
                  <a:pt x="14385" y="562"/>
                </a:lnTo>
                <a:lnTo>
                  <a:pt x="22385" y="0"/>
                </a:lnTo>
                <a:lnTo>
                  <a:pt x="2398" y="122604"/>
                </a:lnTo>
                <a:lnTo>
                  <a:pt x="0" y="88803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D20970-3329-4930-BD5F-0236071A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67" y="1923767"/>
            <a:ext cx="18410" cy="43197"/>
          </a:xfrm>
          <a:custGeom xmlns:a="http://schemas.openxmlformats.org/drawingml/2006/main">
            <a:pathLst>
              <a:path w="18410" h="43197">
                <a:moveTo>
                  <a:pt x="17370" y="43197"/>
                </a:moveTo>
                <a:lnTo>
                  <a:pt x="8281" y="41386"/>
                </a:lnTo>
                <a:cubicBezTo>
                  <a:pt x="3266" y="40385"/>
                  <a:pt x="0" y="35509"/>
                  <a:pt x="1003" y="30501"/>
                </a:cubicBezTo>
                <a:lnTo>
                  <a:pt x="6165" y="4678"/>
                </a:lnTo>
                <a:lnTo>
                  <a:pt x="3572" y="4153"/>
                </a:lnTo>
                <a:lnTo>
                  <a:pt x="9798" y="0"/>
                </a:lnTo>
                <a:lnTo>
                  <a:pt x="13957" y="6230"/>
                </a:lnTo>
                <a:lnTo>
                  <a:pt x="11364" y="5704"/>
                </a:lnTo>
                <a:lnTo>
                  <a:pt x="6202" y="31527"/>
                </a:lnTo>
                <a:cubicBezTo>
                  <a:pt x="5774" y="33677"/>
                  <a:pt x="7168" y="35766"/>
                  <a:pt x="9321" y="36193"/>
                </a:cubicBezTo>
                <a:lnTo>
                  <a:pt x="18410" y="38013"/>
                </a:lnTo>
                <a:lnTo>
                  <a:pt x="17370" y="43197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CB5E24-31DE-4607-BB6D-031D73EB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186" y="1929496"/>
            <a:ext cx="26324" cy="39814"/>
          </a:xfrm>
          <a:custGeom xmlns:a="http://schemas.openxmlformats.org/drawingml/2006/main">
            <a:pathLst>
              <a:path w="26324" h="39814">
                <a:moveTo>
                  <a:pt x="0" y="37206"/>
                </a:moveTo>
                <a:lnTo>
                  <a:pt x="966" y="32394"/>
                </a:lnTo>
                <a:lnTo>
                  <a:pt x="9394" y="34068"/>
                </a:lnTo>
                <a:cubicBezTo>
                  <a:pt x="11388" y="34471"/>
                  <a:pt x="13333" y="33176"/>
                  <a:pt x="13725" y="31185"/>
                </a:cubicBezTo>
                <a:lnTo>
                  <a:pt x="19095" y="4324"/>
                </a:lnTo>
                <a:lnTo>
                  <a:pt x="16685" y="3848"/>
                </a:lnTo>
                <a:lnTo>
                  <a:pt x="22471" y="0"/>
                </a:lnTo>
                <a:lnTo>
                  <a:pt x="26324" y="5765"/>
                </a:lnTo>
                <a:lnTo>
                  <a:pt x="23914" y="5289"/>
                </a:lnTo>
                <a:lnTo>
                  <a:pt x="18544" y="32150"/>
                </a:lnTo>
                <a:cubicBezTo>
                  <a:pt x="17615" y="36795"/>
                  <a:pt x="13089" y="39814"/>
                  <a:pt x="8428" y="38885"/>
                </a:cubicBezTo>
                <a:lnTo>
                  <a:pt x="0" y="37206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EEC77C-124C-4C33-B032-33FEFBF2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5883" y="1925306"/>
            <a:ext cx="16868" cy="39779"/>
          </a:xfrm>
          <a:custGeom xmlns:a="http://schemas.openxmlformats.org/drawingml/2006/main">
            <a:pathLst>
              <a:path w="16868" h="39779">
                <a:moveTo>
                  <a:pt x="3180" y="5436"/>
                </a:moveTo>
                <a:lnTo>
                  <a:pt x="11425" y="0"/>
                </a:lnTo>
                <a:lnTo>
                  <a:pt x="16868" y="8233"/>
                </a:lnTo>
                <a:lnTo>
                  <a:pt x="13443" y="7537"/>
                </a:lnTo>
                <a:lnTo>
                  <a:pt x="6850" y="39779"/>
                </a:lnTo>
                <a:lnTo>
                  <a:pt x="0" y="38380"/>
                </a:lnTo>
                <a:lnTo>
                  <a:pt x="6605" y="6144"/>
                </a:lnTo>
                <a:lnTo>
                  <a:pt x="3180" y="5436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8E95D5-DBE7-4841-9B94-4B0A8375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033" y="2009598"/>
            <a:ext cx="49771" cy="52463"/>
          </a:xfrm>
          <a:custGeom xmlns:a="http://schemas.openxmlformats.org/drawingml/2006/main">
            <a:pathLst>
              <a:path w="49771" h="52463">
                <a:moveTo>
                  <a:pt x="16511" y="18534"/>
                </a:moveTo>
                <a:cubicBezTo>
                  <a:pt x="27692" y="6395"/>
                  <a:pt x="40523" y="0"/>
                  <a:pt x="45147" y="4252"/>
                </a:cubicBezTo>
                <a:cubicBezTo>
                  <a:pt x="49771" y="8504"/>
                  <a:pt x="44450" y="21792"/>
                  <a:pt x="33257" y="33931"/>
                </a:cubicBezTo>
                <a:cubicBezTo>
                  <a:pt x="22077" y="46070"/>
                  <a:pt x="9251" y="52463"/>
                  <a:pt x="4625" y="48211"/>
                </a:cubicBezTo>
                <a:cubicBezTo>
                  <a:pt x="0" y="43961"/>
                  <a:pt x="5320" y="30672"/>
                  <a:pt x="16511" y="18534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099D83-0DA9-49C9-B009-FC30FB40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257" y="3054896"/>
            <a:ext cx="349103" cy="10"/>
          </a:xfrm>
          <a:custGeom xmlns:a="http://schemas.openxmlformats.org/drawingml/2006/main">
            <a:pathLst>
              <a:path w="349103" h="1" fill="none">
                <a:moveTo>
                  <a:pt x="34910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1E1E55-2CB1-4C6A-8635-CB108DC0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33" y="2967348"/>
            <a:ext cx="352191" cy="10"/>
          </a:xfrm>
          <a:custGeom xmlns:a="http://schemas.openxmlformats.org/drawingml/2006/main">
            <a:pathLst>
              <a:path w="352191" h="1" fill="none">
                <a:moveTo>
                  <a:pt x="35219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3" cap="rnd">
            <a:solidFill>
              <a:srgbClr val="000000"/>
            </a:solidFill>
            <a:round/>
          </a:ln>
        </p:spPr>
      </p:sp>
      <p:sp>
        <p:nvSpPr>
          <p:cNvPr id="279" name="Text AC">
            <a:extLst xmlns:a="http://schemas.openxmlformats.org/drawingml/2006/main">
              <a:ext uri="{FF2B5EF4-FFF2-40B4-BE49-F238E27FC236}">
                <a16:creationId xmlns:a16="http://schemas.microsoft.com/office/drawing/2014/main" id="{7D822AE7-AC9D-4CEE-9747-1382CABC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960" y="1978748"/>
            <a:ext cx="154801" cy="85494"/>
          </a:xfrm>
          <a:custGeom xmlns:a="http://schemas.openxmlformats.org/drawingml/2006/main">
            <a:pathLst>
              <a:path w="154801" h="85494">
                <a:moveTo>
                  <a:pt x="47818" y="1179"/>
                </a:moveTo>
                <a:lnTo>
                  <a:pt x="78773" y="84315"/>
                </a:lnTo>
                <a:lnTo>
                  <a:pt x="64386" y="84315"/>
                </a:lnTo>
                <a:lnTo>
                  <a:pt x="56131" y="61626"/>
                </a:lnTo>
                <a:lnTo>
                  <a:pt x="22582" y="61626"/>
                </a:lnTo>
                <a:lnTo>
                  <a:pt x="14387" y="84315"/>
                </a:lnTo>
                <a:lnTo>
                  <a:pt x="0" y="84315"/>
                </a:lnTo>
                <a:lnTo>
                  <a:pt x="31014" y="1179"/>
                </a:lnTo>
                <a:lnTo>
                  <a:pt x="47818" y="1179"/>
                </a:lnTo>
                <a:moveTo>
                  <a:pt x="39445" y="11980"/>
                </a:moveTo>
                <a:cubicBezTo>
                  <a:pt x="38738" y="14263"/>
                  <a:pt x="38069" y="16388"/>
                  <a:pt x="37441" y="18355"/>
                </a:cubicBezTo>
                <a:cubicBezTo>
                  <a:pt x="36812" y="20323"/>
                  <a:pt x="36065" y="22488"/>
                  <a:pt x="35200" y="24850"/>
                </a:cubicBezTo>
                <a:lnTo>
                  <a:pt x="25943" y="50707"/>
                </a:lnTo>
                <a:lnTo>
                  <a:pt x="52947" y="50707"/>
                </a:lnTo>
                <a:lnTo>
                  <a:pt x="43631" y="24909"/>
                </a:lnTo>
                <a:cubicBezTo>
                  <a:pt x="42334" y="21367"/>
                  <a:pt x="40939" y="17057"/>
                  <a:pt x="39445" y="11980"/>
                </a:cubicBezTo>
                <a:close/>
                <a:moveTo>
                  <a:pt x="123933" y="85494"/>
                </a:moveTo>
                <a:cubicBezTo>
                  <a:pt x="112858" y="85494"/>
                  <a:pt x="104228" y="81681"/>
                  <a:pt x="98042" y="74056"/>
                </a:cubicBezTo>
                <a:cubicBezTo>
                  <a:pt x="91857" y="66430"/>
                  <a:pt x="88764" y="55876"/>
                  <a:pt x="88764" y="42393"/>
                </a:cubicBezTo>
                <a:cubicBezTo>
                  <a:pt x="88764" y="28989"/>
                  <a:pt x="91808" y="18573"/>
                  <a:pt x="97894" y="11144"/>
                </a:cubicBezTo>
                <a:cubicBezTo>
                  <a:pt x="103982" y="3715"/>
                  <a:pt x="112622" y="0"/>
                  <a:pt x="123815" y="0"/>
                </a:cubicBezTo>
                <a:cubicBezTo>
                  <a:pt x="131551" y="0"/>
                  <a:pt x="137942" y="1690"/>
                  <a:pt x="142989" y="5071"/>
                </a:cubicBezTo>
                <a:cubicBezTo>
                  <a:pt x="148036" y="8451"/>
                  <a:pt x="151836" y="13797"/>
                  <a:pt x="154388" y="21108"/>
                </a:cubicBezTo>
                <a:lnTo>
                  <a:pt x="141785" y="25589"/>
                </a:lnTo>
                <a:cubicBezTo>
                  <a:pt x="140450" y="20951"/>
                  <a:pt x="138271" y="17433"/>
                  <a:pt x="135248" y="15035"/>
                </a:cubicBezTo>
                <a:cubicBezTo>
                  <a:pt x="132225" y="12637"/>
                  <a:pt x="128515" y="11439"/>
                  <a:pt x="124117" y="11439"/>
                </a:cubicBezTo>
                <a:cubicBezTo>
                  <a:pt x="117442" y="11439"/>
                  <a:pt x="112299" y="14121"/>
                  <a:pt x="108686" y="19485"/>
                </a:cubicBezTo>
                <a:cubicBezTo>
                  <a:pt x="105075" y="24849"/>
                  <a:pt x="103269" y="32483"/>
                  <a:pt x="103269" y="42388"/>
                </a:cubicBezTo>
                <a:cubicBezTo>
                  <a:pt x="103269" y="52213"/>
                  <a:pt x="105114" y="59956"/>
                  <a:pt x="108804" y="65615"/>
                </a:cubicBezTo>
                <a:cubicBezTo>
                  <a:pt x="112495" y="71274"/>
                  <a:pt x="117560" y="74104"/>
                  <a:pt x="123999" y="74104"/>
                </a:cubicBezTo>
                <a:cubicBezTo>
                  <a:pt x="128358" y="74104"/>
                  <a:pt x="132097" y="72754"/>
                  <a:pt x="135219" y="70054"/>
                </a:cubicBezTo>
                <a:cubicBezTo>
                  <a:pt x="138340" y="67352"/>
                  <a:pt x="140647" y="63498"/>
                  <a:pt x="142139" y="58490"/>
                </a:cubicBezTo>
                <a:lnTo>
                  <a:pt x="154801" y="63454"/>
                </a:lnTo>
                <a:cubicBezTo>
                  <a:pt x="149303" y="78147"/>
                  <a:pt x="139014" y="85494"/>
                  <a:pt x="123933" y="85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Text Power">
            <a:extLst xmlns:a="http://schemas.openxmlformats.org/drawingml/2006/main">
              <a:ext uri="{FF2B5EF4-FFF2-40B4-BE49-F238E27FC236}">
                <a16:creationId xmlns:a16="http://schemas.microsoft.com/office/drawing/2014/main" id="{E95CFECD-AE9B-433C-98C5-C6AD5CC2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909" y="2128537"/>
            <a:ext cx="338047" cy="84315"/>
          </a:xfrm>
          <a:custGeom xmlns:a="http://schemas.openxmlformats.org/drawingml/2006/main">
            <a:pathLst>
              <a:path w="338047" h="84315">
                <a:moveTo>
                  <a:pt x="41981" y="25589"/>
                </a:moveTo>
                <a:cubicBezTo>
                  <a:pt x="41981" y="20794"/>
                  <a:pt x="40533" y="17060"/>
                  <a:pt x="37638" y="14387"/>
                </a:cubicBezTo>
                <a:cubicBezTo>
                  <a:pt x="34742" y="11714"/>
                  <a:pt x="30380" y="10377"/>
                  <a:pt x="24550" y="10377"/>
                </a:cubicBezTo>
                <a:lnTo>
                  <a:pt x="14269" y="10377"/>
                </a:lnTo>
                <a:lnTo>
                  <a:pt x="14269" y="41391"/>
                </a:lnTo>
                <a:lnTo>
                  <a:pt x="25022" y="41391"/>
                </a:lnTo>
                <a:cubicBezTo>
                  <a:pt x="30380" y="41391"/>
                  <a:pt x="34546" y="40025"/>
                  <a:pt x="37520" y="37293"/>
                </a:cubicBezTo>
                <a:cubicBezTo>
                  <a:pt x="40494" y="34561"/>
                  <a:pt x="41981" y="30660"/>
                  <a:pt x="41981" y="25589"/>
                </a:cubicBezTo>
                <a:moveTo>
                  <a:pt x="56367" y="25471"/>
                </a:moveTo>
                <a:cubicBezTo>
                  <a:pt x="56367" y="30660"/>
                  <a:pt x="55196" y="35220"/>
                  <a:pt x="52853" y="39150"/>
                </a:cubicBezTo>
                <a:cubicBezTo>
                  <a:pt x="50512" y="43081"/>
                  <a:pt x="47107" y="46147"/>
                  <a:pt x="42638" y="48348"/>
                </a:cubicBezTo>
                <a:cubicBezTo>
                  <a:pt x="38171" y="50550"/>
                  <a:pt x="32887" y="51650"/>
                  <a:pt x="26787" y="51650"/>
                </a:cubicBezTo>
                <a:lnTo>
                  <a:pt x="14269" y="51650"/>
                </a:lnTo>
                <a:lnTo>
                  <a:pt x="14269" y="83136"/>
                </a:lnTo>
                <a:lnTo>
                  <a:pt x="0" y="83136"/>
                </a:lnTo>
                <a:lnTo>
                  <a:pt x="0" y="0"/>
                </a:lnTo>
                <a:lnTo>
                  <a:pt x="26207" y="0"/>
                </a:lnTo>
                <a:cubicBezTo>
                  <a:pt x="35886" y="0"/>
                  <a:pt x="43332" y="2211"/>
                  <a:pt x="48546" y="6633"/>
                </a:cubicBezTo>
                <a:cubicBezTo>
                  <a:pt x="53760" y="11055"/>
                  <a:pt x="56367" y="17335"/>
                  <a:pt x="56367" y="25471"/>
                </a:cubicBezTo>
                <a:close/>
                <a:moveTo>
                  <a:pt x="130742" y="52771"/>
                </a:moveTo>
                <a:cubicBezTo>
                  <a:pt x="130742" y="62637"/>
                  <a:pt x="127998" y="70361"/>
                  <a:pt x="122510" y="75942"/>
                </a:cubicBezTo>
                <a:cubicBezTo>
                  <a:pt x="117022" y="81524"/>
                  <a:pt x="109320" y="84315"/>
                  <a:pt x="99404" y="84315"/>
                </a:cubicBezTo>
                <a:cubicBezTo>
                  <a:pt x="89804" y="84315"/>
                  <a:pt x="82288" y="81485"/>
                  <a:pt x="76859" y="75824"/>
                </a:cubicBezTo>
                <a:cubicBezTo>
                  <a:pt x="71430" y="70164"/>
                  <a:pt x="68715" y="62480"/>
                  <a:pt x="68715" y="52771"/>
                </a:cubicBezTo>
                <a:cubicBezTo>
                  <a:pt x="68715" y="42904"/>
                  <a:pt x="71440" y="35220"/>
                  <a:pt x="76889" y="29717"/>
                </a:cubicBezTo>
                <a:cubicBezTo>
                  <a:pt x="82338" y="24214"/>
                  <a:pt x="89961" y="21462"/>
                  <a:pt x="99758" y="21462"/>
                </a:cubicBezTo>
                <a:cubicBezTo>
                  <a:pt x="109870" y="21462"/>
                  <a:pt x="117562" y="24145"/>
                  <a:pt x="122834" y="29510"/>
                </a:cubicBezTo>
                <a:cubicBezTo>
                  <a:pt x="128106" y="34876"/>
                  <a:pt x="130742" y="42629"/>
                  <a:pt x="130742" y="52771"/>
                </a:cubicBezTo>
                <a:moveTo>
                  <a:pt x="116474" y="52771"/>
                </a:moveTo>
                <a:cubicBezTo>
                  <a:pt x="116474" y="38580"/>
                  <a:pt x="111000" y="31485"/>
                  <a:pt x="100053" y="31485"/>
                </a:cubicBezTo>
                <a:cubicBezTo>
                  <a:pt x="88673" y="31485"/>
                  <a:pt x="82984" y="38580"/>
                  <a:pt x="82984" y="52771"/>
                </a:cubicBezTo>
                <a:cubicBezTo>
                  <a:pt x="82984" y="59728"/>
                  <a:pt x="84377" y="65054"/>
                  <a:pt x="87163" y="68749"/>
                </a:cubicBezTo>
                <a:cubicBezTo>
                  <a:pt x="89949" y="72444"/>
                  <a:pt x="93990" y="74291"/>
                  <a:pt x="99287" y="74291"/>
                </a:cubicBezTo>
                <a:cubicBezTo>
                  <a:pt x="110745" y="74291"/>
                  <a:pt x="116474" y="67118"/>
                  <a:pt x="116474" y="52771"/>
                </a:cubicBezTo>
                <a:close/>
                <a:moveTo>
                  <a:pt x="154695" y="83136"/>
                </a:moveTo>
                <a:lnTo>
                  <a:pt x="138138" y="22641"/>
                </a:lnTo>
                <a:lnTo>
                  <a:pt x="151277" y="22641"/>
                </a:lnTo>
                <a:lnTo>
                  <a:pt x="160233" y="58060"/>
                </a:lnTo>
                <a:cubicBezTo>
                  <a:pt x="160744" y="60146"/>
                  <a:pt x="161215" y="62351"/>
                  <a:pt x="161647" y="64673"/>
                </a:cubicBezTo>
                <a:cubicBezTo>
                  <a:pt x="162079" y="66995"/>
                  <a:pt x="162492" y="69415"/>
                  <a:pt x="162885" y="71933"/>
                </a:cubicBezTo>
                <a:cubicBezTo>
                  <a:pt x="163867" y="67840"/>
                  <a:pt x="164643" y="64613"/>
                  <a:pt x="165212" y="62252"/>
                </a:cubicBezTo>
                <a:cubicBezTo>
                  <a:pt x="165782" y="59890"/>
                  <a:pt x="169406" y="46686"/>
                  <a:pt x="176085" y="22641"/>
                </a:cubicBezTo>
                <a:lnTo>
                  <a:pt x="190167" y="22641"/>
                </a:lnTo>
                <a:lnTo>
                  <a:pt x="199889" y="57648"/>
                </a:lnTo>
                <a:cubicBezTo>
                  <a:pt x="200871" y="61071"/>
                  <a:pt x="201991" y="65853"/>
                  <a:pt x="203248" y="71992"/>
                </a:cubicBezTo>
                <a:cubicBezTo>
                  <a:pt x="203562" y="70417"/>
                  <a:pt x="203935" y="68715"/>
                  <a:pt x="204366" y="66886"/>
                </a:cubicBezTo>
                <a:cubicBezTo>
                  <a:pt x="204798" y="65056"/>
                  <a:pt x="208413" y="50308"/>
                  <a:pt x="215209" y="22641"/>
                </a:cubicBezTo>
                <a:lnTo>
                  <a:pt x="228231" y="22641"/>
                </a:lnTo>
                <a:lnTo>
                  <a:pt x="211084" y="83136"/>
                </a:lnTo>
                <a:lnTo>
                  <a:pt x="195824" y="83136"/>
                </a:lnTo>
                <a:lnTo>
                  <a:pt x="186278" y="47893"/>
                </a:lnTo>
                <a:cubicBezTo>
                  <a:pt x="185727" y="46043"/>
                  <a:pt x="185138" y="43692"/>
                  <a:pt x="184509" y="40840"/>
                </a:cubicBezTo>
                <a:cubicBezTo>
                  <a:pt x="183881" y="37987"/>
                  <a:pt x="183430" y="35576"/>
                  <a:pt x="183155" y="33608"/>
                </a:cubicBezTo>
                <a:cubicBezTo>
                  <a:pt x="182290" y="38842"/>
                  <a:pt x="181249" y="43584"/>
                  <a:pt x="180032" y="47834"/>
                </a:cubicBezTo>
                <a:lnTo>
                  <a:pt x="170133" y="83136"/>
                </a:lnTo>
                <a:lnTo>
                  <a:pt x="154695" y="83136"/>
                </a:lnTo>
                <a:close/>
                <a:moveTo>
                  <a:pt x="249620" y="55494"/>
                </a:moveTo>
                <a:cubicBezTo>
                  <a:pt x="249817" y="61658"/>
                  <a:pt x="251179" y="66399"/>
                  <a:pt x="253705" y="69716"/>
                </a:cubicBezTo>
                <a:cubicBezTo>
                  <a:pt x="256233" y="73034"/>
                  <a:pt x="259692" y="74693"/>
                  <a:pt x="264083" y="74693"/>
                </a:cubicBezTo>
                <a:cubicBezTo>
                  <a:pt x="267060" y="74693"/>
                  <a:pt x="269715" y="73943"/>
                  <a:pt x="272046" y="72442"/>
                </a:cubicBezTo>
                <a:cubicBezTo>
                  <a:pt x="274379" y="70940"/>
                  <a:pt x="276485" y="68413"/>
                  <a:pt x="278366" y="64858"/>
                </a:cubicBezTo>
                <a:lnTo>
                  <a:pt x="289007" y="70002"/>
                </a:lnTo>
                <a:cubicBezTo>
                  <a:pt x="286690" y="73749"/>
                  <a:pt x="284373" y="76587"/>
                  <a:pt x="282057" y="78518"/>
                </a:cubicBezTo>
                <a:cubicBezTo>
                  <a:pt x="279740" y="80450"/>
                  <a:pt x="277041" y="81899"/>
                  <a:pt x="273959" y="82865"/>
                </a:cubicBezTo>
                <a:cubicBezTo>
                  <a:pt x="270877" y="83832"/>
                  <a:pt x="267216" y="84315"/>
                  <a:pt x="262975" y="84315"/>
                </a:cubicBezTo>
                <a:cubicBezTo>
                  <a:pt x="254140" y="84315"/>
                  <a:pt x="247326" y="81534"/>
                  <a:pt x="242536" y="75972"/>
                </a:cubicBezTo>
                <a:cubicBezTo>
                  <a:pt x="237746" y="70410"/>
                  <a:pt x="235352" y="62597"/>
                  <a:pt x="235352" y="52535"/>
                </a:cubicBezTo>
                <a:cubicBezTo>
                  <a:pt x="235352" y="42393"/>
                  <a:pt x="237867" y="34679"/>
                  <a:pt x="242899" y="29392"/>
                </a:cubicBezTo>
                <a:cubicBezTo>
                  <a:pt x="247930" y="24105"/>
                  <a:pt x="254789" y="21462"/>
                  <a:pt x="263476" y="21462"/>
                </a:cubicBezTo>
                <a:cubicBezTo>
                  <a:pt x="272085" y="21462"/>
                  <a:pt x="278669" y="24284"/>
                  <a:pt x="283228" y="29927"/>
                </a:cubicBezTo>
                <a:cubicBezTo>
                  <a:pt x="287788" y="35569"/>
                  <a:pt x="290068" y="43541"/>
                  <a:pt x="290068" y="53843"/>
                </a:cubicBezTo>
                <a:lnTo>
                  <a:pt x="290068" y="55494"/>
                </a:lnTo>
                <a:lnTo>
                  <a:pt x="249620" y="55494"/>
                </a:lnTo>
                <a:moveTo>
                  <a:pt x="263005" y="30848"/>
                </a:moveTo>
                <a:cubicBezTo>
                  <a:pt x="259052" y="30848"/>
                  <a:pt x="255901" y="32262"/>
                  <a:pt x="253552" y="35091"/>
                </a:cubicBezTo>
                <a:cubicBezTo>
                  <a:pt x="251205" y="37919"/>
                  <a:pt x="249934" y="41827"/>
                  <a:pt x="249738" y="46815"/>
                </a:cubicBezTo>
                <a:lnTo>
                  <a:pt x="275917" y="46815"/>
                </a:lnTo>
                <a:cubicBezTo>
                  <a:pt x="275525" y="41473"/>
                  <a:pt x="274312" y="37477"/>
                  <a:pt x="272276" y="34826"/>
                </a:cubicBezTo>
                <a:cubicBezTo>
                  <a:pt x="270242" y="32174"/>
                  <a:pt x="267152" y="30848"/>
                  <a:pt x="263005" y="30848"/>
                </a:cubicBezTo>
                <a:close/>
                <a:moveTo>
                  <a:pt x="331838" y="32735"/>
                </a:moveTo>
                <a:cubicBezTo>
                  <a:pt x="327423" y="32735"/>
                  <a:pt x="323895" y="34671"/>
                  <a:pt x="321254" y="38542"/>
                </a:cubicBezTo>
                <a:cubicBezTo>
                  <a:pt x="318613" y="42413"/>
                  <a:pt x="317293" y="47629"/>
                  <a:pt x="317293" y="54191"/>
                </a:cubicBezTo>
                <a:lnTo>
                  <a:pt x="317293" y="83136"/>
                </a:lnTo>
                <a:lnTo>
                  <a:pt x="303731" y="83136"/>
                </a:lnTo>
                <a:lnTo>
                  <a:pt x="303731" y="37573"/>
                </a:lnTo>
                <a:cubicBezTo>
                  <a:pt x="303731" y="31199"/>
                  <a:pt x="303574" y="26222"/>
                  <a:pt x="303260" y="22641"/>
                </a:cubicBezTo>
                <a:lnTo>
                  <a:pt x="316229" y="22641"/>
                </a:lnTo>
                <a:cubicBezTo>
                  <a:pt x="316624" y="27358"/>
                  <a:pt x="316821" y="31918"/>
                  <a:pt x="316821" y="36320"/>
                </a:cubicBezTo>
                <a:lnTo>
                  <a:pt x="317057" y="36320"/>
                </a:lnTo>
                <a:cubicBezTo>
                  <a:pt x="318950" y="30761"/>
                  <a:pt x="321137" y="26894"/>
                  <a:pt x="323620" y="24721"/>
                </a:cubicBezTo>
                <a:cubicBezTo>
                  <a:pt x="326104" y="22548"/>
                  <a:pt x="329375" y="21462"/>
                  <a:pt x="333435" y="21462"/>
                </a:cubicBezTo>
                <a:cubicBezTo>
                  <a:pt x="335287" y="21462"/>
                  <a:pt x="336825" y="21717"/>
                  <a:pt x="338047" y="22228"/>
                </a:cubicBezTo>
                <a:lnTo>
                  <a:pt x="338047" y="33372"/>
                </a:lnTo>
                <a:cubicBezTo>
                  <a:pt x="336036" y="32947"/>
                  <a:pt x="333966" y="32735"/>
                  <a:pt x="331838" y="327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af3191a1843bb"/>
          <a:stretch xmlns:a="http://schemas.openxmlformats.org/drawingml/2006/main"/>
        </p:blipFill>
        <p:spPr>
          <a:xfrm xmlns:a="http://schemas.openxmlformats.org/drawingml/2006/main">
            <a:off x="6627302" y="2142101"/>
            <a:ext cx="385174" cy="385174"/>
          </a:xfrm>
          <a:prstGeom xmlns:a="http://schemas.openxmlformats.org/drawingml/2006/main" prst="rect">
            <a:avLst/>
          </a:prstGeom>
        </p:spPr>
      </p:pic>
      <p:sp>
        <p:nvSpPr>
          <p:cNvPr id="282" name="Text AC">
            <a:extLst xmlns:a="http://schemas.openxmlformats.org/drawingml/2006/main">
              <a:ext uri="{FF2B5EF4-FFF2-40B4-BE49-F238E27FC236}">
                <a16:creationId xmlns:a16="http://schemas.microsoft.com/office/drawing/2014/main" id="{9DD9F977-4A08-4F93-906B-B276A0C7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960" y="1978748"/>
            <a:ext cx="154801" cy="85494"/>
          </a:xfrm>
          <a:custGeom xmlns:a="http://schemas.openxmlformats.org/drawingml/2006/main">
            <a:pathLst>
              <a:path w="154801" h="85494">
                <a:moveTo>
                  <a:pt x="47818" y="1179"/>
                </a:moveTo>
                <a:lnTo>
                  <a:pt x="78773" y="84315"/>
                </a:lnTo>
                <a:lnTo>
                  <a:pt x="64386" y="84315"/>
                </a:lnTo>
                <a:lnTo>
                  <a:pt x="56131" y="61626"/>
                </a:lnTo>
                <a:lnTo>
                  <a:pt x="22582" y="61626"/>
                </a:lnTo>
                <a:lnTo>
                  <a:pt x="14387" y="84315"/>
                </a:lnTo>
                <a:lnTo>
                  <a:pt x="0" y="84315"/>
                </a:lnTo>
                <a:lnTo>
                  <a:pt x="31014" y="1179"/>
                </a:lnTo>
                <a:lnTo>
                  <a:pt x="47818" y="1179"/>
                </a:lnTo>
                <a:moveTo>
                  <a:pt x="39445" y="11980"/>
                </a:moveTo>
                <a:cubicBezTo>
                  <a:pt x="38738" y="14263"/>
                  <a:pt x="38069" y="16388"/>
                  <a:pt x="37441" y="18355"/>
                </a:cubicBezTo>
                <a:cubicBezTo>
                  <a:pt x="36812" y="20323"/>
                  <a:pt x="36065" y="22488"/>
                  <a:pt x="35200" y="24850"/>
                </a:cubicBezTo>
                <a:lnTo>
                  <a:pt x="25943" y="50707"/>
                </a:lnTo>
                <a:lnTo>
                  <a:pt x="52947" y="50707"/>
                </a:lnTo>
                <a:lnTo>
                  <a:pt x="43631" y="24909"/>
                </a:lnTo>
                <a:cubicBezTo>
                  <a:pt x="42334" y="21367"/>
                  <a:pt x="40939" y="17057"/>
                  <a:pt x="39445" y="11980"/>
                </a:cubicBezTo>
                <a:close/>
                <a:moveTo>
                  <a:pt x="123933" y="85494"/>
                </a:moveTo>
                <a:cubicBezTo>
                  <a:pt x="112858" y="85494"/>
                  <a:pt x="104228" y="81681"/>
                  <a:pt x="98042" y="74056"/>
                </a:cubicBezTo>
                <a:cubicBezTo>
                  <a:pt x="91857" y="66430"/>
                  <a:pt x="88764" y="55876"/>
                  <a:pt x="88764" y="42393"/>
                </a:cubicBezTo>
                <a:cubicBezTo>
                  <a:pt x="88764" y="28989"/>
                  <a:pt x="91808" y="18573"/>
                  <a:pt x="97894" y="11144"/>
                </a:cubicBezTo>
                <a:cubicBezTo>
                  <a:pt x="103982" y="3715"/>
                  <a:pt x="112622" y="0"/>
                  <a:pt x="123815" y="0"/>
                </a:cubicBezTo>
                <a:cubicBezTo>
                  <a:pt x="131551" y="0"/>
                  <a:pt x="137942" y="1690"/>
                  <a:pt x="142989" y="5071"/>
                </a:cubicBezTo>
                <a:cubicBezTo>
                  <a:pt x="148036" y="8451"/>
                  <a:pt x="151836" y="13797"/>
                  <a:pt x="154388" y="21108"/>
                </a:cubicBezTo>
                <a:lnTo>
                  <a:pt x="141785" y="25589"/>
                </a:lnTo>
                <a:cubicBezTo>
                  <a:pt x="140450" y="20951"/>
                  <a:pt x="138271" y="17433"/>
                  <a:pt x="135248" y="15035"/>
                </a:cubicBezTo>
                <a:cubicBezTo>
                  <a:pt x="132225" y="12637"/>
                  <a:pt x="128515" y="11439"/>
                  <a:pt x="124117" y="11439"/>
                </a:cubicBezTo>
                <a:cubicBezTo>
                  <a:pt x="117442" y="11439"/>
                  <a:pt x="112299" y="14121"/>
                  <a:pt x="108686" y="19485"/>
                </a:cubicBezTo>
                <a:cubicBezTo>
                  <a:pt x="105075" y="24849"/>
                  <a:pt x="103269" y="32483"/>
                  <a:pt x="103269" y="42388"/>
                </a:cubicBezTo>
                <a:cubicBezTo>
                  <a:pt x="103269" y="52213"/>
                  <a:pt x="105114" y="59956"/>
                  <a:pt x="108804" y="65615"/>
                </a:cubicBezTo>
                <a:cubicBezTo>
                  <a:pt x="112495" y="71274"/>
                  <a:pt x="117560" y="74104"/>
                  <a:pt x="123999" y="74104"/>
                </a:cubicBezTo>
                <a:cubicBezTo>
                  <a:pt x="128358" y="74104"/>
                  <a:pt x="132097" y="72754"/>
                  <a:pt x="135219" y="70054"/>
                </a:cubicBezTo>
                <a:cubicBezTo>
                  <a:pt x="138340" y="67352"/>
                  <a:pt x="140647" y="63498"/>
                  <a:pt x="142139" y="58490"/>
                </a:cubicBezTo>
                <a:lnTo>
                  <a:pt x="154801" y="63454"/>
                </a:lnTo>
                <a:cubicBezTo>
                  <a:pt x="149303" y="78147"/>
                  <a:pt x="139014" y="85494"/>
                  <a:pt x="123933" y="85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Text Power">
            <a:extLst xmlns:a="http://schemas.openxmlformats.org/drawingml/2006/main">
              <a:ext uri="{FF2B5EF4-FFF2-40B4-BE49-F238E27FC236}">
                <a16:creationId xmlns:a16="http://schemas.microsoft.com/office/drawing/2014/main" id="{A1D9B639-ACC8-4B7E-A10C-9212B371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909" y="2128537"/>
            <a:ext cx="338047" cy="84315"/>
          </a:xfrm>
          <a:custGeom xmlns:a="http://schemas.openxmlformats.org/drawingml/2006/main">
            <a:pathLst>
              <a:path w="338047" h="84315">
                <a:moveTo>
                  <a:pt x="41981" y="25589"/>
                </a:moveTo>
                <a:cubicBezTo>
                  <a:pt x="41981" y="20794"/>
                  <a:pt x="40533" y="17060"/>
                  <a:pt x="37638" y="14387"/>
                </a:cubicBezTo>
                <a:cubicBezTo>
                  <a:pt x="34742" y="11714"/>
                  <a:pt x="30380" y="10377"/>
                  <a:pt x="24550" y="10377"/>
                </a:cubicBezTo>
                <a:lnTo>
                  <a:pt x="14269" y="10377"/>
                </a:lnTo>
                <a:lnTo>
                  <a:pt x="14269" y="41391"/>
                </a:lnTo>
                <a:lnTo>
                  <a:pt x="25022" y="41391"/>
                </a:lnTo>
                <a:cubicBezTo>
                  <a:pt x="30380" y="41391"/>
                  <a:pt x="34546" y="40025"/>
                  <a:pt x="37520" y="37293"/>
                </a:cubicBezTo>
                <a:cubicBezTo>
                  <a:pt x="40494" y="34561"/>
                  <a:pt x="41981" y="30660"/>
                  <a:pt x="41981" y="25589"/>
                </a:cubicBezTo>
                <a:moveTo>
                  <a:pt x="56367" y="25471"/>
                </a:moveTo>
                <a:cubicBezTo>
                  <a:pt x="56367" y="30660"/>
                  <a:pt x="55196" y="35220"/>
                  <a:pt x="52853" y="39150"/>
                </a:cubicBezTo>
                <a:cubicBezTo>
                  <a:pt x="50512" y="43081"/>
                  <a:pt x="47107" y="46147"/>
                  <a:pt x="42638" y="48348"/>
                </a:cubicBezTo>
                <a:cubicBezTo>
                  <a:pt x="38171" y="50550"/>
                  <a:pt x="32887" y="51650"/>
                  <a:pt x="26787" y="51650"/>
                </a:cubicBezTo>
                <a:lnTo>
                  <a:pt x="14269" y="51650"/>
                </a:lnTo>
                <a:lnTo>
                  <a:pt x="14269" y="83136"/>
                </a:lnTo>
                <a:lnTo>
                  <a:pt x="0" y="83136"/>
                </a:lnTo>
                <a:lnTo>
                  <a:pt x="0" y="0"/>
                </a:lnTo>
                <a:lnTo>
                  <a:pt x="26207" y="0"/>
                </a:lnTo>
                <a:cubicBezTo>
                  <a:pt x="35886" y="0"/>
                  <a:pt x="43332" y="2211"/>
                  <a:pt x="48546" y="6633"/>
                </a:cubicBezTo>
                <a:cubicBezTo>
                  <a:pt x="53760" y="11055"/>
                  <a:pt x="56367" y="17335"/>
                  <a:pt x="56367" y="25471"/>
                </a:cubicBezTo>
                <a:close/>
                <a:moveTo>
                  <a:pt x="130742" y="52771"/>
                </a:moveTo>
                <a:cubicBezTo>
                  <a:pt x="130742" y="62637"/>
                  <a:pt x="127998" y="70361"/>
                  <a:pt x="122510" y="75942"/>
                </a:cubicBezTo>
                <a:cubicBezTo>
                  <a:pt x="117022" y="81524"/>
                  <a:pt x="109320" y="84315"/>
                  <a:pt x="99404" y="84315"/>
                </a:cubicBezTo>
                <a:cubicBezTo>
                  <a:pt x="89804" y="84315"/>
                  <a:pt x="82288" y="81485"/>
                  <a:pt x="76859" y="75824"/>
                </a:cubicBezTo>
                <a:cubicBezTo>
                  <a:pt x="71430" y="70164"/>
                  <a:pt x="68715" y="62480"/>
                  <a:pt x="68715" y="52771"/>
                </a:cubicBezTo>
                <a:cubicBezTo>
                  <a:pt x="68715" y="42904"/>
                  <a:pt x="71440" y="35220"/>
                  <a:pt x="76889" y="29717"/>
                </a:cubicBezTo>
                <a:cubicBezTo>
                  <a:pt x="82338" y="24214"/>
                  <a:pt x="89961" y="21462"/>
                  <a:pt x="99758" y="21462"/>
                </a:cubicBezTo>
                <a:cubicBezTo>
                  <a:pt x="109870" y="21462"/>
                  <a:pt x="117562" y="24145"/>
                  <a:pt x="122834" y="29510"/>
                </a:cubicBezTo>
                <a:cubicBezTo>
                  <a:pt x="128106" y="34876"/>
                  <a:pt x="130742" y="42629"/>
                  <a:pt x="130742" y="52771"/>
                </a:cubicBezTo>
                <a:moveTo>
                  <a:pt x="116474" y="52771"/>
                </a:moveTo>
                <a:cubicBezTo>
                  <a:pt x="116474" y="38580"/>
                  <a:pt x="111000" y="31485"/>
                  <a:pt x="100053" y="31485"/>
                </a:cubicBezTo>
                <a:cubicBezTo>
                  <a:pt x="88673" y="31485"/>
                  <a:pt x="82984" y="38580"/>
                  <a:pt x="82984" y="52771"/>
                </a:cubicBezTo>
                <a:cubicBezTo>
                  <a:pt x="82984" y="59728"/>
                  <a:pt x="84377" y="65054"/>
                  <a:pt x="87163" y="68749"/>
                </a:cubicBezTo>
                <a:cubicBezTo>
                  <a:pt x="89949" y="72444"/>
                  <a:pt x="93990" y="74291"/>
                  <a:pt x="99287" y="74291"/>
                </a:cubicBezTo>
                <a:cubicBezTo>
                  <a:pt x="110745" y="74291"/>
                  <a:pt x="116474" y="67118"/>
                  <a:pt x="116474" y="52771"/>
                </a:cubicBezTo>
                <a:close/>
                <a:moveTo>
                  <a:pt x="154695" y="83136"/>
                </a:moveTo>
                <a:lnTo>
                  <a:pt x="138138" y="22641"/>
                </a:lnTo>
                <a:lnTo>
                  <a:pt x="151277" y="22641"/>
                </a:lnTo>
                <a:lnTo>
                  <a:pt x="160233" y="58060"/>
                </a:lnTo>
                <a:cubicBezTo>
                  <a:pt x="160744" y="60146"/>
                  <a:pt x="161215" y="62351"/>
                  <a:pt x="161647" y="64673"/>
                </a:cubicBezTo>
                <a:cubicBezTo>
                  <a:pt x="162079" y="66995"/>
                  <a:pt x="162492" y="69415"/>
                  <a:pt x="162885" y="71933"/>
                </a:cubicBezTo>
                <a:cubicBezTo>
                  <a:pt x="163867" y="67840"/>
                  <a:pt x="164643" y="64613"/>
                  <a:pt x="165212" y="62252"/>
                </a:cubicBezTo>
                <a:cubicBezTo>
                  <a:pt x="165782" y="59890"/>
                  <a:pt x="169406" y="46686"/>
                  <a:pt x="176085" y="22641"/>
                </a:cubicBezTo>
                <a:lnTo>
                  <a:pt x="190167" y="22641"/>
                </a:lnTo>
                <a:lnTo>
                  <a:pt x="199889" y="57648"/>
                </a:lnTo>
                <a:cubicBezTo>
                  <a:pt x="200871" y="61071"/>
                  <a:pt x="201991" y="65853"/>
                  <a:pt x="203248" y="71992"/>
                </a:cubicBezTo>
                <a:cubicBezTo>
                  <a:pt x="203562" y="70417"/>
                  <a:pt x="203935" y="68715"/>
                  <a:pt x="204366" y="66886"/>
                </a:cubicBezTo>
                <a:cubicBezTo>
                  <a:pt x="204798" y="65056"/>
                  <a:pt x="208413" y="50308"/>
                  <a:pt x="215209" y="22641"/>
                </a:cubicBezTo>
                <a:lnTo>
                  <a:pt x="228231" y="22641"/>
                </a:lnTo>
                <a:lnTo>
                  <a:pt x="211084" y="83136"/>
                </a:lnTo>
                <a:lnTo>
                  <a:pt x="195824" y="83136"/>
                </a:lnTo>
                <a:lnTo>
                  <a:pt x="186278" y="47893"/>
                </a:lnTo>
                <a:cubicBezTo>
                  <a:pt x="185727" y="46043"/>
                  <a:pt x="185138" y="43692"/>
                  <a:pt x="184509" y="40840"/>
                </a:cubicBezTo>
                <a:cubicBezTo>
                  <a:pt x="183881" y="37987"/>
                  <a:pt x="183430" y="35576"/>
                  <a:pt x="183155" y="33608"/>
                </a:cubicBezTo>
                <a:cubicBezTo>
                  <a:pt x="182290" y="38842"/>
                  <a:pt x="181249" y="43584"/>
                  <a:pt x="180032" y="47834"/>
                </a:cubicBezTo>
                <a:lnTo>
                  <a:pt x="170133" y="83136"/>
                </a:lnTo>
                <a:lnTo>
                  <a:pt x="154695" y="83136"/>
                </a:lnTo>
                <a:close/>
                <a:moveTo>
                  <a:pt x="249620" y="55494"/>
                </a:moveTo>
                <a:cubicBezTo>
                  <a:pt x="249817" y="61658"/>
                  <a:pt x="251179" y="66399"/>
                  <a:pt x="253705" y="69716"/>
                </a:cubicBezTo>
                <a:cubicBezTo>
                  <a:pt x="256233" y="73034"/>
                  <a:pt x="259692" y="74693"/>
                  <a:pt x="264083" y="74693"/>
                </a:cubicBezTo>
                <a:cubicBezTo>
                  <a:pt x="267060" y="74693"/>
                  <a:pt x="269715" y="73943"/>
                  <a:pt x="272046" y="72442"/>
                </a:cubicBezTo>
                <a:cubicBezTo>
                  <a:pt x="274379" y="70940"/>
                  <a:pt x="276485" y="68413"/>
                  <a:pt x="278366" y="64858"/>
                </a:cubicBezTo>
                <a:lnTo>
                  <a:pt x="289007" y="70002"/>
                </a:lnTo>
                <a:cubicBezTo>
                  <a:pt x="286690" y="73749"/>
                  <a:pt x="284373" y="76587"/>
                  <a:pt x="282057" y="78518"/>
                </a:cubicBezTo>
                <a:cubicBezTo>
                  <a:pt x="279740" y="80450"/>
                  <a:pt x="277041" y="81899"/>
                  <a:pt x="273959" y="82865"/>
                </a:cubicBezTo>
                <a:cubicBezTo>
                  <a:pt x="270877" y="83832"/>
                  <a:pt x="267216" y="84315"/>
                  <a:pt x="262975" y="84315"/>
                </a:cubicBezTo>
                <a:cubicBezTo>
                  <a:pt x="254140" y="84315"/>
                  <a:pt x="247326" y="81534"/>
                  <a:pt x="242536" y="75972"/>
                </a:cubicBezTo>
                <a:cubicBezTo>
                  <a:pt x="237746" y="70410"/>
                  <a:pt x="235352" y="62597"/>
                  <a:pt x="235352" y="52535"/>
                </a:cubicBezTo>
                <a:cubicBezTo>
                  <a:pt x="235352" y="42393"/>
                  <a:pt x="237867" y="34679"/>
                  <a:pt x="242899" y="29392"/>
                </a:cubicBezTo>
                <a:cubicBezTo>
                  <a:pt x="247930" y="24105"/>
                  <a:pt x="254789" y="21462"/>
                  <a:pt x="263476" y="21462"/>
                </a:cubicBezTo>
                <a:cubicBezTo>
                  <a:pt x="272085" y="21462"/>
                  <a:pt x="278669" y="24284"/>
                  <a:pt x="283228" y="29927"/>
                </a:cubicBezTo>
                <a:cubicBezTo>
                  <a:pt x="287788" y="35569"/>
                  <a:pt x="290068" y="43541"/>
                  <a:pt x="290068" y="53843"/>
                </a:cubicBezTo>
                <a:lnTo>
                  <a:pt x="290068" y="55494"/>
                </a:lnTo>
                <a:lnTo>
                  <a:pt x="249620" y="55494"/>
                </a:lnTo>
                <a:moveTo>
                  <a:pt x="263005" y="30848"/>
                </a:moveTo>
                <a:cubicBezTo>
                  <a:pt x="259052" y="30848"/>
                  <a:pt x="255901" y="32262"/>
                  <a:pt x="253552" y="35091"/>
                </a:cubicBezTo>
                <a:cubicBezTo>
                  <a:pt x="251205" y="37919"/>
                  <a:pt x="249934" y="41827"/>
                  <a:pt x="249738" y="46815"/>
                </a:cubicBezTo>
                <a:lnTo>
                  <a:pt x="275917" y="46815"/>
                </a:lnTo>
                <a:cubicBezTo>
                  <a:pt x="275525" y="41473"/>
                  <a:pt x="274312" y="37477"/>
                  <a:pt x="272276" y="34826"/>
                </a:cubicBezTo>
                <a:cubicBezTo>
                  <a:pt x="270242" y="32174"/>
                  <a:pt x="267152" y="30848"/>
                  <a:pt x="263005" y="30848"/>
                </a:cubicBezTo>
                <a:close/>
                <a:moveTo>
                  <a:pt x="331838" y="32735"/>
                </a:moveTo>
                <a:cubicBezTo>
                  <a:pt x="327423" y="32735"/>
                  <a:pt x="323895" y="34671"/>
                  <a:pt x="321254" y="38542"/>
                </a:cubicBezTo>
                <a:cubicBezTo>
                  <a:pt x="318613" y="42413"/>
                  <a:pt x="317293" y="47629"/>
                  <a:pt x="317293" y="54191"/>
                </a:cubicBezTo>
                <a:lnTo>
                  <a:pt x="317293" y="83136"/>
                </a:lnTo>
                <a:lnTo>
                  <a:pt x="303731" y="83136"/>
                </a:lnTo>
                <a:lnTo>
                  <a:pt x="303731" y="37573"/>
                </a:lnTo>
                <a:cubicBezTo>
                  <a:pt x="303731" y="31199"/>
                  <a:pt x="303574" y="26222"/>
                  <a:pt x="303260" y="22641"/>
                </a:cubicBezTo>
                <a:lnTo>
                  <a:pt x="316229" y="22641"/>
                </a:lnTo>
                <a:cubicBezTo>
                  <a:pt x="316624" y="27358"/>
                  <a:pt x="316821" y="31918"/>
                  <a:pt x="316821" y="36320"/>
                </a:cubicBezTo>
                <a:lnTo>
                  <a:pt x="317057" y="36320"/>
                </a:lnTo>
                <a:cubicBezTo>
                  <a:pt x="318950" y="30761"/>
                  <a:pt x="321137" y="26894"/>
                  <a:pt x="323620" y="24721"/>
                </a:cubicBezTo>
                <a:cubicBezTo>
                  <a:pt x="326104" y="22548"/>
                  <a:pt x="329375" y="21462"/>
                  <a:pt x="333435" y="21462"/>
                </a:cubicBezTo>
                <a:cubicBezTo>
                  <a:pt x="335287" y="21462"/>
                  <a:pt x="336825" y="21717"/>
                  <a:pt x="338047" y="22228"/>
                </a:cubicBezTo>
                <a:lnTo>
                  <a:pt x="338047" y="33372"/>
                </a:lnTo>
                <a:cubicBezTo>
                  <a:pt x="336036" y="32947"/>
                  <a:pt x="333966" y="32735"/>
                  <a:pt x="331838" y="327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1f17200cc4510"/>
          <a:stretch xmlns:a="http://schemas.openxmlformats.org/drawingml/2006/main"/>
        </p:blipFill>
        <p:spPr>
          <a:xfrm xmlns:a="http://schemas.openxmlformats.org/drawingml/2006/main">
            <a:off x="6627302" y="2142101"/>
            <a:ext cx="385174" cy="385174"/>
          </a:xfrm>
          <a:prstGeom xmlns:a="http://schemas.openxmlformats.org/drawingml/2006/main" prst="rect">
            <a:avLst/>
          </a:prstGeom>
        </p:spPr>
      </p:pic>
      <p:sp>
        <p:nvSpPr>
          <p:cNvPr id="285" name="Text DC">
            <a:extLst xmlns:a="http://schemas.openxmlformats.org/drawingml/2006/main">
              <a:ext uri="{FF2B5EF4-FFF2-40B4-BE49-F238E27FC236}">
                <a16:creationId xmlns:a16="http://schemas.microsoft.com/office/drawing/2014/main" id="{5D0CFC8F-74F4-4180-B0BF-AAE60BA5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378" y="1965777"/>
            <a:ext cx="154746" cy="85494"/>
          </a:xfrm>
          <a:custGeom xmlns:a="http://schemas.openxmlformats.org/drawingml/2006/main">
            <a:pathLst>
              <a:path w="154746" h="85494">
                <a:moveTo>
                  <a:pt x="55778" y="42069"/>
                </a:moveTo>
                <a:cubicBezTo>
                  <a:pt x="55778" y="22403"/>
                  <a:pt x="46389" y="12570"/>
                  <a:pt x="27612" y="12570"/>
                </a:cubicBezTo>
                <a:lnTo>
                  <a:pt x="14269" y="12570"/>
                </a:lnTo>
                <a:lnTo>
                  <a:pt x="14269" y="72924"/>
                </a:lnTo>
                <a:lnTo>
                  <a:pt x="29444" y="72924"/>
                </a:lnTo>
                <a:cubicBezTo>
                  <a:pt x="37749" y="72924"/>
                  <a:pt x="44214" y="70230"/>
                  <a:pt x="48839" y="64843"/>
                </a:cubicBezTo>
                <a:cubicBezTo>
                  <a:pt x="53465" y="59454"/>
                  <a:pt x="55778" y="51863"/>
                  <a:pt x="55778" y="42069"/>
                </a:cubicBezTo>
                <a:moveTo>
                  <a:pt x="70282" y="42069"/>
                </a:moveTo>
                <a:cubicBezTo>
                  <a:pt x="70282" y="50723"/>
                  <a:pt x="68667" y="58236"/>
                  <a:pt x="65438" y="64609"/>
                </a:cubicBezTo>
                <a:cubicBezTo>
                  <a:pt x="62210" y="70980"/>
                  <a:pt x="57594" y="75858"/>
                  <a:pt x="51589" y="79241"/>
                </a:cubicBezTo>
                <a:cubicBezTo>
                  <a:pt x="45585" y="82623"/>
                  <a:pt x="38606" y="84315"/>
                  <a:pt x="30653" y="84315"/>
                </a:cubicBezTo>
                <a:lnTo>
                  <a:pt x="0" y="84315"/>
                </a:lnTo>
                <a:lnTo>
                  <a:pt x="0" y="1179"/>
                </a:lnTo>
                <a:lnTo>
                  <a:pt x="27935" y="1179"/>
                </a:lnTo>
                <a:cubicBezTo>
                  <a:pt x="41716" y="1179"/>
                  <a:pt x="52219" y="4660"/>
                  <a:pt x="59444" y="11623"/>
                </a:cubicBezTo>
                <a:cubicBezTo>
                  <a:pt x="66669" y="18585"/>
                  <a:pt x="70282" y="28734"/>
                  <a:pt x="70282" y="42069"/>
                </a:cubicBezTo>
                <a:close/>
                <a:moveTo>
                  <a:pt x="123878" y="85494"/>
                </a:moveTo>
                <a:cubicBezTo>
                  <a:pt x="112803" y="85494"/>
                  <a:pt x="104172" y="81681"/>
                  <a:pt x="97986" y="74056"/>
                </a:cubicBezTo>
                <a:cubicBezTo>
                  <a:pt x="91801" y="66430"/>
                  <a:pt x="88709" y="55876"/>
                  <a:pt x="88709" y="42393"/>
                </a:cubicBezTo>
                <a:cubicBezTo>
                  <a:pt x="88709" y="28989"/>
                  <a:pt x="91752" y="18573"/>
                  <a:pt x="97839" y="11144"/>
                </a:cubicBezTo>
                <a:cubicBezTo>
                  <a:pt x="103927" y="3715"/>
                  <a:pt x="112567" y="0"/>
                  <a:pt x="123760" y="0"/>
                </a:cubicBezTo>
                <a:cubicBezTo>
                  <a:pt x="131496" y="0"/>
                  <a:pt x="137887" y="1690"/>
                  <a:pt x="142933" y="5071"/>
                </a:cubicBezTo>
                <a:cubicBezTo>
                  <a:pt x="147981" y="8451"/>
                  <a:pt x="151781" y="13797"/>
                  <a:pt x="154333" y="21108"/>
                </a:cubicBezTo>
                <a:lnTo>
                  <a:pt x="141730" y="25589"/>
                </a:lnTo>
                <a:cubicBezTo>
                  <a:pt x="140395" y="20951"/>
                  <a:pt x="138216" y="17433"/>
                  <a:pt x="135193" y="15035"/>
                </a:cubicBezTo>
                <a:cubicBezTo>
                  <a:pt x="132170" y="12637"/>
                  <a:pt x="128459" y="11439"/>
                  <a:pt x="124062" y="11439"/>
                </a:cubicBezTo>
                <a:cubicBezTo>
                  <a:pt x="117387" y="11439"/>
                  <a:pt x="112243" y="14121"/>
                  <a:pt x="108631" y="19485"/>
                </a:cubicBezTo>
                <a:cubicBezTo>
                  <a:pt x="105019" y="24849"/>
                  <a:pt x="103213" y="32483"/>
                  <a:pt x="103213" y="42388"/>
                </a:cubicBezTo>
                <a:cubicBezTo>
                  <a:pt x="103213" y="52213"/>
                  <a:pt x="105058" y="59956"/>
                  <a:pt x="108748" y="65615"/>
                </a:cubicBezTo>
                <a:cubicBezTo>
                  <a:pt x="112440" y="71274"/>
                  <a:pt x="117505" y="74104"/>
                  <a:pt x="123944" y="74104"/>
                </a:cubicBezTo>
                <a:cubicBezTo>
                  <a:pt x="128302" y="74104"/>
                  <a:pt x="132042" y="72754"/>
                  <a:pt x="135163" y="70054"/>
                </a:cubicBezTo>
                <a:cubicBezTo>
                  <a:pt x="138285" y="67352"/>
                  <a:pt x="140591" y="63498"/>
                  <a:pt x="142084" y="58490"/>
                </a:cubicBezTo>
                <a:lnTo>
                  <a:pt x="154746" y="63454"/>
                </a:lnTo>
                <a:cubicBezTo>
                  <a:pt x="149248" y="78147"/>
                  <a:pt x="138958" y="85494"/>
                  <a:pt x="123878" y="85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Text Power">
            <a:extLst xmlns:a="http://schemas.openxmlformats.org/drawingml/2006/main">
              <a:ext uri="{FF2B5EF4-FFF2-40B4-BE49-F238E27FC236}">
                <a16:creationId xmlns:a16="http://schemas.microsoft.com/office/drawing/2014/main" id="{018AEB81-2782-4479-BDFF-5B07121A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29" y="2115566"/>
            <a:ext cx="338046" cy="84315"/>
          </a:xfrm>
          <a:custGeom xmlns:a="http://schemas.openxmlformats.org/drawingml/2006/main">
            <a:pathLst>
              <a:path w="338046" h="84315">
                <a:moveTo>
                  <a:pt x="41981" y="25589"/>
                </a:moveTo>
                <a:cubicBezTo>
                  <a:pt x="41981" y="20794"/>
                  <a:pt x="40533" y="17060"/>
                  <a:pt x="37638" y="14387"/>
                </a:cubicBezTo>
                <a:cubicBezTo>
                  <a:pt x="34742" y="11714"/>
                  <a:pt x="30380" y="10377"/>
                  <a:pt x="24550" y="10377"/>
                </a:cubicBezTo>
                <a:lnTo>
                  <a:pt x="14269" y="10377"/>
                </a:lnTo>
                <a:lnTo>
                  <a:pt x="14269" y="41391"/>
                </a:lnTo>
                <a:lnTo>
                  <a:pt x="25022" y="41391"/>
                </a:lnTo>
                <a:cubicBezTo>
                  <a:pt x="30380" y="41391"/>
                  <a:pt x="34546" y="40025"/>
                  <a:pt x="37520" y="37293"/>
                </a:cubicBezTo>
                <a:cubicBezTo>
                  <a:pt x="40494" y="34561"/>
                  <a:pt x="41981" y="30660"/>
                  <a:pt x="41981" y="25589"/>
                </a:cubicBezTo>
                <a:moveTo>
                  <a:pt x="56367" y="25471"/>
                </a:moveTo>
                <a:cubicBezTo>
                  <a:pt x="56367" y="30660"/>
                  <a:pt x="55196" y="35220"/>
                  <a:pt x="52853" y="39150"/>
                </a:cubicBezTo>
                <a:cubicBezTo>
                  <a:pt x="50512" y="43081"/>
                  <a:pt x="47107" y="46147"/>
                  <a:pt x="42638" y="48348"/>
                </a:cubicBezTo>
                <a:cubicBezTo>
                  <a:pt x="38171" y="50550"/>
                  <a:pt x="32887" y="51650"/>
                  <a:pt x="26787" y="51650"/>
                </a:cubicBezTo>
                <a:lnTo>
                  <a:pt x="14269" y="51650"/>
                </a:lnTo>
                <a:lnTo>
                  <a:pt x="14269" y="83136"/>
                </a:lnTo>
                <a:lnTo>
                  <a:pt x="0" y="83136"/>
                </a:lnTo>
                <a:lnTo>
                  <a:pt x="0" y="0"/>
                </a:lnTo>
                <a:lnTo>
                  <a:pt x="26207" y="0"/>
                </a:lnTo>
                <a:cubicBezTo>
                  <a:pt x="35886" y="0"/>
                  <a:pt x="43332" y="2211"/>
                  <a:pt x="48546" y="6633"/>
                </a:cubicBezTo>
                <a:cubicBezTo>
                  <a:pt x="53760" y="11055"/>
                  <a:pt x="56367" y="17335"/>
                  <a:pt x="56367" y="25471"/>
                </a:cubicBezTo>
                <a:close/>
                <a:moveTo>
                  <a:pt x="130743" y="52771"/>
                </a:moveTo>
                <a:cubicBezTo>
                  <a:pt x="130743" y="62637"/>
                  <a:pt x="127998" y="70361"/>
                  <a:pt x="122510" y="75942"/>
                </a:cubicBezTo>
                <a:cubicBezTo>
                  <a:pt x="117022" y="81524"/>
                  <a:pt x="109320" y="84315"/>
                  <a:pt x="99405" y="84315"/>
                </a:cubicBezTo>
                <a:cubicBezTo>
                  <a:pt x="89804" y="84315"/>
                  <a:pt x="82289" y="81485"/>
                  <a:pt x="76859" y="75824"/>
                </a:cubicBezTo>
                <a:cubicBezTo>
                  <a:pt x="71430" y="70164"/>
                  <a:pt x="68715" y="62480"/>
                  <a:pt x="68715" y="52771"/>
                </a:cubicBezTo>
                <a:cubicBezTo>
                  <a:pt x="68715" y="42904"/>
                  <a:pt x="71440" y="35220"/>
                  <a:pt x="76889" y="29717"/>
                </a:cubicBezTo>
                <a:cubicBezTo>
                  <a:pt x="82338" y="24214"/>
                  <a:pt x="89961" y="21462"/>
                  <a:pt x="99758" y="21462"/>
                </a:cubicBezTo>
                <a:cubicBezTo>
                  <a:pt x="109870" y="21462"/>
                  <a:pt x="117562" y="24145"/>
                  <a:pt x="122834" y="29510"/>
                </a:cubicBezTo>
                <a:cubicBezTo>
                  <a:pt x="128106" y="34876"/>
                  <a:pt x="130743" y="42629"/>
                  <a:pt x="130743" y="52771"/>
                </a:cubicBezTo>
                <a:moveTo>
                  <a:pt x="116474" y="52771"/>
                </a:moveTo>
                <a:cubicBezTo>
                  <a:pt x="116474" y="38580"/>
                  <a:pt x="111000" y="31485"/>
                  <a:pt x="100053" y="31485"/>
                </a:cubicBezTo>
                <a:cubicBezTo>
                  <a:pt x="88674" y="31485"/>
                  <a:pt x="82984" y="38580"/>
                  <a:pt x="82984" y="52771"/>
                </a:cubicBezTo>
                <a:cubicBezTo>
                  <a:pt x="82984" y="59728"/>
                  <a:pt x="84377" y="65054"/>
                  <a:pt x="87163" y="68749"/>
                </a:cubicBezTo>
                <a:cubicBezTo>
                  <a:pt x="89949" y="72444"/>
                  <a:pt x="93990" y="74291"/>
                  <a:pt x="99287" y="74291"/>
                </a:cubicBezTo>
                <a:cubicBezTo>
                  <a:pt x="110745" y="74291"/>
                  <a:pt x="116474" y="67118"/>
                  <a:pt x="116474" y="52771"/>
                </a:cubicBezTo>
                <a:close/>
                <a:moveTo>
                  <a:pt x="154695" y="83136"/>
                </a:moveTo>
                <a:lnTo>
                  <a:pt x="138138" y="22641"/>
                </a:lnTo>
                <a:lnTo>
                  <a:pt x="151277" y="22641"/>
                </a:lnTo>
                <a:lnTo>
                  <a:pt x="160234" y="58060"/>
                </a:lnTo>
                <a:cubicBezTo>
                  <a:pt x="160745" y="60146"/>
                  <a:pt x="161216" y="62351"/>
                  <a:pt x="161647" y="64673"/>
                </a:cubicBezTo>
                <a:cubicBezTo>
                  <a:pt x="162079" y="66995"/>
                  <a:pt x="162492" y="69415"/>
                  <a:pt x="162885" y="71933"/>
                </a:cubicBezTo>
                <a:cubicBezTo>
                  <a:pt x="163868" y="67840"/>
                  <a:pt x="164643" y="64613"/>
                  <a:pt x="165212" y="62252"/>
                </a:cubicBezTo>
                <a:cubicBezTo>
                  <a:pt x="165782" y="59890"/>
                  <a:pt x="169406" y="46686"/>
                  <a:pt x="176085" y="22641"/>
                </a:cubicBezTo>
                <a:lnTo>
                  <a:pt x="190168" y="22641"/>
                </a:lnTo>
                <a:lnTo>
                  <a:pt x="199889" y="57648"/>
                </a:lnTo>
                <a:cubicBezTo>
                  <a:pt x="200871" y="61071"/>
                  <a:pt x="201991" y="65853"/>
                  <a:pt x="203248" y="71992"/>
                </a:cubicBezTo>
                <a:cubicBezTo>
                  <a:pt x="203562" y="70417"/>
                  <a:pt x="203935" y="68715"/>
                  <a:pt x="204366" y="66886"/>
                </a:cubicBezTo>
                <a:cubicBezTo>
                  <a:pt x="204799" y="65056"/>
                  <a:pt x="208413" y="50308"/>
                  <a:pt x="215210" y="22641"/>
                </a:cubicBezTo>
                <a:lnTo>
                  <a:pt x="228231" y="22641"/>
                </a:lnTo>
                <a:lnTo>
                  <a:pt x="211084" y="83136"/>
                </a:lnTo>
                <a:lnTo>
                  <a:pt x="195824" y="83136"/>
                </a:lnTo>
                <a:lnTo>
                  <a:pt x="186278" y="47893"/>
                </a:lnTo>
                <a:cubicBezTo>
                  <a:pt x="185728" y="46043"/>
                  <a:pt x="185138" y="43692"/>
                  <a:pt x="184509" y="40840"/>
                </a:cubicBezTo>
                <a:cubicBezTo>
                  <a:pt x="183881" y="37987"/>
                  <a:pt x="183430" y="35576"/>
                  <a:pt x="183155" y="33608"/>
                </a:cubicBezTo>
                <a:cubicBezTo>
                  <a:pt x="182290" y="38842"/>
                  <a:pt x="181249" y="43584"/>
                  <a:pt x="180032" y="47834"/>
                </a:cubicBezTo>
                <a:lnTo>
                  <a:pt x="170134" y="83136"/>
                </a:lnTo>
                <a:lnTo>
                  <a:pt x="154695" y="83136"/>
                </a:lnTo>
                <a:close/>
                <a:moveTo>
                  <a:pt x="249620" y="55494"/>
                </a:moveTo>
                <a:cubicBezTo>
                  <a:pt x="249817" y="61658"/>
                  <a:pt x="251178" y="66399"/>
                  <a:pt x="253705" y="69716"/>
                </a:cubicBezTo>
                <a:cubicBezTo>
                  <a:pt x="256233" y="73034"/>
                  <a:pt x="259692" y="74693"/>
                  <a:pt x="264082" y="74693"/>
                </a:cubicBezTo>
                <a:cubicBezTo>
                  <a:pt x="267060" y="74693"/>
                  <a:pt x="269714" y="73943"/>
                  <a:pt x="272046" y="72442"/>
                </a:cubicBezTo>
                <a:cubicBezTo>
                  <a:pt x="274379" y="70940"/>
                  <a:pt x="276485" y="68413"/>
                  <a:pt x="278366" y="64858"/>
                </a:cubicBezTo>
                <a:lnTo>
                  <a:pt x="289007" y="70002"/>
                </a:lnTo>
                <a:cubicBezTo>
                  <a:pt x="286690" y="73749"/>
                  <a:pt x="284373" y="76587"/>
                  <a:pt x="282056" y="78518"/>
                </a:cubicBezTo>
                <a:cubicBezTo>
                  <a:pt x="279740" y="80450"/>
                  <a:pt x="277040" y="81899"/>
                  <a:pt x="273958" y="82865"/>
                </a:cubicBezTo>
                <a:cubicBezTo>
                  <a:pt x="270876" y="83832"/>
                  <a:pt x="267215" y="84315"/>
                  <a:pt x="262975" y="84315"/>
                </a:cubicBezTo>
                <a:cubicBezTo>
                  <a:pt x="254139" y="84315"/>
                  <a:pt x="247326" y="81534"/>
                  <a:pt x="242536" y="75972"/>
                </a:cubicBezTo>
                <a:cubicBezTo>
                  <a:pt x="237746" y="70410"/>
                  <a:pt x="235352" y="62597"/>
                  <a:pt x="235352" y="52535"/>
                </a:cubicBezTo>
                <a:cubicBezTo>
                  <a:pt x="235352" y="42393"/>
                  <a:pt x="237867" y="34679"/>
                  <a:pt x="242899" y="29392"/>
                </a:cubicBezTo>
                <a:cubicBezTo>
                  <a:pt x="247930" y="24105"/>
                  <a:pt x="254789" y="21462"/>
                  <a:pt x="263476" y="21462"/>
                </a:cubicBezTo>
                <a:cubicBezTo>
                  <a:pt x="272085" y="21462"/>
                  <a:pt x="278669" y="24284"/>
                  <a:pt x="283228" y="29927"/>
                </a:cubicBezTo>
                <a:cubicBezTo>
                  <a:pt x="287788" y="35569"/>
                  <a:pt x="290068" y="43541"/>
                  <a:pt x="290068" y="53843"/>
                </a:cubicBezTo>
                <a:lnTo>
                  <a:pt x="290068" y="55494"/>
                </a:lnTo>
                <a:lnTo>
                  <a:pt x="249620" y="55494"/>
                </a:lnTo>
                <a:moveTo>
                  <a:pt x="263005" y="30848"/>
                </a:moveTo>
                <a:cubicBezTo>
                  <a:pt x="259052" y="30848"/>
                  <a:pt x="255901" y="32262"/>
                  <a:pt x="253552" y="35091"/>
                </a:cubicBezTo>
                <a:cubicBezTo>
                  <a:pt x="251205" y="37919"/>
                  <a:pt x="249934" y="41827"/>
                  <a:pt x="249738" y="46815"/>
                </a:cubicBezTo>
                <a:lnTo>
                  <a:pt x="275917" y="46815"/>
                </a:lnTo>
                <a:cubicBezTo>
                  <a:pt x="275525" y="41473"/>
                  <a:pt x="274312" y="37477"/>
                  <a:pt x="272276" y="34826"/>
                </a:cubicBezTo>
                <a:cubicBezTo>
                  <a:pt x="270242" y="32174"/>
                  <a:pt x="267151" y="30848"/>
                  <a:pt x="263005" y="30848"/>
                </a:cubicBezTo>
                <a:close/>
                <a:moveTo>
                  <a:pt x="331837" y="32735"/>
                </a:moveTo>
                <a:cubicBezTo>
                  <a:pt x="327422" y="32735"/>
                  <a:pt x="323894" y="34671"/>
                  <a:pt x="321253" y="38542"/>
                </a:cubicBezTo>
                <a:cubicBezTo>
                  <a:pt x="318612" y="42413"/>
                  <a:pt x="317292" y="47629"/>
                  <a:pt x="317292" y="54191"/>
                </a:cubicBezTo>
                <a:lnTo>
                  <a:pt x="317292" y="83136"/>
                </a:lnTo>
                <a:lnTo>
                  <a:pt x="303731" y="83136"/>
                </a:lnTo>
                <a:lnTo>
                  <a:pt x="303731" y="37573"/>
                </a:lnTo>
                <a:cubicBezTo>
                  <a:pt x="303731" y="31199"/>
                  <a:pt x="303574" y="26222"/>
                  <a:pt x="303259" y="22641"/>
                </a:cubicBezTo>
                <a:lnTo>
                  <a:pt x="316229" y="22641"/>
                </a:lnTo>
                <a:cubicBezTo>
                  <a:pt x="316623" y="27358"/>
                  <a:pt x="316820" y="31918"/>
                  <a:pt x="316820" y="36320"/>
                </a:cubicBezTo>
                <a:lnTo>
                  <a:pt x="317056" y="36320"/>
                </a:lnTo>
                <a:cubicBezTo>
                  <a:pt x="318949" y="30761"/>
                  <a:pt x="321137" y="26894"/>
                  <a:pt x="323619" y="24721"/>
                </a:cubicBezTo>
                <a:cubicBezTo>
                  <a:pt x="326103" y="22548"/>
                  <a:pt x="329375" y="21462"/>
                  <a:pt x="333434" y="21462"/>
                </a:cubicBezTo>
                <a:cubicBezTo>
                  <a:pt x="335287" y="21462"/>
                  <a:pt x="336824" y="21717"/>
                  <a:pt x="338046" y="22228"/>
                </a:cubicBezTo>
                <a:lnTo>
                  <a:pt x="338046" y="33372"/>
                </a:lnTo>
                <a:cubicBezTo>
                  <a:pt x="336036" y="32947"/>
                  <a:pt x="333966" y="32735"/>
                  <a:pt x="331837" y="327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fab86bd074dd4"/>
          <a:stretch xmlns:a="http://schemas.openxmlformats.org/drawingml/2006/main"/>
        </p:blipFill>
        <p:spPr>
          <a:xfrm xmlns:a="http://schemas.openxmlformats.org/drawingml/2006/main">
            <a:off x="184114" y="2132342"/>
            <a:ext cx="407917" cy="407917"/>
          </a:xfrm>
          <a:prstGeom xmlns:a="http://schemas.openxmlformats.org/drawingml/2006/main" prst="rect">
            <a:avLst/>
          </a:prstGeom>
        </p:spPr>
      </p:pic>
      <p:sp>
        <p:nvSpPr>
          <p:cNvPr id="288" name="Text DC">
            <a:extLst xmlns:a="http://schemas.openxmlformats.org/drawingml/2006/main">
              <a:ext uri="{FF2B5EF4-FFF2-40B4-BE49-F238E27FC236}">
                <a16:creationId xmlns:a16="http://schemas.microsoft.com/office/drawing/2014/main" id="{815DEB2A-FA84-4314-9931-8131006E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378" y="1965777"/>
            <a:ext cx="154746" cy="85494"/>
          </a:xfrm>
          <a:custGeom xmlns:a="http://schemas.openxmlformats.org/drawingml/2006/main">
            <a:pathLst>
              <a:path w="154746" h="85494">
                <a:moveTo>
                  <a:pt x="55778" y="42069"/>
                </a:moveTo>
                <a:cubicBezTo>
                  <a:pt x="55778" y="22403"/>
                  <a:pt x="46389" y="12570"/>
                  <a:pt x="27612" y="12570"/>
                </a:cubicBezTo>
                <a:lnTo>
                  <a:pt x="14269" y="12570"/>
                </a:lnTo>
                <a:lnTo>
                  <a:pt x="14269" y="72924"/>
                </a:lnTo>
                <a:lnTo>
                  <a:pt x="29444" y="72924"/>
                </a:lnTo>
                <a:cubicBezTo>
                  <a:pt x="37749" y="72924"/>
                  <a:pt x="44214" y="70230"/>
                  <a:pt x="48839" y="64843"/>
                </a:cubicBezTo>
                <a:cubicBezTo>
                  <a:pt x="53465" y="59454"/>
                  <a:pt x="55778" y="51863"/>
                  <a:pt x="55778" y="42069"/>
                </a:cubicBezTo>
                <a:moveTo>
                  <a:pt x="70282" y="42069"/>
                </a:moveTo>
                <a:cubicBezTo>
                  <a:pt x="70282" y="50723"/>
                  <a:pt x="68667" y="58236"/>
                  <a:pt x="65438" y="64609"/>
                </a:cubicBezTo>
                <a:cubicBezTo>
                  <a:pt x="62210" y="70980"/>
                  <a:pt x="57594" y="75858"/>
                  <a:pt x="51589" y="79241"/>
                </a:cubicBezTo>
                <a:cubicBezTo>
                  <a:pt x="45585" y="82623"/>
                  <a:pt x="38606" y="84315"/>
                  <a:pt x="30653" y="84315"/>
                </a:cubicBezTo>
                <a:lnTo>
                  <a:pt x="0" y="84315"/>
                </a:lnTo>
                <a:lnTo>
                  <a:pt x="0" y="1179"/>
                </a:lnTo>
                <a:lnTo>
                  <a:pt x="27935" y="1179"/>
                </a:lnTo>
                <a:cubicBezTo>
                  <a:pt x="41716" y="1179"/>
                  <a:pt x="52219" y="4660"/>
                  <a:pt x="59444" y="11623"/>
                </a:cubicBezTo>
                <a:cubicBezTo>
                  <a:pt x="66669" y="18585"/>
                  <a:pt x="70282" y="28734"/>
                  <a:pt x="70282" y="42069"/>
                </a:cubicBezTo>
                <a:close/>
                <a:moveTo>
                  <a:pt x="123878" y="85494"/>
                </a:moveTo>
                <a:cubicBezTo>
                  <a:pt x="112803" y="85494"/>
                  <a:pt x="104172" y="81681"/>
                  <a:pt x="97986" y="74056"/>
                </a:cubicBezTo>
                <a:cubicBezTo>
                  <a:pt x="91801" y="66430"/>
                  <a:pt x="88709" y="55876"/>
                  <a:pt x="88709" y="42393"/>
                </a:cubicBezTo>
                <a:cubicBezTo>
                  <a:pt x="88709" y="28989"/>
                  <a:pt x="91752" y="18573"/>
                  <a:pt x="97839" y="11144"/>
                </a:cubicBezTo>
                <a:cubicBezTo>
                  <a:pt x="103927" y="3715"/>
                  <a:pt x="112567" y="0"/>
                  <a:pt x="123760" y="0"/>
                </a:cubicBezTo>
                <a:cubicBezTo>
                  <a:pt x="131496" y="0"/>
                  <a:pt x="137887" y="1690"/>
                  <a:pt x="142933" y="5071"/>
                </a:cubicBezTo>
                <a:cubicBezTo>
                  <a:pt x="147981" y="8451"/>
                  <a:pt x="151781" y="13797"/>
                  <a:pt x="154333" y="21108"/>
                </a:cubicBezTo>
                <a:lnTo>
                  <a:pt x="141730" y="25589"/>
                </a:lnTo>
                <a:cubicBezTo>
                  <a:pt x="140395" y="20951"/>
                  <a:pt x="138216" y="17433"/>
                  <a:pt x="135193" y="15035"/>
                </a:cubicBezTo>
                <a:cubicBezTo>
                  <a:pt x="132170" y="12637"/>
                  <a:pt x="128459" y="11439"/>
                  <a:pt x="124062" y="11439"/>
                </a:cubicBezTo>
                <a:cubicBezTo>
                  <a:pt x="117387" y="11439"/>
                  <a:pt x="112243" y="14121"/>
                  <a:pt x="108631" y="19485"/>
                </a:cubicBezTo>
                <a:cubicBezTo>
                  <a:pt x="105019" y="24849"/>
                  <a:pt x="103213" y="32483"/>
                  <a:pt x="103213" y="42388"/>
                </a:cubicBezTo>
                <a:cubicBezTo>
                  <a:pt x="103213" y="52213"/>
                  <a:pt x="105058" y="59956"/>
                  <a:pt x="108748" y="65615"/>
                </a:cubicBezTo>
                <a:cubicBezTo>
                  <a:pt x="112440" y="71274"/>
                  <a:pt x="117505" y="74104"/>
                  <a:pt x="123944" y="74104"/>
                </a:cubicBezTo>
                <a:cubicBezTo>
                  <a:pt x="128302" y="74104"/>
                  <a:pt x="132042" y="72754"/>
                  <a:pt x="135163" y="70054"/>
                </a:cubicBezTo>
                <a:cubicBezTo>
                  <a:pt x="138285" y="67352"/>
                  <a:pt x="140591" y="63498"/>
                  <a:pt x="142084" y="58490"/>
                </a:cubicBezTo>
                <a:lnTo>
                  <a:pt x="154746" y="63454"/>
                </a:lnTo>
                <a:cubicBezTo>
                  <a:pt x="149248" y="78147"/>
                  <a:pt x="138958" y="85494"/>
                  <a:pt x="123878" y="85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Text Power">
            <a:extLst xmlns:a="http://schemas.openxmlformats.org/drawingml/2006/main">
              <a:ext uri="{FF2B5EF4-FFF2-40B4-BE49-F238E27FC236}">
                <a16:creationId xmlns:a16="http://schemas.microsoft.com/office/drawing/2014/main" id="{8FCBF1D0-D3F9-4172-B2A3-136EB437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29" y="2115566"/>
            <a:ext cx="338046" cy="84315"/>
          </a:xfrm>
          <a:custGeom xmlns:a="http://schemas.openxmlformats.org/drawingml/2006/main">
            <a:pathLst>
              <a:path w="338046" h="84315">
                <a:moveTo>
                  <a:pt x="41981" y="25589"/>
                </a:moveTo>
                <a:cubicBezTo>
                  <a:pt x="41981" y="20794"/>
                  <a:pt x="40533" y="17060"/>
                  <a:pt x="37638" y="14387"/>
                </a:cubicBezTo>
                <a:cubicBezTo>
                  <a:pt x="34742" y="11714"/>
                  <a:pt x="30380" y="10377"/>
                  <a:pt x="24550" y="10377"/>
                </a:cubicBezTo>
                <a:lnTo>
                  <a:pt x="14269" y="10377"/>
                </a:lnTo>
                <a:lnTo>
                  <a:pt x="14269" y="41391"/>
                </a:lnTo>
                <a:lnTo>
                  <a:pt x="25022" y="41391"/>
                </a:lnTo>
                <a:cubicBezTo>
                  <a:pt x="30380" y="41391"/>
                  <a:pt x="34546" y="40025"/>
                  <a:pt x="37520" y="37293"/>
                </a:cubicBezTo>
                <a:cubicBezTo>
                  <a:pt x="40494" y="34561"/>
                  <a:pt x="41981" y="30660"/>
                  <a:pt x="41981" y="25589"/>
                </a:cubicBezTo>
                <a:moveTo>
                  <a:pt x="56367" y="25471"/>
                </a:moveTo>
                <a:cubicBezTo>
                  <a:pt x="56367" y="30660"/>
                  <a:pt x="55196" y="35220"/>
                  <a:pt x="52853" y="39150"/>
                </a:cubicBezTo>
                <a:cubicBezTo>
                  <a:pt x="50512" y="43081"/>
                  <a:pt x="47107" y="46147"/>
                  <a:pt x="42638" y="48348"/>
                </a:cubicBezTo>
                <a:cubicBezTo>
                  <a:pt x="38171" y="50550"/>
                  <a:pt x="32887" y="51650"/>
                  <a:pt x="26787" y="51650"/>
                </a:cubicBezTo>
                <a:lnTo>
                  <a:pt x="14269" y="51650"/>
                </a:lnTo>
                <a:lnTo>
                  <a:pt x="14269" y="83136"/>
                </a:lnTo>
                <a:lnTo>
                  <a:pt x="0" y="83136"/>
                </a:lnTo>
                <a:lnTo>
                  <a:pt x="0" y="0"/>
                </a:lnTo>
                <a:lnTo>
                  <a:pt x="26207" y="0"/>
                </a:lnTo>
                <a:cubicBezTo>
                  <a:pt x="35886" y="0"/>
                  <a:pt x="43332" y="2211"/>
                  <a:pt x="48546" y="6633"/>
                </a:cubicBezTo>
                <a:cubicBezTo>
                  <a:pt x="53760" y="11055"/>
                  <a:pt x="56367" y="17335"/>
                  <a:pt x="56367" y="25471"/>
                </a:cubicBezTo>
                <a:close/>
                <a:moveTo>
                  <a:pt x="130743" y="52771"/>
                </a:moveTo>
                <a:cubicBezTo>
                  <a:pt x="130743" y="62637"/>
                  <a:pt x="127998" y="70361"/>
                  <a:pt x="122510" y="75942"/>
                </a:cubicBezTo>
                <a:cubicBezTo>
                  <a:pt x="117022" y="81524"/>
                  <a:pt x="109320" y="84315"/>
                  <a:pt x="99405" y="84315"/>
                </a:cubicBezTo>
                <a:cubicBezTo>
                  <a:pt x="89804" y="84315"/>
                  <a:pt x="82289" y="81485"/>
                  <a:pt x="76859" y="75824"/>
                </a:cubicBezTo>
                <a:cubicBezTo>
                  <a:pt x="71430" y="70164"/>
                  <a:pt x="68715" y="62480"/>
                  <a:pt x="68715" y="52771"/>
                </a:cubicBezTo>
                <a:cubicBezTo>
                  <a:pt x="68715" y="42904"/>
                  <a:pt x="71440" y="35220"/>
                  <a:pt x="76889" y="29717"/>
                </a:cubicBezTo>
                <a:cubicBezTo>
                  <a:pt x="82338" y="24214"/>
                  <a:pt x="89961" y="21462"/>
                  <a:pt x="99758" y="21462"/>
                </a:cubicBezTo>
                <a:cubicBezTo>
                  <a:pt x="109870" y="21462"/>
                  <a:pt x="117562" y="24145"/>
                  <a:pt x="122834" y="29510"/>
                </a:cubicBezTo>
                <a:cubicBezTo>
                  <a:pt x="128106" y="34876"/>
                  <a:pt x="130743" y="42629"/>
                  <a:pt x="130743" y="52771"/>
                </a:cubicBezTo>
                <a:moveTo>
                  <a:pt x="116474" y="52771"/>
                </a:moveTo>
                <a:cubicBezTo>
                  <a:pt x="116474" y="38580"/>
                  <a:pt x="111000" y="31485"/>
                  <a:pt x="100053" y="31485"/>
                </a:cubicBezTo>
                <a:cubicBezTo>
                  <a:pt x="88674" y="31485"/>
                  <a:pt x="82984" y="38580"/>
                  <a:pt x="82984" y="52771"/>
                </a:cubicBezTo>
                <a:cubicBezTo>
                  <a:pt x="82984" y="59728"/>
                  <a:pt x="84377" y="65054"/>
                  <a:pt x="87163" y="68749"/>
                </a:cubicBezTo>
                <a:cubicBezTo>
                  <a:pt x="89949" y="72444"/>
                  <a:pt x="93990" y="74291"/>
                  <a:pt x="99287" y="74291"/>
                </a:cubicBezTo>
                <a:cubicBezTo>
                  <a:pt x="110745" y="74291"/>
                  <a:pt x="116474" y="67118"/>
                  <a:pt x="116474" y="52771"/>
                </a:cubicBezTo>
                <a:close/>
                <a:moveTo>
                  <a:pt x="154695" y="83136"/>
                </a:moveTo>
                <a:lnTo>
                  <a:pt x="138138" y="22641"/>
                </a:lnTo>
                <a:lnTo>
                  <a:pt x="151277" y="22641"/>
                </a:lnTo>
                <a:lnTo>
                  <a:pt x="160234" y="58060"/>
                </a:lnTo>
                <a:cubicBezTo>
                  <a:pt x="160745" y="60146"/>
                  <a:pt x="161216" y="62351"/>
                  <a:pt x="161647" y="64673"/>
                </a:cubicBezTo>
                <a:cubicBezTo>
                  <a:pt x="162079" y="66995"/>
                  <a:pt x="162492" y="69415"/>
                  <a:pt x="162885" y="71933"/>
                </a:cubicBezTo>
                <a:cubicBezTo>
                  <a:pt x="163868" y="67840"/>
                  <a:pt x="164643" y="64613"/>
                  <a:pt x="165212" y="62252"/>
                </a:cubicBezTo>
                <a:cubicBezTo>
                  <a:pt x="165782" y="59890"/>
                  <a:pt x="169406" y="46686"/>
                  <a:pt x="176085" y="22641"/>
                </a:cubicBezTo>
                <a:lnTo>
                  <a:pt x="190168" y="22641"/>
                </a:lnTo>
                <a:lnTo>
                  <a:pt x="199889" y="57648"/>
                </a:lnTo>
                <a:cubicBezTo>
                  <a:pt x="200871" y="61071"/>
                  <a:pt x="201991" y="65853"/>
                  <a:pt x="203248" y="71992"/>
                </a:cubicBezTo>
                <a:cubicBezTo>
                  <a:pt x="203562" y="70417"/>
                  <a:pt x="203935" y="68715"/>
                  <a:pt x="204366" y="66886"/>
                </a:cubicBezTo>
                <a:cubicBezTo>
                  <a:pt x="204799" y="65056"/>
                  <a:pt x="208413" y="50308"/>
                  <a:pt x="215210" y="22641"/>
                </a:cubicBezTo>
                <a:lnTo>
                  <a:pt x="228231" y="22641"/>
                </a:lnTo>
                <a:lnTo>
                  <a:pt x="211084" y="83136"/>
                </a:lnTo>
                <a:lnTo>
                  <a:pt x="195824" y="83136"/>
                </a:lnTo>
                <a:lnTo>
                  <a:pt x="186278" y="47893"/>
                </a:lnTo>
                <a:cubicBezTo>
                  <a:pt x="185728" y="46043"/>
                  <a:pt x="185138" y="43692"/>
                  <a:pt x="184509" y="40840"/>
                </a:cubicBezTo>
                <a:cubicBezTo>
                  <a:pt x="183881" y="37987"/>
                  <a:pt x="183430" y="35576"/>
                  <a:pt x="183155" y="33608"/>
                </a:cubicBezTo>
                <a:cubicBezTo>
                  <a:pt x="182290" y="38842"/>
                  <a:pt x="181249" y="43584"/>
                  <a:pt x="180032" y="47834"/>
                </a:cubicBezTo>
                <a:lnTo>
                  <a:pt x="170134" y="83136"/>
                </a:lnTo>
                <a:lnTo>
                  <a:pt x="154695" y="83136"/>
                </a:lnTo>
                <a:close/>
                <a:moveTo>
                  <a:pt x="249620" y="55494"/>
                </a:moveTo>
                <a:cubicBezTo>
                  <a:pt x="249817" y="61658"/>
                  <a:pt x="251178" y="66399"/>
                  <a:pt x="253705" y="69716"/>
                </a:cubicBezTo>
                <a:cubicBezTo>
                  <a:pt x="256233" y="73034"/>
                  <a:pt x="259692" y="74693"/>
                  <a:pt x="264082" y="74693"/>
                </a:cubicBezTo>
                <a:cubicBezTo>
                  <a:pt x="267060" y="74693"/>
                  <a:pt x="269714" y="73943"/>
                  <a:pt x="272046" y="72442"/>
                </a:cubicBezTo>
                <a:cubicBezTo>
                  <a:pt x="274379" y="70940"/>
                  <a:pt x="276485" y="68413"/>
                  <a:pt x="278366" y="64858"/>
                </a:cubicBezTo>
                <a:lnTo>
                  <a:pt x="289007" y="70002"/>
                </a:lnTo>
                <a:cubicBezTo>
                  <a:pt x="286690" y="73749"/>
                  <a:pt x="284373" y="76587"/>
                  <a:pt x="282056" y="78518"/>
                </a:cubicBezTo>
                <a:cubicBezTo>
                  <a:pt x="279740" y="80450"/>
                  <a:pt x="277040" y="81899"/>
                  <a:pt x="273958" y="82865"/>
                </a:cubicBezTo>
                <a:cubicBezTo>
                  <a:pt x="270876" y="83832"/>
                  <a:pt x="267215" y="84315"/>
                  <a:pt x="262975" y="84315"/>
                </a:cubicBezTo>
                <a:cubicBezTo>
                  <a:pt x="254139" y="84315"/>
                  <a:pt x="247326" y="81534"/>
                  <a:pt x="242536" y="75972"/>
                </a:cubicBezTo>
                <a:cubicBezTo>
                  <a:pt x="237746" y="70410"/>
                  <a:pt x="235352" y="62597"/>
                  <a:pt x="235352" y="52535"/>
                </a:cubicBezTo>
                <a:cubicBezTo>
                  <a:pt x="235352" y="42393"/>
                  <a:pt x="237867" y="34679"/>
                  <a:pt x="242899" y="29392"/>
                </a:cubicBezTo>
                <a:cubicBezTo>
                  <a:pt x="247930" y="24105"/>
                  <a:pt x="254789" y="21462"/>
                  <a:pt x="263476" y="21462"/>
                </a:cubicBezTo>
                <a:cubicBezTo>
                  <a:pt x="272085" y="21462"/>
                  <a:pt x="278669" y="24284"/>
                  <a:pt x="283228" y="29927"/>
                </a:cubicBezTo>
                <a:cubicBezTo>
                  <a:pt x="287788" y="35569"/>
                  <a:pt x="290068" y="43541"/>
                  <a:pt x="290068" y="53843"/>
                </a:cubicBezTo>
                <a:lnTo>
                  <a:pt x="290068" y="55494"/>
                </a:lnTo>
                <a:lnTo>
                  <a:pt x="249620" y="55494"/>
                </a:lnTo>
                <a:moveTo>
                  <a:pt x="263005" y="30848"/>
                </a:moveTo>
                <a:cubicBezTo>
                  <a:pt x="259052" y="30848"/>
                  <a:pt x="255901" y="32262"/>
                  <a:pt x="253552" y="35091"/>
                </a:cubicBezTo>
                <a:cubicBezTo>
                  <a:pt x="251205" y="37919"/>
                  <a:pt x="249934" y="41827"/>
                  <a:pt x="249738" y="46815"/>
                </a:cubicBezTo>
                <a:lnTo>
                  <a:pt x="275917" y="46815"/>
                </a:lnTo>
                <a:cubicBezTo>
                  <a:pt x="275525" y="41473"/>
                  <a:pt x="274312" y="37477"/>
                  <a:pt x="272276" y="34826"/>
                </a:cubicBezTo>
                <a:cubicBezTo>
                  <a:pt x="270242" y="32174"/>
                  <a:pt x="267151" y="30848"/>
                  <a:pt x="263005" y="30848"/>
                </a:cubicBezTo>
                <a:close/>
                <a:moveTo>
                  <a:pt x="331837" y="32735"/>
                </a:moveTo>
                <a:cubicBezTo>
                  <a:pt x="327422" y="32735"/>
                  <a:pt x="323894" y="34671"/>
                  <a:pt x="321253" y="38542"/>
                </a:cubicBezTo>
                <a:cubicBezTo>
                  <a:pt x="318612" y="42413"/>
                  <a:pt x="317292" y="47629"/>
                  <a:pt x="317292" y="54191"/>
                </a:cubicBezTo>
                <a:lnTo>
                  <a:pt x="317292" y="83136"/>
                </a:lnTo>
                <a:lnTo>
                  <a:pt x="303731" y="83136"/>
                </a:lnTo>
                <a:lnTo>
                  <a:pt x="303731" y="37573"/>
                </a:lnTo>
                <a:cubicBezTo>
                  <a:pt x="303731" y="31199"/>
                  <a:pt x="303574" y="26222"/>
                  <a:pt x="303259" y="22641"/>
                </a:cubicBezTo>
                <a:lnTo>
                  <a:pt x="316229" y="22641"/>
                </a:lnTo>
                <a:cubicBezTo>
                  <a:pt x="316623" y="27358"/>
                  <a:pt x="316820" y="31918"/>
                  <a:pt x="316820" y="36320"/>
                </a:cubicBezTo>
                <a:lnTo>
                  <a:pt x="317056" y="36320"/>
                </a:lnTo>
                <a:cubicBezTo>
                  <a:pt x="318949" y="30761"/>
                  <a:pt x="321137" y="26894"/>
                  <a:pt x="323619" y="24721"/>
                </a:cubicBezTo>
                <a:cubicBezTo>
                  <a:pt x="326103" y="22548"/>
                  <a:pt x="329375" y="21462"/>
                  <a:pt x="333434" y="21462"/>
                </a:cubicBezTo>
                <a:cubicBezTo>
                  <a:pt x="335287" y="21462"/>
                  <a:pt x="336824" y="21717"/>
                  <a:pt x="338046" y="22228"/>
                </a:cubicBezTo>
                <a:lnTo>
                  <a:pt x="338046" y="33372"/>
                </a:lnTo>
                <a:cubicBezTo>
                  <a:pt x="336036" y="32947"/>
                  <a:pt x="333966" y="32735"/>
                  <a:pt x="331837" y="327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d582e95ff466c"/>
          <a:stretch xmlns:a="http://schemas.openxmlformats.org/drawingml/2006/main"/>
        </p:blipFill>
        <p:spPr>
          <a:xfrm xmlns:a="http://schemas.openxmlformats.org/drawingml/2006/main">
            <a:off x="184114" y="2132342"/>
            <a:ext cx="407917" cy="407917"/>
          </a:xfrm>
          <a:prstGeom xmlns:a="http://schemas.openxmlformats.org/drawingml/2006/main" prst="rect">
            <a:avLst/>
          </a:prstGeom>
        </p:spPr>
      </p:pic>
      <p:pic>
        <p:nvPicPr>
          <p:cNvPr id="5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a667469b64c8e"/>
          <a:stretch xmlns:a="http://schemas.openxmlformats.org/drawingml/2006/main"/>
        </p:blipFill>
        <p:spPr>
          <a:xfrm xmlns:a="http://schemas.openxmlformats.org/drawingml/2006/main">
            <a:off x="621821" y="1986870"/>
            <a:ext cx="350165" cy="350165"/>
          </a:xfrm>
          <a:prstGeom xmlns:a="http://schemas.openxmlformats.org/drawingml/2006/main" prst="rect">
            <a:avLst/>
          </a:prstGeom>
        </p:spPr>
      </p:pic>
      <p:pic>
        <p:nvPicPr>
          <p:cNvPr id="5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ab15adcac4bbf"/>
          <a:stretch xmlns:a="http://schemas.openxmlformats.org/drawingml/2006/main"/>
        </p:blipFill>
        <p:spPr>
          <a:xfrm xmlns:a="http://schemas.openxmlformats.org/drawingml/2006/main">
            <a:off x="6259589" y="1986870"/>
            <a:ext cx="350165" cy="35016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6971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2026-09-05T14:35:19.2090000Z</dcterms:created>
  <dcterms:modified xsi:type="dcterms:W3CDTF">2026-09-05T14:35:19.2090000Z</dcterms:modified>
</coreProperties>
</file>