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0accbf3e2a4810" /><Relationship Type="http://schemas.openxmlformats.org/officeDocument/2006/relationships/extended-properties" Target="/docProps/app.xml" Id="R1510e76e7e974038" /><Relationship Type="http://schemas.openxmlformats.org/officeDocument/2006/relationships/officeDocument" Target="/ppt/presentation.xml" Id="R7c790de35c0047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91bd93ab934a40"/>
  </p:sldMasterIdLst>
  <p:notesMasterIdLst>
    <p:notesMasterId xmlns:r="http://schemas.openxmlformats.org/officeDocument/2006/relationships" r:id="R37e76950194d47a3"/>
  </p:notesMasterIdLst>
  <p:sldIdLst>
    <p:sldId xmlns:r="http://schemas.openxmlformats.org/officeDocument/2006/relationships" id="256" r:id="R4bf25630f9f64e0d"/>
  </p:sldIdLst>
  <p:sldSz cx="7058025" cy="52863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04633ba084402b" /><Relationship Type="http://schemas.openxmlformats.org/officeDocument/2006/relationships/slideMaster" Target="/ppt/slideMasters/slideMaster1.xml" Id="R5991bd93ab934a40" /><Relationship Type="http://schemas.openxmlformats.org/officeDocument/2006/relationships/notesMaster" Target="/ppt/notesMasters/notesMaster1.xml" Id="R37e76950194d47a3" /><Relationship Type="http://schemas.openxmlformats.org/officeDocument/2006/relationships/presProps" Target="/ppt/presProps.xml" Id="Rf8438fb2b7c24673" /><Relationship Type="http://schemas.openxmlformats.org/officeDocument/2006/relationships/tableStyles" Target="/ppt/tableStyles.xml" Id="R64e233f849504025" /><Relationship Type="http://schemas.openxmlformats.org/officeDocument/2006/relationships/slide" Target="/ppt/slides/slide1.xml" Id="R4bf25630f9f64e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5c28ef9cef43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86371ae7b64a0d" /><Relationship Type="http://schemas.openxmlformats.org/officeDocument/2006/relationships/notesMaster" Target="/ppt/notesMasters/notesMaster1.xml" Id="R17be026efc0e44e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素材ID：SEC-002</ns1:t>
            </ns1:r>
          </ns1:p>
          <ns1:p>
            <ns1:r>
              <ns1:t>论文：VoiceRadar: Voice Deepfake Detection using Micro-Frequency and Compositional Analysis</ns1:t>
            </ns1:r>
          </ns1:p>
          <ns1:p>
            <ns1:r>
              <ns1:t>会议：NDSS 2025</ns1:t>
            </ns1:r>
          </ns1:p>
          <ns1:p>
            <ns1:r>
              <ns1:t>奖项：Distinguished Paper Award</ns1:t>
            </ns1:r>
          </ns1:p>
          <ns1:p>
            <ns1:r>
              <ns1:t>图号：Figure 2，PDF第5页</ns1:t>
            </ns1:r>
          </ns1:p>
          <ns1:p>
            <ns1:r>
              <ns1:t>类型：系统架构</ns1:t>
            </ns1:r>
          </ns1:p>
          <ns1:p>
            <ns1:r>
              <ns1:t>借鉴点：上下划分训练与推理，左侧多分支物理信号汇聚进入学习器，适合多模态检测和机理融合方法。</ns1:t>
            </ns1:r>
          </ns1:p>
          <ns1:p>
            <ns1:r>
              <ns1:t>论文URL：https://www.ndss-symposium.org/wp-content/uploads/2025-3389-paper.pdf</ns1:t>
            </ns1:r>
          </ns1:p>
          <ns1:p>
            <ns1:r>
              <ns1:t>官方获奖URL：https://www.ndss-symposium.org/ndss2025/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e0cbe2a10c42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c7ed8129d34d5e" /><Relationship Type="http://schemas.openxmlformats.org/officeDocument/2006/relationships/slideLayout" Target="/ppt/slideLayouts/slideLayout1.xml" Id="Ra0084ad4c78441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084ad4c78441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5e32938d44764" /><Relationship Type="http://schemas.openxmlformats.org/officeDocument/2006/relationships/notesSlide" Target="/ppt/notesSlides/notesSlide1.xml" Id="R0a51162e4fe54d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58158C-922B-47B5-A506-92FAB2EA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6" y="44084"/>
            <a:ext cx="6915779" cy="5242291"/>
          </a:xfrm>
          <a:custGeom xmlns:a="http://schemas.openxmlformats.org/drawingml/2006/main">
            <a:pathLst>
              <a:path w="6915779" h="5242291">
                <a:moveTo>
                  <a:pt x="0" y="5242291"/>
                </a:moveTo>
                <a:lnTo>
                  <a:pt x="0" y="0"/>
                </a:lnTo>
                <a:lnTo>
                  <a:pt x="6915779" y="0"/>
                </a:lnTo>
                <a:lnTo>
                  <a:pt x="6915779" y="5242291"/>
                </a:lnTo>
                <a:lnTo>
                  <a:pt x="0" y="52422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352099-41BF-484A-B081-8A5E9063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322" y="1996890"/>
            <a:ext cx="797330" cy="782767"/>
          </a:xfrm>
          <a:custGeom xmlns:a="http://schemas.openxmlformats.org/drawingml/2006/main">
            <a:pathLst>
              <a:path w="797330" h="782767" fill="none">
                <a:moveTo>
                  <a:pt x="0" y="391383"/>
                </a:moveTo>
                <a:cubicBezTo>
                  <a:pt x="0" y="175212"/>
                  <a:pt x="178474" y="0"/>
                  <a:pt x="398665" y="0"/>
                </a:cubicBezTo>
                <a:cubicBezTo>
                  <a:pt x="618856" y="0"/>
                  <a:pt x="797330" y="175212"/>
                  <a:pt x="797330" y="391383"/>
                </a:cubicBezTo>
                <a:cubicBezTo>
                  <a:pt x="797330" y="607554"/>
                  <a:pt x="618856" y="782767"/>
                  <a:pt x="398665" y="782767"/>
                </a:cubicBezTo>
                <a:cubicBezTo>
                  <a:pt x="178474" y="782767"/>
                  <a:pt x="0" y="607554"/>
                  <a:pt x="0" y="39138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755" cap="flat">
            <a:solidFill>
              <a:srgbClr val="8FAADC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8FDE24-C41B-4336-ADAF-97C8A311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281" y="2049681"/>
            <a:ext cx="710861" cy="685376"/>
          </a:xfrm>
          <a:custGeom xmlns:a="http://schemas.openxmlformats.org/drawingml/2006/main">
            <a:pathLst>
              <a:path w="710861" h="685376" fill="none">
                <a:moveTo>
                  <a:pt x="0" y="342688"/>
                </a:moveTo>
                <a:cubicBezTo>
                  <a:pt x="0" y="153443"/>
                  <a:pt x="159132" y="0"/>
                  <a:pt x="355431" y="0"/>
                </a:cubicBezTo>
                <a:cubicBezTo>
                  <a:pt x="551729" y="0"/>
                  <a:pt x="710861" y="153443"/>
                  <a:pt x="710861" y="342688"/>
                </a:cubicBezTo>
                <a:cubicBezTo>
                  <a:pt x="710861" y="531932"/>
                  <a:pt x="551729" y="685376"/>
                  <a:pt x="355431" y="685376"/>
                </a:cubicBezTo>
                <a:cubicBezTo>
                  <a:pt x="159132" y="685376"/>
                  <a:pt x="0" y="531932"/>
                  <a:pt x="0" y="3426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755" cap="flat">
            <a:solidFill>
              <a:srgbClr val="00B050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8781BC-037E-489B-AE68-DE08BA27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803" y="2102472"/>
            <a:ext cx="603458" cy="583434"/>
          </a:xfrm>
          <a:custGeom xmlns:a="http://schemas.openxmlformats.org/drawingml/2006/main">
            <a:pathLst>
              <a:path w="603458" h="583434" fill="none">
                <a:moveTo>
                  <a:pt x="0" y="291717"/>
                </a:moveTo>
                <a:cubicBezTo>
                  <a:pt x="0" y="130613"/>
                  <a:pt x="135088" y="0"/>
                  <a:pt x="301729" y="0"/>
                </a:cubicBezTo>
                <a:cubicBezTo>
                  <a:pt x="468371" y="0"/>
                  <a:pt x="603458" y="130613"/>
                  <a:pt x="603458" y="291717"/>
                </a:cubicBezTo>
                <a:cubicBezTo>
                  <a:pt x="603458" y="452821"/>
                  <a:pt x="468371" y="583434"/>
                  <a:pt x="301729" y="583434"/>
                </a:cubicBezTo>
                <a:cubicBezTo>
                  <a:pt x="135088" y="583434"/>
                  <a:pt x="0" y="452821"/>
                  <a:pt x="0" y="29171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8FAADC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30007A-B40A-482D-BFF8-83D81C15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684" y="2153443"/>
            <a:ext cx="499696" cy="482403"/>
          </a:xfrm>
          <a:custGeom xmlns:a="http://schemas.openxmlformats.org/drawingml/2006/main">
            <a:pathLst>
              <a:path w="499696" h="482403" fill="none">
                <a:moveTo>
                  <a:pt x="0" y="241201"/>
                </a:moveTo>
                <a:cubicBezTo>
                  <a:pt x="0" y="108010"/>
                  <a:pt x="111878" y="0"/>
                  <a:pt x="249848" y="0"/>
                </a:cubicBezTo>
                <a:cubicBezTo>
                  <a:pt x="387818" y="0"/>
                  <a:pt x="499696" y="108010"/>
                  <a:pt x="499696" y="241201"/>
                </a:cubicBezTo>
                <a:cubicBezTo>
                  <a:pt x="499696" y="374393"/>
                  <a:pt x="387818" y="482403"/>
                  <a:pt x="249848" y="482403"/>
                </a:cubicBezTo>
                <a:cubicBezTo>
                  <a:pt x="111878" y="482403"/>
                  <a:pt x="0" y="374393"/>
                  <a:pt x="0" y="2412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755" cap="flat">
            <a:solidFill>
              <a:srgbClr val="00B050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13BA26-B5C8-4F9F-B7FD-37E86D64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373" y="2195312"/>
            <a:ext cx="412318" cy="398665"/>
          </a:xfrm>
          <a:custGeom xmlns:a="http://schemas.openxmlformats.org/drawingml/2006/main">
            <a:pathLst>
              <a:path w="412318" h="398665" fill="none">
                <a:moveTo>
                  <a:pt x="0" y="199332"/>
                </a:moveTo>
                <a:cubicBezTo>
                  <a:pt x="0" y="89275"/>
                  <a:pt x="92309" y="0"/>
                  <a:pt x="206159" y="0"/>
                </a:cubicBezTo>
                <a:cubicBezTo>
                  <a:pt x="320009" y="0"/>
                  <a:pt x="412318" y="89275"/>
                  <a:pt x="412318" y="199332"/>
                </a:cubicBezTo>
                <a:cubicBezTo>
                  <a:pt x="412318" y="309390"/>
                  <a:pt x="320009" y="398665"/>
                  <a:pt x="206159" y="398665"/>
                </a:cubicBezTo>
                <a:cubicBezTo>
                  <a:pt x="92309" y="398665"/>
                  <a:pt x="0" y="309390"/>
                  <a:pt x="0" y="1993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755" cap="flat">
            <a:solidFill>
              <a:srgbClr val="8FAADC"/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68D9E4-A3FB-4778-A00A-05E0C536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344" y="2244462"/>
            <a:ext cx="310376" cy="299454"/>
          </a:xfrm>
          <a:custGeom xmlns:a="http://schemas.openxmlformats.org/drawingml/2006/main">
            <a:pathLst>
              <a:path w="310376" h="299454" fill="none">
                <a:moveTo>
                  <a:pt x="0" y="149727"/>
                </a:moveTo>
                <a:cubicBezTo>
                  <a:pt x="0" y="67051"/>
                  <a:pt x="69478" y="0"/>
                  <a:pt x="155188" y="0"/>
                </a:cubicBezTo>
                <a:cubicBezTo>
                  <a:pt x="240898" y="0"/>
                  <a:pt x="310376" y="67051"/>
                  <a:pt x="310376" y="149727"/>
                </a:cubicBezTo>
                <a:cubicBezTo>
                  <a:pt x="310376" y="232403"/>
                  <a:pt x="240898" y="299454"/>
                  <a:pt x="155188" y="299454"/>
                </a:cubicBezTo>
                <a:cubicBezTo>
                  <a:pt x="69478" y="299454"/>
                  <a:pt x="0" y="232403"/>
                  <a:pt x="0" y="14972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B050"/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E50D5B-8F38-4BA7-85F0-C4793C01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394" y="1909435"/>
            <a:ext cx="79187" cy="947815"/>
          </a:xfrm>
          <a:custGeom xmlns:a="http://schemas.openxmlformats.org/drawingml/2006/main">
            <a:pathLst>
              <a:path w="79187" h="947815">
                <a:moveTo>
                  <a:pt x="62121" y="72436"/>
                </a:moveTo>
                <a:lnTo>
                  <a:pt x="62429" y="72934"/>
                </a:lnTo>
                <a:lnTo>
                  <a:pt x="62766" y="73403"/>
                </a:lnTo>
                <a:lnTo>
                  <a:pt x="63130" y="73842"/>
                </a:lnTo>
                <a:lnTo>
                  <a:pt x="63518" y="74252"/>
                </a:lnTo>
                <a:lnTo>
                  <a:pt x="63929" y="74632"/>
                </a:lnTo>
                <a:lnTo>
                  <a:pt x="64361" y="74981"/>
                </a:lnTo>
                <a:lnTo>
                  <a:pt x="64812" y="75299"/>
                </a:lnTo>
                <a:lnTo>
                  <a:pt x="65281" y="75585"/>
                </a:lnTo>
                <a:lnTo>
                  <a:pt x="65766" y="75840"/>
                </a:lnTo>
                <a:lnTo>
                  <a:pt x="66265" y="76063"/>
                </a:lnTo>
                <a:lnTo>
                  <a:pt x="66776" y="76252"/>
                </a:lnTo>
                <a:lnTo>
                  <a:pt x="67297" y="76409"/>
                </a:lnTo>
                <a:lnTo>
                  <a:pt x="67828" y="76532"/>
                </a:lnTo>
                <a:lnTo>
                  <a:pt x="68365" y="76621"/>
                </a:lnTo>
                <a:lnTo>
                  <a:pt x="68907" y="76675"/>
                </a:lnTo>
                <a:lnTo>
                  <a:pt x="69453" y="76695"/>
                </a:lnTo>
                <a:lnTo>
                  <a:pt x="70000" y="76679"/>
                </a:lnTo>
                <a:lnTo>
                  <a:pt x="70547" y="76628"/>
                </a:lnTo>
                <a:lnTo>
                  <a:pt x="71092" y="76541"/>
                </a:lnTo>
                <a:lnTo>
                  <a:pt x="71634" y="76417"/>
                </a:lnTo>
                <a:lnTo>
                  <a:pt x="72169" y="76256"/>
                </a:lnTo>
                <a:lnTo>
                  <a:pt x="72698" y="76057"/>
                </a:lnTo>
                <a:lnTo>
                  <a:pt x="73217" y="75821"/>
                </a:lnTo>
                <a:lnTo>
                  <a:pt x="73726" y="75546"/>
                </a:lnTo>
                <a:lnTo>
                  <a:pt x="74223" y="75237"/>
                </a:lnTo>
                <a:lnTo>
                  <a:pt x="74692" y="74901"/>
                </a:lnTo>
                <a:lnTo>
                  <a:pt x="75132" y="74537"/>
                </a:lnTo>
                <a:lnTo>
                  <a:pt x="75542" y="74149"/>
                </a:lnTo>
                <a:lnTo>
                  <a:pt x="75921" y="73738"/>
                </a:lnTo>
                <a:lnTo>
                  <a:pt x="76270" y="73305"/>
                </a:lnTo>
                <a:lnTo>
                  <a:pt x="76588" y="72853"/>
                </a:lnTo>
                <a:lnTo>
                  <a:pt x="76875" y="72383"/>
                </a:lnTo>
                <a:lnTo>
                  <a:pt x="77130" y="71897"/>
                </a:lnTo>
                <a:lnTo>
                  <a:pt x="77352" y="71397"/>
                </a:lnTo>
                <a:lnTo>
                  <a:pt x="77542" y="70884"/>
                </a:lnTo>
                <a:lnTo>
                  <a:pt x="77698" y="70360"/>
                </a:lnTo>
                <a:lnTo>
                  <a:pt x="77821" y="69827"/>
                </a:lnTo>
                <a:lnTo>
                  <a:pt x="77910" y="69287"/>
                </a:lnTo>
                <a:lnTo>
                  <a:pt x="77965" y="68741"/>
                </a:lnTo>
                <a:lnTo>
                  <a:pt x="77985" y="68191"/>
                </a:lnTo>
                <a:lnTo>
                  <a:pt x="77969" y="67640"/>
                </a:lnTo>
                <a:lnTo>
                  <a:pt x="77918" y="67088"/>
                </a:lnTo>
                <a:lnTo>
                  <a:pt x="77830" y="66537"/>
                </a:lnTo>
                <a:lnTo>
                  <a:pt x="77706" y="65989"/>
                </a:lnTo>
                <a:lnTo>
                  <a:pt x="77545" y="65447"/>
                </a:lnTo>
                <a:lnTo>
                  <a:pt x="77346" y="64911"/>
                </a:lnTo>
                <a:lnTo>
                  <a:pt x="77110" y="64383"/>
                </a:lnTo>
                <a:lnTo>
                  <a:pt x="76836" y="63865"/>
                </a:lnTo>
                <a:lnTo>
                  <a:pt x="39593" y="0"/>
                </a:lnTo>
                <a:lnTo>
                  <a:pt x="2351" y="63865"/>
                </a:lnTo>
                <a:lnTo>
                  <a:pt x="2077" y="64383"/>
                </a:lnTo>
                <a:lnTo>
                  <a:pt x="1840" y="64911"/>
                </a:lnTo>
                <a:lnTo>
                  <a:pt x="1642" y="65447"/>
                </a:lnTo>
                <a:lnTo>
                  <a:pt x="1481" y="65989"/>
                </a:lnTo>
                <a:lnTo>
                  <a:pt x="1357" y="66537"/>
                </a:lnTo>
                <a:lnTo>
                  <a:pt x="1269" y="67088"/>
                </a:lnTo>
                <a:lnTo>
                  <a:pt x="1218" y="67640"/>
                </a:lnTo>
                <a:lnTo>
                  <a:pt x="1202" y="68191"/>
                </a:lnTo>
                <a:lnTo>
                  <a:pt x="1222" y="68741"/>
                </a:lnTo>
                <a:lnTo>
                  <a:pt x="1277" y="69287"/>
                </a:lnTo>
                <a:lnTo>
                  <a:pt x="1366" y="69827"/>
                </a:lnTo>
                <a:lnTo>
                  <a:pt x="1489" y="70360"/>
                </a:lnTo>
                <a:lnTo>
                  <a:pt x="1645" y="70884"/>
                </a:lnTo>
                <a:lnTo>
                  <a:pt x="1835" y="71397"/>
                </a:lnTo>
                <a:lnTo>
                  <a:pt x="2057" y="71897"/>
                </a:lnTo>
                <a:lnTo>
                  <a:pt x="2312" y="72383"/>
                </a:lnTo>
                <a:lnTo>
                  <a:pt x="2599" y="72853"/>
                </a:lnTo>
                <a:lnTo>
                  <a:pt x="2917" y="73305"/>
                </a:lnTo>
                <a:lnTo>
                  <a:pt x="3266" y="73738"/>
                </a:lnTo>
                <a:lnTo>
                  <a:pt x="3645" y="74149"/>
                </a:lnTo>
                <a:lnTo>
                  <a:pt x="4055" y="74537"/>
                </a:lnTo>
                <a:lnTo>
                  <a:pt x="4495" y="74901"/>
                </a:lnTo>
                <a:lnTo>
                  <a:pt x="4963" y="75237"/>
                </a:lnTo>
                <a:lnTo>
                  <a:pt x="5461" y="75546"/>
                </a:lnTo>
                <a:lnTo>
                  <a:pt x="5970" y="75821"/>
                </a:lnTo>
                <a:lnTo>
                  <a:pt x="6489" y="76057"/>
                </a:lnTo>
                <a:lnTo>
                  <a:pt x="7018" y="76256"/>
                </a:lnTo>
                <a:lnTo>
                  <a:pt x="7553" y="76417"/>
                </a:lnTo>
                <a:lnTo>
                  <a:pt x="8095" y="76541"/>
                </a:lnTo>
                <a:lnTo>
                  <a:pt x="8640" y="76628"/>
                </a:lnTo>
                <a:lnTo>
                  <a:pt x="9187" y="76679"/>
                </a:lnTo>
                <a:lnTo>
                  <a:pt x="9734" y="76695"/>
                </a:lnTo>
                <a:lnTo>
                  <a:pt x="10280" y="76675"/>
                </a:lnTo>
                <a:lnTo>
                  <a:pt x="10822" y="76621"/>
                </a:lnTo>
                <a:lnTo>
                  <a:pt x="11359" y="76532"/>
                </a:lnTo>
                <a:lnTo>
                  <a:pt x="11889" y="76409"/>
                </a:lnTo>
                <a:lnTo>
                  <a:pt x="12411" y="76252"/>
                </a:lnTo>
                <a:lnTo>
                  <a:pt x="12922" y="76063"/>
                </a:lnTo>
                <a:lnTo>
                  <a:pt x="13421" y="75840"/>
                </a:lnTo>
                <a:lnTo>
                  <a:pt x="13906" y="75585"/>
                </a:lnTo>
                <a:lnTo>
                  <a:pt x="14375" y="75299"/>
                </a:lnTo>
                <a:lnTo>
                  <a:pt x="14826" y="74981"/>
                </a:lnTo>
                <a:lnTo>
                  <a:pt x="15258" y="74632"/>
                </a:lnTo>
                <a:lnTo>
                  <a:pt x="15669" y="74252"/>
                </a:lnTo>
                <a:lnTo>
                  <a:pt x="16057" y="73842"/>
                </a:lnTo>
                <a:lnTo>
                  <a:pt x="16421" y="73403"/>
                </a:lnTo>
                <a:lnTo>
                  <a:pt x="16758" y="72934"/>
                </a:lnTo>
                <a:lnTo>
                  <a:pt x="17066" y="72436"/>
                </a:lnTo>
                <a:lnTo>
                  <a:pt x="31025" y="48522"/>
                </a:lnTo>
                <a:lnTo>
                  <a:pt x="31096" y="899414"/>
                </a:lnTo>
                <a:lnTo>
                  <a:pt x="17066" y="875379"/>
                </a:lnTo>
                <a:lnTo>
                  <a:pt x="16758" y="874890"/>
                </a:lnTo>
                <a:lnTo>
                  <a:pt x="16421" y="874428"/>
                </a:lnTo>
                <a:lnTo>
                  <a:pt x="16057" y="873995"/>
                </a:lnTo>
                <a:lnTo>
                  <a:pt x="15669" y="873590"/>
                </a:lnTo>
                <a:lnTo>
                  <a:pt x="15258" y="873214"/>
                </a:lnTo>
                <a:lnTo>
                  <a:pt x="14826" y="872868"/>
                </a:lnTo>
                <a:lnTo>
                  <a:pt x="14375" y="872551"/>
                </a:lnTo>
                <a:lnTo>
                  <a:pt x="13906" y="872266"/>
                </a:lnTo>
                <a:lnTo>
                  <a:pt x="13421" y="872012"/>
                </a:lnTo>
                <a:lnTo>
                  <a:pt x="12922" y="871790"/>
                </a:lnTo>
                <a:lnTo>
                  <a:pt x="12411" y="871601"/>
                </a:lnTo>
                <a:lnTo>
                  <a:pt x="11889" y="871444"/>
                </a:lnTo>
                <a:lnTo>
                  <a:pt x="11359" y="871321"/>
                </a:lnTo>
                <a:lnTo>
                  <a:pt x="10822" y="871232"/>
                </a:lnTo>
                <a:lnTo>
                  <a:pt x="10280" y="871178"/>
                </a:lnTo>
                <a:lnTo>
                  <a:pt x="9734" y="871159"/>
                </a:lnTo>
                <a:lnTo>
                  <a:pt x="9187" y="871176"/>
                </a:lnTo>
                <a:lnTo>
                  <a:pt x="8640" y="871230"/>
                </a:lnTo>
                <a:lnTo>
                  <a:pt x="8095" y="871320"/>
                </a:lnTo>
                <a:lnTo>
                  <a:pt x="7553" y="871448"/>
                </a:lnTo>
                <a:lnTo>
                  <a:pt x="7018" y="871613"/>
                </a:lnTo>
                <a:lnTo>
                  <a:pt x="6489" y="871818"/>
                </a:lnTo>
                <a:lnTo>
                  <a:pt x="5970" y="872062"/>
                </a:lnTo>
                <a:lnTo>
                  <a:pt x="5461" y="872345"/>
                </a:lnTo>
                <a:lnTo>
                  <a:pt x="4963" y="872654"/>
                </a:lnTo>
                <a:lnTo>
                  <a:pt x="4495" y="872990"/>
                </a:lnTo>
                <a:lnTo>
                  <a:pt x="4055" y="873354"/>
                </a:lnTo>
                <a:lnTo>
                  <a:pt x="3645" y="873742"/>
                </a:lnTo>
                <a:lnTo>
                  <a:pt x="3266" y="874153"/>
                </a:lnTo>
                <a:lnTo>
                  <a:pt x="2917" y="874586"/>
                </a:lnTo>
                <a:lnTo>
                  <a:pt x="2599" y="875038"/>
                </a:lnTo>
                <a:lnTo>
                  <a:pt x="2312" y="875508"/>
                </a:lnTo>
                <a:lnTo>
                  <a:pt x="2057" y="875994"/>
                </a:lnTo>
                <a:lnTo>
                  <a:pt x="1835" y="876494"/>
                </a:lnTo>
                <a:lnTo>
                  <a:pt x="1645" y="877007"/>
                </a:lnTo>
                <a:lnTo>
                  <a:pt x="1489" y="877531"/>
                </a:lnTo>
                <a:lnTo>
                  <a:pt x="1366" y="878064"/>
                </a:lnTo>
                <a:lnTo>
                  <a:pt x="1277" y="878604"/>
                </a:lnTo>
                <a:lnTo>
                  <a:pt x="1222" y="879150"/>
                </a:lnTo>
                <a:lnTo>
                  <a:pt x="1202" y="879699"/>
                </a:lnTo>
                <a:lnTo>
                  <a:pt x="1218" y="880251"/>
                </a:lnTo>
                <a:lnTo>
                  <a:pt x="1269" y="880803"/>
                </a:lnTo>
                <a:lnTo>
                  <a:pt x="1357" y="881354"/>
                </a:lnTo>
                <a:lnTo>
                  <a:pt x="1481" y="881902"/>
                </a:lnTo>
                <a:lnTo>
                  <a:pt x="1642" y="882444"/>
                </a:lnTo>
                <a:lnTo>
                  <a:pt x="1840" y="882980"/>
                </a:lnTo>
                <a:lnTo>
                  <a:pt x="2077" y="883508"/>
                </a:lnTo>
                <a:lnTo>
                  <a:pt x="2351" y="884026"/>
                </a:lnTo>
                <a:lnTo>
                  <a:pt x="39593" y="947815"/>
                </a:lnTo>
                <a:lnTo>
                  <a:pt x="76836" y="884026"/>
                </a:lnTo>
                <a:lnTo>
                  <a:pt x="77110" y="883508"/>
                </a:lnTo>
                <a:lnTo>
                  <a:pt x="77346" y="882980"/>
                </a:lnTo>
                <a:lnTo>
                  <a:pt x="77545" y="882444"/>
                </a:lnTo>
                <a:lnTo>
                  <a:pt x="77706" y="881902"/>
                </a:lnTo>
                <a:lnTo>
                  <a:pt x="77830" y="881354"/>
                </a:lnTo>
                <a:lnTo>
                  <a:pt x="77918" y="880803"/>
                </a:lnTo>
                <a:lnTo>
                  <a:pt x="77969" y="880251"/>
                </a:lnTo>
                <a:lnTo>
                  <a:pt x="77985" y="879699"/>
                </a:lnTo>
                <a:lnTo>
                  <a:pt x="77965" y="879150"/>
                </a:lnTo>
                <a:lnTo>
                  <a:pt x="77910" y="878604"/>
                </a:lnTo>
                <a:lnTo>
                  <a:pt x="77821" y="878064"/>
                </a:lnTo>
                <a:lnTo>
                  <a:pt x="77698" y="877531"/>
                </a:lnTo>
                <a:lnTo>
                  <a:pt x="77542" y="877007"/>
                </a:lnTo>
                <a:lnTo>
                  <a:pt x="77352" y="876494"/>
                </a:lnTo>
                <a:lnTo>
                  <a:pt x="77130" y="875994"/>
                </a:lnTo>
                <a:lnTo>
                  <a:pt x="76875" y="875508"/>
                </a:lnTo>
                <a:lnTo>
                  <a:pt x="76588" y="875038"/>
                </a:lnTo>
                <a:lnTo>
                  <a:pt x="76270" y="874586"/>
                </a:lnTo>
                <a:lnTo>
                  <a:pt x="75921" y="874153"/>
                </a:lnTo>
                <a:lnTo>
                  <a:pt x="75542" y="873742"/>
                </a:lnTo>
                <a:lnTo>
                  <a:pt x="75132" y="873354"/>
                </a:lnTo>
                <a:lnTo>
                  <a:pt x="74692" y="872990"/>
                </a:lnTo>
                <a:lnTo>
                  <a:pt x="74223" y="872654"/>
                </a:lnTo>
                <a:lnTo>
                  <a:pt x="73726" y="872345"/>
                </a:lnTo>
                <a:lnTo>
                  <a:pt x="73217" y="872062"/>
                </a:lnTo>
                <a:lnTo>
                  <a:pt x="72698" y="871818"/>
                </a:lnTo>
                <a:lnTo>
                  <a:pt x="72169" y="871613"/>
                </a:lnTo>
                <a:lnTo>
                  <a:pt x="71634" y="871448"/>
                </a:lnTo>
                <a:lnTo>
                  <a:pt x="71092" y="871320"/>
                </a:lnTo>
                <a:lnTo>
                  <a:pt x="70547" y="871230"/>
                </a:lnTo>
                <a:lnTo>
                  <a:pt x="70000" y="871176"/>
                </a:lnTo>
                <a:lnTo>
                  <a:pt x="69453" y="871159"/>
                </a:lnTo>
                <a:lnTo>
                  <a:pt x="68907" y="871178"/>
                </a:lnTo>
                <a:lnTo>
                  <a:pt x="68365" y="871232"/>
                </a:lnTo>
                <a:lnTo>
                  <a:pt x="67828" y="871321"/>
                </a:lnTo>
                <a:lnTo>
                  <a:pt x="67297" y="871444"/>
                </a:lnTo>
                <a:lnTo>
                  <a:pt x="66776" y="871601"/>
                </a:lnTo>
                <a:lnTo>
                  <a:pt x="66265" y="871790"/>
                </a:lnTo>
                <a:lnTo>
                  <a:pt x="65766" y="872012"/>
                </a:lnTo>
                <a:lnTo>
                  <a:pt x="65281" y="872266"/>
                </a:lnTo>
                <a:lnTo>
                  <a:pt x="64812" y="872551"/>
                </a:lnTo>
                <a:lnTo>
                  <a:pt x="64361" y="872868"/>
                </a:lnTo>
                <a:lnTo>
                  <a:pt x="63929" y="873214"/>
                </a:lnTo>
                <a:lnTo>
                  <a:pt x="63518" y="873590"/>
                </a:lnTo>
                <a:lnTo>
                  <a:pt x="63130" y="873995"/>
                </a:lnTo>
                <a:lnTo>
                  <a:pt x="62766" y="874428"/>
                </a:lnTo>
                <a:lnTo>
                  <a:pt x="62429" y="874890"/>
                </a:lnTo>
                <a:lnTo>
                  <a:pt x="62121" y="875379"/>
                </a:lnTo>
                <a:lnTo>
                  <a:pt x="48162" y="899293"/>
                </a:lnTo>
                <a:lnTo>
                  <a:pt x="48091" y="48401"/>
                </a:lnTo>
                <a:lnTo>
                  <a:pt x="62121" y="724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B0E8A5-BDC7-4636-B744-D0C75441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584" y="2357175"/>
            <a:ext cx="964578" cy="51274"/>
          </a:xfrm>
          <a:custGeom xmlns:a="http://schemas.openxmlformats.org/drawingml/2006/main">
            <a:pathLst>
              <a:path w="964578" h="51274">
                <a:moveTo>
                  <a:pt x="0" y="25637"/>
                </a:moveTo>
                <a:lnTo>
                  <a:pt x="51198" y="51198"/>
                </a:lnTo>
                <a:lnTo>
                  <a:pt x="51198" y="34133"/>
                </a:lnTo>
                <a:lnTo>
                  <a:pt x="913379" y="34207"/>
                </a:lnTo>
                <a:lnTo>
                  <a:pt x="913379" y="51274"/>
                </a:lnTo>
                <a:lnTo>
                  <a:pt x="964578" y="25637"/>
                </a:lnTo>
                <a:lnTo>
                  <a:pt x="913379" y="76"/>
                </a:lnTo>
                <a:lnTo>
                  <a:pt x="913379" y="17141"/>
                </a:lnTo>
                <a:lnTo>
                  <a:pt x="51198" y="17067"/>
                </a:lnTo>
                <a:lnTo>
                  <a:pt x="51198" y="0"/>
                </a:lnTo>
                <a:lnTo>
                  <a:pt x="0" y="256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D70ECA-FCC5-4077-9D6A-02EB1EC8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622" y="1877199"/>
            <a:ext cx="172027" cy="232099"/>
          </a:xfrm>
          <a:custGeom xmlns:a="http://schemas.openxmlformats.org/drawingml/2006/main">
            <a:pathLst>
              <a:path w="172027" h="232099" fill="none">
                <a:moveTo>
                  <a:pt x="0" y="232099"/>
                </a:moveTo>
                <a:lnTo>
                  <a:pt x="172027" y="232099"/>
                </a:lnTo>
                <a:lnTo>
                  <a:pt x="172027" y="0"/>
                </a:lnTo>
                <a:lnTo>
                  <a:pt x="0" y="0"/>
                </a:lnTo>
                <a:lnTo>
                  <a:pt x="0" y="2320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1" name="Text 𝑦">
            <a:extLst xmlns:a="http://schemas.openxmlformats.org/drawingml/2006/main">
              <a:ext uri="{FF2B5EF4-FFF2-40B4-BE49-F238E27FC236}">
                <a16:creationId xmlns:a16="http://schemas.microsoft.com/office/drawing/2014/main" id="{EF66D2B5-49AB-46F8-B018-CE8B82D3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177" y="1968196"/>
            <a:ext cx="73931" cy="93864"/>
          </a:xfrm>
          <a:custGeom xmlns:a="http://schemas.openxmlformats.org/drawingml/2006/main">
            <a:pathLst>
              <a:path w="73931" h="93864">
                <a:moveTo>
                  <a:pt x="32132" y="64931"/>
                </a:moveTo>
                <a:cubicBezTo>
                  <a:pt x="30843" y="57154"/>
                  <a:pt x="29088" y="47776"/>
                  <a:pt x="26866" y="36799"/>
                </a:cubicBezTo>
                <a:cubicBezTo>
                  <a:pt x="24510" y="25066"/>
                  <a:pt x="22955" y="17799"/>
                  <a:pt x="22199" y="15000"/>
                </a:cubicBezTo>
                <a:cubicBezTo>
                  <a:pt x="21266" y="11622"/>
                  <a:pt x="20288" y="9466"/>
                  <a:pt x="19266" y="8533"/>
                </a:cubicBezTo>
                <a:cubicBezTo>
                  <a:pt x="18644" y="7955"/>
                  <a:pt x="17866" y="7666"/>
                  <a:pt x="16933" y="7666"/>
                </a:cubicBezTo>
                <a:cubicBezTo>
                  <a:pt x="15511" y="7666"/>
                  <a:pt x="14177" y="8244"/>
                  <a:pt x="12933" y="9400"/>
                </a:cubicBezTo>
                <a:cubicBezTo>
                  <a:pt x="11689" y="10555"/>
                  <a:pt x="10155" y="12555"/>
                  <a:pt x="8333" y="15400"/>
                </a:cubicBezTo>
                <a:lnTo>
                  <a:pt x="4000" y="12533"/>
                </a:lnTo>
                <a:cubicBezTo>
                  <a:pt x="7066" y="7955"/>
                  <a:pt x="9933" y="4722"/>
                  <a:pt x="12600" y="2833"/>
                </a:cubicBezTo>
                <a:cubicBezTo>
                  <a:pt x="15266" y="944"/>
                  <a:pt x="18244" y="0"/>
                  <a:pt x="21533" y="0"/>
                </a:cubicBezTo>
                <a:cubicBezTo>
                  <a:pt x="23355" y="0"/>
                  <a:pt x="24910" y="244"/>
                  <a:pt x="26199" y="733"/>
                </a:cubicBezTo>
                <a:cubicBezTo>
                  <a:pt x="27088" y="1089"/>
                  <a:pt x="27977" y="1678"/>
                  <a:pt x="28866" y="2500"/>
                </a:cubicBezTo>
                <a:cubicBezTo>
                  <a:pt x="29755" y="3322"/>
                  <a:pt x="30543" y="4467"/>
                  <a:pt x="31232" y="5933"/>
                </a:cubicBezTo>
                <a:cubicBezTo>
                  <a:pt x="31921" y="7400"/>
                  <a:pt x="32521" y="9044"/>
                  <a:pt x="33032" y="10866"/>
                </a:cubicBezTo>
                <a:cubicBezTo>
                  <a:pt x="33543" y="12688"/>
                  <a:pt x="34110" y="15311"/>
                  <a:pt x="34732" y="18733"/>
                </a:cubicBezTo>
                <a:cubicBezTo>
                  <a:pt x="35799" y="24466"/>
                  <a:pt x="36832" y="30499"/>
                  <a:pt x="37832" y="36832"/>
                </a:cubicBezTo>
                <a:cubicBezTo>
                  <a:pt x="38832" y="43165"/>
                  <a:pt x="39688" y="49043"/>
                  <a:pt x="40399" y="54465"/>
                </a:cubicBezTo>
                <a:cubicBezTo>
                  <a:pt x="44710" y="48243"/>
                  <a:pt x="48365" y="42154"/>
                  <a:pt x="51365" y="36199"/>
                </a:cubicBezTo>
                <a:cubicBezTo>
                  <a:pt x="54365" y="30243"/>
                  <a:pt x="56520" y="25066"/>
                  <a:pt x="57832" y="20666"/>
                </a:cubicBezTo>
                <a:cubicBezTo>
                  <a:pt x="59143" y="16266"/>
                  <a:pt x="59798" y="12688"/>
                  <a:pt x="59798" y="9933"/>
                </a:cubicBezTo>
                <a:cubicBezTo>
                  <a:pt x="59798" y="7844"/>
                  <a:pt x="59354" y="6422"/>
                  <a:pt x="58465" y="5666"/>
                </a:cubicBezTo>
                <a:cubicBezTo>
                  <a:pt x="57576" y="4911"/>
                  <a:pt x="56065" y="4467"/>
                  <a:pt x="53932" y="4333"/>
                </a:cubicBezTo>
                <a:lnTo>
                  <a:pt x="54598" y="1067"/>
                </a:lnTo>
                <a:lnTo>
                  <a:pt x="72131" y="1067"/>
                </a:lnTo>
                <a:lnTo>
                  <a:pt x="73931" y="4400"/>
                </a:lnTo>
                <a:cubicBezTo>
                  <a:pt x="70553" y="13644"/>
                  <a:pt x="65976" y="23533"/>
                  <a:pt x="60198" y="34066"/>
                </a:cubicBezTo>
                <a:cubicBezTo>
                  <a:pt x="54509" y="44376"/>
                  <a:pt x="47999" y="54643"/>
                  <a:pt x="40665" y="64865"/>
                </a:cubicBezTo>
                <a:cubicBezTo>
                  <a:pt x="33643" y="74598"/>
                  <a:pt x="27799" y="81642"/>
                  <a:pt x="23133" y="85997"/>
                </a:cubicBezTo>
                <a:cubicBezTo>
                  <a:pt x="19888" y="88975"/>
                  <a:pt x="16755" y="91108"/>
                  <a:pt x="13733" y="92397"/>
                </a:cubicBezTo>
                <a:cubicBezTo>
                  <a:pt x="11333" y="93375"/>
                  <a:pt x="8778" y="93864"/>
                  <a:pt x="6066" y="93864"/>
                </a:cubicBezTo>
                <a:cubicBezTo>
                  <a:pt x="5133" y="93864"/>
                  <a:pt x="4055" y="93786"/>
                  <a:pt x="2833" y="93630"/>
                </a:cubicBezTo>
                <a:cubicBezTo>
                  <a:pt x="1611" y="93475"/>
                  <a:pt x="667" y="93264"/>
                  <a:pt x="0" y="92997"/>
                </a:cubicBezTo>
                <a:lnTo>
                  <a:pt x="2867" y="80064"/>
                </a:lnTo>
                <a:lnTo>
                  <a:pt x="8133" y="80064"/>
                </a:lnTo>
                <a:cubicBezTo>
                  <a:pt x="8133" y="82909"/>
                  <a:pt x="9111" y="84331"/>
                  <a:pt x="11066" y="84331"/>
                </a:cubicBezTo>
                <a:cubicBezTo>
                  <a:pt x="13644" y="84331"/>
                  <a:pt x="16644" y="82720"/>
                  <a:pt x="20066" y="79498"/>
                </a:cubicBezTo>
                <a:cubicBezTo>
                  <a:pt x="23488" y="76275"/>
                  <a:pt x="27510" y="71420"/>
                  <a:pt x="32132" y="649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2A6E3A-4E3F-4CD5-AED5-F5061B54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005" y="2366883"/>
            <a:ext cx="153823" cy="221177"/>
          </a:xfrm>
          <a:custGeom xmlns:a="http://schemas.openxmlformats.org/drawingml/2006/main">
            <a:pathLst>
              <a:path w="153823" h="221177" fill="none">
                <a:moveTo>
                  <a:pt x="0" y="221177"/>
                </a:moveTo>
                <a:lnTo>
                  <a:pt x="153823" y="221177"/>
                </a:lnTo>
                <a:lnTo>
                  <a:pt x="153823" y="0"/>
                </a:lnTo>
                <a:lnTo>
                  <a:pt x="0" y="0"/>
                </a:lnTo>
                <a:lnTo>
                  <a:pt x="0" y="2211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3" name="Text 𝑥">
            <a:extLst xmlns:a="http://schemas.openxmlformats.org/drawingml/2006/main">
              <a:ext uri="{FF2B5EF4-FFF2-40B4-BE49-F238E27FC236}">
                <a16:creationId xmlns:a16="http://schemas.microsoft.com/office/drawing/2014/main" id="{7B22F1D6-CE36-49D1-9F32-9ACCBBC8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487" y="2458420"/>
            <a:ext cx="68665" cy="65931"/>
          </a:xfrm>
          <a:custGeom xmlns:a="http://schemas.openxmlformats.org/drawingml/2006/main">
            <a:pathLst>
              <a:path w="68665" h="65931">
                <a:moveTo>
                  <a:pt x="29799" y="34732"/>
                </a:moveTo>
                <a:cubicBezTo>
                  <a:pt x="29132" y="31221"/>
                  <a:pt x="28444" y="27844"/>
                  <a:pt x="27732" y="24599"/>
                </a:cubicBezTo>
                <a:cubicBezTo>
                  <a:pt x="27021" y="21355"/>
                  <a:pt x="26288" y="18333"/>
                  <a:pt x="25533" y="15533"/>
                </a:cubicBezTo>
                <a:cubicBezTo>
                  <a:pt x="24777" y="12733"/>
                  <a:pt x="24155" y="10900"/>
                  <a:pt x="23666" y="10033"/>
                </a:cubicBezTo>
                <a:cubicBezTo>
                  <a:pt x="23177" y="9166"/>
                  <a:pt x="22655" y="8566"/>
                  <a:pt x="22099" y="8233"/>
                </a:cubicBezTo>
                <a:cubicBezTo>
                  <a:pt x="21544" y="7900"/>
                  <a:pt x="20844" y="7733"/>
                  <a:pt x="19999" y="7733"/>
                </a:cubicBezTo>
                <a:cubicBezTo>
                  <a:pt x="19066" y="7733"/>
                  <a:pt x="18222" y="7944"/>
                  <a:pt x="17466" y="8366"/>
                </a:cubicBezTo>
                <a:cubicBezTo>
                  <a:pt x="16711" y="8789"/>
                  <a:pt x="15888" y="9522"/>
                  <a:pt x="15000" y="10566"/>
                </a:cubicBezTo>
                <a:cubicBezTo>
                  <a:pt x="14111" y="11611"/>
                  <a:pt x="12933" y="13244"/>
                  <a:pt x="11466" y="15466"/>
                </a:cubicBezTo>
                <a:lnTo>
                  <a:pt x="7133" y="12600"/>
                </a:lnTo>
                <a:cubicBezTo>
                  <a:pt x="9933" y="8378"/>
                  <a:pt x="12622" y="5222"/>
                  <a:pt x="15200" y="3133"/>
                </a:cubicBezTo>
                <a:cubicBezTo>
                  <a:pt x="17777" y="1044"/>
                  <a:pt x="20822" y="0"/>
                  <a:pt x="24333" y="0"/>
                </a:cubicBezTo>
                <a:cubicBezTo>
                  <a:pt x="25710" y="0"/>
                  <a:pt x="26921" y="156"/>
                  <a:pt x="27966" y="467"/>
                </a:cubicBezTo>
                <a:cubicBezTo>
                  <a:pt x="29010" y="778"/>
                  <a:pt x="29932" y="1256"/>
                  <a:pt x="30732" y="1900"/>
                </a:cubicBezTo>
                <a:cubicBezTo>
                  <a:pt x="31532" y="2544"/>
                  <a:pt x="32243" y="3378"/>
                  <a:pt x="32866" y="4400"/>
                </a:cubicBezTo>
                <a:cubicBezTo>
                  <a:pt x="33488" y="5422"/>
                  <a:pt x="34088" y="6811"/>
                  <a:pt x="34666" y="8566"/>
                </a:cubicBezTo>
                <a:cubicBezTo>
                  <a:pt x="35243" y="10322"/>
                  <a:pt x="35788" y="12500"/>
                  <a:pt x="36299" y="15100"/>
                </a:cubicBezTo>
                <a:cubicBezTo>
                  <a:pt x="36810" y="17699"/>
                  <a:pt x="37266" y="20399"/>
                  <a:pt x="37665" y="23199"/>
                </a:cubicBezTo>
                <a:lnTo>
                  <a:pt x="38332" y="23199"/>
                </a:lnTo>
                <a:cubicBezTo>
                  <a:pt x="42599" y="17199"/>
                  <a:pt x="45832" y="12811"/>
                  <a:pt x="48032" y="10033"/>
                </a:cubicBezTo>
                <a:cubicBezTo>
                  <a:pt x="50232" y="7255"/>
                  <a:pt x="52087" y="5189"/>
                  <a:pt x="53598" y="3833"/>
                </a:cubicBezTo>
                <a:cubicBezTo>
                  <a:pt x="55109" y="2478"/>
                  <a:pt x="56565" y="1522"/>
                  <a:pt x="57965" y="967"/>
                </a:cubicBezTo>
                <a:cubicBezTo>
                  <a:pt x="59365" y="411"/>
                  <a:pt x="61220" y="133"/>
                  <a:pt x="63531" y="133"/>
                </a:cubicBezTo>
                <a:cubicBezTo>
                  <a:pt x="65620" y="133"/>
                  <a:pt x="67331" y="400"/>
                  <a:pt x="68665" y="933"/>
                </a:cubicBezTo>
                <a:lnTo>
                  <a:pt x="65998" y="13000"/>
                </a:lnTo>
                <a:lnTo>
                  <a:pt x="61331" y="13000"/>
                </a:lnTo>
                <a:cubicBezTo>
                  <a:pt x="61065" y="11133"/>
                  <a:pt x="60287" y="10200"/>
                  <a:pt x="58998" y="10200"/>
                </a:cubicBezTo>
                <a:cubicBezTo>
                  <a:pt x="58598" y="10200"/>
                  <a:pt x="58176" y="10266"/>
                  <a:pt x="57732" y="10400"/>
                </a:cubicBezTo>
                <a:cubicBezTo>
                  <a:pt x="57287" y="10533"/>
                  <a:pt x="56743" y="10822"/>
                  <a:pt x="56098" y="11266"/>
                </a:cubicBezTo>
                <a:cubicBezTo>
                  <a:pt x="55454" y="11711"/>
                  <a:pt x="54509" y="12577"/>
                  <a:pt x="53265" y="13866"/>
                </a:cubicBezTo>
                <a:cubicBezTo>
                  <a:pt x="52021" y="15155"/>
                  <a:pt x="50621" y="16733"/>
                  <a:pt x="49065" y="18599"/>
                </a:cubicBezTo>
                <a:cubicBezTo>
                  <a:pt x="47510" y="20466"/>
                  <a:pt x="45910" y="22422"/>
                  <a:pt x="44265" y="24466"/>
                </a:cubicBezTo>
                <a:lnTo>
                  <a:pt x="39732" y="30132"/>
                </a:lnTo>
                <a:cubicBezTo>
                  <a:pt x="40532" y="34399"/>
                  <a:pt x="41288" y="38088"/>
                  <a:pt x="41999" y="41199"/>
                </a:cubicBezTo>
                <a:cubicBezTo>
                  <a:pt x="42710" y="44310"/>
                  <a:pt x="43343" y="46899"/>
                  <a:pt x="43899" y="48965"/>
                </a:cubicBezTo>
                <a:cubicBezTo>
                  <a:pt x="44454" y="51032"/>
                  <a:pt x="44943" y="52665"/>
                  <a:pt x="45365" y="53865"/>
                </a:cubicBezTo>
                <a:cubicBezTo>
                  <a:pt x="45787" y="55065"/>
                  <a:pt x="46243" y="55965"/>
                  <a:pt x="46732" y="56565"/>
                </a:cubicBezTo>
                <a:cubicBezTo>
                  <a:pt x="47221" y="57165"/>
                  <a:pt x="47721" y="57587"/>
                  <a:pt x="48232" y="57832"/>
                </a:cubicBezTo>
                <a:cubicBezTo>
                  <a:pt x="48743" y="58076"/>
                  <a:pt x="49332" y="58198"/>
                  <a:pt x="49998" y="58198"/>
                </a:cubicBezTo>
                <a:cubicBezTo>
                  <a:pt x="51198" y="58198"/>
                  <a:pt x="52365" y="57732"/>
                  <a:pt x="53498" y="56798"/>
                </a:cubicBezTo>
                <a:cubicBezTo>
                  <a:pt x="54632" y="55865"/>
                  <a:pt x="56265" y="53754"/>
                  <a:pt x="58398" y="50465"/>
                </a:cubicBezTo>
                <a:lnTo>
                  <a:pt x="62731" y="53332"/>
                </a:lnTo>
                <a:cubicBezTo>
                  <a:pt x="59620" y="57954"/>
                  <a:pt x="56809" y="61209"/>
                  <a:pt x="54298" y="63098"/>
                </a:cubicBezTo>
                <a:cubicBezTo>
                  <a:pt x="51787" y="64987"/>
                  <a:pt x="48798" y="65931"/>
                  <a:pt x="45332" y="65931"/>
                </a:cubicBezTo>
                <a:cubicBezTo>
                  <a:pt x="43421" y="65931"/>
                  <a:pt x="41799" y="65587"/>
                  <a:pt x="40465" y="64898"/>
                </a:cubicBezTo>
                <a:cubicBezTo>
                  <a:pt x="39132" y="64209"/>
                  <a:pt x="37977" y="63109"/>
                  <a:pt x="36999" y="61598"/>
                </a:cubicBezTo>
                <a:cubicBezTo>
                  <a:pt x="36021" y="60087"/>
                  <a:pt x="35154" y="57732"/>
                  <a:pt x="34399" y="54532"/>
                </a:cubicBezTo>
                <a:cubicBezTo>
                  <a:pt x="33021" y="48843"/>
                  <a:pt x="32177" y="44487"/>
                  <a:pt x="31866" y="41465"/>
                </a:cubicBezTo>
                <a:lnTo>
                  <a:pt x="31199" y="41465"/>
                </a:lnTo>
                <a:cubicBezTo>
                  <a:pt x="26488" y="48087"/>
                  <a:pt x="22988" y="52843"/>
                  <a:pt x="20699" y="55732"/>
                </a:cubicBezTo>
                <a:cubicBezTo>
                  <a:pt x="18411" y="58620"/>
                  <a:pt x="16522" y="60754"/>
                  <a:pt x="15033" y="62131"/>
                </a:cubicBezTo>
                <a:cubicBezTo>
                  <a:pt x="13544" y="63509"/>
                  <a:pt x="12100" y="64476"/>
                  <a:pt x="10700" y="65031"/>
                </a:cubicBezTo>
                <a:cubicBezTo>
                  <a:pt x="9300" y="65587"/>
                  <a:pt x="7444" y="65865"/>
                  <a:pt x="5133" y="65865"/>
                </a:cubicBezTo>
                <a:cubicBezTo>
                  <a:pt x="3044" y="65865"/>
                  <a:pt x="1333" y="65598"/>
                  <a:pt x="0" y="65065"/>
                </a:cubicBezTo>
                <a:lnTo>
                  <a:pt x="2667" y="52998"/>
                </a:lnTo>
                <a:lnTo>
                  <a:pt x="7333" y="52998"/>
                </a:lnTo>
                <a:cubicBezTo>
                  <a:pt x="7600" y="54865"/>
                  <a:pt x="8378" y="55798"/>
                  <a:pt x="9666" y="55798"/>
                </a:cubicBezTo>
                <a:cubicBezTo>
                  <a:pt x="10289" y="55798"/>
                  <a:pt x="10944" y="55632"/>
                  <a:pt x="11633" y="55298"/>
                </a:cubicBezTo>
                <a:cubicBezTo>
                  <a:pt x="12322" y="54965"/>
                  <a:pt x="13311" y="54165"/>
                  <a:pt x="14600" y="52898"/>
                </a:cubicBezTo>
                <a:cubicBezTo>
                  <a:pt x="15888" y="51632"/>
                  <a:pt x="17666" y="49643"/>
                  <a:pt x="19933" y="46932"/>
                </a:cubicBezTo>
                <a:cubicBezTo>
                  <a:pt x="22199" y="44221"/>
                  <a:pt x="25488" y="40154"/>
                  <a:pt x="29799" y="347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6C3DB9-0EB8-4CB8-8F4F-5DA4BA1D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981" y="2378716"/>
            <a:ext cx="8192" cy="8192"/>
          </a:xfrm>
          <a:custGeom xmlns:a="http://schemas.openxmlformats.org/drawingml/2006/main">
            <a:pathLst>
              <a:path w="8192" h="8192">
                <a:moveTo>
                  <a:pt x="0" y="4096"/>
                </a:moveTo>
                <a:cubicBezTo>
                  <a:pt x="0" y="1820"/>
                  <a:pt x="1820" y="0"/>
                  <a:pt x="4096" y="0"/>
                </a:cubicBezTo>
                <a:cubicBezTo>
                  <a:pt x="6371" y="0"/>
                  <a:pt x="8192" y="1820"/>
                  <a:pt x="8192" y="4096"/>
                </a:cubicBezTo>
                <a:cubicBezTo>
                  <a:pt x="8192" y="6371"/>
                  <a:pt x="6371" y="8192"/>
                  <a:pt x="4096" y="8192"/>
                </a:cubicBezTo>
                <a:cubicBezTo>
                  <a:pt x="1820" y="8192"/>
                  <a:pt x="0" y="6371"/>
                  <a:pt x="0" y="40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68AD88-3519-4050-9912-273EDC57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981" y="2378716"/>
            <a:ext cx="8192" cy="8192"/>
          </a:xfrm>
          <a:custGeom xmlns:a="http://schemas.openxmlformats.org/drawingml/2006/main">
            <a:pathLst>
              <a:path w="8192" h="8192" fill="none">
                <a:moveTo>
                  <a:pt x="0" y="4096"/>
                </a:moveTo>
                <a:cubicBezTo>
                  <a:pt x="0" y="1820"/>
                  <a:pt x="1820" y="0"/>
                  <a:pt x="4096" y="0"/>
                </a:cubicBezTo>
                <a:cubicBezTo>
                  <a:pt x="6371" y="0"/>
                  <a:pt x="8192" y="1820"/>
                  <a:pt x="8192" y="4096"/>
                </a:cubicBezTo>
                <a:cubicBezTo>
                  <a:pt x="8192" y="6371"/>
                  <a:pt x="6371" y="8192"/>
                  <a:pt x="4096" y="8192"/>
                </a:cubicBezTo>
                <a:cubicBezTo>
                  <a:pt x="1820" y="8192"/>
                  <a:pt x="0" y="6371"/>
                  <a:pt x="0" y="409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585" cap="flat">
            <a:solidFill>
              <a:srgbClr val="000000"/>
            </a:solidFill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60B835-D510-40B1-9120-5CFCB5C2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175" y="2111574"/>
            <a:ext cx="289973" cy="275865"/>
          </a:xfrm>
          <a:custGeom xmlns:a="http://schemas.openxmlformats.org/drawingml/2006/main">
            <a:pathLst>
              <a:path w="289973" h="275865">
                <a:moveTo>
                  <a:pt x="263880" y="71754"/>
                </a:moveTo>
                <a:lnTo>
                  <a:pt x="289973" y="0"/>
                </a:lnTo>
                <a:lnTo>
                  <a:pt x="216930" y="22224"/>
                </a:lnTo>
                <a:lnTo>
                  <a:pt x="232558" y="38711"/>
                </a:lnTo>
                <a:lnTo>
                  <a:pt x="0" y="259329"/>
                </a:lnTo>
                <a:lnTo>
                  <a:pt x="15625" y="275865"/>
                </a:lnTo>
                <a:lnTo>
                  <a:pt x="248243" y="55258"/>
                </a:lnTo>
                <a:lnTo>
                  <a:pt x="263880" y="71754"/>
                </a:lnTo>
                <a:close/>
              </a:path>
            </a:pathLst>
          </a:custGeom>
          <a:solidFill xmlns:a="http://schemas.openxmlformats.org/drawingml/2006/main">
            <a:srgbClr val="18171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8137C1-0396-4876-BB04-39CD8916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947" y="2379247"/>
            <a:ext cx="257509" cy="255158"/>
          </a:xfrm>
          <a:custGeom xmlns:a="http://schemas.openxmlformats.org/drawingml/2006/main">
            <a:pathLst>
              <a:path w="257509" h="255158">
                <a:moveTo>
                  <a:pt x="16080" y="0"/>
                </a:moveTo>
                <a:lnTo>
                  <a:pt x="0" y="16232"/>
                </a:lnTo>
                <a:lnTo>
                  <a:pt x="200998" y="215188"/>
                </a:lnTo>
                <a:lnTo>
                  <a:pt x="184997" y="231341"/>
                </a:lnTo>
                <a:lnTo>
                  <a:pt x="257509" y="255158"/>
                </a:lnTo>
                <a:lnTo>
                  <a:pt x="233010" y="182873"/>
                </a:lnTo>
                <a:lnTo>
                  <a:pt x="217041" y="198993"/>
                </a:lnTo>
                <a:lnTo>
                  <a:pt x="16080" y="0"/>
                </a:lnTo>
                <a:close/>
              </a:path>
            </a:pathLst>
          </a:custGeom>
          <a:solidFill xmlns:a="http://schemas.openxmlformats.org/drawingml/2006/main">
            <a:srgbClr val="18171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C7AE3C-7857-46DE-8B19-60D8B09D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298" y="2300212"/>
            <a:ext cx="242794" cy="90716"/>
          </a:xfrm>
          <a:custGeom xmlns:a="http://schemas.openxmlformats.org/drawingml/2006/main">
            <a:pathLst>
              <a:path w="242794" h="90716">
                <a:moveTo>
                  <a:pt x="185755" y="65913"/>
                </a:moveTo>
                <a:lnTo>
                  <a:pt x="242794" y="15246"/>
                </a:lnTo>
                <a:lnTo>
                  <a:pt x="168007" y="0"/>
                </a:lnTo>
                <a:lnTo>
                  <a:pt x="173928" y="21992"/>
                </a:lnTo>
                <a:lnTo>
                  <a:pt x="0" y="68720"/>
                </a:lnTo>
                <a:lnTo>
                  <a:pt x="5916" y="90716"/>
                </a:lnTo>
                <a:lnTo>
                  <a:pt x="179851" y="43986"/>
                </a:lnTo>
                <a:lnTo>
                  <a:pt x="185755" y="65913"/>
                </a:lnTo>
                <a:close/>
              </a:path>
            </a:pathLst>
          </a:custGeom>
          <a:solidFill xmlns:a="http://schemas.openxmlformats.org/drawingml/2006/main">
            <a:srgbClr val="18171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911A37-5F62-4A3C-A6D7-91BEEEA7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660" y="2372496"/>
            <a:ext cx="270858" cy="135543"/>
          </a:xfrm>
          <a:custGeom xmlns:a="http://schemas.openxmlformats.org/drawingml/2006/main">
            <a:pathLst>
              <a:path w="270858" h="135543">
                <a:moveTo>
                  <a:pt x="57230" y="94205"/>
                </a:moveTo>
                <a:lnTo>
                  <a:pt x="47709" y="73574"/>
                </a:lnTo>
                <a:lnTo>
                  <a:pt x="0" y="133116"/>
                </a:lnTo>
                <a:lnTo>
                  <a:pt x="76305" y="135543"/>
                </a:lnTo>
                <a:lnTo>
                  <a:pt x="66755" y="114849"/>
                </a:lnTo>
                <a:lnTo>
                  <a:pt x="270858" y="20631"/>
                </a:lnTo>
                <a:lnTo>
                  <a:pt x="261377" y="0"/>
                </a:lnTo>
                <a:lnTo>
                  <a:pt x="57230" y="94205"/>
                </a:lnTo>
                <a:close/>
              </a:path>
            </a:pathLst>
          </a:custGeom>
          <a:solidFill xmlns:a="http://schemas.openxmlformats.org/drawingml/2006/main">
            <a:srgbClr val="18171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92495F-E966-4575-8E85-95758FBE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63" y="976562"/>
            <a:ext cx="797330" cy="783677"/>
          </a:xfrm>
          <a:custGeom xmlns:a="http://schemas.openxmlformats.org/drawingml/2006/main">
            <a:pathLst>
              <a:path w="797330" h="783677" fill="none">
                <a:moveTo>
                  <a:pt x="0" y="391838"/>
                </a:moveTo>
                <a:cubicBezTo>
                  <a:pt x="0" y="175440"/>
                  <a:pt x="178474" y="0"/>
                  <a:pt x="398665" y="0"/>
                </a:cubicBezTo>
                <a:cubicBezTo>
                  <a:pt x="618856" y="0"/>
                  <a:pt x="797330" y="175440"/>
                  <a:pt x="797330" y="391838"/>
                </a:cubicBezTo>
                <a:cubicBezTo>
                  <a:pt x="797330" y="608237"/>
                  <a:pt x="618856" y="783677"/>
                  <a:pt x="398665" y="783677"/>
                </a:cubicBezTo>
                <a:cubicBezTo>
                  <a:pt x="178474" y="783677"/>
                  <a:pt x="0" y="608237"/>
                  <a:pt x="0" y="39183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755" cap="flat">
            <a:solidFill>
              <a:srgbClr val="8FAADC"/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CB521D-2989-45A2-8A03-A9C0190B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22" y="1029354"/>
            <a:ext cx="710861" cy="685376"/>
          </a:xfrm>
          <a:custGeom xmlns:a="http://schemas.openxmlformats.org/drawingml/2006/main">
            <a:pathLst>
              <a:path w="710861" h="685376" fill="none">
                <a:moveTo>
                  <a:pt x="0" y="342688"/>
                </a:moveTo>
                <a:cubicBezTo>
                  <a:pt x="0" y="153443"/>
                  <a:pt x="159132" y="0"/>
                  <a:pt x="355431" y="0"/>
                </a:cubicBezTo>
                <a:cubicBezTo>
                  <a:pt x="551729" y="0"/>
                  <a:pt x="710861" y="153443"/>
                  <a:pt x="710861" y="342688"/>
                </a:cubicBezTo>
                <a:cubicBezTo>
                  <a:pt x="710861" y="531932"/>
                  <a:pt x="551729" y="685376"/>
                  <a:pt x="355431" y="685376"/>
                </a:cubicBezTo>
                <a:cubicBezTo>
                  <a:pt x="159132" y="685376"/>
                  <a:pt x="0" y="531932"/>
                  <a:pt x="0" y="3426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755" cap="flat">
            <a:solidFill>
              <a:srgbClr val="00B050"/>
            </a:solidFill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17666-1BEF-4603-B4D6-FBA7CC3F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444" y="1082145"/>
            <a:ext cx="603458" cy="584344"/>
          </a:xfrm>
          <a:custGeom xmlns:a="http://schemas.openxmlformats.org/drawingml/2006/main">
            <a:pathLst>
              <a:path w="603458" h="584344" fill="none">
                <a:moveTo>
                  <a:pt x="0" y="292172"/>
                </a:moveTo>
                <a:cubicBezTo>
                  <a:pt x="0" y="130840"/>
                  <a:pt x="135088" y="0"/>
                  <a:pt x="301729" y="0"/>
                </a:cubicBezTo>
                <a:cubicBezTo>
                  <a:pt x="468371" y="0"/>
                  <a:pt x="603458" y="130840"/>
                  <a:pt x="603458" y="292172"/>
                </a:cubicBezTo>
                <a:cubicBezTo>
                  <a:pt x="603458" y="453504"/>
                  <a:pt x="468371" y="584344"/>
                  <a:pt x="301729" y="584344"/>
                </a:cubicBezTo>
                <a:cubicBezTo>
                  <a:pt x="135088" y="584344"/>
                  <a:pt x="0" y="453504"/>
                  <a:pt x="0" y="2921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8FAADC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134948-DF00-42BB-9524-F5AD94A5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325" y="1133116"/>
            <a:ext cx="499696" cy="482403"/>
          </a:xfrm>
          <a:custGeom xmlns:a="http://schemas.openxmlformats.org/drawingml/2006/main">
            <a:pathLst>
              <a:path w="499696" h="482403" fill="none">
                <a:moveTo>
                  <a:pt x="0" y="241201"/>
                </a:moveTo>
                <a:cubicBezTo>
                  <a:pt x="0" y="108010"/>
                  <a:pt x="111878" y="0"/>
                  <a:pt x="249848" y="0"/>
                </a:cubicBezTo>
                <a:cubicBezTo>
                  <a:pt x="387818" y="0"/>
                  <a:pt x="499696" y="108010"/>
                  <a:pt x="499696" y="241201"/>
                </a:cubicBezTo>
                <a:cubicBezTo>
                  <a:pt x="499696" y="374393"/>
                  <a:pt x="387818" y="482403"/>
                  <a:pt x="249848" y="482403"/>
                </a:cubicBezTo>
                <a:cubicBezTo>
                  <a:pt x="111878" y="482403"/>
                  <a:pt x="0" y="374393"/>
                  <a:pt x="0" y="2412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755" cap="flat">
            <a:solidFill>
              <a:srgbClr val="00B050"/>
            </a:solidFill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91FFF8-F002-46FB-99B4-C933A898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014" y="1174985"/>
            <a:ext cx="412318" cy="398665"/>
          </a:xfrm>
          <a:custGeom xmlns:a="http://schemas.openxmlformats.org/drawingml/2006/main">
            <a:pathLst>
              <a:path w="412318" h="398665" fill="none">
                <a:moveTo>
                  <a:pt x="0" y="199332"/>
                </a:moveTo>
                <a:cubicBezTo>
                  <a:pt x="0" y="89275"/>
                  <a:pt x="92309" y="0"/>
                  <a:pt x="206159" y="0"/>
                </a:cubicBezTo>
                <a:cubicBezTo>
                  <a:pt x="320009" y="0"/>
                  <a:pt x="412318" y="89275"/>
                  <a:pt x="412318" y="199332"/>
                </a:cubicBezTo>
                <a:cubicBezTo>
                  <a:pt x="412318" y="309390"/>
                  <a:pt x="320009" y="398665"/>
                  <a:pt x="206159" y="398665"/>
                </a:cubicBezTo>
                <a:cubicBezTo>
                  <a:pt x="92309" y="398665"/>
                  <a:pt x="0" y="309390"/>
                  <a:pt x="0" y="1993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755" cap="flat">
            <a:solidFill>
              <a:srgbClr val="8FAADC"/>
            </a:solidFill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5BEA26-4217-40A4-A2BC-FDE95066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985" y="1224135"/>
            <a:ext cx="310376" cy="300364"/>
          </a:xfrm>
          <a:custGeom xmlns:a="http://schemas.openxmlformats.org/drawingml/2006/main">
            <a:pathLst>
              <a:path w="310376" h="300364" fill="none">
                <a:moveTo>
                  <a:pt x="0" y="150182"/>
                </a:moveTo>
                <a:cubicBezTo>
                  <a:pt x="0" y="67203"/>
                  <a:pt x="69478" y="0"/>
                  <a:pt x="155188" y="0"/>
                </a:cubicBezTo>
                <a:cubicBezTo>
                  <a:pt x="240898" y="0"/>
                  <a:pt x="310376" y="67203"/>
                  <a:pt x="310376" y="150182"/>
                </a:cubicBezTo>
                <a:cubicBezTo>
                  <a:pt x="310376" y="233161"/>
                  <a:pt x="240898" y="300364"/>
                  <a:pt x="155188" y="300364"/>
                </a:cubicBezTo>
                <a:cubicBezTo>
                  <a:pt x="69478" y="300364"/>
                  <a:pt x="0" y="233161"/>
                  <a:pt x="0" y="15018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B050"/>
            </a:solidFill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8F07E7-2B39-49A0-BE30-4760AFAC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34" y="889108"/>
            <a:ext cx="79187" cy="947815"/>
          </a:xfrm>
          <a:custGeom xmlns:a="http://schemas.openxmlformats.org/drawingml/2006/main">
            <a:pathLst>
              <a:path w="79187" h="947815">
                <a:moveTo>
                  <a:pt x="62121" y="72436"/>
                </a:moveTo>
                <a:lnTo>
                  <a:pt x="62429" y="72934"/>
                </a:lnTo>
                <a:lnTo>
                  <a:pt x="62766" y="73403"/>
                </a:lnTo>
                <a:lnTo>
                  <a:pt x="63130" y="73842"/>
                </a:lnTo>
                <a:lnTo>
                  <a:pt x="63518" y="74252"/>
                </a:lnTo>
                <a:lnTo>
                  <a:pt x="63929" y="74632"/>
                </a:lnTo>
                <a:lnTo>
                  <a:pt x="64361" y="74981"/>
                </a:lnTo>
                <a:lnTo>
                  <a:pt x="64812" y="75299"/>
                </a:lnTo>
                <a:lnTo>
                  <a:pt x="65281" y="75585"/>
                </a:lnTo>
                <a:lnTo>
                  <a:pt x="65766" y="75840"/>
                </a:lnTo>
                <a:lnTo>
                  <a:pt x="66265" y="76063"/>
                </a:lnTo>
                <a:lnTo>
                  <a:pt x="66776" y="76252"/>
                </a:lnTo>
                <a:lnTo>
                  <a:pt x="67297" y="76409"/>
                </a:lnTo>
                <a:lnTo>
                  <a:pt x="67828" y="76532"/>
                </a:lnTo>
                <a:lnTo>
                  <a:pt x="68365" y="76621"/>
                </a:lnTo>
                <a:lnTo>
                  <a:pt x="68907" y="76675"/>
                </a:lnTo>
                <a:lnTo>
                  <a:pt x="69453" y="76695"/>
                </a:lnTo>
                <a:lnTo>
                  <a:pt x="70000" y="76679"/>
                </a:lnTo>
                <a:lnTo>
                  <a:pt x="70547" y="76628"/>
                </a:lnTo>
                <a:lnTo>
                  <a:pt x="71092" y="76541"/>
                </a:lnTo>
                <a:lnTo>
                  <a:pt x="71634" y="76417"/>
                </a:lnTo>
                <a:lnTo>
                  <a:pt x="72169" y="76256"/>
                </a:lnTo>
                <a:lnTo>
                  <a:pt x="72698" y="76057"/>
                </a:lnTo>
                <a:lnTo>
                  <a:pt x="73217" y="75821"/>
                </a:lnTo>
                <a:lnTo>
                  <a:pt x="73726" y="75546"/>
                </a:lnTo>
                <a:lnTo>
                  <a:pt x="74223" y="75237"/>
                </a:lnTo>
                <a:lnTo>
                  <a:pt x="74692" y="74901"/>
                </a:lnTo>
                <a:lnTo>
                  <a:pt x="75132" y="74537"/>
                </a:lnTo>
                <a:lnTo>
                  <a:pt x="75542" y="74149"/>
                </a:lnTo>
                <a:lnTo>
                  <a:pt x="75921" y="73738"/>
                </a:lnTo>
                <a:lnTo>
                  <a:pt x="76270" y="73305"/>
                </a:lnTo>
                <a:lnTo>
                  <a:pt x="76588" y="72853"/>
                </a:lnTo>
                <a:lnTo>
                  <a:pt x="76875" y="72383"/>
                </a:lnTo>
                <a:lnTo>
                  <a:pt x="77130" y="71897"/>
                </a:lnTo>
                <a:lnTo>
                  <a:pt x="77352" y="71397"/>
                </a:lnTo>
                <a:lnTo>
                  <a:pt x="77542" y="70884"/>
                </a:lnTo>
                <a:lnTo>
                  <a:pt x="77698" y="70360"/>
                </a:lnTo>
                <a:lnTo>
                  <a:pt x="77821" y="69827"/>
                </a:lnTo>
                <a:lnTo>
                  <a:pt x="77910" y="69287"/>
                </a:lnTo>
                <a:lnTo>
                  <a:pt x="77965" y="68741"/>
                </a:lnTo>
                <a:lnTo>
                  <a:pt x="77985" y="68191"/>
                </a:lnTo>
                <a:lnTo>
                  <a:pt x="77969" y="67640"/>
                </a:lnTo>
                <a:lnTo>
                  <a:pt x="77918" y="67088"/>
                </a:lnTo>
                <a:lnTo>
                  <a:pt x="77830" y="66537"/>
                </a:lnTo>
                <a:lnTo>
                  <a:pt x="77706" y="65989"/>
                </a:lnTo>
                <a:lnTo>
                  <a:pt x="77545" y="65447"/>
                </a:lnTo>
                <a:lnTo>
                  <a:pt x="77346" y="64911"/>
                </a:lnTo>
                <a:lnTo>
                  <a:pt x="77110" y="64383"/>
                </a:lnTo>
                <a:lnTo>
                  <a:pt x="76836" y="63865"/>
                </a:lnTo>
                <a:lnTo>
                  <a:pt x="39593" y="0"/>
                </a:lnTo>
                <a:lnTo>
                  <a:pt x="2351" y="63865"/>
                </a:lnTo>
                <a:lnTo>
                  <a:pt x="2077" y="64383"/>
                </a:lnTo>
                <a:lnTo>
                  <a:pt x="1840" y="64911"/>
                </a:lnTo>
                <a:lnTo>
                  <a:pt x="1642" y="65447"/>
                </a:lnTo>
                <a:lnTo>
                  <a:pt x="1481" y="65989"/>
                </a:lnTo>
                <a:lnTo>
                  <a:pt x="1357" y="66537"/>
                </a:lnTo>
                <a:lnTo>
                  <a:pt x="1269" y="67088"/>
                </a:lnTo>
                <a:lnTo>
                  <a:pt x="1218" y="67640"/>
                </a:lnTo>
                <a:lnTo>
                  <a:pt x="1202" y="68191"/>
                </a:lnTo>
                <a:lnTo>
                  <a:pt x="1222" y="68741"/>
                </a:lnTo>
                <a:lnTo>
                  <a:pt x="1277" y="69287"/>
                </a:lnTo>
                <a:lnTo>
                  <a:pt x="1366" y="69827"/>
                </a:lnTo>
                <a:lnTo>
                  <a:pt x="1489" y="70360"/>
                </a:lnTo>
                <a:lnTo>
                  <a:pt x="1645" y="70884"/>
                </a:lnTo>
                <a:lnTo>
                  <a:pt x="1835" y="71397"/>
                </a:lnTo>
                <a:lnTo>
                  <a:pt x="2057" y="71897"/>
                </a:lnTo>
                <a:lnTo>
                  <a:pt x="2312" y="72383"/>
                </a:lnTo>
                <a:lnTo>
                  <a:pt x="2599" y="72853"/>
                </a:lnTo>
                <a:lnTo>
                  <a:pt x="2917" y="73305"/>
                </a:lnTo>
                <a:lnTo>
                  <a:pt x="3266" y="73738"/>
                </a:lnTo>
                <a:lnTo>
                  <a:pt x="3645" y="74149"/>
                </a:lnTo>
                <a:lnTo>
                  <a:pt x="4055" y="74537"/>
                </a:lnTo>
                <a:lnTo>
                  <a:pt x="4495" y="74901"/>
                </a:lnTo>
                <a:lnTo>
                  <a:pt x="4963" y="75237"/>
                </a:lnTo>
                <a:lnTo>
                  <a:pt x="5461" y="75546"/>
                </a:lnTo>
                <a:lnTo>
                  <a:pt x="5970" y="75821"/>
                </a:lnTo>
                <a:lnTo>
                  <a:pt x="6489" y="76057"/>
                </a:lnTo>
                <a:lnTo>
                  <a:pt x="7018" y="76256"/>
                </a:lnTo>
                <a:lnTo>
                  <a:pt x="7553" y="76417"/>
                </a:lnTo>
                <a:lnTo>
                  <a:pt x="8095" y="76541"/>
                </a:lnTo>
                <a:lnTo>
                  <a:pt x="8640" y="76628"/>
                </a:lnTo>
                <a:lnTo>
                  <a:pt x="9187" y="76679"/>
                </a:lnTo>
                <a:lnTo>
                  <a:pt x="9734" y="76695"/>
                </a:lnTo>
                <a:lnTo>
                  <a:pt x="10280" y="76675"/>
                </a:lnTo>
                <a:lnTo>
                  <a:pt x="10822" y="76621"/>
                </a:lnTo>
                <a:lnTo>
                  <a:pt x="11359" y="76532"/>
                </a:lnTo>
                <a:lnTo>
                  <a:pt x="11889" y="76409"/>
                </a:lnTo>
                <a:lnTo>
                  <a:pt x="12411" y="76252"/>
                </a:lnTo>
                <a:lnTo>
                  <a:pt x="12922" y="76063"/>
                </a:lnTo>
                <a:lnTo>
                  <a:pt x="13421" y="75840"/>
                </a:lnTo>
                <a:lnTo>
                  <a:pt x="13906" y="75585"/>
                </a:lnTo>
                <a:lnTo>
                  <a:pt x="14375" y="75299"/>
                </a:lnTo>
                <a:lnTo>
                  <a:pt x="14826" y="74981"/>
                </a:lnTo>
                <a:lnTo>
                  <a:pt x="15258" y="74632"/>
                </a:lnTo>
                <a:lnTo>
                  <a:pt x="15669" y="74252"/>
                </a:lnTo>
                <a:lnTo>
                  <a:pt x="16057" y="73842"/>
                </a:lnTo>
                <a:lnTo>
                  <a:pt x="16421" y="73403"/>
                </a:lnTo>
                <a:lnTo>
                  <a:pt x="16758" y="72934"/>
                </a:lnTo>
                <a:lnTo>
                  <a:pt x="17066" y="72436"/>
                </a:lnTo>
                <a:lnTo>
                  <a:pt x="31025" y="48522"/>
                </a:lnTo>
                <a:lnTo>
                  <a:pt x="31096" y="899414"/>
                </a:lnTo>
                <a:lnTo>
                  <a:pt x="17066" y="875379"/>
                </a:lnTo>
                <a:lnTo>
                  <a:pt x="16758" y="874890"/>
                </a:lnTo>
                <a:lnTo>
                  <a:pt x="16421" y="874428"/>
                </a:lnTo>
                <a:lnTo>
                  <a:pt x="16057" y="873995"/>
                </a:lnTo>
                <a:lnTo>
                  <a:pt x="15669" y="873590"/>
                </a:lnTo>
                <a:lnTo>
                  <a:pt x="15258" y="873214"/>
                </a:lnTo>
                <a:lnTo>
                  <a:pt x="14826" y="872868"/>
                </a:lnTo>
                <a:lnTo>
                  <a:pt x="14375" y="872551"/>
                </a:lnTo>
                <a:lnTo>
                  <a:pt x="13906" y="872266"/>
                </a:lnTo>
                <a:lnTo>
                  <a:pt x="13421" y="872012"/>
                </a:lnTo>
                <a:lnTo>
                  <a:pt x="12922" y="871790"/>
                </a:lnTo>
                <a:lnTo>
                  <a:pt x="12411" y="871601"/>
                </a:lnTo>
                <a:lnTo>
                  <a:pt x="11889" y="871444"/>
                </a:lnTo>
                <a:lnTo>
                  <a:pt x="11359" y="871321"/>
                </a:lnTo>
                <a:lnTo>
                  <a:pt x="10822" y="871232"/>
                </a:lnTo>
                <a:lnTo>
                  <a:pt x="10280" y="871178"/>
                </a:lnTo>
                <a:lnTo>
                  <a:pt x="9734" y="871159"/>
                </a:lnTo>
                <a:lnTo>
                  <a:pt x="9187" y="871176"/>
                </a:lnTo>
                <a:lnTo>
                  <a:pt x="8640" y="871230"/>
                </a:lnTo>
                <a:lnTo>
                  <a:pt x="8095" y="871320"/>
                </a:lnTo>
                <a:lnTo>
                  <a:pt x="7553" y="871448"/>
                </a:lnTo>
                <a:lnTo>
                  <a:pt x="7018" y="871613"/>
                </a:lnTo>
                <a:lnTo>
                  <a:pt x="6489" y="871818"/>
                </a:lnTo>
                <a:lnTo>
                  <a:pt x="5970" y="872062"/>
                </a:lnTo>
                <a:lnTo>
                  <a:pt x="5461" y="872345"/>
                </a:lnTo>
                <a:lnTo>
                  <a:pt x="4963" y="872654"/>
                </a:lnTo>
                <a:lnTo>
                  <a:pt x="4495" y="872990"/>
                </a:lnTo>
                <a:lnTo>
                  <a:pt x="4055" y="873354"/>
                </a:lnTo>
                <a:lnTo>
                  <a:pt x="3645" y="873742"/>
                </a:lnTo>
                <a:lnTo>
                  <a:pt x="3266" y="874153"/>
                </a:lnTo>
                <a:lnTo>
                  <a:pt x="2917" y="874586"/>
                </a:lnTo>
                <a:lnTo>
                  <a:pt x="2599" y="875038"/>
                </a:lnTo>
                <a:lnTo>
                  <a:pt x="2312" y="875508"/>
                </a:lnTo>
                <a:lnTo>
                  <a:pt x="2057" y="875994"/>
                </a:lnTo>
                <a:lnTo>
                  <a:pt x="1835" y="876494"/>
                </a:lnTo>
                <a:lnTo>
                  <a:pt x="1645" y="877007"/>
                </a:lnTo>
                <a:lnTo>
                  <a:pt x="1489" y="877531"/>
                </a:lnTo>
                <a:lnTo>
                  <a:pt x="1366" y="878064"/>
                </a:lnTo>
                <a:lnTo>
                  <a:pt x="1277" y="878604"/>
                </a:lnTo>
                <a:lnTo>
                  <a:pt x="1222" y="879150"/>
                </a:lnTo>
                <a:lnTo>
                  <a:pt x="1202" y="879699"/>
                </a:lnTo>
                <a:lnTo>
                  <a:pt x="1218" y="880251"/>
                </a:lnTo>
                <a:lnTo>
                  <a:pt x="1269" y="880803"/>
                </a:lnTo>
                <a:lnTo>
                  <a:pt x="1357" y="881354"/>
                </a:lnTo>
                <a:lnTo>
                  <a:pt x="1481" y="881902"/>
                </a:lnTo>
                <a:lnTo>
                  <a:pt x="1642" y="882444"/>
                </a:lnTo>
                <a:lnTo>
                  <a:pt x="1840" y="882980"/>
                </a:lnTo>
                <a:lnTo>
                  <a:pt x="2077" y="883508"/>
                </a:lnTo>
                <a:lnTo>
                  <a:pt x="2351" y="884026"/>
                </a:lnTo>
                <a:lnTo>
                  <a:pt x="39593" y="947815"/>
                </a:lnTo>
                <a:lnTo>
                  <a:pt x="76836" y="884026"/>
                </a:lnTo>
                <a:lnTo>
                  <a:pt x="77110" y="883508"/>
                </a:lnTo>
                <a:lnTo>
                  <a:pt x="77346" y="882980"/>
                </a:lnTo>
                <a:lnTo>
                  <a:pt x="77545" y="882444"/>
                </a:lnTo>
                <a:lnTo>
                  <a:pt x="77706" y="881902"/>
                </a:lnTo>
                <a:lnTo>
                  <a:pt x="77830" y="881354"/>
                </a:lnTo>
                <a:lnTo>
                  <a:pt x="77918" y="880803"/>
                </a:lnTo>
                <a:lnTo>
                  <a:pt x="77969" y="880251"/>
                </a:lnTo>
                <a:lnTo>
                  <a:pt x="77985" y="879699"/>
                </a:lnTo>
                <a:lnTo>
                  <a:pt x="77965" y="879150"/>
                </a:lnTo>
                <a:lnTo>
                  <a:pt x="77910" y="878604"/>
                </a:lnTo>
                <a:lnTo>
                  <a:pt x="77821" y="878064"/>
                </a:lnTo>
                <a:lnTo>
                  <a:pt x="77698" y="877531"/>
                </a:lnTo>
                <a:lnTo>
                  <a:pt x="77542" y="877007"/>
                </a:lnTo>
                <a:lnTo>
                  <a:pt x="77352" y="876494"/>
                </a:lnTo>
                <a:lnTo>
                  <a:pt x="77130" y="875994"/>
                </a:lnTo>
                <a:lnTo>
                  <a:pt x="76875" y="875508"/>
                </a:lnTo>
                <a:lnTo>
                  <a:pt x="76588" y="875038"/>
                </a:lnTo>
                <a:lnTo>
                  <a:pt x="76270" y="874586"/>
                </a:lnTo>
                <a:lnTo>
                  <a:pt x="75921" y="874153"/>
                </a:lnTo>
                <a:lnTo>
                  <a:pt x="75542" y="873742"/>
                </a:lnTo>
                <a:lnTo>
                  <a:pt x="75132" y="873354"/>
                </a:lnTo>
                <a:lnTo>
                  <a:pt x="74692" y="872990"/>
                </a:lnTo>
                <a:lnTo>
                  <a:pt x="74223" y="872654"/>
                </a:lnTo>
                <a:lnTo>
                  <a:pt x="73726" y="872345"/>
                </a:lnTo>
                <a:lnTo>
                  <a:pt x="73217" y="872062"/>
                </a:lnTo>
                <a:lnTo>
                  <a:pt x="72698" y="871818"/>
                </a:lnTo>
                <a:lnTo>
                  <a:pt x="72169" y="871613"/>
                </a:lnTo>
                <a:lnTo>
                  <a:pt x="71634" y="871448"/>
                </a:lnTo>
                <a:lnTo>
                  <a:pt x="71092" y="871320"/>
                </a:lnTo>
                <a:lnTo>
                  <a:pt x="70547" y="871230"/>
                </a:lnTo>
                <a:lnTo>
                  <a:pt x="70000" y="871176"/>
                </a:lnTo>
                <a:lnTo>
                  <a:pt x="69453" y="871159"/>
                </a:lnTo>
                <a:lnTo>
                  <a:pt x="68907" y="871178"/>
                </a:lnTo>
                <a:lnTo>
                  <a:pt x="68365" y="871232"/>
                </a:lnTo>
                <a:lnTo>
                  <a:pt x="67828" y="871321"/>
                </a:lnTo>
                <a:lnTo>
                  <a:pt x="67297" y="871444"/>
                </a:lnTo>
                <a:lnTo>
                  <a:pt x="66776" y="871601"/>
                </a:lnTo>
                <a:lnTo>
                  <a:pt x="66265" y="871790"/>
                </a:lnTo>
                <a:lnTo>
                  <a:pt x="65766" y="872012"/>
                </a:lnTo>
                <a:lnTo>
                  <a:pt x="65281" y="872266"/>
                </a:lnTo>
                <a:lnTo>
                  <a:pt x="64812" y="872551"/>
                </a:lnTo>
                <a:lnTo>
                  <a:pt x="64361" y="872868"/>
                </a:lnTo>
                <a:lnTo>
                  <a:pt x="63929" y="873214"/>
                </a:lnTo>
                <a:lnTo>
                  <a:pt x="63518" y="873590"/>
                </a:lnTo>
                <a:lnTo>
                  <a:pt x="63130" y="873995"/>
                </a:lnTo>
                <a:lnTo>
                  <a:pt x="62766" y="874428"/>
                </a:lnTo>
                <a:lnTo>
                  <a:pt x="62429" y="874890"/>
                </a:lnTo>
                <a:lnTo>
                  <a:pt x="62121" y="875379"/>
                </a:lnTo>
                <a:lnTo>
                  <a:pt x="48162" y="899293"/>
                </a:lnTo>
                <a:lnTo>
                  <a:pt x="48091" y="48401"/>
                </a:lnTo>
                <a:lnTo>
                  <a:pt x="62121" y="724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5D88C-5E3E-4E5F-B7BF-21D3AF22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25" y="1337758"/>
            <a:ext cx="964578" cy="51274"/>
          </a:xfrm>
          <a:custGeom xmlns:a="http://schemas.openxmlformats.org/drawingml/2006/main">
            <a:pathLst>
              <a:path w="964578" h="51274">
                <a:moveTo>
                  <a:pt x="0" y="25637"/>
                </a:moveTo>
                <a:lnTo>
                  <a:pt x="51198" y="51198"/>
                </a:lnTo>
                <a:lnTo>
                  <a:pt x="51198" y="34133"/>
                </a:lnTo>
                <a:lnTo>
                  <a:pt x="913379" y="34207"/>
                </a:lnTo>
                <a:lnTo>
                  <a:pt x="913379" y="51274"/>
                </a:lnTo>
                <a:lnTo>
                  <a:pt x="964578" y="25637"/>
                </a:lnTo>
                <a:lnTo>
                  <a:pt x="913379" y="76"/>
                </a:lnTo>
                <a:lnTo>
                  <a:pt x="913379" y="17141"/>
                </a:lnTo>
                <a:lnTo>
                  <a:pt x="51198" y="17067"/>
                </a:lnTo>
                <a:lnTo>
                  <a:pt x="51198" y="0"/>
                </a:lnTo>
                <a:lnTo>
                  <a:pt x="0" y="256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6E62EB-41E5-4559-99E1-40A81CD4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263" y="856872"/>
            <a:ext cx="171116" cy="232099"/>
          </a:xfrm>
          <a:custGeom xmlns:a="http://schemas.openxmlformats.org/drawingml/2006/main">
            <a:pathLst>
              <a:path w="171116" h="232099" fill="none">
                <a:moveTo>
                  <a:pt x="0" y="232099"/>
                </a:moveTo>
                <a:lnTo>
                  <a:pt x="171116" y="232099"/>
                </a:lnTo>
                <a:lnTo>
                  <a:pt x="171116" y="0"/>
                </a:lnTo>
                <a:lnTo>
                  <a:pt x="0" y="0"/>
                </a:lnTo>
                <a:lnTo>
                  <a:pt x="0" y="2320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29" name="Text 𝑦">
            <a:extLst xmlns:a="http://schemas.openxmlformats.org/drawingml/2006/main">
              <a:ext uri="{FF2B5EF4-FFF2-40B4-BE49-F238E27FC236}">
                <a16:creationId xmlns:a16="http://schemas.microsoft.com/office/drawing/2014/main" id="{63148796-F248-4A9C-9235-2906E6D0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590" y="948096"/>
            <a:ext cx="73931" cy="93864"/>
          </a:xfrm>
          <a:custGeom xmlns:a="http://schemas.openxmlformats.org/drawingml/2006/main">
            <a:pathLst>
              <a:path w="73931" h="93864">
                <a:moveTo>
                  <a:pt x="32132" y="64931"/>
                </a:moveTo>
                <a:cubicBezTo>
                  <a:pt x="30843" y="57154"/>
                  <a:pt x="29088" y="47776"/>
                  <a:pt x="26866" y="36799"/>
                </a:cubicBezTo>
                <a:cubicBezTo>
                  <a:pt x="24510" y="25066"/>
                  <a:pt x="22955" y="17799"/>
                  <a:pt x="22199" y="15000"/>
                </a:cubicBezTo>
                <a:cubicBezTo>
                  <a:pt x="21266" y="11622"/>
                  <a:pt x="20288" y="9466"/>
                  <a:pt x="19266" y="8533"/>
                </a:cubicBezTo>
                <a:cubicBezTo>
                  <a:pt x="18644" y="7955"/>
                  <a:pt x="17866" y="7666"/>
                  <a:pt x="16933" y="7666"/>
                </a:cubicBezTo>
                <a:cubicBezTo>
                  <a:pt x="15511" y="7666"/>
                  <a:pt x="14177" y="8244"/>
                  <a:pt x="12933" y="9400"/>
                </a:cubicBezTo>
                <a:cubicBezTo>
                  <a:pt x="11689" y="10555"/>
                  <a:pt x="10155" y="12555"/>
                  <a:pt x="8333" y="15400"/>
                </a:cubicBezTo>
                <a:lnTo>
                  <a:pt x="4000" y="12533"/>
                </a:lnTo>
                <a:cubicBezTo>
                  <a:pt x="7066" y="7955"/>
                  <a:pt x="9933" y="4722"/>
                  <a:pt x="12600" y="2833"/>
                </a:cubicBezTo>
                <a:cubicBezTo>
                  <a:pt x="15266" y="944"/>
                  <a:pt x="18244" y="0"/>
                  <a:pt x="21533" y="0"/>
                </a:cubicBezTo>
                <a:cubicBezTo>
                  <a:pt x="23355" y="0"/>
                  <a:pt x="24910" y="244"/>
                  <a:pt x="26199" y="733"/>
                </a:cubicBezTo>
                <a:cubicBezTo>
                  <a:pt x="27088" y="1089"/>
                  <a:pt x="27977" y="1678"/>
                  <a:pt x="28866" y="2500"/>
                </a:cubicBezTo>
                <a:cubicBezTo>
                  <a:pt x="29755" y="3322"/>
                  <a:pt x="30543" y="4467"/>
                  <a:pt x="31232" y="5933"/>
                </a:cubicBezTo>
                <a:cubicBezTo>
                  <a:pt x="31921" y="7400"/>
                  <a:pt x="32521" y="9044"/>
                  <a:pt x="33032" y="10866"/>
                </a:cubicBezTo>
                <a:cubicBezTo>
                  <a:pt x="33543" y="12688"/>
                  <a:pt x="34110" y="15311"/>
                  <a:pt x="34732" y="18733"/>
                </a:cubicBezTo>
                <a:cubicBezTo>
                  <a:pt x="35799" y="24466"/>
                  <a:pt x="36832" y="30499"/>
                  <a:pt x="37832" y="36832"/>
                </a:cubicBezTo>
                <a:cubicBezTo>
                  <a:pt x="38832" y="43165"/>
                  <a:pt x="39688" y="49043"/>
                  <a:pt x="40399" y="54465"/>
                </a:cubicBezTo>
                <a:cubicBezTo>
                  <a:pt x="44710" y="48243"/>
                  <a:pt x="48365" y="42154"/>
                  <a:pt x="51365" y="36199"/>
                </a:cubicBezTo>
                <a:cubicBezTo>
                  <a:pt x="54365" y="30243"/>
                  <a:pt x="56520" y="25066"/>
                  <a:pt x="57832" y="20666"/>
                </a:cubicBezTo>
                <a:cubicBezTo>
                  <a:pt x="59143" y="16266"/>
                  <a:pt x="59798" y="12688"/>
                  <a:pt x="59798" y="9933"/>
                </a:cubicBezTo>
                <a:cubicBezTo>
                  <a:pt x="59798" y="7844"/>
                  <a:pt x="59354" y="6422"/>
                  <a:pt x="58465" y="5666"/>
                </a:cubicBezTo>
                <a:cubicBezTo>
                  <a:pt x="57576" y="4911"/>
                  <a:pt x="56065" y="4467"/>
                  <a:pt x="53932" y="4333"/>
                </a:cubicBezTo>
                <a:lnTo>
                  <a:pt x="54598" y="1067"/>
                </a:lnTo>
                <a:lnTo>
                  <a:pt x="72131" y="1067"/>
                </a:lnTo>
                <a:lnTo>
                  <a:pt x="73931" y="4400"/>
                </a:lnTo>
                <a:cubicBezTo>
                  <a:pt x="70553" y="13644"/>
                  <a:pt x="65976" y="23533"/>
                  <a:pt x="60198" y="34066"/>
                </a:cubicBezTo>
                <a:cubicBezTo>
                  <a:pt x="54509" y="44376"/>
                  <a:pt x="47999" y="54643"/>
                  <a:pt x="40665" y="64865"/>
                </a:cubicBezTo>
                <a:cubicBezTo>
                  <a:pt x="33643" y="74598"/>
                  <a:pt x="27799" y="81642"/>
                  <a:pt x="23133" y="85997"/>
                </a:cubicBezTo>
                <a:cubicBezTo>
                  <a:pt x="19888" y="88975"/>
                  <a:pt x="16755" y="91108"/>
                  <a:pt x="13733" y="92397"/>
                </a:cubicBezTo>
                <a:cubicBezTo>
                  <a:pt x="11333" y="93375"/>
                  <a:pt x="8778" y="93864"/>
                  <a:pt x="6066" y="93864"/>
                </a:cubicBezTo>
                <a:cubicBezTo>
                  <a:pt x="5133" y="93864"/>
                  <a:pt x="4055" y="93786"/>
                  <a:pt x="2833" y="93630"/>
                </a:cubicBezTo>
                <a:cubicBezTo>
                  <a:pt x="1611" y="93475"/>
                  <a:pt x="667" y="93264"/>
                  <a:pt x="0" y="92997"/>
                </a:cubicBezTo>
                <a:lnTo>
                  <a:pt x="2867" y="80064"/>
                </a:lnTo>
                <a:lnTo>
                  <a:pt x="8133" y="80064"/>
                </a:lnTo>
                <a:cubicBezTo>
                  <a:pt x="8133" y="82909"/>
                  <a:pt x="9111" y="84331"/>
                  <a:pt x="11066" y="84331"/>
                </a:cubicBezTo>
                <a:cubicBezTo>
                  <a:pt x="13644" y="84331"/>
                  <a:pt x="16644" y="82720"/>
                  <a:pt x="20066" y="79498"/>
                </a:cubicBezTo>
                <a:cubicBezTo>
                  <a:pt x="23488" y="76275"/>
                  <a:pt x="27510" y="71420"/>
                  <a:pt x="32132" y="649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F6BD67-420C-4473-BA20-C24B20B6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736" y="1347466"/>
            <a:ext cx="153823" cy="220267"/>
          </a:xfrm>
          <a:custGeom xmlns:a="http://schemas.openxmlformats.org/drawingml/2006/main">
            <a:pathLst>
              <a:path w="153823" h="220267" fill="none">
                <a:moveTo>
                  <a:pt x="0" y="220267"/>
                </a:moveTo>
                <a:lnTo>
                  <a:pt x="153823" y="220267"/>
                </a:lnTo>
                <a:lnTo>
                  <a:pt x="153823" y="0"/>
                </a:lnTo>
                <a:lnTo>
                  <a:pt x="0" y="0"/>
                </a:lnTo>
                <a:lnTo>
                  <a:pt x="0" y="2202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31" name="Text 𝑥">
            <a:extLst xmlns:a="http://schemas.openxmlformats.org/drawingml/2006/main">
              <a:ext uri="{FF2B5EF4-FFF2-40B4-BE49-F238E27FC236}">
                <a16:creationId xmlns:a16="http://schemas.microsoft.com/office/drawing/2014/main" id="{A26A30C3-4209-419D-B7E8-E451B27D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128" y="1438245"/>
            <a:ext cx="68665" cy="65931"/>
          </a:xfrm>
          <a:custGeom xmlns:a="http://schemas.openxmlformats.org/drawingml/2006/main">
            <a:pathLst>
              <a:path w="68665" h="65931">
                <a:moveTo>
                  <a:pt x="29799" y="34732"/>
                </a:moveTo>
                <a:cubicBezTo>
                  <a:pt x="29132" y="31221"/>
                  <a:pt x="28444" y="27844"/>
                  <a:pt x="27732" y="24599"/>
                </a:cubicBezTo>
                <a:cubicBezTo>
                  <a:pt x="27021" y="21355"/>
                  <a:pt x="26288" y="18333"/>
                  <a:pt x="25533" y="15533"/>
                </a:cubicBezTo>
                <a:cubicBezTo>
                  <a:pt x="24777" y="12733"/>
                  <a:pt x="24155" y="10900"/>
                  <a:pt x="23666" y="10033"/>
                </a:cubicBezTo>
                <a:cubicBezTo>
                  <a:pt x="23177" y="9166"/>
                  <a:pt x="22655" y="8566"/>
                  <a:pt x="22099" y="8233"/>
                </a:cubicBezTo>
                <a:cubicBezTo>
                  <a:pt x="21544" y="7900"/>
                  <a:pt x="20844" y="7733"/>
                  <a:pt x="19999" y="7733"/>
                </a:cubicBezTo>
                <a:cubicBezTo>
                  <a:pt x="19066" y="7733"/>
                  <a:pt x="18222" y="7944"/>
                  <a:pt x="17466" y="8366"/>
                </a:cubicBezTo>
                <a:cubicBezTo>
                  <a:pt x="16711" y="8789"/>
                  <a:pt x="15888" y="9522"/>
                  <a:pt x="15000" y="10566"/>
                </a:cubicBezTo>
                <a:cubicBezTo>
                  <a:pt x="14111" y="11611"/>
                  <a:pt x="12933" y="13244"/>
                  <a:pt x="11466" y="15466"/>
                </a:cubicBezTo>
                <a:lnTo>
                  <a:pt x="7133" y="12600"/>
                </a:lnTo>
                <a:cubicBezTo>
                  <a:pt x="9933" y="8378"/>
                  <a:pt x="12622" y="5222"/>
                  <a:pt x="15200" y="3133"/>
                </a:cubicBezTo>
                <a:cubicBezTo>
                  <a:pt x="17777" y="1044"/>
                  <a:pt x="20822" y="0"/>
                  <a:pt x="24333" y="0"/>
                </a:cubicBezTo>
                <a:cubicBezTo>
                  <a:pt x="25710" y="0"/>
                  <a:pt x="26921" y="156"/>
                  <a:pt x="27966" y="467"/>
                </a:cubicBezTo>
                <a:cubicBezTo>
                  <a:pt x="29010" y="778"/>
                  <a:pt x="29932" y="1256"/>
                  <a:pt x="30732" y="1900"/>
                </a:cubicBezTo>
                <a:cubicBezTo>
                  <a:pt x="31532" y="2544"/>
                  <a:pt x="32243" y="3378"/>
                  <a:pt x="32866" y="4400"/>
                </a:cubicBezTo>
                <a:cubicBezTo>
                  <a:pt x="33488" y="5422"/>
                  <a:pt x="34088" y="6811"/>
                  <a:pt x="34666" y="8566"/>
                </a:cubicBezTo>
                <a:cubicBezTo>
                  <a:pt x="35243" y="10322"/>
                  <a:pt x="35788" y="12500"/>
                  <a:pt x="36299" y="15100"/>
                </a:cubicBezTo>
                <a:cubicBezTo>
                  <a:pt x="36810" y="17699"/>
                  <a:pt x="37266" y="20399"/>
                  <a:pt x="37665" y="23199"/>
                </a:cubicBezTo>
                <a:lnTo>
                  <a:pt x="38332" y="23199"/>
                </a:lnTo>
                <a:cubicBezTo>
                  <a:pt x="42599" y="17199"/>
                  <a:pt x="45832" y="12811"/>
                  <a:pt x="48032" y="10033"/>
                </a:cubicBezTo>
                <a:cubicBezTo>
                  <a:pt x="50232" y="7255"/>
                  <a:pt x="52087" y="5189"/>
                  <a:pt x="53598" y="3833"/>
                </a:cubicBezTo>
                <a:cubicBezTo>
                  <a:pt x="55109" y="2478"/>
                  <a:pt x="56565" y="1522"/>
                  <a:pt x="57965" y="967"/>
                </a:cubicBezTo>
                <a:cubicBezTo>
                  <a:pt x="59365" y="411"/>
                  <a:pt x="61220" y="133"/>
                  <a:pt x="63531" y="133"/>
                </a:cubicBezTo>
                <a:cubicBezTo>
                  <a:pt x="65620" y="133"/>
                  <a:pt x="67331" y="400"/>
                  <a:pt x="68665" y="933"/>
                </a:cubicBezTo>
                <a:lnTo>
                  <a:pt x="65998" y="13000"/>
                </a:lnTo>
                <a:lnTo>
                  <a:pt x="61331" y="13000"/>
                </a:lnTo>
                <a:cubicBezTo>
                  <a:pt x="61065" y="11133"/>
                  <a:pt x="60287" y="10200"/>
                  <a:pt x="58998" y="10200"/>
                </a:cubicBezTo>
                <a:cubicBezTo>
                  <a:pt x="58598" y="10200"/>
                  <a:pt x="58176" y="10266"/>
                  <a:pt x="57732" y="10400"/>
                </a:cubicBezTo>
                <a:cubicBezTo>
                  <a:pt x="57287" y="10533"/>
                  <a:pt x="56743" y="10822"/>
                  <a:pt x="56098" y="11266"/>
                </a:cubicBezTo>
                <a:cubicBezTo>
                  <a:pt x="55454" y="11711"/>
                  <a:pt x="54509" y="12577"/>
                  <a:pt x="53265" y="13866"/>
                </a:cubicBezTo>
                <a:cubicBezTo>
                  <a:pt x="52021" y="15155"/>
                  <a:pt x="50621" y="16733"/>
                  <a:pt x="49065" y="18599"/>
                </a:cubicBezTo>
                <a:cubicBezTo>
                  <a:pt x="47510" y="20466"/>
                  <a:pt x="45910" y="22422"/>
                  <a:pt x="44265" y="24466"/>
                </a:cubicBezTo>
                <a:lnTo>
                  <a:pt x="39732" y="30132"/>
                </a:lnTo>
                <a:cubicBezTo>
                  <a:pt x="40532" y="34399"/>
                  <a:pt x="41288" y="38088"/>
                  <a:pt x="41999" y="41199"/>
                </a:cubicBezTo>
                <a:cubicBezTo>
                  <a:pt x="42710" y="44310"/>
                  <a:pt x="43343" y="46899"/>
                  <a:pt x="43899" y="48965"/>
                </a:cubicBezTo>
                <a:cubicBezTo>
                  <a:pt x="44454" y="51032"/>
                  <a:pt x="44943" y="52665"/>
                  <a:pt x="45365" y="53865"/>
                </a:cubicBezTo>
                <a:cubicBezTo>
                  <a:pt x="45787" y="55065"/>
                  <a:pt x="46243" y="55965"/>
                  <a:pt x="46732" y="56565"/>
                </a:cubicBezTo>
                <a:cubicBezTo>
                  <a:pt x="47221" y="57165"/>
                  <a:pt x="47721" y="57587"/>
                  <a:pt x="48232" y="57832"/>
                </a:cubicBezTo>
                <a:cubicBezTo>
                  <a:pt x="48743" y="58076"/>
                  <a:pt x="49332" y="58198"/>
                  <a:pt x="49998" y="58198"/>
                </a:cubicBezTo>
                <a:cubicBezTo>
                  <a:pt x="51198" y="58198"/>
                  <a:pt x="52365" y="57732"/>
                  <a:pt x="53498" y="56798"/>
                </a:cubicBezTo>
                <a:cubicBezTo>
                  <a:pt x="54632" y="55865"/>
                  <a:pt x="56265" y="53754"/>
                  <a:pt x="58398" y="50465"/>
                </a:cubicBezTo>
                <a:lnTo>
                  <a:pt x="62731" y="53332"/>
                </a:lnTo>
                <a:cubicBezTo>
                  <a:pt x="59620" y="57954"/>
                  <a:pt x="56809" y="61209"/>
                  <a:pt x="54298" y="63098"/>
                </a:cubicBezTo>
                <a:cubicBezTo>
                  <a:pt x="51787" y="64987"/>
                  <a:pt x="48798" y="65931"/>
                  <a:pt x="45332" y="65931"/>
                </a:cubicBezTo>
                <a:cubicBezTo>
                  <a:pt x="43421" y="65931"/>
                  <a:pt x="41799" y="65587"/>
                  <a:pt x="40465" y="64898"/>
                </a:cubicBezTo>
                <a:cubicBezTo>
                  <a:pt x="39132" y="64209"/>
                  <a:pt x="37977" y="63109"/>
                  <a:pt x="36999" y="61598"/>
                </a:cubicBezTo>
                <a:cubicBezTo>
                  <a:pt x="36021" y="60087"/>
                  <a:pt x="35154" y="57732"/>
                  <a:pt x="34399" y="54532"/>
                </a:cubicBezTo>
                <a:cubicBezTo>
                  <a:pt x="33021" y="48843"/>
                  <a:pt x="32177" y="44487"/>
                  <a:pt x="31866" y="41465"/>
                </a:cubicBezTo>
                <a:lnTo>
                  <a:pt x="31199" y="41465"/>
                </a:lnTo>
                <a:cubicBezTo>
                  <a:pt x="26488" y="48087"/>
                  <a:pt x="22988" y="52843"/>
                  <a:pt x="20699" y="55732"/>
                </a:cubicBezTo>
                <a:cubicBezTo>
                  <a:pt x="18411" y="58620"/>
                  <a:pt x="16522" y="60754"/>
                  <a:pt x="15033" y="62131"/>
                </a:cubicBezTo>
                <a:cubicBezTo>
                  <a:pt x="13544" y="63509"/>
                  <a:pt x="12100" y="64476"/>
                  <a:pt x="10700" y="65031"/>
                </a:cubicBezTo>
                <a:cubicBezTo>
                  <a:pt x="9300" y="65587"/>
                  <a:pt x="7444" y="65865"/>
                  <a:pt x="5133" y="65865"/>
                </a:cubicBezTo>
                <a:cubicBezTo>
                  <a:pt x="3044" y="65865"/>
                  <a:pt x="1333" y="65598"/>
                  <a:pt x="0" y="65065"/>
                </a:cubicBezTo>
                <a:lnTo>
                  <a:pt x="2667" y="52998"/>
                </a:lnTo>
                <a:lnTo>
                  <a:pt x="7333" y="52998"/>
                </a:lnTo>
                <a:cubicBezTo>
                  <a:pt x="7600" y="54865"/>
                  <a:pt x="8378" y="55798"/>
                  <a:pt x="9666" y="55798"/>
                </a:cubicBezTo>
                <a:cubicBezTo>
                  <a:pt x="10289" y="55798"/>
                  <a:pt x="10944" y="55632"/>
                  <a:pt x="11633" y="55298"/>
                </a:cubicBezTo>
                <a:cubicBezTo>
                  <a:pt x="12322" y="54965"/>
                  <a:pt x="13311" y="54165"/>
                  <a:pt x="14600" y="52898"/>
                </a:cubicBezTo>
                <a:cubicBezTo>
                  <a:pt x="15888" y="51632"/>
                  <a:pt x="17666" y="49643"/>
                  <a:pt x="19933" y="46932"/>
                </a:cubicBezTo>
                <a:cubicBezTo>
                  <a:pt x="22199" y="44221"/>
                  <a:pt x="25488" y="40154"/>
                  <a:pt x="29799" y="347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67104-0F01-4CF6-80A8-ED9F05E4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622" y="1358389"/>
            <a:ext cx="7282" cy="8192"/>
          </a:xfrm>
          <a:custGeom xmlns:a="http://schemas.openxmlformats.org/drawingml/2006/main">
            <a:pathLst>
              <a:path w="7282" h="8192">
                <a:moveTo>
                  <a:pt x="0" y="4096"/>
                </a:moveTo>
                <a:cubicBezTo>
                  <a:pt x="0" y="1820"/>
                  <a:pt x="1593" y="0"/>
                  <a:pt x="3641" y="0"/>
                </a:cubicBezTo>
                <a:cubicBezTo>
                  <a:pt x="5689" y="0"/>
                  <a:pt x="7282" y="1820"/>
                  <a:pt x="7282" y="4096"/>
                </a:cubicBezTo>
                <a:cubicBezTo>
                  <a:pt x="7282" y="6371"/>
                  <a:pt x="5689" y="8192"/>
                  <a:pt x="3641" y="8192"/>
                </a:cubicBezTo>
                <a:cubicBezTo>
                  <a:pt x="1593" y="8192"/>
                  <a:pt x="0" y="6371"/>
                  <a:pt x="0" y="40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C1647E-833C-4E15-92D7-3DABDEB8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622" y="1358389"/>
            <a:ext cx="7282" cy="8192"/>
          </a:xfrm>
          <a:custGeom xmlns:a="http://schemas.openxmlformats.org/drawingml/2006/main">
            <a:pathLst>
              <a:path w="7282" h="8192" fill="none">
                <a:moveTo>
                  <a:pt x="0" y="4096"/>
                </a:moveTo>
                <a:cubicBezTo>
                  <a:pt x="0" y="1820"/>
                  <a:pt x="1593" y="0"/>
                  <a:pt x="3641" y="0"/>
                </a:cubicBezTo>
                <a:cubicBezTo>
                  <a:pt x="5689" y="0"/>
                  <a:pt x="7282" y="1820"/>
                  <a:pt x="7282" y="4096"/>
                </a:cubicBezTo>
                <a:cubicBezTo>
                  <a:pt x="7282" y="6371"/>
                  <a:pt x="5689" y="8192"/>
                  <a:pt x="3641" y="8192"/>
                </a:cubicBezTo>
                <a:cubicBezTo>
                  <a:pt x="1593" y="8192"/>
                  <a:pt x="0" y="6371"/>
                  <a:pt x="0" y="409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585" cap="flat">
            <a:solidFill>
              <a:srgbClr val="000000"/>
            </a:solidFill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EB0F19-E257-42BB-ABFE-B2B52EF8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999" y="1293765"/>
            <a:ext cx="391838" cy="68265"/>
          </a:xfrm>
          <a:custGeom xmlns:a="http://schemas.openxmlformats.org/drawingml/2006/main">
            <a:pathLst>
              <a:path w="391838" h="68265">
                <a:moveTo>
                  <a:pt x="323574" y="68265"/>
                </a:moveTo>
                <a:lnTo>
                  <a:pt x="391838" y="34132"/>
                </a:lnTo>
                <a:lnTo>
                  <a:pt x="323574" y="0"/>
                </a:lnTo>
                <a:lnTo>
                  <a:pt x="323574" y="22755"/>
                </a:lnTo>
                <a:lnTo>
                  <a:pt x="0" y="22755"/>
                </a:lnTo>
                <a:lnTo>
                  <a:pt x="0" y="45510"/>
                </a:lnTo>
                <a:lnTo>
                  <a:pt x="323574" y="45510"/>
                </a:lnTo>
                <a:lnTo>
                  <a:pt x="323574" y="68265"/>
                </a:lnTo>
                <a:close/>
              </a:path>
            </a:pathLst>
          </a:custGeom>
          <a:solidFill xmlns:a="http://schemas.openxmlformats.org/drawingml/2006/main">
            <a:srgbClr val="18171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0018B0-6A45-4C4B-A0FD-498D032F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643" y="1109906"/>
            <a:ext cx="1277002" cy="541565"/>
          </a:xfrm>
          <a:custGeom xmlns:a="http://schemas.openxmlformats.org/drawingml/2006/main">
            <a:pathLst>
              <a:path w="1277002" h="541565" fill="none">
                <a:moveTo>
                  <a:pt x="0" y="541565"/>
                </a:moveTo>
                <a:lnTo>
                  <a:pt x="1277002" y="541565"/>
                </a:lnTo>
                <a:lnTo>
                  <a:pt x="1277002" y="0"/>
                </a:lnTo>
                <a:lnTo>
                  <a:pt x="0" y="0"/>
                </a:lnTo>
                <a:lnTo>
                  <a:pt x="0" y="5415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36" name="Text ∆𝒇">
            <a:extLst xmlns:a="http://schemas.openxmlformats.org/drawingml/2006/main">
              <a:ext uri="{FF2B5EF4-FFF2-40B4-BE49-F238E27FC236}">
                <a16:creationId xmlns:a16="http://schemas.microsoft.com/office/drawing/2014/main" id="{DC6B8C91-800E-4932-BBDC-BF9E9F01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915" y="1186907"/>
            <a:ext cx="205021" cy="167373"/>
          </a:xfrm>
          <a:custGeom xmlns:a="http://schemas.openxmlformats.org/drawingml/2006/main">
            <a:pathLst>
              <a:path w="205021" h="167373">
                <a:moveTo>
                  <a:pt x="0" y="127640"/>
                </a:moveTo>
                <a:lnTo>
                  <a:pt x="0" y="121952"/>
                </a:lnTo>
                <a:lnTo>
                  <a:pt x="46487" y="4889"/>
                </a:lnTo>
                <a:lnTo>
                  <a:pt x="59643" y="4889"/>
                </a:lnTo>
                <a:lnTo>
                  <a:pt x="97153" y="121952"/>
                </a:lnTo>
                <a:lnTo>
                  <a:pt x="97153" y="127640"/>
                </a:lnTo>
                <a:lnTo>
                  <a:pt x="0" y="127640"/>
                </a:lnTo>
                <a:moveTo>
                  <a:pt x="15733" y="113419"/>
                </a:moveTo>
                <a:lnTo>
                  <a:pt x="77598" y="113419"/>
                </a:lnTo>
                <a:lnTo>
                  <a:pt x="49598" y="24533"/>
                </a:lnTo>
                <a:lnTo>
                  <a:pt x="15733" y="113419"/>
                </a:lnTo>
                <a:close/>
                <a:moveTo>
                  <a:pt x="127690" y="50576"/>
                </a:moveTo>
                <a:lnTo>
                  <a:pt x="129290" y="43376"/>
                </a:lnTo>
                <a:cubicBezTo>
                  <a:pt x="133379" y="43317"/>
                  <a:pt x="136268" y="43021"/>
                  <a:pt x="137956" y="42488"/>
                </a:cubicBezTo>
                <a:cubicBezTo>
                  <a:pt x="139645" y="41954"/>
                  <a:pt x="141038" y="40976"/>
                  <a:pt x="142134" y="39554"/>
                </a:cubicBezTo>
                <a:cubicBezTo>
                  <a:pt x="143230" y="38132"/>
                  <a:pt x="144282" y="35495"/>
                  <a:pt x="145290" y="31643"/>
                </a:cubicBezTo>
                <a:cubicBezTo>
                  <a:pt x="146771" y="26014"/>
                  <a:pt x="148638" y="21347"/>
                  <a:pt x="150889" y="17644"/>
                </a:cubicBezTo>
                <a:cubicBezTo>
                  <a:pt x="153141" y="13940"/>
                  <a:pt x="156074" y="10711"/>
                  <a:pt x="159689" y="7955"/>
                </a:cubicBezTo>
                <a:cubicBezTo>
                  <a:pt x="163304" y="5200"/>
                  <a:pt x="167526" y="3185"/>
                  <a:pt x="172355" y="1911"/>
                </a:cubicBezTo>
                <a:cubicBezTo>
                  <a:pt x="177185" y="637"/>
                  <a:pt x="182503" y="0"/>
                  <a:pt x="188310" y="0"/>
                </a:cubicBezTo>
                <a:cubicBezTo>
                  <a:pt x="194236" y="0"/>
                  <a:pt x="199806" y="533"/>
                  <a:pt x="205021" y="1600"/>
                </a:cubicBezTo>
                <a:lnTo>
                  <a:pt x="201021" y="19377"/>
                </a:lnTo>
                <a:lnTo>
                  <a:pt x="189555" y="19377"/>
                </a:lnTo>
                <a:cubicBezTo>
                  <a:pt x="189318" y="15703"/>
                  <a:pt x="188725" y="13096"/>
                  <a:pt x="187777" y="11555"/>
                </a:cubicBezTo>
                <a:cubicBezTo>
                  <a:pt x="186829" y="10014"/>
                  <a:pt x="185348" y="9244"/>
                  <a:pt x="183333" y="9244"/>
                </a:cubicBezTo>
                <a:cubicBezTo>
                  <a:pt x="180963" y="9244"/>
                  <a:pt x="179037" y="10074"/>
                  <a:pt x="177555" y="11733"/>
                </a:cubicBezTo>
                <a:cubicBezTo>
                  <a:pt x="176074" y="13392"/>
                  <a:pt x="174829" y="15644"/>
                  <a:pt x="173822" y="18488"/>
                </a:cubicBezTo>
                <a:cubicBezTo>
                  <a:pt x="172815" y="21333"/>
                  <a:pt x="171807" y="25066"/>
                  <a:pt x="170800" y="29688"/>
                </a:cubicBezTo>
                <a:lnTo>
                  <a:pt x="168578" y="39465"/>
                </a:lnTo>
                <a:lnTo>
                  <a:pt x="187599" y="39465"/>
                </a:lnTo>
                <a:lnTo>
                  <a:pt x="185199" y="50576"/>
                </a:lnTo>
                <a:lnTo>
                  <a:pt x="166089" y="50576"/>
                </a:lnTo>
                <a:lnTo>
                  <a:pt x="150001" y="124885"/>
                </a:lnTo>
                <a:cubicBezTo>
                  <a:pt x="146860" y="139285"/>
                  <a:pt x="141793" y="149966"/>
                  <a:pt x="134801" y="156928"/>
                </a:cubicBezTo>
                <a:cubicBezTo>
                  <a:pt x="127809" y="163891"/>
                  <a:pt x="119068" y="167373"/>
                  <a:pt x="108580" y="167373"/>
                </a:cubicBezTo>
                <a:cubicBezTo>
                  <a:pt x="106032" y="167373"/>
                  <a:pt x="103987" y="167224"/>
                  <a:pt x="102446" y="166928"/>
                </a:cubicBezTo>
                <a:lnTo>
                  <a:pt x="104580" y="156973"/>
                </a:lnTo>
                <a:cubicBezTo>
                  <a:pt x="105765" y="157151"/>
                  <a:pt x="106832" y="157240"/>
                  <a:pt x="107780" y="157240"/>
                </a:cubicBezTo>
                <a:cubicBezTo>
                  <a:pt x="111157" y="157240"/>
                  <a:pt x="113957" y="155373"/>
                  <a:pt x="116179" y="151640"/>
                </a:cubicBezTo>
                <a:cubicBezTo>
                  <a:pt x="118402" y="147906"/>
                  <a:pt x="120372" y="142307"/>
                  <a:pt x="122090" y="134840"/>
                </a:cubicBezTo>
                <a:lnTo>
                  <a:pt x="141112" y="50576"/>
                </a:lnTo>
                <a:lnTo>
                  <a:pt x="127690" y="505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𝒕">
            <a:extLst xmlns:a="http://schemas.openxmlformats.org/drawingml/2006/main">
              <a:ext uri="{FF2B5EF4-FFF2-40B4-BE49-F238E27FC236}">
                <a16:creationId xmlns:a16="http://schemas.microsoft.com/office/drawing/2014/main" id="{79EBFB1E-6887-478D-AEB4-24B3AB8E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139" y="1271276"/>
            <a:ext cx="46199" cy="81628"/>
          </a:xfrm>
          <a:custGeom xmlns:a="http://schemas.openxmlformats.org/drawingml/2006/main">
            <a:pathLst>
              <a:path w="46199" h="81628">
                <a:moveTo>
                  <a:pt x="41398" y="68780"/>
                </a:moveTo>
                <a:cubicBezTo>
                  <a:pt x="37029" y="73582"/>
                  <a:pt x="33017" y="76923"/>
                  <a:pt x="29361" y="78805"/>
                </a:cubicBezTo>
                <a:cubicBezTo>
                  <a:pt x="25706" y="80687"/>
                  <a:pt x="21391" y="81628"/>
                  <a:pt x="16416" y="81628"/>
                </a:cubicBezTo>
                <a:cubicBezTo>
                  <a:pt x="11485" y="81628"/>
                  <a:pt x="7700" y="80362"/>
                  <a:pt x="5061" y="77832"/>
                </a:cubicBezTo>
                <a:cubicBezTo>
                  <a:pt x="2422" y="75301"/>
                  <a:pt x="1103" y="71808"/>
                  <a:pt x="1103" y="67353"/>
                </a:cubicBezTo>
                <a:cubicBezTo>
                  <a:pt x="1103" y="65319"/>
                  <a:pt x="1254" y="63384"/>
                  <a:pt x="1557" y="61545"/>
                </a:cubicBezTo>
                <a:cubicBezTo>
                  <a:pt x="1860" y="59707"/>
                  <a:pt x="2487" y="56689"/>
                  <a:pt x="3439" y="52493"/>
                </a:cubicBezTo>
                <a:lnTo>
                  <a:pt x="10122" y="24333"/>
                </a:lnTo>
                <a:lnTo>
                  <a:pt x="0" y="24333"/>
                </a:lnTo>
                <a:lnTo>
                  <a:pt x="1233" y="19077"/>
                </a:lnTo>
                <a:cubicBezTo>
                  <a:pt x="4261" y="19077"/>
                  <a:pt x="6554" y="18796"/>
                  <a:pt x="8111" y="18233"/>
                </a:cubicBezTo>
                <a:cubicBezTo>
                  <a:pt x="9668" y="17671"/>
                  <a:pt x="10977" y="16827"/>
                  <a:pt x="12037" y="15703"/>
                </a:cubicBezTo>
                <a:cubicBezTo>
                  <a:pt x="13096" y="14578"/>
                  <a:pt x="14124" y="12869"/>
                  <a:pt x="15119" y="10577"/>
                </a:cubicBezTo>
                <a:cubicBezTo>
                  <a:pt x="16114" y="8284"/>
                  <a:pt x="17282" y="4758"/>
                  <a:pt x="18623" y="0"/>
                </a:cubicBezTo>
                <a:lnTo>
                  <a:pt x="34195" y="0"/>
                </a:lnTo>
                <a:lnTo>
                  <a:pt x="30432" y="16222"/>
                </a:lnTo>
                <a:lnTo>
                  <a:pt x="46199" y="16222"/>
                </a:lnTo>
                <a:lnTo>
                  <a:pt x="44448" y="24333"/>
                </a:lnTo>
                <a:lnTo>
                  <a:pt x="28550" y="24333"/>
                </a:lnTo>
                <a:lnTo>
                  <a:pt x="22256" y="50287"/>
                </a:lnTo>
                <a:cubicBezTo>
                  <a:pt x="21175" y="54743"/>
                  <a:pt x="20429" y="58128"/>
                  <a:pt x="20018" y="60442"/>
                </a:cubicBezTo>
                <a:cubicBezTo>
                  <a:pt x="19607" y="62756"/>
                  <a:pt x="19401" y="64714"/>
                  <a:pt x="19401" y="66314"/>
                </a:cubicBezTo>
                <a:cubicBezTo>
                  <a:pt x="19401" y="68347"/>
                  <a:pt x="19769" y="69829"/>
                  <a:pt x="20504" y="70759"/>
                </a:cubicBezTo>
                <a:cubicBezTo>
                  <a:pt x="21240" y="71689"/>
                  <a:pt x="22321" y="72154"/>
                  <a:pt x="23749" y="72154"/>
                </a:cubicBezTo>
                <a:cubicBezTo>
                  <a:pt x="25695" y="72154"/>
                  <a:pt x="27696" y="71462"/>
                  <a:pt x="29751" y="70078"/>
                </a:cubicBezTo>
                <a:cubicBezTo>
                  <a:pt x="31805" y="68694"/>
                  <a:pt x="34022" y="66552"/>
                  <a:pt x="36402" y="63654"/>
                </a:cubicBezTo>
                <a:lnTo>
                  <a:pt x="41398" y="687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≈">
            <a:extLst xmlns:a="http://schemas.openxmlformats.org/drawingml/2006/main">
              <a:ext uri="{FF2B5EF4-FFF2-40B4-BE49-F238E27FC236}">
                <a16:creationId xmlns:a16="http://schemas.microsoft.com/office/drawing/2014/main" id="{51750C3A-1852-43B0-91B0-DD9A7769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565" y="1229661"/>
            <a:ext cx="107463" cy="66309"/>
          </a:xfrm>
          <a:custGeom xmlns:a="http://schemas.openxmlformats.org/drawingml/2006/main">
            <a:pathLst>
              <a:path w="107463" h="66309">
                <a:moveTo>
                  <a:pt x="0" y="59731"/>
                </a:moveTo>
                <a:cubicBezTo>
                  <a:pt x="3022" y="52739"/>
                  <a:pt x="7022" y="46917"/>
                  <a:pt x="12000" y="42265"/>
                </a:cubicBezTo>
                <a:cubicBezTo>
                  <a:pt x="16977" y="37614"/>
                  <a:pt x="22873" y="35288"/>
                  <a:pt x="29688" y="35288"/>
                </a:cubicBezTo>
                <a:cubicBezTo>
                  <a:pt x="36799" y="35288"/>
                  <a:pt x="45273" y="38399"/>
                  <a:pt x="55109" y="44621"/>
                </a:cubicBezTo>
                <a:cubicBezTo>
                  <a:pt x="64946" y="50843"/>
                  <a:pt x="72413" y="53954"/>
                  <a:pt x="77509" y="53954"/>
                </a:cubicBezTo>
                <a:cubicBezTo>
                  <a:pt x="82546" y="53954"/>
                  <a:pt x="86753" y="52621"/>
                  <a:pt x="90131" y="49954"/>
                </a:cubicBezTo>
                <a:cubicBezTo>
                  <a:pt x="93508" y="47287"/>
                  <a:pt x="96915" y="43139"/>
                  <a:pt x="100352" y="37510"/>
                </a:cubicBezTo>
                <a:lnTo>
                  <a:pt x="107463" y="42310"/>
                </a:lnTo>
                <a:cubicBezTo>
                  <a:pt x="104915" y="47584"/>
                  <a:pt x="100886" y="52902"/>
                  <a:pt x="95375" y="58265"/>
                </a:cubicBezTo>
                <a:cubicBezTo>
                  <a:pt x="89864" y="63628"/>
                  <a:pt x="83168" y="66309"/>
                  <a:pt x="75287" y="66309"/>
                </a:cubicBezTo>
                <a:cubicBezTo>
                  <a:pt x="67702" y="66309"/>
                  <a:pt x="59035" y="63198"/>
                  <a:pt x="49287" y="56976"/>
                </a:cubicBezTo>
                <a:cubicBezTo>
                  <a:pt x="39540" y="50754"/>
                  <a:pt x="32088" y="47643"/>
                  <a:pt x="26932" y="47643"/>
                </a:cubicBezTo>
                <a:cubicBezTo>
                  <a:pt x="22607" y="47643"/>
                  <a:pt x="18814" y="49006"/>
                  <a:pt x="15555" y="51732"/>
                </a:cubicBezTo>
                <a:cubicBezTo>
                  <a:pt x="12296" y="54458"/>
                  <a:pt x="9422" y="58428"/>
                  <a:pt x="6933" y="63642"/>
                </a:cubicBezTo>
                <a:lnTo>
                  <a:pt x="0" y="59731"/>
                </a:lnTo>
                <a:moveTo>
                  <a:pt x="0" y="24444"/>
                </a:moveTo>
                <a:cubicBezTo>
                  <a:pt x="3022" y="17451"/>
                  <a:pt x="7022" y="11629"/>
                  <a:pt x="12000" y="6978"/>
                </a:cubicBezTo>
                <a:cubicBezTo>
                  <a:pt x="16977" y="2326"/>
                  <a:pt x="22873" y="0"/>
                  <a:pt x="29688" y="0"/>
                </a:cubicBezTo>
                <a:cubicBezTo>
                  <a:pt x="36799" y="0"/>
                  <a:pt x="45273" y="3111"/>
                  <a:pt x="55109" y="9333"/>
                </a:cubicBezTo>
                <a:cubicBezTo>
                  <a:pt x="64946" y="15555"/>
                  <a:pt x="72413" y="18666"/>
                  <a:pt x="77509" y="18666"/>
                </a:cubicBezTo>
                <a:cubicBezTo>
                  <a:pt x="82546" y="18666"/>
                  <a:pt x="86753" y="17333"/>
                  <a:pt x="90131" y="14666"/>
                </a:cubicBezTo>
                <a:cubicBezTo>
                  <a:pt x="93508" y="12000"/>
                  <a:pt x="96915" y="7852"/>
                  <a:pt x="100352" y="2222"/>
                </a:cubicBezTo>
                <a:lnTo>
                  <a:pt x="107463" y="7022"/>
                </a:lnTo>
                <a:cubicBezTo>
                  <a:pt x="104915" y="12296"/>
                  <a:pt x="100886" y="17614"/>
                  <a:pt x="95375" y="22977"/>
                </a:cubicBezTo>
                <a:cubicBezTo>
                  <a:pt x="89864" y="28340"/>
                  <a:pt x="83168" y="31021"/>
                  <a:pt x="75287" y="31021"/>
                </a:cubicBezTo>
                <a:cubicBezTo>
                  <a:pt x="67702" y="31021"/>
                  <a:pt x="59035" y="27910"/>
                  <a:pt x="49287" y="21688"/>
                </a:cubicBezTo>
                <a:cubicBezTo>
                  <a:pt x="39540" y="15466"/>
                  <a:pt x="32088" y="12355"/>
                  <a:pt x="26932" y="12355"/>
                </a:cubicBezTo>
                <a:cubicBezTo>
                  <a:pt x="22607" y="12355"/>
                  <a:pt x="18814" y="13718"/>
                  <a:pt x="15555" y="16444"/>
                </a:cubicBezTo>
                <a:cubicBezTo>
                  <a:pt x="12296" y="19170"/>
                  <a:pt x="9422" y="23140"/>
                  <a:pt x="6933" y="28355"/>
                </a:cubicBezTo>
                <a:lnTo>
                  <a:pt x="0" y="244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𝑱">
            <a:extLst xmlns:a="http://schemas.openxmlformats.org/drawingml/2006/main">
              <a:ext uri="{FF2B5EF4-FFF2-40B4-BE49-F238E27FC236}">
                <a16:creationId xmlns:a16="http://schemas.microsoft.com/office/drawing/2014/main" id="{D5DED869-C9A6-449D-83D6-04C38020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098" y="1405293"/>
            <a:ext cx="87997" cy="155640"/>
          </a:xfrm>
          <a:custGeom xmlns:a="http://schemas.openxmlformats.org/drawingml/2006/main">
            <a:pathLst>
              <a:path w="87997" h="155640">
                <a:moveTo>
                  <a:pt x="55021" y="113774"/>
                </a:moveTo>
                <a:cubicBezTo>
                  <a:pt x="51880" y="127937"/>
                  <a:pt x="46606" y="138455"/>
                  <a:pt x="39199" y="145329"/>
                </a:cubicBezTo>
                <a:cubicBezTo>
                  <a:pt x="31792" y="152203"/>
                  <a:pt x="21955" y="155640"/>
                  <a:pt x="9689" y="155640"/>
                </a:cubicBezTo>
                <a:cubicBezTo>
                  <a:pt x="6429" y="155640"/>
                  <a:pt x="3200" y="155195"/>
                  <a:pt x="0" y="154306"/>
                </a:cubicBezTo>
                <a:lnTo>
                  <a:pt x="2578" y="143818"/>
                </a:lnTo>
                <a:cubicBezTo>
                  <a:pt x="4711" y="144410"/>
                  <a:pt x="6844" y="144707"/>
                  <a:pt x="8977" y="144707"/>
                </a:cubicBezTo>
                <a:cubicBezTo>
                  <a:pt x="12474" y="144707"/>
                  <a:pt x="15259" y="143877"/>
                  <a:pt x="17333" y="142218"/>
                </a:cubicBezTo>
                <a:cubicBezTo>
                  <a:pt x="19407" y="140559"/>
                  <a:pt x="21185" y="137936"/>
                  <a:pt x="22666" y="134351"/>
                </a:cubicBezTo>
                <a:cubicBezTo>
                  <a:pt x="24147" y="130766"/>
                  <a:pt x="25747" y="125152"/>
                  <a:pt x="27466" y="117507"/>
                </a:cubicBezTo>
                <a:lnTo>
                  <a:pt x="48265" y="23999"/>
                </a:lnTo>
                <a:cubicBezTo>
                  <a:pt x="49036" y="20562"/>
                  <a:pt x="49421" y="17096"/>
                  <a:pt x="49421" y="13600"/>
                </a:cubicBezTo>
                <a:cubicBezTo>
                  <a:pt x="49421" y="11111"/>
                  <a:pt x="48843" y="9289"/>
                  <a:pt x="47687" y="8133"/>
                </a:cubicBezTo>
                <a:cubicBezTo>
                  <a:pt x="46532" y="6978"/>
                  <a:pt x="44650" y="6222"/>
                  <a:pt x="42043" y="5866"/>
                </a:cubicBezTo>
                <a:lnTo>
                  <a:pt x="43288" y="0"/>
                </a:lnTo>
                <a:lnTo>
                  <a:pt x="87997" y="0"/>
                </a:lnTo>
                <a:lnTo>
                  <a:pt x="86753" y="5866"/>
                </a:lnTo>
                <a:cubicBezTo>
                  <a:pt x="83375" y="6815"/>
                  <a:pt x="80886" y="8474"/>
                  <a:pt x="79286" y="10844"/>
                </a:cubicBezTo>
                <a:cubicBezTo>
                  <a:pt x="77686" y="13214"/>
                  <a:pt x="76175" y="17599"/>
                  <a:pt x="74753" y="23999"/>
                </a:cubicBezTo>
                <a:lnTo>
                  <a:pt x="55021" y="1137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𝟎">
            <a:extLst xmlns:a="http://schemas.openxmlformats.org/drawingml/2006/main">
              <a:ext uri="{FF2B5EF4-FFF2-40B4-BE49-F238E27FC236}">
                <a16:creationId xmlns:a16="http://schemas.microsoft.com/office/drawing/2014/main" id="{6CC9B9E1-4B5E-4241-831F-1B507AEC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630" y="1474332"/>
            <a:ext cx="64043" cy="90647"/>
          </a:xfrm>
          <a:custGeom xmlns:a="http://schemas.openxmlformats.org/drawingml/2006/main">
            <a:pathLst>
              <a:path w="64043" h="90647">
                <a:moveTo>
                  <a:pt x="31211" y="90647"/>
                </a:moveTo>
                <a:cubicBezTo>
                  <a:pt x="20569" y="90647"/>
                  <a:pt x="12707" y="86959"/>
                  <a:pt x="7624" y="79584"/>
                </a:cubicBezTo>
                <a:cubicBezTo>
                  <a:pt x="2541" y="72208"/>
                  <a:pt x="0" y="61059"/>
                  <a:pt x="0" y="46135"/>
                </a:cubicBezTo>
                <a:cubicBezTo>
                  <a:pt x="0" y="31167"/>
                  <a:pt x="2833" y="19736"/>
                  <a:pt x="8500" y="11842"/>
                </a:cubicBezTo>
                <a:cubicBezTo>
                  <a:pt x="14167" y="3947"/>
                  <a:pt x="22126" y="0"/>
                  <a:pt x="32379" y="0"/>
                </a:cubicBezTo>
                <a:cubicBezTo>
                  <a:pt x="43020" y="0"/>
                  <a:pt x="50958" y="3623"/>
                  <a:pt x="56192" y="10869"/>
                </a:cubicBezTo>
                <a:cubicBezTo>
                  <a:pt x="61426" y="18114"/>
                  <a:pt x="64043" y="29199"/>
                  <a:pt x="64043" y="44123"/>
                </a:cubicBezTo>
                <a:cubicBezTo>
                  <a:pt x="64043" y="59436"/>
                  <a:pt x="61264" y="71019"/>
                  <a:pt x="55705" y="78870"/>
                </a:cubicBezTo>
                <a:cubicBezTo>
                  <a:pt x="50147" y="86721"/>
                  <a:pt x="41982" y="90647"/>
                  <a:pt x="31211" y="90647"/>
                </a:cubicBezTo>
                <a:moveTo>
                  <a:pt x="19726" y="44253"/>
                </a:moveTo>
                <a:cubicBezTo>
                  <a:pt x="19726" y="53770"/>
                  <a:pt x="20147" y="61340"/>
                  <a:pt x="20991" y="66963"/>
                </a:cubicBezTo>
                <a:cubicBezTo>
                  <a:pt x="21834" y="72587"/>
                  <a:pt x="23165" y="76729"/>
                  <a:pt x="24981" y="79389"/>
                </a:cubicBezTo>
                <a:cubicBezTo>
                  <a:pt x="26798" y="82049"/>
                  <a:pt x="29221" y="83380"/>
                  <a:pt x="32249" y="83380"/>
                </a:cubicBezTo>
                <a:cubicBezTo>
                  <a:pt x="33893" y="83380"/>
                  <a:pt x="35331" y="82979"/>
                  <a:pt x="36564" y="82179"/>
                </a:cubicBezTo>
                <a:cubicBezTo>
                  <a:pt x="37797" y="81379"/>
                  <a:pt x="38900" y="80124"/>
                  <a:pt x="39873" y="78416"/>
                </a:cubicBezTo>
                <a:cubicBezTo>
                  <a:pt x="40846" y="76707"/>
                  <a:pt x="41679" y="74436"/>
                  <a:pt x="42371" y="71603"/>
                </a:cubicBezTo>
                <a:cubicBezTo>
                  <a:pt x="43063" y="68769"/>
                  <a:pt x="43561" y="65244"/>
                  <a:pt x="43864" y="61026"/>
                </a:cubicBezTo>
                <a:cubicBezTo>
                  <a:pt x="44166" y="56808"/>
                  <a:pt x="44318" y="52104"/>
                  <a:pt x="44318" y="46913"/>
                </a:cubicBezTo>
                <a:cubicBezTo>
                  <a:pt x="44318" y="39170"/>
                  <a:pt x="44026" y="32660"/>
                  <a:pt x="43442" y="27382"/>
                </a:cubicBezTo>
                <a:cubicBezTo>
                  <a:pt x="42858" y="22105"/>
                  <a:pt x="42025" y="18039"/>
                  <a:pt x="40944" y="15184"/>
                </a:cubicBezTo>
                <a:cubicBezTo>
                  <a:pt x="39862" y="12329"/>
                  <a:pt x="38586" y="10295"/>
                  <a:pt x="37115" y="9084"/>
                </a:cubicBezTo>
                <a:cubicBezTo>
                  <a:pt x="35645" y="7873"/>
                  <a:pt x="33936" y="7267"/>
                  <a:pt x="31989" y="7267"/>
                </a:cubicBezTo>
                <a:cubicBezTo>
                  <a:pt x="28918" y="7267"/>
                  <a:pt x="26495" y="8619"/>
                  <a:pt x="24722" y="11323"/>
                </a:cubicBezTo>
                <a:cubicBezTo>
                  <a:pt x="22948" y="14026"/>
                  <a:pt x="21672" y="18049"/>
                  <a:pt x="20894" y="23392"/>
                </a:cubicBezTo>
                <a:cubicBezTo>
                  <a:pt x="20115" y="28734"/>
                  <a:pt x="19726" y="35688"/>
                  <a:pt x="19726" y="442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(𝟎,𝒌)">
            <a:extLst xmlns:a="http://schemas.openxmlformats.org/drawingml/2006/main">
              <a:ext uri="{FF2B5EF4-FFF2-40B4-BE49-F238E27FC236}">
                <a16:creationId xmlns:a16="http://schemas.microsoft.com/office/drawing/2014/main" id="{A159409D-7DC5-4991-BE24-A0BDC006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287" y="1398182"/>
            <a:ext cx="406722" cy="168617"/>
          </a:xfrm>
          <a:custGeom xmlns:a="http://schemas.openxmlformats.org/drawingml/2006/main">
            <a:pathLst>
              <a:path w="406722" h="168617">
                <a:moveTo>
                  <a:pt x="15377" y="83464"/>
                </a:moveTo>
                <a:cubicBezTo>
                  <a:pt x="15377" y="104204"/>
                  <a:pt x="18711" y="121300"/>
                  <a:pt x="25377" y="134751"/>
                </a:cubicBezTo>
                <a:cubicBezTo>
                  <a:pt x="32043" y="148203"/>
                  <a:pt x="42221" y="157210"/>
                  <a:pt x="55909" y="161773"/>
                </a:cubicBezTo>
                <a:lnTo>
                  <a:pt x="53776" y="168617"/>
                </a:lnTo>
                <a:cubicBezTo>
                  <a:pt x="36414" y="164054"/>
                  <a:pt x="23110" y="154232"/>
                  <a:pt x="13866" y="139151"/>
                </a:cubicBezTo>
                <a:cubicBezTo>
                  <a:pt x="4622" y="124070"/>
                  <a:pt x="0" y="105804"/>
                  <a:pt x="0" y="84353"/>
                </a:cubicBezTo>
                <a:cubicBezTo>
                  <a:pt x="0" y="62961"/>
                  <a:pt x="4637" y="44695"/>
                  <a:pt x="13911" y="29555"/>
                </a:cubicBezTo>
                <a:cubicBezTo>
                  <a:pt x="23184" y="14414"/>
                  <a:pt x="36473" y="4563"/>
                  <a:pt x="53776" y="0"/>
                </a:cubicBezTo>
                <a:lnTo>
                  <a:pt x="56176" y="6844"/>
                </a:lnTo>
                <a:cubicBezTo>
                  <a:pt x="42310" y="11407"/>
                  <a:pt x="32043" y="20310"/>
                  <a:pt x="25377" y="33554"/>
                </a:cubicBezTo>
                <a:cubicBezTo>
                  <a:pt x="18711" y="46799"/>
                  <a:pt x="15377" y="63435"/>
                  <a:pt x="15377" y="83464"/>
                </a:cubicBezTo>
                <a:close/>
                <a:moveTo>
                  <a:pt x="112878" y="129863"/>
                </a:moveTo>
                <a:cubicBezTo>
                  <a:pt x="98301" y="129863"/>
                  <a:pt x="87531" y="124811"/>
                  <a:pt x="80568" y="114708"/>
                </a:cubicBezTo>
                <a:cubicBezTo>
                  <a:pt x="73605" y="104604"/>
                  <a:pt x="70124" y="89331"/>
                  <a:pt x="70124" y="68887"/>
                </a:cubicBezTo>
                <a:cubicBezTo>
                  <a:pt x="70124" y="48384"/>
                  <a:pt x="74005" y="32725"/>
                  <a:pt x="81768" y="21910"/>
                </a:cubicBezTo>
                <a:cubicBezTo>
                  <a:pt x="89531" y="11096"/>
                  <a:pt x="100434" y="5689"/>
                  <a:pt x="114478" y="5689"/>
                </a:cubicBezTo>
                <a:cubicBezTo>
                  <a:pt x="129055" y="5689"/>
                  <a:pt x="139929" y="10652"/>
                  <a:pt x="147099" y="20577"/>
                </a:cubicBezTo>
                <a:cubicBezTo>
                  <a:pt x="154269" y="30503"/>
                  <a:pt x="157855" y="45687"/>
                  <a:pt x="157855" y="66131"/>
                </a:cubicBezTo>
                <a:cubicBezTo>
                  <a:pt x="157855" y="87108"/>
                  <a:pt x="154047" y="102975"/>
                  <a:pt x="146433" y="113730"/>
                </a:cubicBezTo>
                <a:cubicBezTo>
                  <a:pt x="138818" y="124485"/>
                  <a:pt x="127633" y="129863"/>
                  <a:pt x="112878" y="129863"/>
                </a:cubicBezTo>
                <a:moveTo>
                  <a:pt x="97145" y="66309"/>
                </a:moveTo>
                <a:cubicBezTo>
                  <a:pt x="97145" y="79346"/>
                  <a:pt x="97723" y="89716"/>
                  <a:pt x="98879" y="97419"/>
                </a:cubicBezTo>
                <a:cubicBezTo>
                  <a:pt x="100034" y="105123"/>
                  <a:pt x="101856" y="110797"/>
                  <a:pt x="104345" y="114441"/>
                </a:cubicBezTo>
                <a:cubicBezTo>
                  <a:pt x="106834" y="118085"/>
                  <a:pt x="110152" y="119907"/>
                  <a:pt x="114300" y="119907"/>
                </a:cubicBezTo>
                <a:cubicBezTo>
                  <a:pt x="116552" y="119907"/>
                  <a:pt x="118522" y="119359"/>
                  <a:pt x="120211" y="118263"/>
                </a:cubicBezTo>
                <a:cubicBezTo>
                  <a:pt x="121900" y="117167"/>
                  <a:pt x="123411" y="115448"/>
                  <a:pt x="124744" y="113108"/>
                </a:cubicBezTo>
                <a:cubicBezTo>
                  <a:pt x="126078" y="110767"/>
                  <a:pt x="127218" y="107656"/>
                  <a:pt x="128167" y="103775"/>
                </a:cubicBezTo>
                <a:cubicBezTo>
                  <a:pt x="129115" y="99893"/>
                  <a:pt x="129796" y="95064"/>
                  <a:pt x="130211" y="89286"/>
                </a:cubicBezTo>
                <a:cubicBezTo>
                  <a:pt x="130626" y="83508"/>
                  <a:pt x="130833" y="77064"/>
                  <a:pt x="130833" y="69953"/>
                </a:cubicBezTo>
                <a:cubicBezTo>
                  <a:pt x="130833" y="59346"/>
                  <a:pt x="130433" y="50428"/>
                  <a:pt x="129633" y="43199"/>
                </a:cubicBezTo>
                <a:cubicBezTo>
                  <a:pt x="128833" y="35969"/>
                  <a:pt x="127693" y="30399"/>
                  <a:pt x="126211" y="26488"/>
                </a:cubicBezTo>
                <a:cubicBezTo>
                  <a:pt x="124730" y="22577"/>
                  <a:pt x="122982" y="19792"/>
                  <a:pt x="120967" y="18133"/>
                </a:cubicBezTo>
                <a:cubicBezTo>
                  <a:pt x="118952" y="16474"/>
                  <a:pt x="116611" y="15644"/>
                  <a:pt x="113945" y="15644"/>
                </a:cubicBezTo>
                <a:cubicBezTo>
                  <a:pt x="109738" y="15644"/>
                  <a:pt x="106419" y="17496"/>
                  <a:pt x="103990" y="21199"/>
                </a:cubicBezTo>
                <a:cubicBezTo>
                  <a:pt x="101560" y="24903"/>
                  <a:pt x="99812" y="30414"/>
                  <a:pt x="98745" y="37732"/>
                </a:cubicBezTo>
                <a:cubicBezTo>
                  <a:pt x="97679" y="45050"/>
                  <a:pt x="97145" y="54576"/>
                  <a:pt x="97145" y="66309"/>
                </a:cubicBezTo>
                <a:close/>
                <a:moveTo>
                  <a:pt x="196235" y="107819"/>
                </a:moveTo>
                <a:cubicBezTo>
                  <a:pt x="197065" y="111967"/>
                  <a:pt x="197480" y="116056"/>
                  <a:pt x="197480" y="120085"/>
                </a:cubicBezTo>
                <a:cubicBezTo>
                  <a:pt x="197480" y="124233"/>
                  <a:pt x="196769" y="128026"/>
                  <a:pt x="195347" y="131463"/>
                </a:cubicBezTo>
                <a:cubicBezTo>
                  <a:pt x="193924" y="134899"/>
                  <a:pt x="191658" y="138322"/>
                  <a:pt x="188547" y="141729"/>
                </a:cubicBezTo>
                <a:cubicBezTo>
                  <a:pt x="185436" y="145136"/>
                  <a:pt x="181154" y="148884"/>
                  <a:pt x="175703" y="152973"/>
                </a:cubicBezTo>
                <a:lnTo>
                  <a:pt x="170903" y="147551"/>
                </a:lnTo>
                <a:cubicBezTo>
                  <a:pt x="173925" y="144707"/>
                  <a:pt x="176118" y="142144"/>
                  <a:pt x="177480" y="139862"/>
                </a:cubicBezTo>
                <a:cubicBezTo>
                  <a:pt x="178843" y="137581"/>
                  <a:pt x="179821" y="134988"/>
                  <a:pt x="180414" y="132085"/>
                </a:cubicBezTo>
                <a:cubicBezTo>
                  <a:pt x="181006" y="129181"/>
                  <a:pt x="181303" y="125537"/>
                  <a:pt x="181303" y="121152"/>
                </a:cubicBezTo>
                <a:cubicBezTo>
                  <a:pt x="181303" y="116648"/>
                  <a:pt x="181095" y="112204"/>
                  <a:pt x="180680" y="107819"/>
                </a:cubicBezTo>
                <a:lnTo>
                  <a:pt x="196235" y="107819"/>
                </a:lnTo>
                <a:close/>
                <a:moveTo>
                  <a:pt x="281278" y="75998"/>
                </a:moveTo>
                <a:lnTo>
                  <a:pt x="283056" y="75998"/>
                </a:lnTo>
                <a:cubicBezTo>
                  <a:pt x="285189" y="75998"/>
                  <a:pt x="287204" y="75612"/>
                  <a:pt x="289100" y="74842"/>
                </a:cubicBezTo>
                <a:cubicBezTo>
                  <a:pt x="291411" y="73894"/>
                  <a:pt x="294256" y="72205"/>
                  <a:pt x="297633" y="69776"/>
                </a:cubicBezTo>
                <a:cubicBezTo>
                  <a:pt x="302196" y="66398"/>
                  <a:pt x="305426" y="63761"/>
                  <a:pt x="307322" y="61865"/>
                </a:cubicBezTo>
                <a:cubicBezTo>
                  <a:pt x="309218" y="59968"/>
                  <a:pt x="310537" y="58176"/>
                  <a:pt x="311277" y="56487"/>
                </a:cubicBezTo>
                <a:cubicBezTo>
                  <a:pt x="312018" y="54798"/>
                  <a:pt x="312388" y="53065"/>
                  <a:pt x="312388" y="51287"/>
                </a:cubicBezTo>
                <a:cubicBezTo>
                  <a:pt x="312388" y="49924"/>
                  <a:pt x="312018" y="48769"/>
                  <a:pt x="311277" y="47821"/>
                </a:cubicBezTo>
                <a:cubicBezTo>
                  <a:pt x="310537" y="46873"/>
                  <a:pt x="309218" y="46310"/>
                  <a:pt x="307322" y="46132"/>
                </a:cubicBezTo>
                <a:lnTo>
                  <a:pt x="308744" y="40265"/>
                </a:lnTo>
                <a:lnTo>
                  <a:pt x="340387" y="40265"/>
                </a:lnTo>
                <a:lnTo>
                  <a:pt x="342610" y="46043"/>
                </a:lnTo>
                <a:cubicBezTo>
                  <a:pt x="338936" y="50073"/>
                  <a:pt x="333988" y="54458"/>
                  <a:pt x="327766" y="59198"/>
                </a:cubicBezTo>
                <a:lnTo>
                  <a:pt x="307766" y="74220"/>
                </a:lnTo>
                <a:lnTo>
                  <a:pt x="316921" y="106663"/>
                </a:lnTo>
                <a:cubicBezTo>
                  <a:pt x="317988" y="110515"/>
                  <a:pt x="318981" y="113122"/>
                  <a:pt x="319899" y="114485"/>
                </a:cubicBezTo>
                <a:cubicBezTo>
                  <a:pt x="320818" y="115848"/>
                  <a:pt x="322107" y="116530"/>
                  <a:pt x="323766" y="116530"/>
                </a:cubicBezTo>
                <a:cubicBezTo>
                  <a:pt x="325306" y="116530"/>
                  <a:pt x="327055" y="115745"/>
                  <a:pt x="329010" y="114174"/>
                </a:cubicBezTo>
                <a:cubicBezTo>
                  <a:pt x="330965" y="112604"/>
                  <a:pt x="333277" y="110248"/>
                  <a:pt x="335943" y="107108"/>
                </a:cubicBezTo>
                <a:lnTo>
                  <a:pt x="342343" y="113508"/>
                </a:lnTo>
                <a:cubicBezTo>
                  <a:pt x="336832" y="119433"/>
                  <a:pt x="331854" y="123641"/>
                  <a:pt x="327410" y="126129"/>
                </a:cubicBezTo>
                <a:cubicBezTo>
                  <a:pt x="322966" y="128618"/>
                  <a:pt x="318403" y="129863"/>
                  <a:pt x="313722" y="129863"/>
                </a:cubicBezTo>
                <a:cubicBezTo>
                  <a:pt x="307855" y="129863"/>
                  <a:pt x="303292" y="128470"/>
                  <a:pt x="300033" y="125685"/>
                </a:cubicBezTo>
                <a:cubicBezTo>
                  <a:pt x="296774" y="122900"/>
                  <a:pt x="294404" y="118130"/>
                  <a:pt x="292922" y="111374"/>
                </a:cubicBezTo>
                <a:lnTo>
                  <a:pt x="288211" y="90042"/>
                </a:lnTo>
                <a:cubicBezTo>
                  <a:pt x="287915" y="88619"/>
                  <a:pt x="287530" y="87494"/>
                  <a:pt x="287056" y="86664"/>
                </a:cubicBezTo>
                <a:cubicBezTo>
                  <a:pt x="286582" y="85834"/>
                  <a:pt x="285959" y="85242"/>
                  <a:pt x="285189" y="84886"/>
                </a:cubicBezTo>
                <a:cubicBezTo>
                  <a:pt x="284419" y="84531"/>
                  <a:pt x="283263" y="84353"/>
                  <a:pt x="281723" y="84353"/>
                </a:cubicBezTo>
                <a:lnTo>
                  <a:pt x="279500" y="84353"/>
                </a:lnTo>
                <a:lnTo>
                  <a:pt x="269812" y="128440"/>
                </a:lnTo>
                <a:lnTo>
                  <a:pt x="244302" y="128440"/>
                </a:lnTo>
                <a:lnTo>
                  <a:pt x="266790" y="27999"/>
                </a:lnTo>
                <a:cubicBezTo>
                  <a:pt x="268093" y="22192"/>
                  <a:pt x="268745" y="17955"/>
                  <a:pt x="268745" y="15288"/>
                </a:cubicBezTo>
                <a:cubicBezTo>
                  <a:pt x="268745" y="13985"/>
                  <a:pt x="268612" y="12963"/>
                  <a:pt x="268345" y="12222"/>
                </a:cubicBezTo>
                <a:cubicBezTo>
                  <a:pt x="268079" y="11481"/>
                  <a:pt x="267679" y="10874"/>
                  <a:pt x="267145" y="10400"/>
                </a:cubicBezTo>
                <a:cubicBezTo>
                  <a:pt x="266612" y="9926"/>
                  <a:pt x="265901" y="9555"/>
                  <a:pt x="265012" y="9289"/>
                </a:cubicBezTo>
                <a:cubicBezTo>
                  <a:pt x="264123" y="9022"/>
                  <a:pt x="262375" y="8711"/>
                  <a:pt x="259768" y="8355"/>
                </a:cubicBezTo>
                <a:lnTo>
                  <a:pt x="261190" y="2578"/>
                </a:lnTo>
                <a:lnTo>
                  <a:pt x="287767" y="1156"/>
                </a:lnTo>
                <a:lnTo>
                  <a:pt x="297811" y="1156"/>
                </a:lnTo>
                <a:lnTo>
                  <a:pt x="281278" y="75998"/>
                </a:lnTo>
                <a:close/>
                <a:moveTo>
                  <a:pt x="391344" y="83464"/>
                </a:moveTo>
                <a:cubicBezTo>
                  <a:pt x="391344" y="63435"/>
                  <a:pt x="388026" y="46799"/>
                  <a:pt x="381389" y="33554"/>
                </a:cubicBezTo>
                <a:cubicBezTo>
                  <a:pt x="374752" y="20310"/>
                  <a:pt x="364471" y="11407"/>
                  <a:pt x="350546" y="6844"/>
                </a:cubicBezTo>
                <a:lnTo>
                  <a:pt x="352945" y="0"/>
                </a:lnTo>
                <a:cubicBezTo>
                  <a:pt x="370249" y="4563"/>
                  <a:pt x="383537" y="14414"/>
                  <a:pt x="392811" y="29555"/>
                </a:cubicBezTo>
                <a:cubicBezTo>
                  <a:pt x="402085" y="44695"/>
                  <a:pt x="406722" y="62961"/>
                  <a:pt x="406722" y="84353"/>
                </a:cubicBezTo>
                <a:cubicBezTo>
                  <a:pt x="406722" y="105804"/>
                  <a:pt x="402100" y="124070"/>
                  <a:pt x="392855" y="139151"/>
                </a:cubicBezTo>
                <a:cubicBezTo>
                  <a:pt x="383611" y="154232"/>
                  <a:pt x="370308" y="164054"/>
                  <a:pt x="352945" y="168617"/>
                </a:cubicBezTo>
                <a:lnTo>
                  <a:pt x="350812" y="161773"/>
                </a:lnTo>
                <a:cubicBezTo>
                  <a:pt x="364501" y="157210"/>
                  <a:pt x="374678" y="148203"/>
                  <a:pt x="381345" y="134751"/>
                </a:cubicBezTo>
                <a:cubicBezTo>
                  <a:pt x="388011" y="121300"/>
                  <a:pt x="391344" y="104204"/>
                  <a:pt x="391344" y="834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3E0ABE-095F-4E57-A87C-2379C0BC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056" y="2120221"/>
            <a:ext cx="1307948" cy="541565"/>
          </a:xfrm>
          <a:custGeom xmlns:a="http://schemas.openxmlformats.org/drawingml/2006/main">
            <a:pathLst>
              <a:path w="1307948" h="541565" fill="none">
                <a:moveTo>
                  <a:pt x="0" y="541565"/>
                </a:moveTo>
                <a:lnTo>
                  <a:pt x="1307948" y="541565"/>
                </a:lnTo>
                <a:lnTo>
                  <a:pt x="1307948" y="0"/>
                </a:lnTo>
                <a:lnTo>
                  <a:pt x="0" y="0"/>
                </a:lnTo>
                <a:lnTo>
                  <a:pt x="0" y="5415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43" name="Text ∆𝒇">
            <a:extLst xmlns:a="http://schemas.openxmlformats.org/drawingml/2006/main">
              <a:ext uri="{FF2B5EF4-FFF2-40B4-BE49-F238E27FC236}">
                <a16:creationId xmlns:a16="http://schemas.microsoft.com/office/drawing/2014/main" id="{C925C6F6-8FED-48AA-A58C-292789B3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07" y="2197905"/>
            <a:ext cx="205021" cy="167373"/>
          </a:xfrm>
          <a:custGeom xmlns:a="http://schemas.openxmlformats.org/drawingml/2006/main">
            <a:pathLst>
              <a:path w="205021" h="167373">
                <a:moveTo>
                  <a:pt x="0" y="127640"/>
                </a:moveTo>
                <a:lnTo>
                  <a:pt x="0" y="121952"/>
                </a:lnTo>
                <a:lnTo>
                  <a:pt x="46487" y="4889"/>
                </a:lnTo>
                <a:lnTo>
                  <a:pt x="59643" y="4889"/>
                </a:lnTo>
                <a:lnTo>
                  <a:pt x="97153" y="121952"/>
                </a:lnTo>
                <a:lnTo>
                  <a:pt x="97153" y="127640"/>
                </a:lnTo>
                <a:lnTo>
                  <a:pt x="0" y="127640"/>
                </a:lnTo>
                <a:moveTo>
                  <a:pt x="15733" y="113419"/>
                </a:moveTo>
                <a:lnTo>
                  <a:pt x="77598" y="113419"/>
                </a:lnTo>
                <a:lnTo>
                  <a:pt x="49598" y="24533"/>
                </a:lnTo>
                <a:lnTo>
                  <a:pt x="15733" y="113419"/>
                </a:lnTo>
                <a:close/>
                <a:moveTo>
                  <a:pt x="127690" y="50576"/>
                </a:moveTo>
                <a:lnTo>
                  <a:pt x="129290" y="43376"/>
                </a:lnTo>
                <a:cubicBezTo>
                  <a:pt x="133379" y="43317"/>
                  <a:pt x="136268" y="43021"/>
                  <a:pt x="137956" y="42488"/>
                </a:cubicBezTo>
                <a:cubicBezTo>
                  <a:pt x="139645" y="41954"/>
                  <a:pt x="141038" y="40976"/>
                  <a:pt x="142134" y="39554"/>
                </a:cubicBezTo>
                <a:cubicBezTo>
                  <a:pt x="143230" y="38132"/>
                  <a:pt x="144282" y="35495"/>
                  <a:pt x="145290" y="31643"/>
                </a:cubicBezTo>
                <a:cubicBezTo>
                  <a:pt x="146771" y="26014"/>
                  <a:pt x="148638" y="21347"/>
                  <a:pt x="150889" y="17644"/>
                </a:cubicBezTo>
                <a:cubicBezTo>
                  <a:pt x="153141" y="13940"/>
                  <a:pt x="156074" y="10711"/>
                  <a:pt x="159689" y="7955"/>
                </a:cubicBezTo>
                <a:cubicBezTo>
                  <a:pt x="163304" y="5200"/>
                  <a:pt x="167526" y="3185"/>
                  <a:pt x="172355" y="1911"/>
                </a:cubicBezTo>
                <a:cubicBezTo>
                  <a:pt x="177185" y="637"/>
                  <a:pt x="182503" y="0"/>
                  <a:pt x="188310" y="0"/>
                </a:cubicBezTo>
                <a:cubicBezTo>
                  <a:pt x="194236" y="0"/>
                  <a:pt x="199806" y="533"/>
                  <a:pt x="205021" y="1600"/>
                </a:cubicBezTo>
                <a:lnTo>
                  <a:pt x="201021" y="19377"/>
                </a:lnTo>
                <a:lnTo>
                  <a:pt x="189555" y="19377"/>
                </a:lnTo>
                <a:cubicBezTo>
                  <a:pt x="189318" y="15703"/>
                  <a:pt x="188725" y="13096"/>
                  <a:pt x="187777" y="11555"/>
                </a:cubicBezTo>
                <a:cubicBezTo>
                  <a:pt x="186829" y="10014"/>
                  <a:pt x="185348" y="9244"/>
                  <a:pt x="183333" y="9244"/>
                </a:cubicBezTo>
                <a:cubicBezTo>
                  <a:pt x="180963" y="9244"/>
                  <a:pt x="179037" y="10074"/>
                  <a:pt x="177555" y="11733"/>
                </a:cubicBezTo>
                <a:cubicBezTo>
                  <a:pt x="176074" y="13392"/>
                  <a:pt x="174829" y="15644"/>
                  <a:pt x="173822" y="18488"/>
                </a:cubicBezTo>
                <a:cubicBezTo>
                  <a:pt x="172815" y="21333"/>
                  <a:pt x="171807" y="25066"/>
                  <a:pt x="170800" y="29688"/>
                </a:cubicBezTo>
                <a:lnTo>
                  <a:pt x="168578" y="39465"/>
                </a:lnTo>
                <a:lnTo>
                  <a:pt x="187599" y="39465"/>
                </a:lnTo>
                <a:lnTo>
                  <a:pt x="185199" y="50576"/>
                </a:lnTo>
                <a:lnTo>
                  <a:pt x="166089" y="50576"/>
                </a:lnTo>
                <a:lnTo>
                  <a:pt x="150001" y="124885"/>
                </a:lnTo>
                <a:cubicBezTo>
                  <a:pt x="146860" y="139285"/>
                  <a:pt x="141793" y="149966"/>
                  <a:pt x="134801" y="156928"/>
                </a:cubicBezTo>
                <a:cubicBezTo>
                  <a:pt x="127809" y="163891"/>
                  <a:pt x="119068" y="167373"/>
                  <a:pt x="108580" y="167373"/>
                </a:cubicBezTo>
                <a:cubicBezTo>
                  <a:pt x="106032" y="167373"/>
                  <a:pt x="103987" y="167224"/>
                  <a:pt x="102446" y="166928"/>
                </a:cubicBezTo>
                <a:lnTo>
                  <a:pt x="104580" y="156973"/>
                </a:lnTo>
                <a:cubicBezTo>
                  <a:pt x="105765" y="157151"/>
                  <a:pt x="106832" y="157240"/>
                  <a:pt x="107780" y="157240"/>
                </a:cubicBezTo>
                <a:cubicBezTo>
                  <a:pt x="111157" y="157240"/>
                  <a:pt x="113957" y="155373"/>
                  <a:pt x="116179" y="151640"/>
                </a:cubicBezTo>
                <a:cubicBezTo>
                  <a:pt x="118402" y="147906"/>
                  <a:pt x="120372" y="142307"/>
                  <a:pt x="122090" y="134840"/>
                </a:cubicBezTo>
                <a:lnTo>
                  <a:pt x="141112" y="50576"/>
                </a:lnTo>
                <a:lnTo>
                  <a:pt x="127690" y="505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𝒓">
            <a:extLst xmlns:a="http://schemas.openxmlformats.org/drawingml/2006/main">
              <a:ext uri="{FF2B5EF4-FFF2-40B4-BE49-F238E27FC236}">
                <a16:creationId xmlns:a16="http://schemas.microsoft.com/office/drawing/2014/main" id="{7C3C405F-7D5E-4981-B410-8C8C052C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230" y="2297457"/>
            <a:ext cx="67482" cy="65406"/>
          </a:xfrm>
          <a:custGeom xmlns:a="http://schemas.openxmlformats.org/drawingml/2006/main">
            <a:pathLst>
              <a:path w="67482" h="65406">
                <a:moveTo>
                  <a:pt x="33741" y="15573"/>
                </a:moveTo>
                <a:cubicBezTo>
                  <a:pt x="37375" y="10468"/>
                  <a:pt x="41182" y="6597"/>
                  <a:pt x="45161" y="3958"/>
                </a:cubicBezTo>
                <a:cubicBezTo>
                  <a:pt x="49141" y="1319"/>
                  <a:pt x="53553" y="0"/>
                  <a:pt x="58398" y="0"/>
                </a:cubicBezTo>
                <a:cubicBezTo>
                  <a:pt x="61253" y="0"/>
                  <a:pt x="64281" y="411"/>
                  <a:pt x="67482" y="1233"/>
                </a:cubicBezTo>
                <a:lnTo>
                  <a:pt x="63654" y="18687"/>
                </a:lnTo>
                <a:lnTo>
                  <a:pt x="52039" y="18687"/>
                </a:lnTo>
                <a:cubicBezTo>
                  <a:pt x="52039" y="15789"/>
                  <a:pt x="51726" y="13778"/>
                  <a:pt x="51098" y="12653"/>
                </a:cubicBezTo>
                <a:cubicBezTo>
                  <a:pt x="50471" y="11528"/>
                  <a:pt x="49401" y="10966"/>
                  <a:pt x="47887" y="10966"/>
                </a:cubicBezTo>
                <a:cubicBezTo>
                  <a:pt x="46719" y="10966"/>
                  <a:pt x="45442" y="11377"/>
                  <a:pt x="44058" y="12199"/>
                </a:cubicBezTo>
                <a:cubicBezTo>
                  <a:pt x="42674" y="13021"/>
                  <a:pt x="41019" y="14621"/>
                  <a:pt x="39094" y="17000"/>
                </a:cubicBezTo>
                <a:cubicBezTo>
                  <a:pt x="37169" y="19380"/>
                  <a:pt x="35720" y="21651"/>
                  <a:pt x="34747" y="23813"/>
                </a:cubicBezTo>
                <a:cubicBezTo>
                  <a:pt x="33774" y="25976"/>
                  <a:pt x="32919" y="28745"/>
                  <a:pt x="32184" y="32119"/>
                </a:cubicBezTo>
                <a:lnTo>
                  <a:pt x="24852" y="65406"/>
                </a:lnTo>
                <a:lnTo>
                  <a:pt x="6229" y="65406"/>
                </a:lnTo>
                <a:lnTo>
                  <a:pt x="16676" y="20310"/>
                </a:lnTo>
                <a:cubicBezTo>
                  <a:pt x="17325" y="17498"/>
                  <a:pt x="17649" y="15357"/>
                  <a:pt x="17649" y="13886"/>
                </a:cubicBezTo>
                <a:cubicBezTo>
                  <a:pt x="17649" y="12458"/>
                  <a:pt x="17411" y="11355"/>
                  <a:pt x="16935" y="10577"/>
                </a:cubicBezTo>
                <a:cubicBezTo>
                  <a:pt x="16460" y="9798"/>
                  <a:pt x="15638" y="9409"/>
                  <a:pt x="14470" y="9409"/>
                </a:cubicBezTo>
                <a:cubicBezTo>
                  <a:pt x="13129" y="9409"/>
                  <a:pt x="11680" y="10014"/>
                  <a:pt x="10122" y="11225"/>
                </a:cubicBezTo>
                <a:cubicBezTo>
                  <a:pt x="8565" y="12437"/>
                  <a:pt x="6748" y="14232"/>
                  <a:pt x="4672" y="16611"/>
                </a:cubicBezTo>
                <a:lnTo>
                  <a:pt x="0" y="11939"/>
                </a:lnTo>
                <a:cubicBezTo>
                  <a:pt x="4326" y="7527"/>
                  <a:pt x="8165" y="4434"/>
                  <a:pt x="11517" y="2660"/>
                </a:cubicBezTo>
                <a:cubicBezTo>
                  <a:pt x="14870" y="887"/>
                  <a:pt x="18406" y="0"/>
                  <a:pt x="22126" y="0"/>
                </a:cubicBezTo>
                <a:cubicBezTo>
                  <a:pt x="25717" y="0"/>
                  <a:pt x="28583" y="1006"/>
                  <a:pt x="30724" y="3017"/>
                </a:cubicBezTo>
                <a:cubicBezTo>
                  <a:pt x="32865" y="5029"/>
                  <a:pt x="33936" y="7678"/>
                  <a:pt x="33936" y="10966"/>
                </a:cubicBezTo>
                <a:cubicBezTo>
                  <a:pt x="33936" y="12134"/>
                  <a:pt x="33698" y="13605"/>
                  <a:pt x="33222" y="15378"/>
                </a:cubicBezTo>
                <a:lnTo>
                  <a:pt x="33741" y="155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≈">
            <a:extLst xmlns:a="http://schemas.openxmlformats.org/drawingml/2006/main">
              <a:ext uri="{FF2B5EF4-FFF2-40B4-BE49-F238E27FC236}">
                <a16:creationId xmlns:a16="http://schemas.microsoft.com/office/drawing/2014/main" id="{0714C618-8290-451B-924D-51D47783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320" y="2240659"/>
            <a:ext cx="107463" cy="66309"/>
          </a:xfrm>
          <a:custGeom xmlns:a="http://schemas.openxmlformats.org/drawingml/2006/main">
            <a:pathLst>
              <a:path w="107463" h="66309">
                <a:moveTo>
                  <a:pt x="0" y="59731"/>
                </a:moveTo>
                <a:cubicBezTo>
                  <a:pt x="3022" y="52739"/>
                  <a:pt x="7022" y="46917"/>
                  <a:pt x="12000" y="42265"/>
                </a:cubicBezTo>
                <a:cubicBezTo>
                  <a:pt x="16977" y="37614"/>
                  <a:pt x="22873" y="35288"/>
                  <a:pt x="29688" y="35288"/>
                </a:cubicBezTo>
                <a:cubicBezTo>
                  <a:pt x="36799" y="35288"/>
                  <a:pt x="45273" y="38399"/>
                  <a:pt x="55109" y="44621"/>
                </a:cubicBezTo>
                <a:cubicBezTo>
                  <a:pt x="64946" y="50843"/>
                  <a:pt x="72413" y="53954"/>
                  <a:pt x="77509" y="53954"/>
                </a:cubicBezTo>
                <a:cubicBezTo>
                  <a:pt x="82546" y="53954"/>
                  <a:pt x="86753" y="52621"/>
                  <a:pt x="90131" y="49954"/>
                </a:cubicBezTo>
                <a:cubicBezTo>
                  <a:pt x="93508" y="47287"/>
                  <a:pt x="96915" y="43139"/>
                  <a:pt x="100352" y="37510"/>
                </a:cubicBezTo>
                <a:lnTo>
                  <a:pt x="107463" y="42310"/>
                </a:lnTo>
                <a:cubicBezTo>
                  <a:pt x="104915" y="47584"/>
                  <a:pt x="100886" y="52902"/>
                  <a:pt x="95375" y="58265"/>
                </a:cubicBezTo>
                <a:cubicBezTo>
                  <a:pt x="89864" y="63628"/>
                  <a:pt x="83168" y="66309"/>
                  <a:pt x="75287" y="66309"/>
                </a:cubicBezTo>
                <a:cubicBezTo>
                  <a:pt x="67702" y="66309"/>
                  <a:pt x="59035" y="63198"/>
                  <a:pt x="49287" y="56976"/>
                </a:cubicBezTo>
                <a:cubicBezTo>
                  <a:pt x="39540" y="50754"/>
                  <a:pt x="32088" y="47643"/>
                  <a:pt x="26932" y="47643"/>
                </a:cubicBezTo>
                <a:cubicBezTo>
                  <a:pt x="22607" y="47643"/>
                  <a:pt x="18814" y="49006"/>
                  <a:pt x="15555" y="51732"/>
                </a:cubicBezTo>
                <a:cubicBezTo>
                  <a:pt x="12296" y="54458"/>
                  <a:pt x="9422" y="58428"/>
                  <a:pt x="6933" y="63642"/>
                </a:cubicBezTo>
                <a:lnTo>
                  <a:pt x="0" y="59731"/>
                </a:lnTo>
                <a:moveTo>
                  <a:pt x="0" y="24444"/>
                </a:moveTo>
                <a:cubicBezTo>
                  <a:pt x="3022" y="17451"/>
                  <a:pt x="7022" y="11629"/>
                  <a:pt x="12000" y="6978"/>
                </a:cubicBezTo>
                <a:cubicBezTo>
                  <a:pt x="16977" y="2326"/>
                  <a:pt x="22873" y="0"/>
                  <a:pt x="29688" y="0"/>
                </a:cubicBezTo>
                <a:cubicBezTo>
                  <a:pt x="36799" y="0"/>
                  <a:pt x="45273" y="3111"/>
                  <a:pt x="55109" y="9333"/>
                </a:cubicBezTo>
                <a:cubicBezTo>
                  <a:pt x="64946" y="15555"/>
                  <a:pt x="72413" y="18666"/>
                  <a:pt x="77509" y="18666"/>
                </a:cubicBezTo>
                <a:cubicBezTo>
                  <a:pt x="82546" y="18666"/>
                  <a:pt x="86753" y="17333"/>
                  <a:pt x="90131" y="14666"/>
                </a:cubicBezTo>
                <a:cubicBezTo>
                  <a:pt x="93508" y="12000"/>
                  <a:pt x="96915" y="7852"/>
                  <a:pt x="100352" y="2222"/>
                </a:cubicBezTo>
                <a:lnTo>
                  <a:pt x="107463" y="7022"/>
                </a:lnTo>
                <a:cubicBezTo>
                  <a:pt x="104915" y="12296"/>
                  <a:pt x="100886" y="17614"/>
                  <a:pt x="95375" y="22977"/>
                </a:cubicBezTo>
                <a:cubicBezTo>
                  <a:pt x="89864" y="28340"/>
                  <a:pt x="83168" y="31021"/>
                  <a:pt x="75287" y="31021"/>
                </a:cubicBezTo>
                <a:cubicBezTo>
                  <a:pt x="67702" y="31021"/>
                  <a:pt x="59035" y="27910"/>
                  <a:pt x="49287" y="21688"/>
                </a:cubicBezTo>
                <a:cubicBezTo>
                  <a:pt x="39540" y="15466"/>
                  <a:pt x="32088" y="12355"/>
                  <a:pt x="26932" y="12355"/>
                </a:cubicBezTo>
                <a:cubicBezTo>
                  <a:pt x="22607" y="12355"/>
                  <a:pt x="18814" y="13718"/>
                  <a:pt x="15555" y="16444"/>
                </a:cubicBezTo>
                <a:cubicBezTo>
                  <a:pt x="12296" y="19170"/>
                  <a:pt x="9422" y="23140"/>
                  <a:pt x="6933" y="28355"/>
                </a:cubicBezTo>
                <a:lnTo>
                  <a:pt x="0" y="244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𝑱">
            <a:extLst xmlns:a="http://schemas.openxmlformats.org/drawingml/2006/main">
              <a:ext uri="{FF2B5EF4-FFF2-40B4-BE49-F238E27FC236}">
                <a16:creationId xmlns:a16="http://schemas.microsoft.com/office/drawing/2014/main" id="{AAA158BD-9DDD-4D62-ABFC-7794BE56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357" y="2416291"/>
            <a:ext cx="87997" cy="155640"/>
          </a:xfrm>
          <a:custGeom xmlns:a="http://schemas.openxmlformats.org/drawingml/2006/main">
            <a:pathLst>
              <a:path w="87997" h="155640">
                <a:moveTo>
                  <a:pt x="55021" y="113774"/>
                </a:moveTo>
                <a:cubicBezTo>
                  <a:pt x="51880" y="127937"/>
                  <a:pt x="46606" y="138455"/>
                  <a:pt x="39199" y="145329"/>
                </a:cubicBezTo>
                <a:cubicBezTo>
                  <a:pt x="31792" y="152203"/>
                  <a:pt x="21955" y="155640"/>
                  <a:pt x="9689" y="155640"/>
                </a:cubicBezTo>
                <a:cubicBezTo>
                  <a:pt x="6429" y="155640"/>
                  <a:pt x="3200" y="155195"/>
                  <a:pt x="0" y="154306"/>
                </a:cubicBezTo>
                <a:lnTo>
                  <a:pt x="2578" y="143818"/>
                </a:lnTo>
                <a:cubicBezTo>
                  <a:pt x="4711" y="144410"/>
                  <a:pt x="6844" y="144707"/>
                  <a:pt x="8977" y="144707"/>
                </a:cubicBezTo>
                <a:cubicBezTo>
                  <a:pt x="12474" y="144707"/>
                  <a:pt x="15259" y="143877"/>
                  <a:pt x="17333" y="142218"/>
                </a:cubicBezTo>
                <a:cubicBezTo>
                  <a:pt x="19407" y="140559"/>
                  <a:pt x="21185" y="137936"/>
                  <a:pt x="22666" y="134351"/>
                </a:cubicBezTo>
                <a:cubicBezTo>
                  <a:pt x="24147" y="130766"/>
                  <a:pt x="25747" y="125152"/>
                  <a:pt x="27466" y="117507"/>
                </a:cubicBezTo>
                <a:lnTo>
                  <a:pt x="48265" y="23999"/>
                </a:lnTo>
                <a:cubicBezTo>
                  <a:pt x="49036" y="20562"/>
                  <a:pt x="49421" y="17096"/>
                  <a:pt x="49421" y="13600"/>
                </a:cubicBezTo>
                <a:cubicBezTo>
                  <a:pt x="49421" y="11111"/>
                  <a:pt x="48843" y="9289"/>
                  <a:pt x="47687" y="8133"/>
                </a:cubicBezTo>
                <a:cubicBezTo>
                  <a:pt x="46532" y="6978"/>
                  <a:pt x="44650" y="6222"/>
                  <a:pt x="42043" y="5866"/>
                </a:cubicBezTo>
                <a:lnTo>
                  <a:pt x="43288" y="0"/>
                </a:lnTo>
                <a:lnTo>
                  <a:pt x="87997" y="0"/>
                </a:lnTo>
                <a:lnTo>
                  <a:pt x="86753" y="5866"/>
                </a:lnTo>
                <a:cubicBezTo>
                  <a:pt x="83375" y="6815"/>
                  <a:pt x="80886" y="8474"/>
                  <a:pt x="79286" y="10844"/>
                </a:cubicBezTo>
                <a:cubicBezTo>
                  <a:pt x="77686" y="13214"/>
                  <a:pt x="76175" y="17599"/>
                  <a:pt x="74753" y="23999"/>
                </a:cubicBezTo>
                <a:lnTo>
                  <a:pt x="55021" y="1137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𝟎">
            <a:extLst xmlns:a="http://schemas.openxmlformats.org/drawingml/2006/main">
              <a:ext uri="{FF2B5EF4-FFF2-40B4-BE49-F238E27FC236}">
                <a16:creationId xmlns:a16="http://schemas.microsoft.com/office/drawing/2014/main" id="{02DBD12F-99D0-4F81-87C9-A3AB4928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90" y="2485330"/>
            <a:ext cx="64043" cy="90647"/>
          </a:xfrm>
          <a:custGeom xmlns:a="http://schemas.openxmlformats.org/drawingml/2006/main">
            <a:pathLst>
              <a:path w="64043" h="90647">
                <a:moveTo>
                  <a:pt x="31211" y="90647"/>
                </a:moveTo>
                <a:cubicBezTo>
                  <a:pt x="20569" y="90647"/>
                  <a:pt x="12707" y="86959"/>
                  <a:pt x="7624" y="79584"/>
                </a:cubicBezTo>
                <a:cubicBezTo>
                  <a:pt x="2541" y="72208"/>
                  <a:pt x="0" y="61059"/>
                  <a:pt x="0" y="46135"/>
                </a:cubicBezTo>
                <a:cubicBezTo>
                  <a:pt x="0" y="31167"/>
                  <a:pt x="2833" y="19736"/>
                  <a:pt x="8500" y="11842"/>
                </a:cubicBezTo>
                <a:cubicBezTo>
                  <a:pt x="14167" y="3947"/>
                  <a:pt x="22126" y="0"/>
                  <a:pt x="32379" y="0"/>
                </a:cubicBezTo>
                <a:cubicBezTo>
                  <a:pt x="43020" y="0"/>
                  <a:pt x="50958" y="3623"/>
                  <a:pt x="56192" y="10869"/>
                </a:cubicBezTo>
                <a:cubicBezTo>
                  <a:pt x="61426" y="18114"/>
                  <a:pt x="64043" y="29199"/>
                  <a:pt x="64043" y="44123"/>
                </a:cubicBezTo>
                <a:cubicBezTo>
                  <a:pt x="64043" y="59436"/>
                  <a:pt x="61264" y="71019"/>
                  <a:pt x="55705" y="78870"/>
                </a:cubicBezTo>
                <a:cubicBezTo>
                  <a:pt x="50147" y="86721"/>
                  <a:pt x="41982" y="90647"/>
                  <a:pt x="31211" y="90647"/>
                </a:cubicBezTo>
                <a:moveTo>
                  <a:pt x="19726" y="44253"/>
                </a:moveTo>
                <a:cubicBezTo>
                  <a:pt x="19726" y="53770"/>
                  <a:pt x="20147" y="61340"/>
                  <a:pt x="20991" y="66963"/>
                </a:cubicBezTo>
                <a:cubicBezTo>
                  <a:pt x="21834" y="72587"/>
                  <a:pt x="23165" y="76729"/>
                  <a:pt x="24981" y="79389"/>
                </a:cubicBezTo>
                <a:cubicBezTo>
                  <a:pt x="26798" y="82049"/>
                  <a:pt x="29221" y="83380"/>
                  <a:pt x="32249" y="83380"/>
                </a:cubicBezTo>
                <a:cubicBezTo>
                  <a:pt x="33893" y="83380"/>
                  <a:pt x="35331" y="82979"/>
                  <a:pt x="36564" y="82179"/>
                </a:cubicBezTo>
                <a:cubicBezTo>
                  <a:pt x="37797" y="81379"/>
                  <a:pt x="38900" y="80124"/>
                  <a:pt x="39873" y="78416"/>
                </a:cubicBezTo>
                <a:cubicBezTo>
                  <a:pt x="40846" y="76707"/>
                  <a:pt x="41679" y="74436"/>
                  <a:pt x="42371" y="71603"/>
                </a:cubicBezTo>
                <a:cubicBezTo>
                  <a:pt x="43063" y="68769"/>
                  <a:pt x="43561" y="65244"/>
                  <a:pt x="43864" y="61026"/>
                </a:cubicBezTo>
                <a:cubicBezTo>
                  <a:pt x="44166" y="56808"/>
                  <a:pt x="44318" y="52104"/>
                  <a:pt x="44318" y="46913"/>
                </a:cubicBezTo>
                <a:cubicBezTo>
                  <a:pt x="44318" y="39170"/>
                  <a:pt x="44026" y="32660"/>
                  <a:pt x="43442" y="27382"/>
                </a:cubicBezTo>
                <a:cubicBezTo>
                  <a:pt x="42858" y="22105"/>
                  <a:pt x="42025" y="18039"/>
                  <a:pt x="40944" y="15184"/>
                </a:cubicBezTo>
                <a:cubicBezTo>
                  <a:pt x="39862" y="12329"/>
                  <a:pt x="38586" y="10295"/>
                  <a:pt x="37115" y="9084"/>
                </a:cubicBezTo>
                <a:cubicBezTo>
                  <a:pt x="35645" y="7873"/>
                  <a:pt x="33936" y="7267"/>
                  <a:pt x="31989" y="7267"/>
                </a:cubicBezTo>
                <a:cubicBezTo>
                  <a:pt x="28918" y="7267"/>
                  <a:pt x="26495" y="8619"/>
                  <a:pt x="24722" y="11323"/>
                </a:cubicBezTo>
                <a:cubicBezTo>
                  <a:pt x="22948" y="14026"/>
                  <a:pt x="21672" y="18049"/>
                  <a:pt x="20894" y="23392"/>
                </a:cubicBezTo>
                <a:cubicBezTo>
                  <a:pt x="20115" y="28734"/>
                  <a:pt x="19726" y="35688"/>
                  <a:pt x="19726" y="442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(𝟎,𝒌𝒓sin𝜽)">
            <a:extLst xmlns:a="http://schemas.openxmlformats.org/drawingml/2006/main">
              <a:ext uri="{FF2B5EF4-FFF2-40B4-BE49-F238E27FC236}">
                <a16:creationId xmlns:a16="http://schemas.microsoft.com/office/drawing/2014/main" id="{E0DCEB72-7E4A-43F3-87B3-2700FF47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546" y="2409180"/>
            <a:ext cx="949197" cy="168617"/>
          </a:xfrm>
          <a:custGeom xmlns:a="http://schemas.openxmlformats.org/drawingml/2006/main">
            <a:pathLst>
              <a:path w="949197" h="168617">
                <a:moveTo>
                  <a:pt x="15377" y="83464"/>
                </a:moveTo>
                <a:cubicBezTo>
                  <a:pt x="15377" y="104204"/>
                  <a:pt x="18711" y="121300"/>
                  <a:pt x="25377" y="134751"/>
                </a:cubicBezTo>
                <a:cubicBezTo>
                  <a:pt x="32043" y="148203"/>
                  <a:pt x="42221" y="157210"/>
                  <a:pt x="55909" y="161773"/>
                </a:cubicBezTo>
                <a:lnTo>
                  <a:pt x="53776" y="168617"/>
                </a:lnTo>
                <a:cubicBezTo>
                  <a:pt x="36414" y="164054"/>
                  <a:pt x="23110" y="154232"/>
                  <a:pt x="13866" y="139151"/>
                </a:cubicBezTo>
                <a:cubicBezTo>
                  <a:pt x="4622" y="124070"/>
                  <a:pt x="0" y="105804"/>
                  <a:pt x="0" y="84353"/>
                </a:cubicBezTo>
                <a:cubicBezTo>
                  <a:pt x="0" y="62961"/>
                  <a:pt x="4637" y="44695"/>
                  <a:pt x="13911" y="29555"/>
                </a:cubicBezTo>
                <a:cubicBezTo>
                  <a:pt x="23184" y="14414"/>
                  <a:pt x="36473" y="4563"/>
                  <a:pt x="53776" y="0"/>
                </a:cubicBezTo>
                <a:lnTo>
                  <a:pt x="56176" y="6844"/>
                </a:lnTo>
                <a:cubicBezTo>
                  <a:pt x="42310" y="11407"/>
                  <a:pt x="32043" y="20310"/>
                  <a:pt x="25377" y="33554"/>
                </a:cubicBezTo>
                <a:cubicBezTo>
                  <a:pt x="18711" y="46799"/>
                  <a:pt x="15377" y="63435"/>
                  <a:pt x="15377" y="83464"/>
                </a:cubicBezTo>
                <a:close/>
                <a:moveTo>
                  <a:pt x="113788" y="129863"/>
                </a:moveTo>
                <a:cubicBezTo>
                  <a:pt x="99211" y="129863"/>
                  <a:pt x="88441" y="124811"/>
                  <a:pt x="81478" y="114708"/>
                </a:cubicBezTo>
                <a:cubicBezTo>
                  <a:pt x="74515" y="104604"/>
                  <a:pt x="71034" y="89331"/>
                  <a:pt x="71034" y="68887"/>
                </a:cubicBezTo>
                <a:cubicBezTo>
                  <a:pt x="71034" y="48384"/>
                  <a:pt x="74915" y="32725"/>
                  <a:pt x="82678" y="21910"/>
                </a:cubicBezTo>
                <a:cubicBezTo>
                  <a:pt x="90441" y="11096"/>
                  <a:pt x="101344" y="5689"/>
                  <a:pt x="115388" y="5689"/>
                </a:cubicBezTo>
                <a:cubicBezTo>
                  <a:pt x="129965" y="5689"/>
                  <a:pt x="140839" y="10652"/>
                  <a:pt x="148009" y="20577"/>
                </a:cubicBezTo>
                <a:cubicBezTo>
                  <a:pt x="155179" y="30503"/>
                  <a:pt x="158764" y="45687"/>
                  <a:pt x="158764" y="66131"/>
                </a:cubicBezTo>
                <a:cubicBezTo>
                  <a:pt x="158764" y="87108"/>
                  <a:pt x="154957" y="102975"/>
                  <a:pt x="147343" y="113730"/>
                </a:cubicBezTo>
                <a:cubicBezTo>
                  <a:pt x="139728" y="124485"/>
                  <a:pt x="128543" y="129863"/>
                  <a:pt x="113788" y="129863"/>
                </a:cubicBezTo>
                <a:moveTo>
                  <a:pt x="98055" y="66309"/>
                </a:moveTo>
                <a:cubicBezTo>
                  <a:pt x="98055" y="79346"/>
                  <a:pt x="98633" y="89716"/>
                  <a:pt x="99789" y="97419"/>
                </a:cubicBezTo>
                <a:cubicBezTo>
                  <a:pt x="100944" y="105123"/>
                  <a:pt x="102766" y="110797"/>
                  <a:pt x="105255" y="114441"/>
                </a:cubicBezTo>
                <a:cubicBezTo>
                  <a:pt x="107744" y="118085"/>
                  <a:pt x="111062" y="119907"/>
                  <a:pt x="115210" y="119907"/>
                </a:cubicBezTo>
                <a:cubicBezTo>
                  <a:pt x="117462" y="119907"/>
                  <a:pt x="119432" y="119359"/>
                  <a:pt x="121121" y="118263"/>
                </a:cubicBezTo>
                <a:cubicBezTo>
                  <a:pt x="122810" y="117167"/>
                  <a:pt x="124321" y="115448"/>
                  <a:pt x="125654" y="113108"/>
                </a:cubicBezTo>
                <a:cubicBezTo>
                  <a:pt x="126988" y="110767"/>
                  <a:pt x="128128" y="107656"/>
                  <a:pt x="129076" y="103775"/>
                </a:cubicBezTo>
                <a:cubicBezTo>
                  <a:pt x="130025" y="99893"/>
                  <a:pt x="130706" y="95064"/>
                  <a:pt x="131121" y="89286"/>
                </a:cubicBezTo>
                <a:cubicBezTo>
                  <a:pt x="131536" y="83508"/>
                  <a:pt x="131743" y="77064"/>
                  <a:pt x="131743" y="69953"/>
                </a:cubicBezTo>
                <a:cubicBezTo>
                  <a:pt x="131743" y="59346"/>
                  <a:pt x="131343" y="50428"/>
                  <a:pt x="130543" y="43199"/>
                </a:cubicBezTo>
                <a:cubicBezTo>
                  <a:pt x="129743" y="35969"/>
                  <a:pt x="128602" y="30399"/>
                  <a:pt x="127121" y="26488"/>
                </a:cubicBezTo>
                <a:cubicBezTo>
                  <a:pt x="125640" y="22577"/>
                  <a:pt x="123891" y="19792"/>
                  <a:pt x="121877" y="18133"/>
                </a:cubicBezTo>
                <a:cubicBezTo>
                  <a:pt x="119862" y="16474"/>
                  <a:pt x="117521" y="15644"/>
                  <a:pt x="114855" y="15644"/>
                </a:cubicBezTo>
                <a:cubicBezTo>
                  <a:pt x="110647" y="15644"/>
                  <a:pt x="107329" y="17496"/>
                  <a:pt x="104899" y="21199"/>
                </a:cubicBezTo>
                <a:cubicBezTo>
                  <a:pt x="102470" y="24903"/>
                  <a:pt x="100722" y="30414"/>
                  <a:pt x="99655" y="37732"/>
                </a:cubicBezTo>
                <a:cubicBezTo>
                  <a:pt x="98589" y="45050"/>
                  <a:pt x="98055" y="54576"/>
                  <a:pt x="98055" y="66309"/>
                </a:cubicBezTo>
                <a:close/>
                <a:moveTo>
                  <a:pt x="197146" y="107819"/>
                </a:moveTo>
                <a:cubicBezTo>
                  <a:pt x="197975" y="111967"/>
                  <a:pt x="198390" y="116056"/>
                  <a:pt x="198390" y="120085"/>
                </a:cubicBezTo>
                <a:cubicBezTo>
                  <a:pt x="198390" y="124233"/>
                  <a:pt x="197679" y="128026"/>
                  <a:pt x="196257" y="131463"/>
                </a:cubicBezTo>
                <a:cubicBezTo>
                  <a:pt x="194835" y="134899"/>
                  <a:pt x="192568" y="138322"/>
                  <a:pt x="189457" y="141729"/>
                </a:cubicBezTo>
                <a:cubicBezTo>
                  <a:pt x="186346" y="145136"/>
                  <a:pt x="182065" y="148884"/>
                  <a:pt x="176613" y="152973"/>
                </a:cubicBezTo>
                <a:lnTo>
                  <a:pt x="171813" y="147551"/>
                </a:lnTo>
                <a:cubicBezTo>
                  <a:pt x="174835" y="144707"/>
                  <a:pt x="177028" y="142144"/>
                  <a:pt x="178391" y="139862"/>
                </a:cubicBezTo>
                <a:cubicBezTo>
                  <a:pt x="179754" y="137581"/>
                  <a:pt x="180731" y="134988"/>
                  <a:pt x="181324" y="132085"/>
                </a:cubicBezTo>
                <a:cubicBezTo>
                  <a:pt x="181916" y="129181"/>
                  <a:pt x="182213" y="125537"/>
                  <a:pt x="182213" y="121152"/>
                </a:cubicBezTo>
                <a:cubicBezTo>
                  <a:pt x="182213" y="116648"/>
                  <a:pt x="182005" y="112204"/>
                  <a:pt x="181591" y="107819"/>
                </a:cubicBezTo>
                <a:lnTo>
                  <a:pt x="197146" y="107819"/>
                </a:lnTo>
                <a:close/>
                <a:moveTo>
                  <a:pt x="281278" y="75998"/>
                </a:moveTo>
                <a:lnTo>
                  <a:pt x="283056" y="75998"/>
                </a:lnTo>
                <a:cubicBezTo>
                  <a:pt x="285189" y="75998"/>
                  <a:pt x="287204" y="75612"/>
                  <a:pt x="289100" y="74842"/>
                </a:cubicBezTo>
                <a:cubicBezTo>
                  <a:pt x="291411" y="73894"/>
                  <a:pt x="294255" y="72205"/>
                  <a:pt x="297633" y="69776"/>
                </a:cubicBezTo>
                <a:cubicBezTo>
                  <a:pt x="302196" y="66398"/>
                  <a:pt x="305426" y="63761"/>
                  <a:pt x="307322" y="61865"/>
                </a:cubicBezTo>
                <a:cubicBezTo>
                  <a:pt x="309218" y="59968"/>
                  <a:pt x="310536" y="58176"/>
                  <a:pt x="311277" y="56487"/>
                </a:cubicBezTo>
                <a:cubicBezTo>
                  <a:pt x="312018" y="54798"/>
                  <a:pt x="312388" y="53065"/>
                  <a:pt x="312388" y="51287"/>
                </a:cubicBezTo>
                <a:cubicBezTo>
                  <a:pt x="312388" y="49924"/>
                  <a:pt x="312018" y="48769"/>
                  <a:pt x="311277" y="47821"/>
                </a:cubicBezTo>
                <a:cubicBezTo>
                  <a:pt x="310536" y="46873"/>
                  <a:pt x="309218" y="46310"/>
                  <a:pt x="307322" y="46132"/>
                </a:cubicBezTo>
                <a:lnTo>
                  <a:pt x="308744" y="40265"/>
                </a:lnTo>
                <a:lnTo>
                  <a:pt x="340387" y="40265"/>
                </a:lnTo>
                <a:lnTo>
                  <a:pt x="342610" y="46043"/>
                </a:lnTo>
                <a:cubicBezTo>
                  <a:pt x="338936" y="50073"/>
                  <a:pt x="333988" y="54458"/>
                  <a:pt x="327766" y="59198"/>
                </a:cubicBezTo>
                <a:lnTo>
                  <a:pt x="307766" y="74220"/>
                </a:lnTo>
                <a:lnTo>
                  <a:pt x="316921" y="106663"/>
                </a:lnTo>
                <a:cubicBezTo>
                  <a:pt x="317988" y="110515"/>
                  <a:pt x="318981" y="113122"/>
                  <a:pt x="319899" y="114485"/>
                </a:cubicBezTo>
                <a:cubicBezTo>
                  <a:pt x="320818" y="115848"/>
                  <a:pt x="322106" y="116530"/>
                  <a:pt x="323766" y="116530"/>
                </a:cubicBezTo>
                <a:cubicBezTo>
                  <a:pt x="325306" y="116530"/>
                  <a:pt x="327054" y="115745"/>
                  <a:pt x="329010" y="114174"/>
                </a:cubicBezTo>
                <a:cubicBezTo>
                  <a:pt x="330965" y="112604"/>
                  <a:pt x="333276" y="110248"/>
                  <a:pt x="335943" y="107108"/>
                </a:cubicBezTo>
                <a:lnTo>
                  <a:pt x="342343" y="113508"/>
                </a:lnTo>
                <a:cubicBezTo>
                  <a:pt x="336832" y="119433"/>
                  <a:pt x="331854" y="123641"/>
                  <a:pt x="327410" y="126129"/>
                </a:cubicBezTo>
                <a:cubicBezTo>
                  <a:pt x="322966" y="128618"/>
                  <a:pt x="318403" y="129863"/>
                  <a:pt x="313722" y="129863"/>
                </a:cubicBezTo>
                <a:cubicBezTo>
                  <a:pt x="307855" y="129863"/>
                  <a:pt x="303292" y="128470"/>
                  <a:pt x="300033" y="125685"/>
                </a:cubicBezTo>
                <a:cubicBezTo>
                  <a:pt x="296774" y="122900"/>
                  <a:pt x="294404" y="118130"/>
                  <a:pt x="292922" y="111374"/>
                </a:cubicBezTo>
                <a:lnTo>
                  <a:pt x="288211" y="90042"/>
                </a:lnTo>
                <a:cubicBezTo>
                  <a:pt x="287915" y="88619"/>
                  <a:pt x="287530" y="87494"/>
                  <a:pt x="287056" y="86664"/>
                </a:cubicBezTo>
                <a:cubicBezTo>
                  <a:pt x="286582" y="85834"/>
                  <a:pt x="285959" y="85242"/>
                  <a:pt x="285189" y="84886"/>
                </a:cubicBezTo>
                <a:cubicBezTo>
                  <a:pt x="284419" y="84531"/>
                  <a:pt x="283263" y="84353"/>
                  <a:pt x="281723" y="84353"/>
                </a:cubicBezTo>
                <a:lnTo>
                  <a:pt x="279500" y="84353"/>
                </a:lnTo>
                <a:lnTo>
                  <a:pt x="269812" y="128440"/>
                </a:lnTo>
                <a:lnTo>
                  <a:pt x="244302" y="128440"/>
                </a:lnTo>
                <a:lnTo>
                  <a:pt x="266790" y="27999"/>
                </a:lnTo>
                <a:cubicBezTo>
                  <a:pt x="268093" y="22192"/>
                  <a:pt x="268745" y="17955"/>
                  <a:pt x="268745" y="15288"/>
                </a:cubicBezTo>
                <a:cubicBezTo>
                  <a:pt x="268745" y="13985"/>
                  <a:pt x="268612" y="12963"/>
                  <a:pt x="268345" y="12222"/>
                </a:cubicBezTo>
                <a:cubicBezTo>
                  <a:pt x="268079" y="11481"/>
                  <a:pt x="267679" y="10874"/>
                  <a:pt x="267145" y="10400"/>
                </a:cubicBezTo>
                <a:cubicBezTo>
                  <a:pt x="266612" y="9926"/>
                  <a:pt x="265901" y="9555"/>
                  <a:pt x="265012" y="9289"/>
                </a:cubicBezTo>
                <a:cubicBezTo>
                  <a:pt x="264123" y="9022"/>
                  <a:pt x="262375" y="8711"/>
                  <a:pt x="259768" y="8355"/>
                </a:cubicBezTo>
                <a:lnTo>
                  <a:pt x="261190" y="2578"/>
                </a:lnTo>
                <a:lnTo>
                  <a:pt x="287767" y="1156"/>
                </a:lnTo>
                <a:lnTo>
                  <a:pt x="297811" y="1156"/>
                </a:lnTo>
                <a:lnTo>
                  <a:pt x="281278" y="75998"/>
                </a:lnTo>
                <a:close/>
                <a:moveTo>
                  <a:pt x="435481" y="60176"/>
                </a:moveTo>
                <a:cubicBezTo>
                  <a:pt x="440459" y="53184"/>
                  <a:pt x="445674" y="47880"/>
                  <a:pt x="451125" y="44265"/>
                </a:cubicBezTo>
                <a:cubicBezTo>
                  <a:pt x="456577" y="40651"/>
                  <a:pt x="462621" y="38843"/>
                  <a:pt x="469258" y="38843"/>
                </a:cubicBezTo>
                <a:cubicBezTo>
                  <a:pt x="473169" y="38843"/>
                  <a:pt x="477317" y="39406"/>
                  <a:pt x="481702" y="40532"/>
                </a:cubicBezTo>
                <a:lnTo>
                  <a:pt x="476458" y="64442"/>
                </a:lnTo>
                <a:lnTo>
                  <a:pt x="460547" y="64442"/>
                </a:lnTo>
                <a:cubicBezTo>
                  <a:pt x="460547" y="60472"/>
                  <a:pt x="460118" y="57717"/>
                  <a:pt x="459258" y="56176"/>
                </a:cubicBezTo>
                <a:cubicBezTo>
                  <a:pt x="458399" y="54635"/>
                  <a:pt x="456932" y="53865"/>
                  <a:pt x="454858" y="53865"/>
                </a:cubicBezTo>
                <a:cubicBezTo>
                  <a:pt x="453258" y="53865"/>
                  <a:pt x="451510" y="54428"/>
                  <a:pt x="449614" y="55554"/>
                </a:cubicBezTo>
                <a:cubicBezTo>
                  <a:pt x="447718" y="56680"/>
                  <a:pt x="445451" y="58872"/>
                  <a:pt x="442814" y="62131"/>
                </a:cubicBezTo>
                <a:cubicBezTo>
                  <a:pt x="440177" y="65391"/>
                  <a:pt x="438192" y="68502"/>
                  <a:pt x="436859" y="71464"/>
                </a:cubicBezTo>
                <a:cubicBezTo>
                  <a:pt x="435526" y="74427"/>
                  <a:pt x="434355" y="78220"/>
                  <a:pt x="433348" y="82842"/>
                </a:cubicBezTo>
                <a:lnTo>
                  <a:pt x="423304" y="128440"/>
                </a:lnTo>
                <a:lnTo>
                  <a:pt x="397794" y="128440"/>
                </a:lnTo>
                <a:lnTo>
                  <a:pt x="412104" y="66665"/>
                </a:lnTo>
                <a:cubicBezTo>
                  <a:pt x="412993" y="62813"/>
                  <a:pt x="413437" y="59880"/>
                  <a:pt x="413437" y="57865"/>
                </a:cubicBezTo>
                <a:cubicBezTo>
                  <a:pt x="413437" y="55909"/>
                  <a:pt x="413112" y="54398"/>
                  <a:pt x="412460" y="53332"/>
                </a:cubicBezTo>
                <a:cubicBezTo>
                  <a:pt x="411808" y="52265"/>
                  <a:pt x="410682" y="51732"/>
                  <a:pt x="409082" y="51732"/>
                </a:cubicBezTo>
                <a:cubicBezTo>
                  <a:pt x="407245" y="51732"/>
                  <a:pt x="405260" y="52561"/>
                  <a:pt x="403127" y="54221"/>
                </a:cubicBezTo>
                <a:cubicBezTo>
                  <a:pt x="400993" y="55880"/>
                  <a:pt x="398505" y="58339"/>
                  <a:pt x="395660" y="61598"/>
                </a:cubicBezTo>
                <a:lnTo>
                  <a:pt x="389260" y="55198"/>
                </a:lnTo>
                <a:cubicBezTo>
                  <a:pt x="395186" y="49154"/>
                  <a:pt x="400445" y="44917"/>
                  <a:pt x="405038" y="42488"/>
                </a:cubicBezTo>
                <a:cubicBezTo>
                  <a:pt x="409630" y="40058"/>
                  <a:pt x="414475" y="38843"/>
                  <a:pt x="419571" y="38843"/>
                </a:cubicBezTo>
                <a:cubicBezTo>
                  <a:pt x="424489" y="38843"/>
                  <a:pt x="428415" y="40221"/>
                  <a:pt x="431348" y="42976"/>
                </a:cubicBezTo>
                <a:cubicBezTo>
                  <a:pt x="434281" y="45732"/>
                  <a:pt x="435748" y="49361"/>
                  <a:pt x="435748" y="53865"/>
                </a:cubicBezTo>
                <a:cubicBezTo>
                  <a:pt x="435748" y="55465"/>
                  <a:pt x="435422" y="57480"/>
                  <a:pt x="434770" y="59909"/>
                </a:cubicBezTo>
                <a:lnTo>
                  <a:pt x="435481" y="60176"/>
                </a:lnTo>
                <a:close/>
                <a:moveTo>
                  <a:pt x="583729" y="62931"/>
                </a:moveTo>
                <a:lnTo>
                  <a:pt x="575196" y="62931"/>
                </a:lnTo>
                <a:cubicBezTo>
                  <a:pt x="573892" y="59376"/>
                  <a:pt x="572352" y="56576"/>
                  <a:pt x="570574" y="54532"/>
                </a:cubicBezTo>
                <a:cubicBezTo>
                  <a:pt x="568796" y="52487"/>
                  <a:pt x="566781" y="51050"/>
                  <a:pt x="564530" y="50221"/>
                </a:cubicBezTo>
                <a:cubicBezTo>
                  <a:pt x="562278" y="49391"/>
                  <a:pt x="559522" y="48976"/>
                  <a:pt x="556263" y="48976"/>
                </a:cubicBezTo>
                <a:cubicBezTo>
                  <a:pt x="551523" y="48976"/>
                  <a:pt x="547745" y="50087"/>
                  <a:pt x="544930" y="52309"/>
                </a:cubicBezTo>
                <a:cubicBezTo>
                  <a:pt x="542115" y="54532"/>
                  <a:pt x="540708" y="57569"/>
                  <a:pt x="540708" y="61420"/>
                </a:cubicBezTo>
                <a:cubicBezTo>
                  <a:pt x="540708" y="64146"/>
                  <a:pt x="541271" y="66398"/>
                  <a:pt x="542397" y="68176"/>
                </a:cubicBezTo>
                <a:cubicBezTo>
                  <a:pt x="543523" y="69953"/>
                  <a:pt x="545271" y="71613"/>
                  <a:pt x="547641" y="73153"/>
                </a:cubicBezTo>
                <a:cubicBezTo>
                  <a:pt x="550011" y="74694"/>
                  <a:pt x="554189" y="76738"/>
                  <a:pt x="560174" y="79286"/>
                </a:cubicBezTo>
                <a:cubicBezTo>
                  <a:pt x="566218" y="81894"/>
                  <a:pt x="570885" y="84294"/>
                  <a:pt x="574174" y="86486"/>
                </a:cubicBezTo>
                <a:cubicBezTo>
                  <a:pt x="577462" y="88679"/>
                  <a:pt x="580040" y="91227"/>
                  <a:pt x="581907" y="94130"/>
                </a:cubicBezTo>
                <a:cubicBezTo>
                  <a:pt x="583773" y="97034"/>
                  <a:pt x="584707" y="100501"/>
                  <a:pt x="584707" y="104530"/>
                </a:cubicBezTo>
                <a:cubicBezTo>
                  <a:pt x="584707" y="109211"/>
                  <a:pt x="583907" y="113152"/>
                  <a:pt x="582307" y="116352"/>
                </a:cubicBezTo>
                <a:cubicBezTo>
                  <a:pt x="580707" y="119552"/>
                  <a:pt x="578455" y="122159"/>
                  <a:pt x="575551" y="124174"/>
                </a:cubicBezTo>
                <a:cubicBezTo>
                  <a:pt x="572648" y="126189"/>
                  <a:pt x="569196" y="127640"/>
                  <a:pt x="565196" y="128529"/>
                </a:cubicBezTo>
                <a:cubicBezTo>
                  <a:pt x="561196" y="129418"/>
                  <a:pt x="556826" y="129863"/>
                  <a:pt x="552085" y="129863"/>
                </a:cubicBezTo>
                <a:cubicBezTo>
                  <a:pt x="547108" y="129863"/>
                  <a:pt x="542278" y="129492"/>
                  <a:pt x="537597" y="128752"/>
                </a:cubicBezTo>
                <a:cubicBezTo>
                  <a:pt x="532916" y="128011"/>
                  <a:pt x="528353" y="127048"/>
                  <a:pt x="523909" y="125863"/>
                </a:cubicBezTo>
                <a:lnTo>
                  <a:pt x="523909" y="107286"/>
                </a:lnTo>
                <a:lnTo>
                  <a:pt x="532619" y="107286"/>
                </a:lnTo>
                <a:cubicBezTo>
                  <a:pt x="534219" y="112737"/>
                  <a:pt x="536590" y="116693"/>
                  <a:pt x="539730" y="119152"/>
                </a:cubicBezTo>
                <a:cubicBezTo>
                  <a:pt x="542871" y="121611"/>
                  <a:pt x="547197" y="122841"/>
                  <a:pt x="552708" y="122841"/>
                </a:cubicBezTo>
                <a:cubicBezTo>
                  <a:pt x="554841" y="122841"/>
                  <a:pt x="556930" y="122618"/>
                  <a:pt x="558974" y="122174"/>
                </a:cubicBezTo>
                <a:cubicBezTo>
                  <a:pt x="561019" y="121730"/>
                  <a:pt x="562841" y="120989"/>
                  <a:pt x="564441" y="119952"/>
                </a:cubicBezTo>
                <a:cubicBezTo>
                  <a:pt x="566041" y="118915"/>
                  <a:pt x="567315" y="117507"/>
                  <a:pt x="568263" y="115730"/>
                </a:cubicBezTo>
                <a:cubicBezTo>
                  <a:pt x="569211" y="113952"/>
                  <a:pt x="569685" y="111730"/>
                  <a:pt x="569685" y="109063"/>
                </a:cubicBezTo>
                <a:cubicBezTo>
                  <a:pt x="569685" y="106041"/>
                  <a:pt x="569092" y="103582"/>
                  <a:pt x="567907" y="101686"/>
                </a:cubicBezTo>
                <a:cubicBezTo>
                  <a:pt x="566722" y="99789"/>
                  <a:pt x="564885" y="98056"/>
                  <a:pt x="562396" y="96486"/>
                </a:cubicBezTo>
                <a:cubicBezTo>
                  <a:pt x="559907" y="94916"/>
                  <a:pt x="555522" y="92797"/>
                  <a:pt x="549241" y="90131"/>
                </a:cubicBezTo>
                <a:cubicBezTo>
                  <a:pt x="543849" y="87879"/>
                  <a:pt x="539523" y="85686"/>
                  <a:pt x="536264" y="83553"/>
                </a:cubicBezTo>
                <a:cubicBezTo>
                  <a:pt x="533005" y="81420"/>
                  <a:pt x="530442" y="78901"/>
                  <a:pt x="528575" y="75998"/>
                </a:cubicBezTo>
                <a:cubicBezTo>
                  <a:pt x="526708" y="73094"/>
                  <a:pt x="525775" y="69657"/>
                  <a:pt x="525775" y="65687"/>
                </a:cubicBezTo>
                <a:cubicBezTo>
                  <a:pt x="525775" y="60828"/>
                  <a:pt x="527094" y="56606"/>
                  <a:pt x="529731" y="53021"/>
                </a:cubicBezTo>
                <a:cubicBezTo>
                  <a:pt x="532368" y="49435"/>
                  <a:pt x="536175" y="46695"/>
                  <a:pt x="541152" y="44799"/>
                </a:cubicBezTo>
                <a:cubicBezTo>
                  <a:pt x="546130" y="42902"/>
                  <a:pt x="551967" y="41954"/>
                  <a:pt x="558663" y="41954"/>
                </a:cubicBezTo>
                <a:cubicBezTo>
                  <a:pt x="562574" y="41954"/>
                  <a:pt x="566352" y="42147"/>
                  <a:pt x="569996" y="42532"/>
                </a:cubicBezTo>
                <a:cubicBezTo>
                  <a:pt x="573640" y="42917"/>
                  <a:pt x="578218" y="43673"/>
                  <a:pt x="583729" y="44799"/>
                </a:cubicBezTo>
                <a:lnTo>
                  <a:pt x="583729" y="62931"/>
                </a:lnTo>
                <a:close/>
                <a:moveTo>
                  <a:pt x="627874" y="8622"/>
                </a:moveTo>
                <a:lnTo>
                  <a:pt x="627874" y="25866"/>
                </a:lnTo>
                <a:lnTo>
                  <a:pt x="611518" y="25866"/>
                </a:lnTo>
                <a:lnTo>
                  <a:pt x="611518" y="8622"/>
                </a:lnTo>
                <a:lnTo>
                  <a:pt x="627874" y="8622"/>
                </a:lnTo>
                <a:moveTo>
                  <a:pt x="602452" y="124085"/>
                </a:moveTo>
                <a:cubicBezTo>
                  <a:pt x="604763" y="123374"/>
                  <a:pt x="606408" y="122752"/>
                  <a:pt x="607385" y="122218"/>
                </a:cubicBezTo>
                <a:cubicBezTo>
                  <a:pt x="608363" y="121685"/>
                  <a:pt x="609193" y="120944"/>
                  <a:pt x="609874" y="119996"/>
                </a:cubicBezTo>
                <a:cubicBezTo>
                  <a:pt x="610556" y="119048"/>
                  <a:pt x="611089" y="117596"/>
                  <a:pt x="611474" y="115641"/>
                </a:cubicBezTo>
                <a:cubicBezTo>
                  <a:pt x="611859" y="113685"/>
                  <a:pt x="612052" y="110634"/>
                  <a:pt x="612052" y="106486"/>
                </a:cubicBezTo>
                <a:lnTo>
                  <a:pt x="612052" y="67731"/>
                </a:lnTo>
                <a:cubicBezTo>
                  <a:pt x="612052" y="63939"/>
                  <a:pt x="611993" y="60887"/>
                  <a:pt x="611874" y="58576"/>
                </a:cubicBezTo>
                <a:cubicBezTo>
                  <a:pt x="611756" y="56265"/>
                  <a:pt x="611341" y="54413"/>
                  <a:pt x="610630" y="53021"/>
                </a:cubicBezTo>
                <a:cubicBezTo>
                  <a:pt x="609919" y="51628"/>
                  <a:pt x="608837" y="50591"/>
                  <a:pt x="607385" y="49910"/>
                </a:cubicBezTo>
                <a:cubicBezTo>
                  <a:pt x="605933" y="49228"/>
                  <a:pt x="603874" y="48650"/>
                  <a:pt x="601208" y="48176"/>
                </a:cubicBezTo>
                <a:lnTo>
                  <a:pt x="601208" y="43465"/>
                </a:lnTo>
                <a:lnTo>
                  <a:pt x="621918" y="42665"/>
                </a:lnTo>
                <a:lnTo>
                  <a:pt x="627340" y="42665"/>
                </a:lnTo>
                <a:lnTo>
                  <a:pt x="627340" y="106219"/>
                </a:lnTo>
                <a:cubicBezTo>
                  <a:pt x="627340" y="111315"/>
                  <a:pt x="627577" y="114856"/>
                  <a:pt x="628051" y="116841"/>
                </a:cubicBezTo>
                <a:cubicBezTo>
                  <a:pt x="628525" y="118826"/>
                  <a:pt x="629429" y="120337"/>
                  <a:pt x="630762" y="121374"/>
                </a:cubicBezTo>
                <a:cubicBezTo>
                  <a:pt x="632096" y="122411"/>
                  <a:pt x="634273" y="123315"/>
                  <a:pt x="637295" y="124085"/>
                </a:cubicBezTo>
                <a:lnTo>
                  <a:pt x="637295" y="128440"/>
                </a:lnTo>
                <a:lnTo>
                  <a:pt x="602452" y="128440"/>
                </a:lnTo>
                <a:lnTo>
                  <a:pt x="602452" y="124085"/>
                </a:lnTo>
                <a:close/>
                <a:moveTo>
                  <a:pt x="739634" y="128440"/>
                </a:moveTo>
                <a:lnTo>
                  <a:pt x="704613" y="128440"/>
                </a:lnTo>
                <a:lnTo>
                  <a:pt x="704613" y="124085"/>
                </a:lnTo>
                <a:cubicBezTo>
                  <a:pt x="706924" y="123374"/>
                  <a:pt x="708583" y="122752"/>
                  <a:pt x="709590" y="122218"/>
                </a:cubicBezTo>
                <a:cubicBezTo>
                  <a:pt x="710598" y="121685"/>
                  <a:pt x="711442" y="120944"/>
                  <a:pt x="712124" y="119996"/>
                </a:cubicBezTo>
                <a:cubicBezTo>
                  <a:pt x="712805" y="119048"/>
                  <a:pt x="713338" y="117582"/>
                  <a:pt x="713724" y="115596"/>
                </a:cubicBezTo>
                <a:cubicBezTo>
                  <a:pt x="714109" y="113611"/>
                  <a:pt x="714301" y="110604"/>
                  <a:pt x="714301" y="106574"/>
                </a:cubicBezTo>
                <a:lnTo>
                  <a:pt x="714301" y="83286"/>
                </a:lnTo>
                <a:cubicBezTo>
                  <a:pt x="714301" y="79138"/>
                  <a:pt x="714183" y="75375"/>
                  <a:pt x="713946" y="71998"/>
                </a:cubicBezTo>
                <a:cubicBezTo>
                  <a:pt x="713709" y="68620"/>
                  <a:pt x="713309" y="65850"/>
                  <a:pt x="712746" y="63687"/>
                </a:cubicBezTo>
                <a:cubicBezTo>
                  <a:pt x="712183" y="61524"/>
                  <a:pt x="711501" y="59835"/>
                  <a:pt x="710701" y="58620"/>
                </a:cubicBezTo>
                <a:cubicBezTo>
                  <a:pt x="709901" y="57406"/>
                  <a:pt x="708953" y="56369"/>
                  <a:pt x="707857" y="55509"/>
                </a:cubicBezTo>
                <a:cubicBezTo>
                  <a:pt x="706761" y="54650"/>
                  <a:pt x="705502" y="53969"/>
                  <a:pt x="704079" y="53465"/>
                </a:cubicBezTo>
                <a:cubicBezTo>
                  <a:pt x="702657" y="52961"/>
                  <a:pt x="700791" y="52709"/>
                  <a:pt x="698480" y="52709"/>
                </a:cubicBezTo>
                <a:cubicBezTo>
                  <a:pt x="696169" y="52709"/>
                  <a:pt x="693976" y="53169"/>
                  <a:pt x="691902" y="54087"/>
                </a:cubicBezTo>
                <a:cubicBezTo>
                  <a:pt x="689828" y="55006"/>
                  <a:pt x="687547" y="56591"/>
                  <a:pt x="685058" y="58843"/>
                </a:cubicBezTo>
                <a:cubicBezTo>
                  <a:pt x="682569" y="61094"/>
                  <a:pt x="680762" y="63317"/>
                  <a:pt x="679636" y="65509"/>
                </a:cubicBezTo>
                <a:cubicBezTo>
                  <a:pt x="678510" y="67702"/>
                  <a:pt x="677947" y="70220"/>
                  <a:pt x="677947" y="73064"/>
                </a:cubicBezTo>
                <a:lnTo>
                  <a:pt x="677947" y="106219"/>
                </a:lnTo>
                <a:cubicBezTo>
                  <a:pt x="677947" y="111315"/>
                  <a:pt x="678184" y="114856"/>
                  <a:pt x="678658" y="116841"/>
                </a:cubicBezTo>
                <a:cubicBezTo>
                  <a:pt x="679132" y="118826"/>
                  <a:pt x="680036" y="120337"/>
                  <a:pt x="681369" y="121374"/>
                </a:cubicBezTo>
                <a:cubicBezTo>
                  <a:pt x="682702" y="122411"/>
                  <a:pt x="684880" y="123315"/>
                  <a:pt x="687902" y="124085"/>
                </a:cubicBezTo>
                <a:lnTo>
                  <a:pt x="687902" y="128440"/>
                </a:lnTo>
                <a:lnTo>
                  <a:pt x="653059" y="128440"/>
                </a:lnTo>
                <a:lnTo>
                  <a:pt x="653059" y="124085"/>
                </a:lnTo>
                <a:cubicBezTo>
                  <a:pt x="655370" y="123374"/>
                  <a:pt x="657014" y="122752"/>
                  <a:pt x="657992" y="122218"/>
                </a:cubicBezTo>
                <a:cubicBezTo>
                  <a:pt x="658970" y="121685"/>
                  <a:pt x="659799" y="120944"/>
                  <a:pt x="660481" y="119996"/>
                </a:cubicBezTo>
                <a:cubicBezTo>
                  <a:pt x="661162" y="119048"/>
                  <a:pt x="661696" y="117596"/>
                  <a:pt x="662081" y="115641"/>
                </a:cubicBezTo>
                <a:cubicBezTo>
                  <a:pt x="662466" y="113685"/>
                  <a:pt x="662658" y="110634"/>
                  <a:pt x="662658" y="106486"/>
                </a:cubicBezTo>
                <a:lnTo>
                  <a:pt x="662658" y="67731"/>
                </a:lnTo>
                <a:cubicBezTo>
                  <a:pt x="662658" y="63939"/>
                  <a:pt x="662599" y="60887"/>
                  <a:pt x="662481" y="58576"/>
                </a:cubicBezTo>
                <a:cubicBezTo>
                  <a:pt x="662362" y="56265"/>
                  <a:pt x="661947" y="54413"/>
                  <a:pt x="661236" y="53021"/>
                </a:cubicBezTo>
                <a:cubicBezTo>
                  <a:pt x="660525" y="51628"/>
                  <a:pt x="659444" y="50591"/>
                  <a:pt x="657992" y="49910"/>
                </a:cubicBezTo>
                <a:cubicBezTo>
                  <a:pt x="656540" y="49228"/>
                  <a:pt x="654481" y="48650"/>
                  <a:pt x="651814" y="48176"/>
                </a:cubicBezTo>
                <a:lnTo>
                  <a:pt x="651814" y="43465"/>
                </a:lnTo>
                <a:lnTo>
                  <a:pt x="672614" y="42665"/>
                </a:lnTo>
                <a:lnTo>
                  <a:pt x="678036" y="42665"/>
                </a:lnTo>
                <a:lnTo>
                  <a:pt x="677058" y="57154"/>
                </a:lnTo>
                <a:lnTo>
                  <a:pt x="678302" y="57509"/>
                </a:lnTo>
                <a:cubicBezTo>
                  <a:pt x="682687" y="53065"/>
                  <a:pt x="686228" y="49895"/>
                  <a:pt x="688924" y="47998"/>
                </a:cubicBezTo>
                <a:cubicBezTo>
                  <a:pt x="691621" y="46102"/>
                  <a:pt x="694346" y="44636"/>
                  <a:pt x="697102" y="43599"/>
                </a:cubicBezTo>
                <a:cubicBezTo>
                  <a:pt x="699857" y="42562"/>
                  <a:pt x="702776" y="42043"/>
                  <a:pt x="705857" y="42043"/>
                </a:cubicBezTo>
                <a:cubicBezTo>
                  <a:pt x="709057" y="42043"/>
                  <a:pt x="711916" y="42413"/>
                  <a:pt x="714435" y="43154"/>
                </a:cubicBezTo>
                <a:cubicBezTo>
                  <a:pt x="716953" y="43895"/>
                  <a:pt x="719175" y="45036"/>
                  <a:pt x="721101" y="46576"/>
                </a:cubicBezTo>
                <a:cubicBezTo>
                  <a:pt x="723027" y="48117"/>
                  <a:pt x="724612" y="50028"/>
                  <a:pt x="725856" y="52309"/>
                </a:cubicBezTo>
                <a:cubicBezTo>
                  <a:pt x="727101" y="54591"/>
                  <a:pt x="728034" y="57332"/>
                  <a:pt x="728656" y="60531"/>
                </a:cubicBezTo>
                <a:cubicBezTo>
                  <a:pt x="729279" y="63731"/>
                  <a:pt x="729590" y="67790"/>
                  <a:pt x="729590" y="72709"/>
                </a:cubicBezTo>
                <a:lnTo>
                  <a:pt x="729590" y="106219"/>
                </a:lnTo>
                <a:cubicBezTo>
                  <a:pt x="729590" y="110308"/>
                  <a:pt x="729708" y="113271"/>
                  <a:pt x="729945" y="115108"/>
                </a:cubicBezTo>
                <a:cubicBezTo>
                  <a:pt x="730182" y="116944"/>
                  <a:pt x="730597" y="118367"/>
                  <a:pt x="731190" y="119374"/>
                </a:cubicBezTo>
                <a:cubicBezTo>
                  <a:pt x="731782" y="120381"/>
                  <a:pt x="732641" y="121226"/>
                  <a:pt x="733767" y="121907"/>
                </a:cubicBezTo>
                <a:cubicBezTo>
                  <a:pt x="734893" y="122589"/>
                  <a:pt x="736849" y="123315"/>
                  <a:pt x="739634" y="124085"/>
                </a:cubicBezTo>
                <a:lnTo>
                  <a:pt x="739634" y="128440"/>
                </a:lnTo>
                <a:close/>
                <a:moveTo>
                  <a:pt x="879243" y="41332"/>
                </a:moveTo>
                <a:cubicBezTo>
                  <a:pt x="879243" y="50102"/>
                  <a:pt x="877806" y="60428"/>
                  <a:pt x="874932" y="72309"/>
                </a:cubicBezTo>
                <a:cubicBezTo>
                  <a:pt x="872058" y="84190"/>
                  <a:pt x="867999" y="94501"/>
                  <a:pt x="862755" y="103241"/>
                </a:cubicBezTo>
                <a:cubicBezTo>
                  <a:pt x="857511" y="111982"/>
                  <a:pt x="851185" y="118604"/>
                  <a:pt x="843778" y="123107"/>
                </a:cubicBezTo>
                <a:cubicBezTo>
                  <a:pt x="836371" y="127611"/>
                  <a:pt x="828015" y="129863"/>
                  <a:pt x="818712" y="129863"/>
                </a:cubicBezTo>
                <a:cubicBezTo>
                  <a:pt x="807868" y="129863"/>
                  <a:pt x="799720" y="126752"/>
                  <a:pt x="794268" y="120530"/>
                </a:cubicBezTo>
                <a:cubicBezTo>
                  <a:pt x="788817" y="114308"/>
                  <a:pt x="786091" y="105212"/>
                  <a:pt x="786091" y="93242"/>
                </a:cubicBezTo>
                <a:cubicBezTo>
                  <a:pt x="786091" y="84471"/>
                  <a:pt x="787498" y="74101"/>
                  <a:pt x="790313" y="62131"/>
                </a:cubicBezTo>
                <a:cubicBezTo>
                  <a:pt x="793128" y="50161"/>
                  <a:pt x="797142" y="39762"/>
                  <a:pt x="802357" y="30932"/>
                </a:cubicBezTo>
                <a:cubicBezTo>
                  <a:pt x="807572" y="22103"/>
                  <a:pt x="813882" y="15377"/>
                  <a:pt x="821290" y="10755"/>
                </a:cubicBezTo>
                <a:cubicBezTo>
                  <a:pt x="828697" y="6133"/>
                  <a:pt x="837171" y="3822"/>
                  <a:pt x="846711" y="3822"/>
                </a:cubicBezTo>
                <a:cubicBezTo>
                  <a:pt x="857614" y="3822"/>
                  <a:pt x="865762" y="6948"/>
                  <a:pt x="871155" y="13200"/>
                </a:cubicBezTo>
                <a:cubicBezTo>
                  <a:pt x="876547" y="19451"/>
                  <a:pt x="879243" y="28829"/>
                  <a:pt x="879243" y="41332"/>
                </a:cubicBezTo>
                <a:moveTo>
                  <a:pt x="816134" y="60798"/>
                </a:moveTo>
                <a:lnTo>
                  <a:pt x="851778" y="60798"/>
                </a:lnTo>
                <a:cubicBezTo>
                  <a:pt x="853081" y="54813"/>
                  <a:pt x="854103" y="49302"/>
                  <a:pt x="854844" y="44265"/>
                </a:cubicBezTo>
                <a:cubicBezTo>
                  <a:pt x="855585" y="39228"/>
                  <a:pt x="855955" y="34547"/>
                  <a:pt x="855955" y="30221"/>
                </a:cubicBezTo>
                <a:cubicBezTo>
                  <a:pt x="855955" y="24058"/>
                  <a:pt x="855229" y="19659"/>
                  <a:pt x="853778" y="17022"/>
                </a:cubicBezTo>
                <a:cubicBezTo>
                  <a:pt x="852326" y="14385"/>
                  <a:pt x="849911" y="13066"/>
                  <a:pt x="846533" y="13066"/>
                </a:cubicBezTo>
                <a:cubicBezTo>
                  <a:pt x="840489" y="13066"/>
                  <a:pt x="834845" y="17096"/>
                  <a:pt x="829601" y="25155"/>
                </a:cubicBezTo>
                <a:cubicBezTo>
                  <a:pt x="824356" y="33214"/>
                  <a:pt x="819867" y="45095"/>
                  <a:pt x="816134" y="60798"/>
                </a:cubicBezTo>
                <a:moveTo>
                  <a:pt x="849378" y="71998"/>
                </a:moveTo>
                <a:lnTo>
                  <a:pt x="813734" y="71998"/>
                </a:lnTo>
                <a:cubicBezTo>
                  <a:pt x="812194" y="78338"/>
                  <a:pt x="811083" y="84353"/>
                  <a:pt x="810401" y="90042"/>
                </a:cubicBezTo>
                <a:cubicBezTo>
                  <a:pt x="809720" y="95730"/>
                  <a:pt x="809379" y="100767"/>
                  <a:pt x="809379" y="105152"/>
                </a:cubicBezTo>
                <a:cubicBezTo>
                  <a:pt x="809379" y="110367"/>
                  <a:pt x="810164" y="114248"/>
                  <a:pt x="811734" y="116796"/>
                </a:cubicBezTo>
                <a:cubicBezTo>
                  <a:pt x="813305" y="119344"/>
                  <a:pt x="815779" y="120618"/>
                  <a:pt x="819156" y="120618"/>
                </a:cubicBezTo>
                <a:cubicBezTo>
                  <a:pt x="825082" y="120618"/>
                  <a:pt x="830667" y="116441"/>
                  <a:pt x="835911" y="108086"/>
                </a:cubicBezTo>
                <a:cubicBezTo>
                  <a:pt x="841156" y="99730"/>
                  <a:pt x="845644" y="87701"/>
                  <a:pt x="849378" y="71998"/>
                </a:cubicBezTo>
                <a:close/>
                <a:moveTo>
                  <a:pt x="933819" y="83464"/>
                </a:moveTo>
                <a:cubicBezTo>
                  <a:pt x="933819" y="63435"/>
                  <a:pt x="930501" y="46799"/>
                  <a:pt x="923864" y="33554"/>
                </a:cubicBezTo>
                <a:cubicBezTo>
                  <a:pt x="917227" y="20310"/>
                  <a:pt x="906946" y="11407"/>
                  <a:pt x="893021" y="6844"/>
                </a:cubicBezTo>
                <a:lnTo>
                  <a:pt x="895420" y="0"/>
                </a:lnTo>
                <a:cubicBezTo>
                  <a:pt x="912724" y="4563"/>
                  <a:pt x="926012" y="14414"/>
                  <a:pt x="935286" y="29555"/>
                </a:cubicBezTo>
                <a:cubicBezTo>
                  <a:pt x="944560" y="44695"/>
                  <a:pt x="949197" y="62961"/>
                  <a:pt x="949197" y="84353"/>
                </a:cubicBezTo>
                <a:cubicBezTo>
                  <a:pt x="949197" y="105804"/>
                  <a:pt x="944575" y="124070"/>
                  <a:pt x="935330" y="139151"/>
                </a:cubicBezTo>
                <a:cubicBezTo>
                  <a:pt x="926086" y="154232"/>
                  <a:pt x="912783" y="164054"/>
                  <a:pt x="895420" y="168617"/>
                </a:cubicBezTo>
                <a:lnTo>
                  <a:pt x="893287" y="161773"/>
                </a:lnTo>
                <a:cubicBezTo>
                  <a:pt x="906976" y="157210"/>
                  <a:pt x="917153" y="148203"/>
                  <a:pt x="923820" y="134751"/>
                </a:cubicBezTo>
                <a:cubicBezTo>
                  <a:pt x="930486" y="121300"/>
                  <a:pt x="933819" y="104204"/>
                  <a:pt x="933819" y="834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EB4391-9BEA-4CEF-B0D7-F630A105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672" y="2734602"/>
            <a:ext cx="620752" cy="349514"/>
          </a:xfrm>
          <a:custGeom xmlns:a="http://schemas.openxmlformats.org/drawingml/2006/main">
            <a:pathLst>
              <a:path w="620752" h="349514" fill="none">
                <a:moveTo>
                  <a:pt x="0" y="349514"/>
                </a:moveTo>
                <a:lnTo>
                  <a:pt x="620752" y="349514"/>
                </a:lnTo>
                <a:lnTo>
                  <a:pt x="620752" y="0"/>
                </a:lnTo>
                <a:lnTo>
                  <a:pt x="0" y="0"/>
                </a:lnTo>
                <a:lnTo>
                  <a:pt x="0" y="3495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50" name="Text +">
            <a:extLst xmlns:a="http://schemas.openxmlformats.org/drawingml/2006/main">
              <a:ext uri="{FF2B5EF4-FFF2-40B4-BE49-F238E27FC236}">
                <a16:creationId xmlns:a16="http://schemas.microsoft.com/office/drawing/2014/main" id="{7CFD95EB-C795-4596-A9B1-1EF5D10E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254" y="2844008"/>
            <a:ext cx="146302" cy="152596"/>
          </a:xfrm>
          <a:custGeom xmlns:a="http://schemas.openxmlformats.org/drawingml/2006/main">
            <a:pathLst>
              <a:path w="146302" h="152596">
                <a:moveTo>
                  <a:pt x="81583" y="84195"/>
                </a:moveTo>
                <a:lnTo>
                  <a:pt x="81583" y="152596"/>
                </a:lnTo>
                <a:lnTo>
                  <a:pt x="64720" y="152596"/>
                </a:lnTo>
                <a:lnTo>
                  <a:pt x="64720" y="84195"/>
                </a:lnTo>
                <a:lnTo>
                  <a:pt x="0" y="84195"/>
                </a:lnTo>
                <a:lnTo>
                  <a:pt x="0" y="68401"/>
                </a:lnTo>
                <a:lnTo>
                  <a:pt x="64720" y="68401"/>
                </a:lnTo>
                <a:lnTo>
                  <a:pt x="64720" y="0"/>
                </a:lnTo>
                <a:lnTo>
                  <a:pt x="81583" y="0"/>
                </a:lnTo>
                <a:lnTo>
                  <a:pt x="81583" y="68401"/>
                </a:lnTo>
                <a:lnTo>
                  <a:pt x="146302" y="68401"/>
                </a:lnTo>
                <a:lnTo>
                  <a:pt x="146302" y="84195"/>
                </a:lnTo>
                <a:lnTo>
                  <a:pt x="81583" y="841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5223D9-DAE6-4782-9F0F-BB752A8F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774" y="1665124"/>
            <a:ext cx="620752" cy="349514"/>
          </a:xfrm>
          <a:custGeom xmlns:a="http://schemas.openxmlformats.org/drawingml/2006/main">
            <a:pathLst>
              <a:path w="620752" h="349514" fill="none">
                <a:moveTo>
                  <a:pt x="0" y="349514"/>
                </a:moveTo>
                <a:lnTo>
                  <a:pt x="620752" y="349514"/>
                </a:lnTo>
                <a:lnTo>
                  <a:pt x="620752" y="0"/>
                </a:lnTo>
                <a:lnTo>
                  <a:pt x="0" y="0"/>
                </a:lnTo>
                <a:lnTo>
                  <a:pt x="0" y="3495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52" name="Text +">
            <a:extLst xmlns:a="http://schemas.openxmlformats.org/drawingml/2006/main">
              <a:ext uri="{FF2B5EF4-FFF2-40B4-BE49-F238E27FC236}">
                <a16:creationId xmlns:a16="http://schemas.microsoft.com/office/drawing/2014/main" id="{5B7D1BE9-890A-4E93-A743-791B0493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812" y="1774412"/>
            <a:ext cx="146193" cy="152482"/>
          </a:xfrm>
          <a:custGeom xmlns:a="http://schemas.openxmlformats.org/drawingml/2006/main">
            <a:pathLst>
              <a:path w="146193" h="152482">
                <a:moveTo>
                  <a:pt x="81521" y="84132"/>
                </a:moveTo>
                <a:lnTo>
                  <a:pt x="81521" y="152482"/>
                </a:lnTo>
                <a:lnTo>
                  <a:pt x="64671" y="152482"/>
                </a:lnTo>
                <a:lnTo>
                  <a:pt x="64671" y="84132"/>
                </a:lnTo>
                <a:lnTo>
                  <a:pt x="0" y="84132"/>
                </a:lnTo>
                <a:lnTo>
                  <a:pt x="0" y="68350"/>
                </a:lnTo>
                <a:lnTo>
                  <a:pt x="64671" y="68350"/>
                </a:lnTo>
                <a:lnTo>
                  <a:pt x="64671" y="0"/>
                </a:lnTo>
                <a:lnTo>
                  <a:pt x="81521" y="0"/>
                </a:lnTo>
                <a:lnTo>
                  <a:pt x="81521" y="68350"/>
                </a:lnTo>
                <a:lnTo>
                  <a:pt x="146193" y="68350"/>
                </a:lnTo>
                <a:lnTo>
                  <a:pt x="146193" y="84132"/>
                </a:lnTo>
                <a:lnTo>
                  <a:pt x="81521" y="841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BD2B3B-2E0D-4CE3-AD3F-28D0804E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49" y="857327"/>
            <a:ext cx="2765169" cy="3014562"/>
          </a:xfrm>
          <a:custGeom xmlns:a="http://schemas.openxmlformats.org/drawingml/2006/main">
            <a:pathLst>
              <a:path w="2765169" h="3014562" fill="none">
                <a:moveTo>
                  <a:pt x="0" y="3014562"/>
                </a:moveTo>
                <a:lnTo>
                  <a:pt x="2765169" y="3014562"/>
                </a:lnTo>
                <a:lnTo>
                  <a:pt x="2765169" y="0"/>
                </a:lnTo>
                <a:lnTo>
                  <a:pt x="0" y="0"/>
                </a:lnTo>
                <a:lnTo>
                  <a:pt x="0" y="30145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0000"/>
            </a:solidFill>
            <a:round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9CD901-7424-443A-8143-B7842062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770" y="2211695"/>
            <a:ext cx="3045508" cy="1157766"/>
          </a:xfrm>
          <a:custGeom xmlns:a="http://schemas.openxmlformats.org/drawingml/2006/main">
            <a:pathLst>
              <a:path w="3045508" h="1157766" fill="none">
                <a:moveTo>
                  <a:pt x="0" y="1157766"/>
                </a:moveTo>
                <a:lnTo>
                  <a:pt x="3045508" y="1157766"/>
                </a:lnTo>
                <a:lnTo>
                  <a:pt x="3045508" y="0"/>
                </a:lnTo>
                <a:lnTo>
                  <a:pt x="0" y="0"/>
                </a:lnTo>
                <a:lnTo>
                  <a:pt x="0" y="115776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0000"/>
            </a:solidFill>
            <a:round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AFB2CA-F1BA-4AAE-95C5-C5DF4688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961" y="2903776"/>
            <a:ext cx="305762" cy="305706"/>
          </a:xfrm>
          <a:custGeom xmlns:a="http://schemas.openxmlformats.org/drawingml/2006/main">
            <a:pathLst>
              <a:path w="305762" h="305706">
                <a:moveTo>
                  <a:pt x="295685" y="184395"/>
                </a:moveTo>
                <a:lnTo>
                  <a:pt x="266714" y="133868"/>
                </a:lnTo>
                <a:lnTo>
                  <a:pt x="266714" y="131763"/>
                </a:lnTo>
                <a:cubicBezTo>
                  <a:pt x="268491" y="85384"/>
                  <a:pt x="244803" y="41751"/>
                  <a:pt x="204992" y="18070"/>
                </a:cubicBezTo>
                <a:cubicBezTo>
                  <a:pt x="183358" y="6105"/>
                  <a:pt x="158974" y="0"/>
                  <a:pt x="134261" y="386"/>
                </a:cubicBezTo>
                <a:cubicBezTo>
                  <a:pt x="109538" y="0"/>
                  <a:pt x="85140" y="6070"/>
                  <a:pt x="63495" y="18070"/>
                </a:cubicBezTo>
                <a:cubicBezTo>
                  <a:pt x="23688" y="41751"/>
                  <a:pt x="0" y="85384"/>
                  <a:pt x="1774" y="131763"/>
                </a:cubicBezTo>
                <a:cubicBezTo>
                  <a:pt x="1750" y="149107"/>
                  <a:pt x="5175" y="166286"/>
                  <a:pt x="11851" y="182290"/>
                </a:cubicBezTo>
                <a:cubicBezTo>
                  <a:pt x="19797" y="200764"/>
                  <a:pt x="37974" y="212694"/>
                  <a:pt x="58037" y="212606"/>
                </a:cubicBezTo>
                <a:lnTo>
                  <a:pt x="136133" y="212606"/>
                </a:lnTo>
                <a:cubicBezTo>
                  <a:pt x="150031" y="212645"/>
                  <a:pt x="161284" y="223933"/>
                  <a:pt x="161326" y="237870"/>
                </a:cubicBezTo>
                <a:lnTo>
                  <a:pt x="161326" y="258081"/>
                </a:lnTo>
                <a:cubicBezTo>
                  <a:pt x="161382" y="268456"/>
                  <a:pt x="167687" y="277772"/>
                  <a:pt x="177281" y="281660"/>
                </a:cubicBezTo>
                <a:lnTo>
                  <a:pt x="183159" y="284186"/>
                </a:lnTo>
                <a:lnTo>
                  <a:pt x="221368" y="298923"/>
                </a:lnTo>
                <a:cubicBezTo>
                  <a:pt x="238670" y="305706"/>
                  <a:pt x="258180" y="297141"/>
                  <a:pt x="264943" y="279790"/>
                </a:cubicBezTo>
                <a:cubicBezTo>
                  <a:pt x="264975" y="279712"/>
                  <a:pt x="265006" y="279632"/>
                  <a:pt x="265034" y="279555"/>
                </a:cubicBezTo>
                <a:cubicBezTo>
                  <a:pt x="266577" y="275674"/>
                  <a:pt x="267291" y="271516"/>
                  <a:pt x="267134" y="267344"/>
                </a:cubicBezTo>
                <a:lnTo>
                  <a:pt x="267134" y="213870"/>
                </a:lnTo>
                <a:lnTo>
                  <a:pt x="285608" y="213870"/>
                </a:lnTo>
                <a:cubicBezTo>
                  <a:pt x="296105" y="212606"/>
                  <a:pt x="305762" y="199975"/>
                  <a:pt x="295685" y="184395"/>
                </a:cubicBezTo>
                <a:close/>
                <a:moveTo>
                  <a:pt x="290765" y="200908"/>
                </a:moveTo>
                <a:cubicBezTo>
                  <a:pt x="289674" y="203248"/>
                  <a:pt x="287543" y="204933"/>
                  <a:pt x="285020" y="205448"/>
                </a:cubicBezTo>
                <a:lnTo>
                  <a:pt x="258736" y="205448"/>
                </a:lnTo>
                <a:lnTo>
                  <a:pt x="258736" y="267344"/>
                </a:lnTo>
                <a:cubicBezTo>
                  <a:pt x="258887" y="270337"/>
                  <a:pt x="258418" y="273330"/>
                  <a:pt x="257361" y="276133"/>
                </a:cubicBezTo>
                <a:lnTo>
                  <a:pt x="257267" y="276340"/>
                </a:lnTo>
                <a:lnTo>
                  <a:pt x="257186" y="276555"/>
                </a:lnTo>
                <a:cubicBezTo>
                  <a:pt x="252207" y="289607"/>
                  <a:pt x="237617" y="296141"/>
                  <a:pt x="224601" y="291144"/>
                </a:cubicBezTo>
                <a:cubicBezTo>
                  <a:pt x="224527" y="291116"/>
                  <a:pt x="224457" y="291088"/>
                  <a:pt x="224384" y="291060"/>
                </a:cubicBezTo>
                <a:lnTo>
                  <a:pt x="186322" y="276383"/>
                </a:lnTo>
                <a:lnTo>
                  <a:pt x="180591" y="273919"/>
                </a:lnTo>
                <a:lnTo>
                  <a:pt x="180465" y="273863"/>
                </a:lnTo>
                <a:lnTo>
                  <a:pt x="180342" y="273818"/>
                </a:lnTo>
                <a:cubicBezTo>
                  <a:pt x="173971" y="271189"/>
                  <a:pt x="169790" y="264989"/>
                  <a:pt x="169723" y="258081"/>
                </a:cubicBezTo>
                <a:lnTo>
                  <a:pt x="169723" y="237870"/>
                </a:lnTo>
                <a:cubicBezTo>
                  <a:pt x="169702" y="219273"/>
                  <a:pt x="154678" y="204206"/>
                  <a:pt x="136133" y="204185"/>
                </a:cubicBezTo>
                <a:lnTo>
                  <a:pt x="58037" y="204185"/>
                </a:lnTo>
                <a:cubicBezTo>
                  <a:pt x="41365" y="204238"/>
                  <a:pt x="26253" y="194350"/>
                  <a:pt x="19591" y="179020"/>
                </a:cubicBezTo>
                <a:cubicBezTo>
                  <a:pt x="13370" y="164044"/>
                  <a:pt x="10168" y="147984"/>
                  <a:pt x="10171" y="131763"/>
                </a:cubicBezTo>
                <a:lnTo>
                  <a:pt x="10171" y="131609"/>
                </a:lnTo>
                <a:lnTo>
                  <a:pt x="10171" y="131454"/>
                </a:lnTo>
                <a:cubicBezTo>
                  <a:pt x="8478" y="88162"/>
                  <a:pt x="30595" y="47422"/>
                  <a:pt x="67771" y="25348"/>
                </a:cubicBezTo>
                <a:cubicBezTo>
                  <a:pt x="88110" y="14105"/>
                  <a:pt x="111035" y="8386"/>
                  <a:pt x="134261" y="8807"/>
                </a:cubicBezTo>
                <a:cubicBezTo>
                  <a:pt x="157480" y="8386"/>
                  <a:pt x="180405" y="14105"/>
                  <a:pt x="200745" y="25330"/>
                </a:cubicBezTo>
                <a:cubicBezTo>
                  <a:pt x="237921" y="47404"/>
                  <a:pt x="260034" y="88145"/>
                  <a:pt x="258337" y="131437"/>
                </a:cubicBezTo>
                <a:lnTo>
                  <a:pt x="258337" y="136100"/>
                </a:lnTo>
                <a:lnTo>
                  <a:pt x="259453" y="138047"/>
                </a:lnTo>
                <a:lnTo>
                  <a:pt x="288425" y="188574"/>
                </a:lnTo>
                <a:lnTo>
                  <a:pt x="288540" y="188767"/>
                </a:lnTo>
                <a:lnTo>
                  <a:pt x="288663" y="188957"/>
                </a:lnTo>
                <a:cubicBezTo>
                  <a:pt x="291413" y="192290"/>
                  <a:pt x="292217" y="196827"/>
                  <a:pt x="290783" y="200908"/>
                </a:cubicBezTo>
                <a:lnTo>
                  <a:pt x="290765" y="2009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880A49-C807-4743-B5C7-371AABB8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961" y="2903776"/>
            <a:ext cx="305762" cy="305706"/>
          </a:xfrm>
          <a:custGeom xmlns:a="http://schemas.openxmlformats.org/drawingml/2006/main">
            <a:pathLst>
              <a:path w="305762" h="305706" fill="none">
                <a:moveTo>
                  <a:pt x="295685" y="184395"/>
                </a:moveTo>
                <a:lnTo>
                  <a:pt x="266714" y="133868"/>
                </a:lnTo>
                <a:lnTo>
                  <a:pt x="266714" y="131763"/>
                </a:lnTo>
                <a:cubicBezTo>
                  <a:pt x="268491" y="85384"/>
                  <a:pt x="244803" y="41751"/>
                  <a:pt x="204992" y="18070"/>
                </a:cubicBezTo>
                <a:cubicBezTo>
                  <a:pt x="183358" y="6105"/>
                  <a:pt x="158974" y="0"/>
                  <a:pt x="134261" y="386"/>
                </a:cubicBezTo>
                <a:cubicBezTo>
                  <a:pt x="109538" y="0"/>
                  <a:pt x="85140" y="6070"/>
                  <a:pt x="63495" y="18070"/>
                </a:cubicBezTo>
                <a:cubicBezTo>
                  <a:pt x="23688" y="41751"/>
                  <a:pt x="0" y="85384"/>
                  <a:pt x="1774" y="131763"/>
                </a:cubicBezTo>
                <a:cubicBezTo>
                  <a:pt x="1750" y="149107"/>
                  <a:pt x="5175" y="166286"/>
                  <a:pt x="11851" y="182290"/>
                </a:cubicBezTo>
                <a:cubicBezTo>
                  <a:pt x="19797" y="200764"/>
                  <a:pt x="37974" y="212694"/>
                  <a:pt x="58037" y="212606"/>
                </a:cubicBezTo>
                <a:lnTo>
                  <a:pt x="136133" y="212606"/>
                </a:lnTo>
                <a:cubicBezTo>
                  <a:pt x="150031" y="212645"/>
                  <a:pt x="161284" y="223933"/>
                  <a:pt x="161326" y="237870"/>
                </a:cubicBezTo>
                <a:lnTo>
                  <a:pt x="161326" y="258081"/>
                </a:lnTo>
                <a:cubicBezTo>
                  <a:pt x="161382" y="268456"/>
                  <a:pt x="167687" y="277772"/>
                  <a:pt x="177281" y="281660"/>
                </a:cubicBezTo>
                <a:lnTo>
                  <a:pt x="183159" y="284186"/>
                </a:lnTo>
                <a:lnTo>
                  <a:pt x="221368" y="298923"/>
                </a:lnTo>
                <a:cubicBezTo>
                  <a:pt x="238670" y="305706"/>
                  <a:pt x="258180" y="297141"/>
                  <a:pt x="264943" y="279790"/>
                </a:cubicBezTo>
                <a:cubicBezTo>
                  <a:pt x="264975" y="279712"/>
                  <a:pt x="265006" y="279632"/>
                  <a:pt x="265034" y="279555"/>
                </a:cubicBezTo>
                <a:cubicBezTo>
                  <a:pt x="266577" y="275674"/>
                  <a:pt x="267291" y="271516"/>
                  <a:pt x="267134" y="267344"/>
                </a:cubicBezTo>
                <a:lnTo>
                  <a:pt x="267134" y="213870"/>
                </a:lnTo>
                <a:lnTo>
                  <a:pt x="285608" y="213870"/>
                </a:lnTo>
                <a:cubicBezTo>
                  <a:pt x="296105" y="212606"/>
                  <a:pt x="305762" y="199975"/>
                  <a:pt x="295685" y="184395"/>
                </a:cubicBezTo>
                <a:close/>
                <a:moveTo>
                  <a:pt x="290765" y="200908"/>
                </a:moveTo>
                <a:cubicBezTo>
                  <a:pt x="289674" y="203248"/>
                  <a:pt x="287543" y="204933"/>
                  <a:pt x="285020" y="205448"/>
                </a:cubicBezTo>
                <a:lnTo>
                  <a:pt x="258736" y="205448"/>
                </a:lnTo>
                <a:lnTo>
                  <a:pt x="258736" y="267344"/>
                </a:lnTo>
                <a:cubicBezTo>
                  <a:pt x="258887" y="270337"/>
                  <a:pt x="258418" y="273330"/>
                  <a:pt x="257361" y="276133"/>
                </a:cubicBezTo>
                <a:lnTo>
                  <a:pt x="257267" y="276340"/>
                </a:lnTo>
                <a:lnTo>
                  <a:pt x="257186" y="276555"/>
                </a:lnTo>
                <a:cubicBezTo>
                  <a:pt x="252207" y="289607"/>
                  <a:pt x="237617" y="296141"/>
                  <a:pt x="224601" y="291144"/>
                </a:cubicBezTo>
                <a:cubicBezTo>
                  <a:pt x="224527" y="291116"/>
                  <a:pt x="224457" y="291088"/>
                  <a:pt x="224384" y="291060"/>
                </a:cubicBezTo>
                <a:lnTo>
                  <a:pt x="186322" y="276383"/>
                </a:lnTo>
                <a:lnTo>
                  <a:pt x="180591" y="273919"/>
                </a:lnTo>
                <a:lnTo>
                  <a:pt x="180465" y="273863"/>
                </a:lnTo>
                <a:lnTo>
                  <a:pt x="180342" y="273818"/>
                </a:lnTo>
                <a:cubicBezTo>
                  <a:pt x="173971" y="271189"/>
                  <a:pt x="169790" y="264989"/>
                  <a:pt x="169723" y="258081"/>
                </a:cubicBezTo>
                <a:lnTo>
                  <a:pt x="169723" y="237870"/>
                </a:lnTo>
                <a:cubicBezTo>
                  <a:pt x="169702" y="219273"/>
                  <a:pt x="154678" y="204206"/>
                  <a:pt x="136133" y="204185"/>
                </a:cubicBezTo>
                <a:lnTo>
                  <a:pt x="58037" y="204185"/>
                </a:lnTo>
                <a:cubicBezTo>
                  <a:pt x="41365" y="204238"/>
                  <a:pt x="26253" y="194350"/>
                  <a:pt x="19591" y="179020"/>
                </a:cubicBezTo>
                <a:cubicBezTo>
                  <a:pt x="13370" y="164044"/>
                  <a:pt x="10168" y="147984"/>
                  <a:pt x="10171" y="131763"/>
                </a:cubicBezTo>
                <a:lnTo>
                  <a:pt x="10171" y="131609"/>
                </a:lnTo>
                <a:lnTo>
                  <a:pt x="10171" y="131454"/>
                </a:lnTo>
                <a:cubicBezTo>
                  <a:pt x="8478" y="88162"/>
                  <a:pt x="30595" y="47422"/>
                  <a:pt x="67771" y="25348"/>
                </a:cubicBezTo>
                <a:cubicBezTo>
                  <a:pt x="88110" y="14105"/>
                  <a:pt x="111035" y="8386"/>
                  <a:pt x="134261" y="8807"/>
                </a:cubicBezTo>
                <a:cubicBezTo>
                  <a:pt x="157480" y="8386"/>
                  <a:pt x="180405" y="14105"/>
                  <a:pt x="200745" y="25330"/>
                </a:cubicBezTo>
                <a:cubicBezTo>
                  <a:pt x="237921" y="47404"/>
                  <a:pt x="260034" y="88145"/>
                  <a:pt x="258337" y="131437"/>
                </a:cubicBezTo>
                <a:lnTo>
                  <a:pt x="258337" y="136100"/>
                </a:lnTo>
                <a:lnTo>
                  <a:pt x="259453" y="138047"/>
                </a:lnTo>
                <a:lnTo>
                  <a:pt x="288425" y="188574"/>
                </a:lnTo>
                <a:lnTo>
                  <a:pt x="288540" y="188767"/>
                </a:lnTo>
                <a:lnTo>
                  <a:pt x="288663" y="188957"/>
                </a:lnTo>
                <a:cubicBezTo>
                  <a:pt x="291413" y="192290"/>
                  <a:pt x="292217" y="196827"/>
                  <a:pt x="290783" y="200908"/>
                </a:cubicBezTo>
                <a:lnTo>
                  <a:pt x="290765" y="2009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14" cap="flat">
            <a:solidFill>
              <a:srgbClr val="000000"/>
            </a:solidFill>
            <a:round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5D41AF-B68F-407F-9199-78649AC8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312" y="3036381"/>
            <a:ext cx="31490" cy="31579"/>
          </a:xfrm>
          <a:custGeom xmlns:a="http://schemas.openxmlformats.org/drawingml/2006/main">
            <a:pathLst>
              <a:path w="31490" h="31579">
                <a:moveTo>
                  <a:pt x="31490" y="31579"/>
                </a:moveTo>
                <a:lnTo>
                  <a:pt x="31490" y="0"/>
                </a:lnTo>
                <a:lnTo>
                  <a:pt x="0" y="0"/>
                </a:lnTo>
                <a:cubicBezTo>
                  <a:pt x="53" y="17418"/>
                  <a:pt x="14122" y="31527"/>
                  <a:pt x="31490" y="315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1C4D55-36D0-4375-963E-233CB405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312" y="3036381"/>
            <a:ext cx="31490" cy="31579"/>
          </a:xfrm>
          <a:custGeom xmlns:a="http://schemas.openxmlformats.org/drawingml/2006/main">
            <a:pathLst>
              <a:path w="31490" h="31579" fill="none">
                <a:moveTo>
                  <a:pt x="31490" y="31579"/>
                </a:moveTo>
                <a:lnTo>
                  <a:pt x="31490" y="0"/>
                </a:lnTo>
                <a:lnTo>
                  <a:pt x="0" y="0"/>
                </a:lnTo>
                <a:cubicBezTo>
                  <a:pt x="53" y="17418"/>
                  <a:pt x="14122" y="31527"/>
                  <a:pt x="31490" y="3157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814" cap="flat">
            <a:solidFill>
              <a:srgbClr val="000000"/>
            </a:solidFill>
            <a:round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6A76DC-1AF2-45E1-8F48-D99D437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803" y="3005220"/>
            <a:ext cx="31144" cy="31162"/>
          </a:xfrm>
          <a:custGeom xmlns:a="http://schemas.openxmlformats.org/drawingml/2006/main">
            <a:pathLst>
              <a:path w="31144" h="31162">
                <a:moveTo>
                  <a:pt x="0" y="4"/>
                </a:moveTo>
                <a:lnTo>
                  <a:pt x="0" y="31162"/>
                </a:lnTo>
                <a:lnTo>
                  <a:pt x="31071" y="31162"/>
                </a:lnTo>
                <a:cubicBezTo>
                  <a:pt x="31144" y="14025"/>
                  <a:pt x="17348" y="74"/>
                  <a:pt x="262" y="4"/>
                </a:cubicBezTo>
                <a:cubicBezTo>
                  <a:pt x="175" y="0"/>
                  <a:pt x="87" y="0"/>
                  <a:pt x="0" y="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497293-CCD9-4569-BF4F-6D15D9DF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803" y="3005220"/>
            <a:ext cx="31144" cy="31162"/>
          </a:xfrm>
          <a:custGeom xmlns:a="http://schemas.openxmlformats.org/drawingml/2006/main">
            <a:pathLst>
              <a:path w="31144" h="31162" fill="none">
                <a:moveTo>
                  <a:pt x="0" y="4"/>
                </a:moveTo>
                <a:lnTo>
                  <a:pt x="0" y="31162"/>
                </a:lnTo>
                <a:lnTo>
                  <a:pt x="31071" y="31162"/>
                </a:lnTo>
                <a:cubicBezTo>
                  <a:pt x="31144" y="14025"/>
                  <a:pt x="17348" y="74"/>
                  <a:pt x="262" y="4"/>
                </a:cubicBezTo>
                <a:cubicBezTo>
                  <a:pt x="175" y="0"/>
                  <a:pt x="87" y="0"/>
                  <a:pt x="0" y="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814" cap="flat">
            <a:solidFill>
              <a:srgbClr val="000000"/>
            </a:solidFill>
            <a:round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59E3E-3C8B-4146-B2B4-2F6768F7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671" y="3019536"/>
            <a:ext cx="33691" cy="33688"/>
          </a:xfrm>
          <a:custGeom xmlns:a="http://schemas.openxmlformats.org/drawingml/2006/main">
            <a:pathLst>
              <a:path w="33691" h="33688">
                <a:moveTo>
                  <a:pt x="16795" y="4"/>
                </a:moveTo>
                <a:cubicBezTo>
                  <a:pt x="7519" y="4"/>
                  <a:pt x="0" y="7544"/>
                  <a:pt x="0" y="16846"/>
                </a:cubicBezTo>
                <a:cubicBezTo>
                  <a:pt x="0" y="26148"/>
                  <a:pt x="7519" y="33688"/>
                  <a:pt x="16795" y="33688"/>
                </a:cubicBezTo>
                <a:cubicBezTo>
                  <a:pt x="26071" y="33688"/>
                  <a:pt x="33590" y="26148"/>
                  <a:pt x="33590" y="16846"/>
                </a:cubicBezTo>
                <a:cubicBezTo>
                  <a:pt x="33691" y="7642"/>
                  <a:pt x="26333" y="102"/>
                  <a:pt x="17159" y="4"/>
                </a:cubicBezTo>
                <a:cubicBezTo>
                  <a:pt x="17036" y="0"/>
                  <a:pt x="16917" y="0"/>
                  <a:pt x="16795" y="4"/>
                </a:cubicBezTo>
                <a:close/>
                <a:moveTo>
                  <a:pt x="16795" y="25267"/>
                </a:moveTo>
                <a:cubicBezTo>
                  <a:pt x="12159" y="25267"/>
                  <a:pt x="8397" y="21495"/>
                  <a:pt x="8397" y="16846"/>
                </a:cubicBezTo>
                <a:cubicBezTo>
                  <a:pt x="8397" y="12193"/>
                  <a:pt x="12159" y="8425"/>
                  <a:pt x="16795" y="8425"/>
                </a:cubicBezTo>
                <a:cubicBezTo>
                  <a:pt x="21434" y="8425"/>
                  <a:pt x="25192" y="12193"/>
                  <a:pt x="25192" y="16846"/>
                </a:cubicBezTo>
                <a:cubicBezTo>
                  <a:pt x="25297" y="21393"/>
                  <a:pt x="21704" y="25162"/>
                  <a:pt x="17169" y="25267"/>
                </a:cubicBezTo>
                <a:cubicBezTo>
                  <a:pt x="17043" y="25267"/>
                  <a:pt x="16921" y="25267"/>
                  <a:pt x="16795" y="252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09582-83A6-4605-87F2-D40AA144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671" y="3019536"/>
            <a:ext cx="33691" cy="33688"/>
          </a:xfrm>
          <a:custGeom xmlns:a="http://schemas.openxmlformats.org/drawingml/2006/main">
            <a:pathLst>
              <a:path w="33691" h="33688" fill="none">
                <a:moveTo>
                  <a:pt x="16795" y="4"/>
                </a:moveTo>
                <a:cubicBezTo>
                  <a:pt x="7519" y="4"/>
                  <a:pt x="0" y="7544"/>
                  <a:pt x="0" y="16846"/>
                </a:cubicBezTo>
                <a:cubicBezTo>
                  <a:pt x="0" y="26148"/>
                  <a:pt x="7519" y="33688"/>
                  <a:pt x="16795" y="33688"/>
                </a:cubicBezTo>
                <a:cubicBezTo>
                  <a:pt x="26071" y="33688"/>
                  <a:pt x="33590" y="26148"/>
                  <a:pt x="33590" y="16846"/>
                </a:cubicBezTo>
                <a:cubicBezTo>
                  <a:pt x="33691" y="7642"/>
                  <a:pt x="26333" y="102"/>
                  <a:pt x="17159" y="4"/>
                </a:cubicBezTo>
                <a:cubicBezTo>
                  <a:pt x="17036" y="0"/>
                  <a:pt x="16917" y="0"/>
                  <a:pt x="16795" y="4"/>
                </a:cubicBezTo>
                <a:close/>
                <a:moveTo>
                  <a:pt x="16795" y="25267"/>
                </a:moveTo>
                <a:cubicBezTo>
                  <a:pt x="12159" y="25267"/>
                  <a:pt x="8397" y="21495"/>
                  <a:pt x="8397" y="16846"/>
                </a:cubicBezTo>
                <a:cubicBezTo>
                  <a:pt x="8397" y="12193"/>
                  <a:pt x="12159" y="8425"/>
                  <a:pt x="16795" y="8425"/>
                </a:cubicBezTo>
                <a:cubicBezTo>
                  <a:pt x="21434" y="8425"/>
                  <a:pt x="25192" y="12193"/>
                  <a:pt x="25192" y="16846"/>
                </a:cubicBezTo>
                <a:cubicBezTo>
                  <a:pt x="25297" y="21393"/>
                  <a:pt x="21704" y="25162"/>
                  <a:pt x="17169" y="25267"/>
                </a:cubicBezTo>
                <a:cubicBezTo>
                  <a:pt x="17043" y="25267"/>
                  <a:pt x="16921" y="25267"/>
                  <a:pt x="16795" y="2526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814" cap="flat">
            <a:solidFill>
              <a:srgbClr val="000000"/>
            </a:solidFill>
            <a:round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E748CC-F19A-4CEF-9DF2-F70969D8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0319" y="3148383"/>
            <a:ext cx="88173" cy="8421"/>
          </a:xfrm>
          <a:custGeom xmlns:a="http://schemas.openxmlformats.org/drawingml/2006/main">
            <a:pathLst>
              <a:path w="88173" h="8421">
                <a:moveTo>
                  <a:pt x="83975" y="0"/>
                </a:moveTo>
                <a:lnTo>
                  <a:pt x="4199" y="0"/>
                </a:lnTo>
                <a:cubicBezTo>
                  <a:pt x="1879" y="0"/>
                  <a:pt x="0" y="1884"/>
                  <a:pt x="0" y="4211"/>
                </a:cubicBezTo>
                <a:cubicBezTo>
                  <a:pt x="0" y="6533"/>
                  <a:pt x="1879" y="8421"/>
                  <a:pt x="4199" y="8421"/>
                </a:cubicBezTo>
                <a:lnTo>
                  <a:pt x="83975" y="8421"/>
                </a:lnTo>
                <a:cubicBezTo>
                  <a:pt x="86294" y="8421"/>
                  <a:pt x="88173" y="6533"/>
                  <a:pt x="88173" y="4211"/>
                </a:cubicBezTo>
                <a:cubicBezTo>
                  <a:pt x="88173" y="1884"/>
                  <a:pt x="86294" y="0"/>
                  <a:pt x="8397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63CFA4-062A-46ED-9BD0-7E2D7874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0319" y="3148383"/>
            <a:ext cx="88173" cy="8421"/>
          </a:xfrm>
          <a:custGeom xmlns:a="http://schemas.openxmlformats.org/drawingml/2006/main">
            <a:pathLst>
              <a:path w="88173" h="8421" fill="none">
                <a:moveTo>
                  <a:pt x="83975" y="0"/>
                </a:moveTo>
                <a:lnTo>
                  <a:pt x="4199" y="0"/>
                </a:lnTo>
                <a:cubicBezTo>
                  <a:pt x="1879" y="0"/>
                  <a:pt x="0" y="1884"/>
                  <a:pt x="0" y="4211"/>
                </a:cubicBezTo>
                <a:cubicBezTo>
                  <a:pt x="0" y="6533"/>
                  <a:pt x="1879" y="8421"/>
                  <a:pt x="4199" y="8421"/>
                </a:cubicBezTo>
                <a:lnTo>
                  <a:pt x="83975" y="8421"/>
                </a:lnTo>
                <a:cubicBezTo>
                  <a:pt x="86294" y="8421"/>
                  <a:pt x="88173" y="6533"/>
                  <a:pt x="88173" y="4211"/>
                </a:cubicBezTo>
                <a:cubicBezTo>
                  <a:pt x="88173" y="1884"/>
                  <a:pt x="86294" y="0"/>
                  <a:pt x="8397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814" cap="flat">
            <a:solidFill>
              <a:srgbClr val="000000"/>
            </a:solidFill>
            <a:round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51CD10-CF1A-4853-81DF-240DA00B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0319" y="3186278"/>
            <a:ext cx="88173" cy="8421"/>
          </a:xfrm>
          <a:custGeom xmlns:a="http://schemas.openxmlformats.org/drawingml/2006/main">
            <a:pathLst>
              <a:path w="88173" h="8421">
                <a:moveTo>
                  <a:pt x="83975" y="0"/>
                </a:moveTo>
                <a:lnTo>
                  <a:pt x="4199" y="0"/>
                </a:lnTo>
                <a:cubicBezTo>
                  <a:pt x="1879" y="0"/>
                  <a:pt x="0" y="1884"/>
                  <a:pt x="0" y="4211"/>
                </a:cubicBezTo>
                <a:cubicBezTo>
                  <a:pt x="0" y="6533"/>
                  <a:pt x="1879" y="8421"/>
                  <a:pt x="4199" y="8421"/>
                </a:cubicBezTo>
                <a:lnTo>
                  <a:pt x="83975" y="8421"/>
                </a:lnTo>
                <a:cubicBezTo>
                  <a:pt x="86294" y="8421"/>
                  <a:pt x="88173" y="6533"/>
                  <a:pt x="88173" y="4211"/>
                </a:cubicBezTo>
                <a:cubicBezTo>
                  <a:pt x="88173" y="1884"/>
                  <a:pt x="86294" y="0"/>
                  <a:pt x="8397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D2C14C-38BF-49F4-B24D-E653F1A6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0319" y="3186278"/>
            <a:ext cx="88173" cy="8421"/>
          </a:xfrm>
          <a:custGeom xmlns:a="http://schemas.openxmlformats.org/drawingml/2006/main">
            <a:pathLst>
              <a:path w="88173" h="8421" fill="none">
                <a:moveTo>
                  <a:pt x="83975" y="0"/>
                </a:moveTo>
                <a:lnTo>
                  <a:pt x="4199" y="0"/>
                </a:lnTo>
                <a:cubicBezTo>
                  <a:pt x="1879" y="0"/>
                  <a:pt x="0" y="1884"/>
                  <a:pt x="0" y="4211"/>
                </a:cubicBezTo>
                <a:cubicBezTo>
                  <a:pt x="0" y="6533"/>
                  <a:pt x="1879" y="8421"/>
                  <a:pt x="4199" y="8421"/>
                </a:cubicBezTo>
                <a:lnTo>
                  <a:pt x="83975" y="8421"/>
                </a:lnTo>
                <a:cubicBezTo>
                  <a:pt x="86294" y="8421"/>
                  <a:pt x="88173" y="6533"/>
                  <a:pt x="88173" y="4211"/>
                </a:cubicBezTo>
                <a:cubicBezTo>
                  <a:pt x="88173" y="1884"/>
                  <a:pt x="86294" y="0"/>
                  <a:pt x="8397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814" cap="flat">
            <a:solidFill>
              <a:srgbClr val="000000"/>
            </a:solidFill>
            <a:round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743CA4-96C0-40D2-951F-77CE832C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0319" y="3224173"/>
            <a:ext cx="88173" cy="8421"/>
          </a:xfrm>
          <a:custGeom xmlns:a="http://schemas.openxmlformats.org/drawingml/2006/main">
            <a:pathLst>
              <a:path w="88173" h="8421">
                <a:moveTo>
                  <a:pt x="83975" y="0"/>
                </a:moveTo>
                <a:lnTo>
                  <a:pt x="4199" y="0"/>
                </a:lnTo>
                <a:cubicBezTo>
                  <a:pt x="1879" y="0"/>
                  <a:pt x="0" y="1884"/>
                  <a:pt x="0" y="4211"/>
                </a:cubicBezTo>
                <a:cubicBezTo>
                  <a:pt x="0" y="6533"/>
                  <a:pt x="1879" y="8421"/>
                  <a:pt x="4199" y="8421"/>
                </a:cubicBezTo>
                <a:lnTo>
                  <a:pt x="83975" y="8421"/>
                </a:lnTo>
                <a:cubicBezTo>
                  <a:pt x="86294" y="8421"/>
                  <a:pt x="88173" y="6533"/>
                  <a:pt x="88173" y="4211"/>
                </a:cubicBezTo>
                <a:cubicBezTo>
                  <a:pt x="88173" y="1884"/>
                  <a:pt x="86294" y="0"/>
                  <a:pt x="8397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4CF3C4-6403-4359-8761-B071789B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0319" y="3224173"/>
            <a:ext cx="88173" cy="8421"/>
          </a:xfrm>
          <a:custGeom xmlns:a="http://schemas.openxmlformats.org/drawingml/2006/main">
            <a:pathLst>
              <a:path w="88173" h="8421" fill="none">
                <a:moveTo>
                  <a:pt x="83975" y="0"/>
                </a:moveTo>
                <a:lnTo>
                  <a:pt x="4199" y="0"/>
                </a:lnTo>
                <a:cubicBezTo>
                  <a:pt x="1879" y="0"/>
                  <a:pt x="0" y="1884"/>
                  <a:pt x="0" y="4211"/>
                </a:cubicBezTo>
                <a:cubicBezTo>
                  <a:pt x="0" y="6533"/>
                  <a:pt x="1879" y="8421"/>
                  <a:pt x="4199" y="8421"/>
                </a:cubicBezTo>
                <a:lnTo>
                  <a:pt x="83975" y="8421"/>
                </a:lnTo>
                <a:cubicBezTo>
                  <a:pt x="86294" y="8421"/>
                  <a:pt x="88173" y="6533"/>
                  <a:pt x="88173" y="4211"/>
                </a:cubicBezTo>
                <a:cubicBezTo>
                  <a:pt x="88173" y="1884"/>
                  <a:pt x="86294" y="0"/>
                  <a:pt x="8397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814" cap="flat">
            <a:solidFill>
              <a:srgbClr val="000000"/>
            </a:solidFill>
            <a:round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E15C63-5BB2-428A-9990-57EB5520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617" y="2990061"/>
            <a:ext cx="92445" cy="92636"/>
          </a:xfrm>
          <a:custGeom xmlns:a="http://schemas.openxmlformats.org/drawingml/2006/main">
            <a:pathLst>
              <a:path w="92445" h="92636">
                <a:moveTo>
                  <a:pt x="46186" y="4"/>
                </a:moveTo>
                <a:cubicBezTo>
                  <a:pt x="20679" y="3"/>
                  <a:pt x="0" y="20737"/>
                  <a:pt x="0" y="46320"/>
                </a:cubicBezTo>
                <a:cubicBezTo>
                  <a:pt x="0" y="71899"/>
                  <a:pt x="20679" y="92636"/>
                  <a:pt x="46186" y="92636"/>
                </a:cubicBezTo>
                <a:cubicBezTo>
                  <a:pt x="71693" y="92636"/>
                  <a:pt x="92372" y="71899"/>
                  <a:pt x="92372" y="46320"/>
                </a:cubicBezTo>
                <a:cubicBezTo>
                  <a:pt x="92445" y="20814"/>
                  <a:pt x="71889" y="77"/>
                  <a:pt x="46455" y="4"/>
                </a:cubicBezTo>
                <a:cubicBezTo>
                  <a:pt x="46364" y="0"/>
                  <a:pt x="46277" y="0"/>
                  <a:pt x="46186" y="4"/>
                </a:cubicBezTo>
                <a:close/>
                <a:moveTo>
                  <a:pt x="46186" y="84215"/>
                </a:moveTo>
                <a:cubicBezTo>
                  <a:pt x="25315" y="84215"/>
                  <a:pt x="8397" y="67246"/>
                  <a:pt x="8397" y="46320"/>
                </a:cubicBezTo>
                <a:cubicBezTo>
                  <a:pt x="8397" y="25390"/>
                  <a:pt x="25315" y="8425"/>
                  <a:pt x="46186" y="8425"/>
                </a:cubicBezTo>
                <a:cubicBezTo>
                  <a:pt x="67057" y="8425"/>
                  <a:pt x="83975" y="25390"/>
                  <a:pt x="83975" y="46320"/>
                </a:cubicBezTo>
                <a:cubicBezTo>
                  <a:pt x="83954" y="67239"/>
                  <a:pt x="67047" y="84191"/>
                  <a:pt x="46186" y="842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B19D7-DCF1-4FA2-B5C6-F4D0E324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617" y="2990061"/>
            <a:ext cx="92445" cy="92636"/>
          </a:xfrm>
          <a:custGeom xmlns:a="http://schemas.openxmlformats.org/drawingml/2006/main">
            <a:pathLst>
              <a:path w="92445" h="92636" fill="none">
                <a:moveTo>
                  <a:pt x="46186" y="4"/>
                </a:moveTo>
                <a:cubicBezTo>
                  <a:pt x="20679" y="3"/>
                  <a:pt x="0" y="20737"/>
                  <a:pt x="0" y="46320"/>
                </a:cubicBezTo>
                <a:cubicBezTo>
                  <a:pt x="0" y="71899"/>
                  <a:pt x="20679" y="92636"/>
                  <a:pt x="46186" y="92636"/>
                </a:cubicBezTo>
                <a:cubicBezTo>
                  <a:pt x="71693" y="92636"/>
                  <a:pt x="92372" y="71899"/>
                  <a:pt x="92372" y="46320"/>
                </a:cubicBezTo>
                <a:cubicBezTo>
                  <a:pt x="92445" y="20814"/>
                  <a:pt x="71889" y="77"/>
                  <a:pt x="46455" y="4"/>
                </a:cubicBezTo>
                <a:cubicBezTo>
                  <a:pt x="46364" y="0"/>
                  <a:pt x="46277" y="0"/>
                  <a:pt x="46186" y="4"/>
                </a:cubicBezTo>
                <a:close/>
                <a:moveTo>
                  <a:pt x="46186" y="84215"/>
                </a:moveTo>
                <a:cubicBezTo>
                  <a:pt x="25315" y="84215"/>
                  <a:pt x="8397" y="67246"/>
                  <a:pt x="8397" y="46320"/>
                </a:cubicBezTo>
                <a:cubicBezTo>
                  <a:pt x="8397" y="25390"/>
                  <a:pt x="25315" y="8425"/>
                  <a:pt x="46186" y="8425"/>
                </a:cubicBezTo>
                <a:cubicBezTo>
                  <a:pt x="67057" y="8425"/>
                  <a:pt x="83975" y="25390"/>
                  <a:pt x="83975" y="46320"/>
                </a:cubicBezTo>
                <a:cubicBezTo>
                  <a:pt x="83954" y="67239"/>
                  <a:pt x="67047" y="84191"/>
                  <a:pt x="46186" y="8421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814" cap="flat">
            <a:solidFill>
              <a:srgbClr val="000000"/>
            </a:solidFill>
            <a:round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40D271-B6B8-4B63-93EB-B8C1482F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957" y="2669978"/>
            <a:ext cx="387743" cy="170206"/>
          </a:xfrm>
          <a:custGeom xmlns:a="http://schemas.openxmlformats.org/drawingml/2006/main">
            <a:pathLst>
              <a:path w="387743" h="170206">
                <a:moveTo>
                  <a:pt x="0" y="42552"/>
                </a:moveTo>
                <a:lnTo>
                  <a:pt x="257054" y="42552"/>
                </a:lnTo>
                <a:lnTo>
                  <a:pt x="257054" y="0"/>
                </a:lnTo>
                <a:lnTo>
                  <a:pt x="387743" y="85103"/>
                </a:lnTo>
                <a:lnTo>
                  <a:pt x="257054" y="170206"/>
                </a:lnTo>
                <a:lnTo>
                  <a:pt x="257054" y="127655"/>
                </a:lnTo>
                <a:lnTo>
                  <a:pt x="0" y="127655"/>
                </a:lnTo>
                <a:lnTo>
                  <a:pt x="0" y="4255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B5A9CA-65E6-4191-9B5A-12C8A4C5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957" y="2669978"/>
            <a:ext cx="387743" cy="170206"/>
          </a:xfrm>
          <a:custGeom xmlns:a="http://schemas.openxmlformats.org/drawingml/2006/main">
            <a:pathLst>
              <a:path w="387743" h="170206" fill="none">
                <a:moveTo>
                  <a:pt x="0" y="42552"/>
                </a:moveTo>
                <a:lnTo>
                  <a:pt x="257054" y="42552"/>
                </a:lnTo>
                <a:lnTo>
                  <a:pt x="257054" y="0"/>
                </a:lnTo>
                <a:lnTo>
                  <a:pt x="387743" y="85103"/>
                </a:lnTo>
                <a:lnTo>
                  <a:pt x="257054" y="170206"/>
                </a:lnTo>
                <a:lnTo>
                  <a:pt x="257054" y="127655"/>
                </a:lnTo>
                <a:lnTo>
                  <a:pt x="0" y="127655"/>
                </a:lnTo>
                <a:lnTo>
                  <a:pt x="0" y="4255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85" cap="flat">
            <a:solidFill>
              <a:srgbClr val="FFFFFF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4FB99A-A87C-4271-9F62-0081E5DE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9064" y="2506141"/>
            <a:ext cx="183338" cy="193431"/>
          </a:xfrm>
          <a:custGeom xmlns:a="http://schemas.openxmlformats.org/drawingml/2006/main">
            <a:pathLst>
              <a:path w="183338" h="193431">
                <a:moveTo>
                  <a:pt x="4762" y="192297"/>
                </a:moveTo>
                <a:lnTo>
                  <a:pt x="4825" y="192297"/>
                </a:lnTo>
                <a:cubicBezTo>
                  <a:pt x="6088" y="192297"/>
                  <a:pt x="36193" y="191750"/>
                  <a:pt x="51012" y="183915"/>
                </a:cubicBezTo>
                <a:cubicBezTo>
                  <a:pt x="51138" y="183844"/>
                  <a:pt x="51268" y="183767"/>
                  <a:pt x="51391" y="183687"/>
                </a:cubicBezTo>
                <a:cubicBezTo>
                  <a:pt x="57535" y="179178"/>
                  <a:pt x="63314" y="174195"/>
                  <a:pt x="68683" y="168788"/>
                </a:cubicBezTo>
                <a:cubicBezTo>
                  <a:pt x="69650" y="167865"/>
                  <a:pt x="70583" y="166978"/>
                  <a:pt x="71498" y="166118"/>
                </a:cubicBezTo>
                <a:cubicBezTo>
                  <a:pt x="77067" y="167946"/>
                  <a:pt x="82857" y="169016"/>
                  <a:pt x="88713" y="169300"/>
                </a:cubicBezTo>
                <a:cubicBezTo>
                  <a:pt x="89793" y="169350"/>
                  <a:pt x="90877" y="169378"/>
                  <a:pt x="91950" y="169378"/>
                </a:cubicBezTo>
                <a:cubicBezTo>
                  <a:pt x="97774" y="169364"/>
                  <a:pt x="103571" y="168595"/>
                  <a:pt x="109203" y="167093"/>
                </a:cubicBezTo>
                <a:cubicBezTo>
                  <a:pt x="109971" y="167813"/>
                  <a:pt x="110749" y="168546"/>
                  <a:pt x="111587" y="169339"/>
                </a:cubicBezTo>
                <a:cubicBezTo>
                  <a:pt x="116700" y="174371"/>
                  <a:pt x="122114" y="179083"/>
                  <a:pt x="127802" y="183455"/>
                </a:cubicBezTo>
                <a:cubicBezTo>
                  <a:pt x="141570" y="193431"/>
                  <a:pt x="176006" y="185918"/>
                  <a:pt x="179888" y="185031"/>
                </a:cubicBezTo>
                <a:cubicBezTo>
                  <a:pt x="181522" y="184641"/>
                  <a:pt x="182767" y="183318"/>
                  <a:pt x="183058" y="181662"/>
                </a:cubicBezTo>
                <a:cubicBezTo>
                  <a:pt x="183338" y="179985"/>
                  <a:pt x="182602" y="178301"/>
                  <a:pt x="181175" y="177371"/>
                </a:cubicBezTo>
                <a:cubicBezTo>
                  <a:pt x="181087" y="177318"/>
                  <a:pt x="172559" y="171557"/>
                  <a:pt x="167074" y="149872"/>
                </a:cubicBezTo>
                <a:cubicBezTo>
                  <a:pt x="165279" y="142837"/>
                  <a:pt x="168393" y="128725"/>
                  <a:pt x="171703" y="113780"/>
                </a:cubicBezTo>
                <a:cubicBezTo>
                  <a:pt x="175318" y="99826"/>
                  <a:pt x="177524" y="85542"/>
                  <a:pt x="178285" y="71148"/>
                </a:cubicBezTo>
                <a:cubicBezTo>
                  <a:pt x="178285" y="49780"/>
                  <a:pt x="171973" y="36692"/>
                  <a:pt x="158444" y="29965"/>
                </a:cubicBezTo>
                <a:cubicBezTo>
                  <a:pt x="151476" y="27264"/>
                  <a:pt x="143835" y="26807"/>
                  <a:pt x="136590" y="28667"/>
                </a:cubicBezTo>
                <a:cubicBezTo>
                  <a:pt x="132803" y="23579"/>
                  <a:pt x="122732" y="12842"/>
                  <a:pt x="101621" y="6246"/>
                </a:cubicBezTo>
                <a:cubicBezTo>
                  <a:pt x="78824" y="0"/>
                  <a:pt x="54463" y="3123"/>
                  <a:pt x="33998" y="14983"/>
                </a:cubicBezTo>
                <a:cubicBezTo>
                  <a:pt x="16383" y="26351"/>
                  <a:pt x="7936" y="39071"/>
                  <a:pt x="7543" y="80440"/>
                </a:cubicBezTo>
                <a:cubicBezTo>
                  <a:pt x="7382" y="97882"/>
                  <a:pt x="8409" y="114124"/>
                  <a:pt x="9317" y="128472"/>
                </a:cubicBezTo>
                <a:cubicBezTo>
                  <a:pt x="10545" y="140335"/>
                  <a:pt x="10748" y="152283"/>
                  <a:pt x="9928" y="164185"/>
                </a:cubicBezTo>
                <a:cubicBezTo>
                  <a:pt x="8949" y="171932"/>
                  <a:pt x="6003" y="179301"/>
                  <a:pt x="1378" y="185592"/>
                </a:cubicBezTo>
                <a:cubicBezTo>
                  <a:pt x="0" y="187462"/>
                  <a:pt x="400" y="190101"/>
                  <a:pt x="2272" y="191480"/>
                </a:cubicBezTo>
                <a:cubicBezTo>
                  <a:pt x="2988" y="192006"/>
                  <a:pt x="3854" y="192294"/>
                  <a:pt x="4745" y="192297"/>
                </a:cubicBezTo>
                <a:lnTo>
                  <a:pt x="4762" y="192297"/>
                </a:lnTo>
                <a:close/>
                <a:moveTo>
                  <a:pt x="89099" y="160886"/>
                </a:moveTo>
                <a:cubicBezTo>
                  <a:pt x="59011" y="159248"/>
                  <a:pt x="34927" y="135303"/>
                  <a:pt x="33100" y="105208"/>
                </a:cubicBezTo>
                <a:cubicBezTo>
                  <a:pt x="32995" y="103170"/>
                  <a:pt x="32995" y="101131"/>
                  <a:pt x="33100" y="99092"/>
                </a:cubicBezTo>
                <a:cubicBezTo>
                  <a:pt x="33296" y="94812"/>
                  <a:pt x="36743" y="91401"/>
                  <a:pt x="41022" y="91250"/>
                </a:cubicBezTo>
                <a:cubicBezTo>
                  <a:pt x="44051" y="91201"/>
                  <a:pt x="47074" y="90917"/>
                  <a:pt x="50062" y="90408"/>
                </a:cubicBezTo>
                <a:cubicBezTo>
                  <a:pt x="63742" y="88598"/>
                  <a:pt x="77092" y="84829"/>
                  <a:pt x="89702" y="79212"/>
                </a:cubicBezTo>
                <a:cubicBezTo>
                  <a:pt x="103560" y="72233"/>
                  <a:pt x="116430" y="63436"/>
                  <a:pt x="127964" y="53050"/>
                </a:cubicBezTo>
                <a:cubicBezTo>
                  <a:pt x="129012" y="59611"/>
                  <a:pt x="131341" y="65899"/>
                  <a:pt x="134823" y="71555"/>
                </a:cubicBezTo>
                <a:cubicBezTo>
                  <a:pt x="134907" y="71692"/>
                  <a:pt x="134995" y="71822"/>
                  <a:pt x="135093" y="71945"/>
                </a:cubicBezTo>
                <a:cubicBezTo>
                  <a:pt x="136758" y="73931"/>
                  <a:pt x="138684" y="75682"/>
                  <a:pt x="140819" y="77148"/>
                </a:cubicBezTo>
                <a:lnTo>
                  <a:pt x="141507" y="77664"/>
                </a:lnTo>
                <a:cubicBezTo>
                  <a:pt x="142299" y="78282"/>
                  <a:pt x="143032" y="78973"/>
                  <a:pt x="143691" y="79727"/>
                </a:cubicBezTo>
                <a:cubicBezTo>
                  <a:pt x="147612" y="84240"/>
                  <a:pt x="150000" y="89882"/>
                  <a:pt x="150505" y="95840"/>
                </a:cubicBezTo>
                <a:cubicBezTo>
                  <a:pt x="150712" y="97889"/>
                  <a:pt x="150817" y="99945"/>
                  <a:pt x="150810" y="102008"/>
                </a:cubicBezTo>
                <a:cubicBezTo>
                  <a:pt x="150810" y="134563"/>
                  <a:pt x="124432" y="160953"/>
                  <a:pt x="91897" y="160953"/>
                </a:cubicBezTo>
                <a:cubicBezTo>
                  <a:pt x="90964" y="160953"/>
                  <a:pt x="90031" y="160932"/>
                  <a:pt x="89099" y="160886"/>
                </a:cubicBezTo>
                <a:close/>
                <a:moveTo>
                  <a:pt x="17723" y="127935"/>
                </a:moveTo>
                <a:cubicBezTo>
                  <a:pt x="16822" y="113742"/>
                  <a:pt x="15798" y="97650"/>
                  <a:pt x="15959" y="80517"/>
                </a:cubicBezTo>
                <a:cubicBezTo>
                  <a:pt x="16317" y="42776"/>
                  <a:pt x="23221" y="31979"/>
                  <a:pt x="38374" y="22176"/>
                </a:cubicBezTo>
                <a:cubicBezTo>
                  <a:pt x="56805" y="11544"/>
                  <a:pt x="78726" y="8702"/>
                  <a:pt x="99251" y="14316"/>
                </a:cubicBezTo>
                <a:cubicBezTo>
                  <a:pt x="123356" y="21860"/>
                  <a:pt x="130930" y="35292"/>
                  <a:pt x="130993" y="35383"/>
                </a:cubicBezTo>
                <a:cubicBezTo>
                  <a:pt x="131937" y="37165"/>
                  <a:pt x="134006" y="38029"/>
                  <a:pt x="135934" y="37446"/>
                </a:cubicBezTo>
                <a:cubicBezTo>
                  <a:pt x="139168" y="36474"/>
                  <a:pt x="148843" y="34579"/>
                  <a:pt x="154685" y="37485"/>
                </a:cubicBezTo>
                <a:cubicBezTo>
                  <a:pt x="161747" y="40987"/>
                  <a:pt x="169834" y="47980"/>
                  <a:pt x="169834" y="71092"/>
                </a:cubicBezTo>
                <a:cubicBezTo>
                  <a:pt x="169059" y="84885"/>
                  <a:pt x="166920" y="98566"/>
                  <a:pt x="163452" y="111935"/>
                </a:cubicBezTo>
                <a:cubicBezTo>
                  <a:pt x="159777" y="128577"/>
                  <a:pt x="156606" y="142949"/>
                  <a:pt x="158900" y="151935"/>
                </a:cubicBezTo>
                <a:cubicBezTo>
                  <a:pt x="160955" y="161399"/>
                  <a:pt x="164875" y="170357"/>
                  <a:pt x="170433" y="178287"/>
                </a:cubicBezTo>
                <a:cubicBezTo>
                  <a:pt x="158440" y="180262"/>
                  <a:pt x="139964" y="181890"/>
                  <a:pt x="132715" y="176644"/>
                </a:cubicBezTo>
                <a:cubicBezTo>
                  <a:pt x="127627" y="172729"/>
                  <a:pt x="122777" y="168507"/>
                  <a:pt x="118194" y="164013"/>
                </a:cubicBezTo>
                <a:cubicBezTo>
                  <a:pt x="143074" y="153462"/>
                  <a:pt x="159233" y="129044"/>
                  <a:pt x="159226" y="102008"/>
                </a:cubicBezTo>
                <a:cubicBezTo>
                  <a:pt x="159226" y="99654"/>
                  <a:pt x="159107" y="97300"/>
                  <a:pt x="158865" y="94959"/>
                </a:cubicBezTo>
                <a:cubicBezTo>
                  <a:pt x="158177" y="87233"/>
                  <a:pt x="155049" y="79924"/>
                  <a:pt x="149940" y="74092"/>
                </a:cubicBezTo>
                <a:cubicBezTo>
                  <a:pt x="148920" y="72934"/>
                  <a:pt x="147794" y="71878"/>
                  <a:pt x="146574" y="70938"/>
                </a:cubicBezTo>
                <a:lnTo>
                  <a:pt x="145855" y="70397"/>
                </a:lnTo>
                <a:cubicBezTo>
                  <a:pt x="144393" y="69397"/>
                  <a:pt x="143050" y="68232"/>
                  <a:pt x="141857" y="66924"/>
                </a:cubicBezTo>
                <a:cubicBezTo>
                  <a:pt x="138905" y="62064"/>
                  <a:pt x="136969" y="56657"/>
                  <a:pt x="136162" y="51025"/>
                </a:cubicBezTo>
                <a:cubicBezTo>
                  <a:pt x="135517" y="46653"/>
                  <a:pt x="131453" y="43636"/>
                  <a:pt x="127083" y="44281"/>
                </a:cubicBezTo>
                <a:cubicBezTo>
                  <a:pt x="125456" y="44520"/>
                  <a:pt x="123941" y="45260"/>
                  <a:pt x="122746" y="46394"/>
                </a:cubicBezTo>
                <a:cubicBezTo>
                  <a:pt x="111717" y="56397"/>
                  <a:pt x="99387" y="64868"/>
                  <a:pt x="86093" y="71576"/>
                </a:cubicBezTo>
                <a:cubicBezTo>
                  <a:pt x="74220" y="76843"/>
                  <a:pt x="61652" y="80376"/>
                  <a:pt x="48775" y="82064"/>
                </a:cubicBezTo>
                <a:cubicBezTo>
                  <a:pt x="46141" y="82520"/>
                  <a:pt x="43480" y="82773"/>
                  <a:pt x="40808" y="82819"/>
                </a:cubicBezTo>
                <a:cubicBezTo>
                  <a:pt x="32129" y="83092"/>
                  <a:pt x="25112" y="89991"/>
                  <a:pt x="24684" y="98668"/>
                </a:cubicBezTo>
                <a:cubicBezTo>
                  <a:pt x="24572" y="100991"/>
                  <a:pt x="24579" y="103335"/>
                  <a:pt x="24684" y="105636"/>
                </a:cubicBezTo>
                <a:cubicBezTo>
                  <a:pt x="26178" y="130163"/>
                  <a:pt x="40804" y="151967"/>
                  <a:pt x="62925" y="162641"/>
                </a:cubicBezTo>
                <a:lnTo>
                  <a:pt x="62879" y="162686"/>
                </a:lnTo>
                <a:cubicBezTo>
                  <a:pt x="57896" y="167704"/>
                  <a:pt x="52552" y="172350"/>
                  <a:pt x="46888" y="176581"/>
                </a:cubicBezTo>
                <a:cubicBezTo>
                  <a:pt x="38051" y="181157"/>
                  <a:pt x="22120" y="182897"/>
                  <a:pt x="12568" y="183525"/>
                </a:cubicBezTo>
                <a:cubicBezTo>
                  <a:pt x="15528" y="177848"/>
                  <a:pt x="17453" y="171693"/>
                  <a:pt x="18256" y="165342"/>
                </a:cubicBezTo>
                <a:cubicBezTo>
                  <a:pt x="19206" y="152883"/>
                  <a:pt x="19027" y="140363"/>
                  <a:pt x="17723" y="1279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DA523-91A0-460F-AE70-DB16AAD0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9064" y="2506141"/>
            <a:ext cx="183338" cy="193431"/>
          </a:xfrm>
          <a:custGeom xmlns:a="http://schemas.openxmlformats.org/drawingml/2006/main">
            <a:pathLst>
              <a:path w="183338" h="193431" fill="none">
                <a:moveTo>
                  <a:pt x="4762" y="192297"/>
                </a:moveTo>
                <a:lnTo>
                  <a:pt x="4825" y="192297"/>
                </a:lnTo>
                <a:cubicBezTo>
                  <a:pt x="6088" y="192297"/>
                  <a:pt x="36193" y="191750"/>
                  <a:pt x="51012" y="183915"/>
                </a:cubicBezTo>
                <a:cubicBezTo>
                  <a:pt x="51138" y="183844"/>
                  <a:pt x="51268" y="183767"/>
                  <a:pt x="51391" y="183687"/>
                </a:cubicBezTo>
                <a:cubicBezTo>
                  <a:pt x="57535" y="179178"/>
                  <a:pt x="63314" y="174195"/>
                  <a:pt x="68683" y="168788"/>
                </a:cubicBezTo>
                <a:cubicBezTo>
                  <a:pt x="69650" y="167865"/>
                  <a:pt x="70583" y="166978"/>
                  <a:pt x="71498" y="166118"/>
                </a:cubicBezTo>
                <a:cubicBezTo>
                  <a:pt x="77067" y="167946"/>
                  <a:pt x="82857" y="169016"/>
                  <a:pt x="88713" y="169300"/>
                </a:cubicBezTo>
                <a:cubicBezTo>
                  <a:pt x="89793" y="169350"/>
                  <a:pt x="90877" y="169378"/>
                  <a:pt x="91950" y="169378"/>
                </a:cubicBezTo>
                <a:cubicBezTo>
                  <a:pt x="97774" y="169364"/>
                  <a:pt x="103571" y="168595"/>
                  <a:pt x="109203" y="167093"/>
                </a:cubicBezTo>
                <a:cubicBezTo>
                  <a:pt x="109971" y="167813"/>
                  <a:pt x="110749" y="168546"/>
                  <a:pt x="111587" y="169339"/>
                </a:cubicBezTo>
                <a:cubicBezTo>
                  <a:pt x="116700" y="174371"/>
                  <a:pt x="122114" y="179083"/>
                  <a:pt x="127802" y="183455"/>
                </a:cubicBezTo>
                <a:cubicBezTo>
                  <a:pt x="141570" y="193431"/>
                  <a:pt x="176006" y="185918"/>
                  <a:pt x="179888" y="185031"/>
                </a:cubicBezTo>
                <a:cubicBezTo>
                  <a:pt x="181522" y="184641"/>
                  <a:pt x="182767" y="183318"/>
                  <a:pt x="183058" y="181662"/>
                </a:cubicBezTo>
                <a:cubicBezTo>
                  <a:pt x="183338" y="179985"/>
                  <a:pt x="182602" y="178301"/>
                  <a:pt x="181175" y="177371"/>
                </a:cubicBezTo>
                <a:cubicBezTo>
                  <a:pt x="181087" y="177318"/>
                  <a:pt x="172559" y="171557"/>
                  <a:pt x="167074" y="149872"/>
                </a:cubicBezTo>
                <a:cubicBezTo>
                  <a:pt x="165279" y="142837"/>
                  <a:pt x="168393" y="128725"/>
                  <a:pt x="171703" y="113780"/>
                </a:cubicBezTo>
                <a:cubicBezTo>
                  <a:pt x="175318" y="99826"/>
                  <a:pt x="177524" y="85542"/>
                  <a:pt x="178285" y="71148"/>
                </a:cubicBezTo>
                <a:cubicBezTo>
                  <a:pt x="178285" y="49780"/>
                  <a:pt x="171973" y="36692"/>
                  <a:pt x="158444" y="29965"/>
                </a:cubicBezTo>
                <a:cubicBezTo>
                  <a:pt x="151476" y="27264"/>
                  <a:pt x="143835" y="26807"/>
                  <a:pt x="136590" y="28667"/>
                </a:cubicBezTo>
                <a:cubicBezTo>
                  <a:pt x="132803" y="23579"/>
                  <a:pt x="122732" y="12842"/>
                  <a:pt x="101621" y="6246"/>
                </a:cubicBezTo>
                <a:cubicBezTo>
                  <a:pt x="78824" y="0"/>
                  <a:pt x="54463" y="3123"/>
                  <a:pt x="33998" y="14983"/>
                </a:cubicBezTo>
                <a:cubicBezTo>
                  <a:pt x="16383" y="26351"/>
                  <a:pt x="7936" y="39071"/>
                  <a:pt x="7543" y="80440"/>
                </a:cubicBezTo>
                <a:cubicBezTo>
                  <a:pt x="7382" y="97882"/>
                  <a:pt x="8409" y="114124"/>
                  <a:pt x="9317" y="128472"/>
                </a:cubicBezTo>
                <a:cubicBezTo>
                  <a:pt x="10545" y="140335"/>
                  <a:pt x="10748" y="152283"/>
                  <a:pt x="9928" y="164185"/>
                </a:cubicBezTo>
                <a:cubicBezTo>
                  <a:pt x="8949" y="171932"/>
                  <a:pt x="6003" y="179301"/>
                  <a:pt x="1378" y="185592"/>
                </a:cubicBezTo>
                <a:cubicBezTo>
                  <a:pt x="0" y="187462"/>
                  <a:pt x="400" y="190101"/>
                  <a:pt x="2272" y="191480"/>
                </a:cubicBezTo>
                <a:cubicBezTo>
                  <a:pt x="2988" y="192006"/>
                  <a:pt x="3854" y="192294"/>
                  <a:pt x="4745" y="192297"/>
                </a:cubicBezTo>
                <a:lnTo>
                  <a:pt x="4762" y="192297"/>
                </a:lnTo>
                <a:close/>
                <a:moveTo>
                  <a:pt x="89099" y="160886"/>
                </a:moveTo>
                <a:cubicBezTo>
                  <a:pt x="59011" y="159248"/>
                  <a:pt x="34927" y="135303"/>
                  <a:pt x="33100" y="105208"/>
                </a:cubicBezTo>
                <a:cubicBezTo>
                  <a:pt x="32995" y="103170"/>
                  <a:pt x="32995" y="101131"/>
                  <a:pt x="33100" y="99092"/>
                </a:cubicBezTo>
                <a:cubicBezTo>
                  <a:pt x="33296" y="94812"/>
                  <a:pt x="36743" y="91401"/>
                  <a:pt x="41022" y="91250"/>
                </a:cubicBezTo>
                <a:cubicBezTo>
                  <a:pt x="44051" y="91201"/>
                  <a:pt x="47074" y="90917"/>
                  <a:pt x="50062" y="90408"/>
                </a:cubicBezTo>
                <a:cubicBezTo>
                  <a:pt x="63742" y="88598"/>
                  <a:pt x="77092" y="84829"/>
                  <a:pt x="89702" y="79212"/>
                </a:cubicBezTo>
                <a:cubicBezTo>
                  <a:pt x="103560" y="72233"/>
                  <a:pt x="116430" y="63436"/>
                  <a:pt x="127964" y="53050"/>
                </a:cubicBezTo>
                <a:cubicBezTo>
                  <a:pt x="129012" y="59611"/>
                  <a:pt x="131341" y="65899"/>
                  <a:pt x="134823" y="71555"/>
                </a:cubicBezTo>
                <a:cubicBezTo>
                  <a:pt x="134907" y="71692"/>
                  <a:pt x="134995" y="71822"/>
                  <a:pt x="135093" y="71945"/>
                </a:cubicBezTo>
                <a:cubicBezTo>
                  <a:pt x="136758" y="73931"/>
                  <a:pt x="138684" y="75682"/>
                  <a:pt x="140819" y="77148"/>
                </a:cubicBezTo>
                <a:lnTo>
                  <a:pt x="141507" y="77664"/>
                </a:lnTo>
                <a:cubicBezTo>
                  <a:pt x="142299" y="78282"/>
                  <a:pt x="143032" y="78973"/>
                  <a:pt x="143691" y="79727"/>
                </a:cubicBezTo>
                <a:cubicBezTo>
                  <a:pt x="147612" y="84240"/>
                  <a:pt x="150000" y="89882"/>
                  <a:pt x="150505" y="95840"/>
                </a:cubicBezTo>
                <a:cubicBezTo>
                  <a:pt x="150712" y="97889"/>
                  <a:pt x="150817" y="99945"/>
                  <a:pt x="150810" y="102008"/>
                </a:cubicBezTo>
                <a:cubicBezTo>
                  <a:pt x="150810" y="134563"/>
                  <a:pt x="124432" y="160953"/>
                  <a:pt x="91897" y="160953"/>
                </a:cubicBezTo>
                <a:cubicBezTo>
                  <a:pt x="90964" y="160953"/>
                  <a:pt x="90031" y="160932"/>
                  <a:pt x="89099" y="160886"/>
                </a:cubicBezTo>
                <a:close/>
                <a:moveTo>
                  <a:pt x="17723" y="127935"/>
                </a:moveTo>
                <a:cubicBezTo>
                  <a:pt x="16822" y="113742"/>
                  <a:pt x="15798" y="97650"/>
                  <a:pt x="15959" y="80517"/>
                </a:cubicBezTo>
                <a:cubicBezTo>
                  <a:pt x="16317" y="42776"/>
                  <a:pt x="23221" y="31979"/>
                  <a:pt x="38374" y="22176"/>
                </a:cubicBezTo>
                <a:cubicBezTo>
                  <a:pt x="56805" y="11544"/>
                  <a:pt x="78726" y="8702"/>
                  <a:pt x="99251" y="14316"/>
                </a:cubicBezTo>
                <a:cubicBezTo>
                  <a:pt x="123356" y="21860"/>
                  <a:pt x="130930" y="35292"/>
                  <a:pt x="130993" y="35383"/>
                </a:cubicBezTo>
                <a:cubicBezTo>
                  <a:pt x="131937" y="37165"/>
                  <a:pt x="134006" y="38029"/>
                  <a:pt x="135934" y="37446"/>
                </a:cubicBezTo>
                <a:cubicBezTo>
                  <a:pt x="139168" y="36474"/>
                  <a:pt x="148843" y="34579"/>
                  <a:pt x="154685" y="37485"/>
                </a:cubicBezTo>
                <a:cubicBezTo>
                  <a:pt x="161747" y="40987"/>
                  <a:pt x="169834" y="47980"/>
                  <a:pt x="169834" y="71092"/>
                </a:cubicBezTo>
                <a:cubicBezTo>
                  <a:pt x="169059" y="84885"/>
                  <a:pt x="166920" y="98566"/>
                  <a:pt x="163452" y="111935"/>
                </a:cubicBezTo>
                <a:cubicBezTo>
                  <a:pt x="159777" y="128577"/>
                  <a:pt x="156606" y="142949"/>
                  <a:pt x="158900" y="151935"/>
                </a:cubicBezTo>
                <a:cubicBezTo>
                  <a:pt x="160955" y="161399"/>
                  <a:pt x="164875" y="170357"/>
                  <a:pt x="170433" y="178287"/>
                </a:cubicBezTo>
                <a:cubicBezTo>
                  <a:pt x="158440" y="180262"/>
                  <a:pt x="139964" y="181890"/>
                  <a:pt x="132715" y="176644"/>
                </a:cubicBezTo>
                <a:cubicBezTo>
                  <a:pt x="127627" y="172729"/>
                  <a:pt x="122777" y="168507"/>
                  <a:pt x="118194" y="164013"/>
                </a:cubicBezTo>
                <a:cubicBezTo>
                  <a:pt x="143074" y="153462"/>
                  <a:pt x="159233" y="129044"/>
                  <a:pt x="159226" y="102008"/>
                </a:cubicBezTo>
                <a:cubicBezTo>
                  <a:pt x="159226" y="99654"/>
                  <a:pt x="159107" y="97300"/>
                  <a:pt x="158865" y="94959"/>
                </a:cubicBezTo>
                <a:cubicBezTo>
                  <a:pt x="158177" y="87233"/>
                  <a:pt x="155049" y="79924"/>
                  <a:pt x="149940" y="74092"/>
                </a:cubicBezTo>
                <a:cubicBezTo>
                  <a:pt x="148920" y="72934"/>
                  <a:pt x="147794" y="71878"/>
                  <a:pt x="146574" y="70938"/>
                </a:cubicBezTo>
                <a:lnTo>
                  <a:pt x="145855" y="70397"/>
                </a:lnTo>
                <a:cubicBezTo>
                  <a:pt x="144393" y="69397"/>
                  <a:pt x="143050" y="68232"/>
                  <a:pt x="141857" y="66924"/>
                </a:cubicBezTo>
                <a:cubicBezTo>
                  <a:pt x="138905" y="62064"/>
                  <a:pt x="136969" y="56657"/>
                  <a:pt x="136162" y="51025"/>
                </a:cubicBezTo>
                <a:cubicBezTo>
                  <a:pt x="135517" y="46653"/>
                  <a:pt x="131453" y="43636"/>
                  <a:pt x="127083" y="44281"/>
                </a:cubicBezTo>
                <a:cubicBezTo>
                  <a:pt x="125456" y="44520"/>
                  <a:pt x="123941" y="45260"/>
                  <a:pt x="122746" y="46394"/>
                </a:cubicBezTo>
                <a:cubicBezTo>
                  <a:pt x="111717" y="56397"/>
                  <a:pt x="99387" y="64868"/>
                  <a:pt x="86093" y="71576"/>
                </a:cubicBezTo>
                <a:cubicBezTo>
                  <a:pt x="74220" y="76843"/>
                  <a:pt x="61652" y="80376"/>
                  <a:pt x="48775" y="82064"/>
                </a:cubicBezTo>
                <a:cubicBezTo>
                  <a:pt x="46141" y="82520"/>
                  <a:pt x="43480" y="82773"/>
                  <a:pt x="40808" y="82819"/>
                </a:cubicBezTo>
                <a:cubicBezTo>
                  <a:pt x="32129" y="83092"/>
                  <a:pt x="25112" y="89991"/>
                  <a:pt x="24684" y="98668"/>
                </a:cubicBezTo>
                <a:cubicBezTo>
                  <a:pt x="24572" y="100991"/>
                  <a:pt x="24579" y="103335"/>
                  <a:pt x="24684" y="105636"/>
                </a:cubicBezTo>
                <a:cubicBezTo>
                  <a:pt x="26178" y="130163"/>
                  <a:pt x="40804" y="151967"/>
                  <a:pt x="62925" y="162641"/>
                </a:cubicBezTo>
                <a:lnTo>
                  <a:pt x="62879" y="162686"/>
                </a:lnTo>
                <a:cubicBezTo>
                  <a:pt x="57896" y="167704"/>
                  <a:pt x="52552" y="172350"/>
                  <a:pt x="46888" y="176581"/>
                </a:cubicBezTo>
                <a:cubicBezTo>
                  <a:pt x="38051" y="181157"/>
                  <a:pt x="22120" y="182897"/>
                  <a:pt x="12568" y="183525"/>
                </a:cubicBezTo>
                <a:cubicBezTo>
                  <a:pt x="15528" y="177848"/>
                  <a:pt x="17453" y="171693"/>
                  <a:pt x="18256" y="165342"/>
                </a:cubicBezTo>
                <a:cubicBezTo>
                  <a:pt x="19206" y="152883"/>
                  <a:pt x="19027" y="140363"/>
                  <a:pt x="17723" y="12793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25" cap="flat">
            <a:solidFill>
              <a:srgbClr val="000000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FF845E-3204-4901-A636-4D7FE34B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303" y="2696052"/>
            <a:ext cx="269316" cy="131047"/>
          </a:xfrm>
          <a:custGeom xmlns:a="http://schemas.openxmlformats.org/drawingml/2006/main">
            <a:pathLst>
              <a:path w="269316" h="131047">
                <a:moveTo>
                  <a:pt x="254728" y="36415"/>
                </a:moveTo>
                <a:cubicBezTo>
                  <a:pt x="235413" y="21534"/>
                  <a:pt x="213286" y="10726"/>
                  <a:pt x="189678" y="4639"/>
                </a:cubicBezTo>
                <a:cubicBezTo>
                  <a:pt x="184243" y="3011"/>
                  <a:pt x="178769" y="1604"/>
                  <a:pt x="173411" y="460"/>
                </a:cubicBezTo>
                <a:lnTo>
                  <a:pt x="171279" y="0"/>
                </a:lnTo>
                <a:lnTo>
                  <a:pt x="169672" y="1488"/>
                </a:lnTo>
                <a:cubicBezTo>
                  <a:pt x="152525" y="17362"/>
                  <a:pt x="140903" y="17362"/>
                  <a:pt x="134658" y="17362"/>
                </a:cubicBezTo>
                <a:cubicBezTo>
                  <a:pt x="128412" y="17362"/>
                  <a:pt x="116693" y="17362"/>
                  <a:pt x="99629" y="1698"/>
                </a:cubicBezTo>
                <a:lnTo>
                  <a:pt x="98037" y="232"/>
                </a:lnTo>
                <a:lnTo>
                  <a:pt x="95933" y="677"/>
                </a:lnTo>
                <a:cubicBezTo>
                  <a:pt x="90778" y="1765"/>
                  <a:pt x="85332" y="3091"/>
                  <a:pt x="79701" y="4628"/>
                </a:cubicBezTo>
                <a:cubicBezTo>
                  <a:pt x="56381" y="11467"/>
                  <a:pt x="34383" y="22204"/>
                  <a:pt x="14641" y="36383"/>
                </a:cubicBezTo>
                <a:cubicBezTo>
                  <a:pt x="5590" y="43481"/>
                  <a:pt x="210" y="54278"/>
                  <a:pt x="0" y="65783"/>
                </a:cubicBezTo>
                <a:lnTo>
                  <a:pt x="0" y="131047"/>
                </a:lnTo>
                <a:lnTo>
                  <a:pt x="8416" y="131047"/>
                </a:lnTo>
                <a:lnTo>
                  <a:pt x="8416" y="65783"/>
                </a:lnTo>
                <a:cubicBezTo>
                  <a:pt x="8602" y="56902"/>
                  <a:pt x="12754" y="48572"/>
                  <a:pt x="19729" y="43078"/>
                </a:cubicBezTo>
                <a:cubicBezTo>
                  <a:pt x="38623" y="29548"/>
                  <a:pt x="59660" y="19298"/>
                  <a:pt x="81955" y="12762"/>
                </a:cubicBezTo>
                <a:cubicBezTo>
                  <a:pt x="86626" y="11498"/>
                  <a:pt x="91213" y="10354"/>
                  <a:pt x="95569" y="9393"/>
                </a:cubicBezTo>
                <a:cubicBezTo>
                  <a:pt x="111934" y="23790"/>
                  <a:pt x="124492" y="25783"/>
                  <a:pt x="134658" y="25783"/>
                </a:cubicBezTo>
                <a:cubicBezTo>
                  <a:pt x="144824" y="25783"/>
                  <a:pt x="157315" y="23765"/>
                  <a:pt x="173751" y="9155"/>
                </a:cubicBezTo>
                <a:cubicBezTo>
                  <a:pt x="178215" y="10165"/>
                  <a:pt x="182756" y="11355"/>
                  <a:pt x="187315" y="12723"/>
                </a:cubicBezTo>
                <a:cubicBezTo>
                  <a:pt x="209849" y="18506"/>
                  <a:pt x="230977" y="28790"/>
                  <a:pt x="249433" y="42962"/>
                </a:cubicBezTo>
                <a:cubicBezTo>
                  <a:pt x="256492" y="48457"/>
                  <a:pt x="260700" y="56836"/>
                  <a:pt x="260900" y="65783"/>
                </a:cubicBezTo>
                <a:lnTo>
                  <a:pt x="260900" y="131047"/>
                </a:lnTo>
                <a:lnTo>
                  <a:pt x="269316" y="131047"/>
                </a:lnTo>
                <a:lnTo>
                  <a:pt x="269316" y="65783"/>
                </a:lnTo>
                <a:cubicBezTo>
                  <a:pt x="269112" y="54295"/>
                  <a:pt x="263754" y="43509"/>
                  <a:pt x="254728" y="364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6D1B4E-BEA6-4529-9AE0-837EDEAD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303" y="2696052"/>
            <a:ext cx="269316" cy="131047"/>
          </a:xfrm>
          <a:custGeom xmlns:a="http://schemas.openxmlformats.org/drawingml/2006/main">
            <a:pathLst>
              <a:path w="269316" h="131047" fill="none">
                <a:moveTo>
                  <a:pt x="254728" y="36415"/>
                </a:moveTo>
                <a:cubicBezTo>
                  <a:pt x="235413" y="21534"/>
                  <a:pt x="213286" y="10726"/>
                  <a:pt x="189678" y="4639"/>
                </a:cubicBezTo>
                <a:cubicBezTo>
                  <a:pt x="184243" y="3011"/>
                  <a:pt x="178769" y="1604"/>
                  <a:pt x="173411" y="460"/>
                </a:cubicBezTo>
                <a:lnTo>
                  <a:pt x="171279" y="0"/>
                </a:lnTo>
                <a:lnTo>
                  <a:pt x="169672" y="1488"/>
                </a:lnTo>
                <a:cubicBezTo>
                  <a:pt x="152525" y="17362"/>
                  <a:pt x="140903" y="17362"/>
                  <a:pt x="134658" y="17362"/>
                </a:cubicBezTo>
                <a:cubicBezTo>
                  <a:pt x="128412" y="17362"/>
                  <a:pt x="116693" y="17362"/>
                  <a:pt x="99629" y="1698"/>
                </a:cubicBezTo>
                <a:lnTo>
                  <a:pt x="98037" y="232"/>
                </a:lnTo>
                <a:lnTo>
                  <a:pt x="95933" y="677"/>
                </a:lnTo>
                <a:cubicBezTo>
                  <a:pt x="90778" y="1765"/>
                  <a:pt x="85332" y="3091"/>
                  <a:pt x="79701" y="4628"/>
                </a:cubicBezTo>
                <a:cubicBezTo>
                  <a:pt x="56381" y="11467"/>
                  <a:pt x="34383" y="22204"/>
                  <a:pt x="14641" y="36383"/>
                </a:cubicBezTo>
                <a:cubicBezTo>
                  <a:pt x="5590" y="43481"/>
                  <a:pt x="210" y="54278"/>
                  <a:pt x="0" y="65783"/>
                </a:cubicBezTo>
                <a:lnTo>
                  <a:pt x="0" y="131047"/>
                </a:lnTo>
                <a:lnTo>
                  <a:pt x="8416" y="131047"/>
                </a:lnTo>
                <a:lnTo>
                  <a:pt x="8416" y="65783"/>
                </a:lnTo>
                <a:cubicBezTo>
                  <a:pt x="8602" y="56902"/>
                  <a:pt x="12754" y="48572"/>
                  <a:pt x="19729" y="43078"/>
                </a:cubicBezTo>
                <a:cubicBezTo>
                  <a:pt x="38623" y="29548"/>
                  <a:pt x="59660" y="19298"/>
                  <a:pt x="81955" y="12762"/>
                </a:cubicBezTo>
                <a:cubicBezTo>
                  <a:pt x="86626" y="11498"/>
                  <a:pt x="91213" y="10354"/>
                  <a:pt x="95569" y="9393"/>
                </a:cubicBezTo>
                <a:cubicBezTo>
                  <a:pt x="111934" y="23790"/>
                  <a:pt x="124492" y="25783"/>
                  <a:pt x="134658" y="25783"/>
                </a:cubicBezTo>
                <a:cubicBezTo>
                  <a:pt x="144824" y="25783"/>
                  <a:pt x="157315" y="23765"/>
                  <a:pt x="173751" y="9155"/>
                </a:cubicBezTo>
                <a:cubicBezTo>
                  <a:pt x="178215" y="10165"/>
                  <a:pt x="182756" y="11355"/>
                  <a:pt x="187315" y="12723"/>
                </a:cubicBezTo>
                <a:cubicBezTo>
                  <a:pt x="209849" y="18506"/>
                  <a:pt x="230977" y="28790"/>
                  <a:pt x="249433" y="42962"/>
                </a:cubicBezTo>
                <a:cubicBezTo>
                  <a:pt x="256492" y="48457"/>
                  <a:pt x="260700" y="56836"/>
                  <a:pt x="260900" y="65783"/>
                </a:cubicBezTo>
                <a:lnTo>
                  <a:pt x="260900" y="131047"/>
                </a:lnTo>
                <a:lnTo>
                  <a:pt x="269316" y="131047"/>
                </a:lnTo>
                <a:lnTo>
                  <a:pt x="269316" y="65783"/>
                </a:lnTo>
                <a:cubicBezTo>
                  <a:pt x="269112" y="54295"/>
                  <a:pt x="263754" y="43509"/>
                  <a:pt x="254728" y="3641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25" cap="flat">
            <a:solidFill>
              <a:srgbClr val="000000"/>
            </a:solidFill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605863-B79F-4326-87F8-D70113D1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009" y="1391156"/>
            <a:ext cx="2290958" cy="3524270"/>
          </a:xfrm>
          <a:custGeom xmlns:a="http://schemas.openxmlformats.org/drawingml/2006/main">
            <a:pathLst>
              <a:path w="2290958" h="3524270" fill="none">
                <a:moveTo>
                  <a:pt x="0" y="3524270"/>
                </a:moveTo>
                <a:lnTo>
                  <a:pt x="2290958" y="3524270"/>
                </a:lnTo>
                <a:lnTo>
                  <a:pt x="2290958" y="0"/>
                </a:lnTo>
                <a:lnTo>
                  <a:pt x="0" y="0"/>
                </a:lnTo>
                <a:lnTo>
                  <a:pt x="0" y="35242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78" name="Text 𝑻𝒂𝒓𝒈𝒆𝒕ቐ">
            <a:extLst xmlns:a="http://schemas.openxmlformats.org/drawingml/2006/main">
              <a:ext uri="{FF2B5EF4-FFF2-40B4-BE49-F238E27FC236}">
                <a16:creationId xmlns:a16="http://schemas.microsoft.com/office/drawing/2014/main" id="{0F948266-D31E-4B5A-8528-BE1CADE8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076" y="2649773"/>
            <a:ext cx="591747" cy="503722"/>
          </a:xfrm>
          <a:custGeom xmlns:a="http://schemas.openxmlformats.org/drawingml/2006/main">
            <a:pathLst>
              <a:path w="591747" h="503722">
                <a:moveTo>
                  <a:pt x="78569" y="199793"/>
                </a:moveTo>
                <a:lnTo>
                  <a:pt x="73295" y="223958"/>
                </a:lnTo>
                <a:lnTo>
                  <a:pt x="64751" y="223958"/>
                </a:lnTo>
                <a:cubicBezTo>
                  <a:pt x="64706" y="219018"/>
                  <a:pt x="64417" y="215558"/>
                  <a:pt x="63883" y="213578"/>
                </a:cubicBezTo>
                <a:cubicBezTo>
                  <a:pt x="63349" y="211597"/>
                  <a:pt x="62492" y="210107"/>
                  <a:pt x="61313" y="209105"/>
                </a:cubicBezTo>
                <a:cubicBezTo>
                  <a:pt x="60134" y="208104"/>
                  <a:pt x="58476" y="207603"/>
                  <a:pt x="56340" y="207603"/>
                </a:cubicBezTo>
                <a:lnTo>
                  <a:pt x="50399" y="207603"/>
                </a:lnTo>
                <a:lnTo>
                  <a:pt x="36047" y="272888"/>
                </a:lnTo>
                <a:cubicBezTo>
                  <a:pt x="35735" y="274357"/>
                  <a:pt x="35513" y="275603"/>
                  <a:pt x="35379" y="276626"/>
                </a:cubicBezTo>
                <a:cubicBezTo>
                  <a:pt x="35246" y="277650"/>
                  <a:pt x="35179" y="279007"/>
                  <a:pt x="35179" y="280698"/>
                </a:cubicBezTo>
                <a:cubicBezTo>
                  <a:pt x="35179" y="282745"/>
                  <a:pt x="35702" y="284192"/>
                  <a:pt x="36748" y="285037"/>
                </a:cubicBezTo>
                <a:cubicBezTo>
                  <a:pt x="37794" y="285883"/>
                  <a:pt x="39429" y="286372"/>
                  <a:pt x="41654" y="286506"/>
                </a:cubicBezTo>
                <a:lnTo>
                  <a:pt x="40720" y="290912"/>
                </a:lnTo>
                <a:lnTo>
                  <a:pt x="5274" y="290912"/>
                </a:lnTo>
                <a:lnTo>
                  <a:pt x="6208" y="286506"/>
                </a:lnTo>
                <a:cubicBezTo>
                  <a:pt x="8166" y="286239"/>
                  <a:pt x="9724" y="285660"/>
                  <a:pt x="10881" y="284770"/>
                </a:cubicBezTo>
                <a:cubicBezTo>
                  <a:pt x="12038" y="283880"/>
                  <a:pt x="13006" y="282556"/>
                  <a:pt x="13785" y="280798"/>
                </a:cubicBezTo>
                <a:cubicBezTo>
                  <a:pt x="14563" y="279041"/>
                  <a:pt x="15353" y="276404"/>
                  <a:pt x="16154" y="272888"/>
                </a:cubicBezTo>
                <a:lnTo>
                  <a:pt x="30506" y="207603"/>
                </a:lnTo>
                <a:lnTo>
                  <a:pt x="25166" y="207603"/>
                </a:lnTo>
                <a:cubicBezTo>
                  <a:pt x="22718" y="207603"/>
                  <a:pt x="20738" y="207970"/>
                  <a:pt x="19225" y="208705"/>
                </a:cubicBezTo>
                <a:cubicBezTo>
                  <a:pt x="17712" y="209439"/>
                  <a:pt x="16021" y="210974"/>
                  <a:pt x="14152" y="213311"/>
                </a:cubicBezTo>
                <a:cubicBezTo>
                  <a:pt x="12283" y="215647"/>
                  <a:pt x="10480" y="218729"/>
                  <a:pt x="8745" y="222556"/>
                </a:cubicBezTo>
                <a:lnTo>
                  <a:pt x="0" y="222556"/>
                </a:lnTo>
                <a:lnTo>
                  <a:pt x="5007" y="199793"/>
                </a:lnTo>
                <a:lnTo>
                  <a:pt x="78569" y="199793"/>
                </a:lnTo>
                <a:close/>
                <a:moveTo>
                  <a:pt x="146788" y="270085"/>
                </a:moveTo>
                <a:cubicBezTo>
                  <a:pt x="146120" y="272888"/>
                  <a:pt x="145786" y="275425"/>
                  <a:pt x="145786" y="277694"/>
                </a:cubicBezTo>
                <a:cubicBezTo>
                  <a:pt x="145786" y="279163"/>
                  <a:pt x="146031" y="280298"/>
                  <a:pt x="146521" y="281099"/>
                </a:cubicBezTo>
                <a:cubicBezTo>
                  <a:pt x="147010" y="281900"/>
                  <a:pt x="147856" y="282300"/>
                  <a:pt x="149057" y="282300"/>
                </a:cubicBezTo>
                <a:cubicBezTo>
                  <a:pt x="150437" y="282300"/>
                  <a:pt x="151928" y="281677"/>
                  <a:pt x="153530" y="280431"/>
                </a:cubicBezTo>
                <a:cubicBezTo>
                  <a:pt x="155132" y="279185"/>
                  <a:pt x="157001" y="277338"/>
                  <a:pt x="159137" y="274891"/>
                </a:cubicBezTo>
                <a:lnTo>
                  <a:pt x="163943" y="279697"/>
                </a:lnTo>
                <a:cubicBezTo>
                  <a:pt x="159271" y="284370"/>
                  <a:pt x="155243" y="287585"/>
                  <a:pt x="151861" y="289343"/>
                </a:cubicBezTo>
                <a:cubicBezTo>
                  <a:pt x="148479" y="291101"/>
                  <a:pt x="144919" y="291980"/>
                  <a:pt x="141180" y="291980"/>
                </a:cubicBezTo>
                <a:cubicBezTo>
                  <a:pt x="137442" y="291980"/>
                  <a:pt x="134483" y="290945"/>
                  <a:pt x="132302" y="288876"/>
                </a:cubicBezTo>
                <a:cubicBezTo>
                  <a:pt x="130122" y="286806"/>
                  <a:pt x="129031" y="284081"/>
                  <a:pt x="129031" y="280698"/>
                </a:cubicBezTo>
                <a:cubicBezTo>
                  <a:pt x="129031" y="279586"/>
                  <a:pt x="129165" y="278518"/>
                  <a:pt x="129432" y="277494"/>
                </a:cubicBezTo>
                <a:lnTo>
                  <a:pt x="128497" y="277361"/>
                </a:lnTo>
                <a:cubicBezTo>
                  <a:pt x="125249" y="281188"/>
                  <a:pt x="122456" y="284069"/>
                  <a:pt x="120120" y="286005"/>
                </a:cubicBezTo>
                <a:cubicBezTo>
                  <a:pt x="117783" y="287941"/>
                  <a:pt x="115302" y="289421"/>
                  <a:pt x="112677" y="290444"/>
                </a:cubicBezTo>
                <a:cubicBezTo>
                  <a:pt x="110051" y="291468"/>
                  <a:pt x="107136" y="291980"/>
                  <a:pt x="103932" y="291980"/>
                </a:cubicBezTo>
                <a:cubicBezTo>
                  <a:pt x="98592" y="291980"/>
                  <a:pt x="94542" y="290166"/>
                  <a:pt x="91783" y="286539"/>
                </a:cubicBezTo>
                <a:cubicBezTo>
                  <a:pt x="89024" y="282912"/>
                  <a:pt x="87644" y="277628"/>
                  <a:pt x="87644" y="270685"/>
                </a:cubicBezTo>
                <a:cubicBezTo>
                  <a:pt x="87644" y="264678"/>
                  <a:pt x="88512" y="258714"/>
                  <a:pt x="90248" y="252795"/>
                </a:cubicBezTo>
                <a:cubicBezTo>
                  <a:pt x="91983" y="246877"/>
                  <a:pt x="94475" y="241770"/>
                  <a:pt x="97724" y="237475"/>
                </a:cubicBezTo>
                <a:cubicBezTo>
                  <a:pt x="100973" y="233181"/>
                  <a:pt x="105056" y="229799"/>
                  <a:pt x="109973" y="227329"/>
                </a:cubicBezTo>
                <a:cubicBezTo>
                  <a:pt x="114891" y="224859"/>
                  <a:pt x="120465" y="223624"/>
                  <a:pt x="126695" y="223624"/>
                </a:cubicBezTo>
                <a:cubicBezTo>
                  <a:pt x="133326" y="223624"/>
                  <a:pt x="138978" y="225226"/>
                  <a:pt x="143650" y="228430"/>
                </a:cubicBezTo>
                <a:lnTo>
                  <a:pt x="150125" y="223624"/>
                </a:lnTo>
                <a:lnTo>
                  <a:pt x="157602" y="224692"/>
                </a:lnTo>
                <a:lnTo>
                  <a:pt x="146788" y="270085"/>
                </a:lnTo>
                <a:moveTo>
                  <a:pt x="133571" y="249391"/>
                </a:moveTo>
                <a:cubicBezTo>
                  <a:pt x="134283" y="246098"/>
                  <a:pt x="134639" y="242805"/>
                  <a:pt x="134639" y="239511"/>
                </a:cubicBezTo>
                <a:cubicBezTo>
                  <a:pt x="134639" y="236574"/>
                  <a:pt x="134082" y="234349"/>
                  <a:pt x="132970" y="232836"/>
                </a:cubicBezTo>
                <a:cubicBezTo>
                  <a:pt x="131857" y="231323"/>
                  <a:pt x="130033" y="230566"/>
                  <a:pt x="127496" y="230566"/>
                </a:cubicBezTo>
                <a:cubicBezTo>
                  <a:pt x="123357" y="230566"/>
                  <a:pt x="119686" y="232647"/>
                  <a:pt x="116482" y="236808"/>
                </a:cubicBezTo>
                <a:cubicBezTo>
                  <a:pt x="113278" y="240969"/>
                  <a:pt x="110696" y="246565"/>
                  <a:pt x="108738" y="253596"/>
                </a:cubicBezTo>
                <a:cubicBezTo>
                  <a:pt x="106780" y="260628"/>
                  <a:pt x="105801" y="266925"/>
                  <a:pt x="105801" y="272488"/>
                </a:cubicBezTo>
                <a:cubicBezTo>
                  <a:pt x="105801" y="275736"/>
                  <a:pt x="106280" y="278162"/>
                  <a:pt x="107236" y="279764"/>
                </a:cubicBezTo>
                <a:cubicBezTo>
                  <a:pt x="108193" y="281366"/>
                  <a:pt x="109673" y="282167"/>
                  <a:pt x="111675" y="282167"/>
                </a:cubicBezTo>
                <a:cubicBezTo>
                  <a:pt x="114613" y="282167"/>
                  <a:pt x="117605" y="280732"/>
                  <a:pt x="120654" y="277861"/>
                </a:cubicBezTo>
                <a:cubicBezTo>
                  <a:pt x="123702" y="274991"/>
                  <a:pt x="126161" y="271620"/>
                  <a:pt x="128030" y="267748"/>
                </a:cubicBezTo>
                <a:cubicBezTo>
                  <a:pt x="129899" y="263876"/>
                  <a:pt x="131568" y="258581"/>
                  <a:pt x="133037" y="251861"/>
                </a:cubicBezTo>
                <a:lnTo>
                  <a:pt x="133571" y="249391"/>
                </a:lnTo>
                <a:close/>
                <a:moveTo>
                  <a:pt x="201780" y="239645"/>
                </a:moveTo>
                <a:cubicBezTo>
                  <a:pt x="205518" y="234394"/>
                  <a:pt x="209434" y="230411"/>
                  <a:pt x="213529" y="227696"/>
                </a:cubicBezTo>
                <a:cubicBezTo>
                  <a:pt x="217623" y="224981"/>
                  <a:pt x="222162" y="223624"/>
                  <a:pt x="227146" y="223624"/>
                </a:cubicBezTo>
                <a:cubicBezTo>
                  <a:pt x="230083" y="223624"/>
                  <a:pt x="233199" y="224047"/>
                  <a:pt x="236492" y="224892"/>
                </a:cubicBezTo>
                <a:lnTo>
                  <a:pt x="232553" y="242849"/>
                </a:lnTo>
                <a:lnTo>
                  <a:pt x="220604" y="242849"/>
                </a:lnTo>
                <a:cubicBezTo>
                  <a:pt x="220604" y="239867"/>
                  <a:pt x="220282" y="237798"/>
                  <a:pt x="219637" y="236641"/>
                </a:cubicBezTo>
                <a:cubicBezTo>
                  <a:pt x="218991" y="235484"/>
                  <a:pt x="217890" y="234905"/>
                  <a:pt x="216332" y="234905"/>
                </a:cubicBezTo>
                <a:cubicBezTo>
                  <a:pt x="215131" y="234905"/>
                  <a:pt x="213818" y="235328"/>
                  <a:pt x="212394" y="236174"/>
                </a:cubicBezTo>
                <a:cubicBezTo>
                  <a:pt x="210970" y="237019"/>
                  <a:pt x="209267" y="238666"/>
                  <a:pt x="207287" y="241114"/>
                </a:cubicBezTo>
                <a:cubicBezTo>
                  <a:pt x="205307" y="243561"/>
                  <a:pt x="203816" y="245898"/>
                  <a:pt x="202815" y="248123"/>
                </a:cubicBezTo>
                <a:cubicBezTo>
                  <a:pt x="201813" y="250348"/>
                  <a:pt x="200934" y="253196"/>
                  <a:pt x="200178" y="256667"/>
                </a:cubicBezTo>
                <a:lnTo>
                  <a:pt x="192635" y="290912"/>
                </a:lnTo>
                <a:lnTo>
                  <a:pt x="173476" y="290912"/>
                </a:lnTo>
                <a:lnTo>
                  <a:pt x="184224" y="244518"/>
                </a:lnTo>
                <a:cubicBezTo>
                  <a:pt x="184891" y="241625"/>
                  <a:pt x="185225" y="239422"/>
                  <a:pt x="185225" y="237909"/>
                </a:cubicBezTo>
                <a:cubicBezTo>
                  <a:pt x="185225" y="236441"/>
                  <a:pt x="184980" y="235306"/>
                  <a:pt x="184491" y="234505"/>
                </a:cubicBezTo>
                <a:cubicBezTo>
                  <a:pt x="184001" y="233704"/>
                  <a:pt x="183156" y="233303"/>
                  <a:pt x="181954" y="233303"/>
                </a:cubicBezTo>
                <a:cubicBezTo>
                  <a:pt x="180575" y="233303"/>
                  <a:pt x="179084" y="233926"/>
                  <a:pt x="177482" y="235172"/>
                </a:cubicBezTo>
                <a:cubicBezTo>
                  <a:pt x="175880" y="236419"/>
                  <a:pt x="174011" y="238265"/>
                  <a:pt x="171874" y="240713"/>
                </a:cubicBezTo>
                <a:lnTo>
                  <a:pt x="167068" y="235907"/>
                </a:lnTo>
                <a:cubicBezTo>
                  <a:pt x="171518" y="231368"/>
                  <a:pt x="175468" y="228186"/>
                  <a:pt x="178917" y="226361"/>
                </a:cubicBezTo>
                <a:cubicBezTo>
                  <a:pt x="182366" y="224536"/>
                  <a:pt x="186004" y="223624"/>
                  <a:pt x="189831" y="223624"/>
                </a:cubicBezTo>
                <a:cubicBezTo>
                  <a:pt x="193525" y="223624"/>
                  <a:pt x="196473" y="224659"/>
                  <a:pt x="198676" y="226728"/>
                </a:cubicBezTo>
                <a:cubicBezTo>
                  <a:pt x="200879" y="228798"/>
                  <a:pt x="201980" y="231523"/>
                  <a:pt x="201980" y="234905"/>
                </a:cubicBezTo>
                <a:cubicBezTo>
                  <a:pt x="201980" y="236107"/>
                  <a:pt x="201735" y="237620"/>
                  <a:pt x="201246" y="239445"/>
                </a:cubicBezTo>
                <a:lnTo>
                  <a:pt x="201780" y="239645"/>
                </a:lnTo>
                <a:close/>
                <a:moveTo>
                  <a:pt x="259506" y="296452"/>
                </a:moveTo>
                <a:cubicBezTo>
                  <a:pt x="258305" y="297921"/>
                  <a:pt x="257470" y="299300"/>
                  <a:pt x="257003" y="300591"/>
                </a:cubicBezTo>
                <a:cubicBezTo>
                  <a:pt x="256536" y="301881"/>
                  <a:pt x="256302" y="303283"/>
                  <a:pt x="256302" y="304796"/>
                </a:cubicBezTo>
                <a:cubicBezTo>
                  <a:pt x="256302" y="307823"/>
                  <a:pt x="257359" y="310081"/>
                  <a:pt x="259473" y="311572"/>
                </a:cubicBezTo>
                <a:cubicBezTo>
                  <a:pt x="261587" y="313063"/>
                  <a:pt x="264758" y="313808"/>
                  <a:pt x="268985" y="313808"/>
                </a:cubicBezTo>
                <a:cubicBezTo>
                  <a:pt x="275794" y="313808"/>
                  <a:pt x="281179" y="311260"/>
                  <a:pt x="285140" y="306165"/>
                </a:cubicBezTo>
                <a:cubicBezTo>
                  <a:pt x="289100" y="301069"/>
                  <a:pt x="292483" y="291757"/>
                  <a:pt x="295286" y="278228"/>
                </a:cubicBezTo>
                <a:lnTo>
                  <a:pt x="294418" y="277628"/>
                </a:lnTo>
                <a:cubicBezTo>
                  <a:pt x="290502" y="282612"/>
                  <a:pt x="286742" y="286250"/>
                  <a:pt x="283137" y="288542"/>
                </a:cubicBezTo>
                <a:cubicBezTo>
                  <a:pt x="279532" y="290834"/>
                  <a:pt x="275216" y="291980"/>
                  <a:pt x="270187" y="291980"/>
                </a:cubicBezTo>
                <a:cubicBezTo>
                  <a:pt x="265203" y="291980"/>
                  <a:pt x="261298" y="290155"/>
                  <a:pt x="258472" y="286506"/>
                </a:cubicBezTo>
                <a:cubicBezTo>
                  <a:pt x="255646" y="282857"/>
                  <a:pt x="254233" y="277583"/>
                  <a:pt x="254233" y="270685"/>
                </a:cubicBezTo>
                <a:cubicBezTo>
                  <a:pt x="254233" y="264589"/>
                  <a:pt x="255123" y="258570"/>
                  <a:pt x="256903" y="252629"/>
                </a:cubicBezTo>
                <a:cubicBezTo>
                  <a:pt x="258683" y="246687"/>
                  <a:pt x="261209" y="241581"/>
                  <a:pt x="264479" y="237309"/>
                </a:cubicBezTo>
                <a:cubicBezTo>
                  <a:pt x="267750" y="233036"/>
                  <a:pt x="271822" y="229688"/>
                  <a:pt x="276695" y="227262"/>
                </a:cubicBezTo>
                <a:cubicBezTo>
                  <a:pt x="281568" y="224837"/>
                  <a:pt x="287142" y="223624"/>
                  <a:pt x="293417" y="223624"/>
                </a:cubicBezTo>
                <a:cubicBezTo>
                  <a:pt x="296577" y="223624"/>
                  <a:pt x="299481" y="223969"/>
                  <a:pt x="302128" y="224659"/>
                </a:cubicBezTo>
                <a:cubicBezTo>
                  <a:pt x="304776" y="225349"/>
                  <a:pt x="307480" y="226606"/>
                  <a:pt x="310239" y="228430"/>
                </a:cubicBezTo>
                <a:lnTo>
                  <a:pt x="316247" y="223624"/>
                </a:lnTo>
                <a:lnTo>
                  <a:pt x="323723" y="224692"/>
                </a:lnTo>
                <a:lnTo>
                  <a:pt x="317982" y="250793"/>
                </a:lnTo>
                <a:cubicBezTo>
                  <a:pt x="317048" y="255065"/>
                  <a:pt x="316202" y="259159"/>
                  <a:pt x="315446" y="263075"/>
                </a:cubicBezTo>
                <a:cubicBezTo>
                  <a:pt x="313043" y="275269"/>
                  <a:pt x="311374" y="283391"/>
                  <a:pt x="310439" y="287440"/>
                </a:cubicBezTo>
                <a:cubicBezTo>
                  <a:pt x="308793" y="294338"/>
                  <a:pt x="307102" y="299545"/>
                  <a:pt x="305366" y="303061"/>
                </a:cubicBezTo>
                <a:cubicBezTo>
                  <a:pt x="303541" y="306754"/>
                  <a:pt x="301183" y="309903"/>
                  <a:pt x="298290" y="312506"/>
                </a:cubicBezTo>
                <a:cubicBezTo>
                  <a:pt x="295397" y="315110"/>
                  <a:pt x="291771" y="317079"/>
                  <a:pt x="287409" y="318414"/>
                </a:cubicBezTo>
                <a:cubicBezTo>
                  <a:pt x="282425" y="319972"/>
                  <a:pt x="276373" y="320750"/>
                  <a:pt x="269252" y="320750"/>
                </a:cubicBezTo>
                <a:cubicBezTo>
                  <a:pt x="259818" y="320750"/>
                  <a:pt x="252742" y="319493"/>
                  <a:pt x="248025" y="316979"/>
                </a:cubicBezTo>
                <a:cubicBezTo>
                  <a:pt x="243308" y="314464"/>
                  <a:pt x="240949" y="310693"/>
                  <a:pt x="240949" y="305664"/>
                </a:cubicBezTo>
                <a:cubicBezTo>
                  <a:pt x="240949" y="302905"/>
                  <a:pt x="241928" y="300302"/>
                  <a:pt x="243886" y="297854"/>
                </a:cubicBezTo>
                <a:cubicBezTo>
                  <a:pt x="245844" y="295406"/>
                  <a:pt x="248737" y="293070"/>
                  <a:pt x="252564" y="290845"/>
                </a:cubicBezTo>
                <a:lnTo>
                  <a:pt x="259506" y="296452"/>
                </a:lnTo>
                <a:moveTo>
                  <a:pt x="300159" y="249324"/>
                </a:moveTo>
                <a:cubicBezTo>
                  <a:pt x="300871" y="246031"/>
                  <a:pt x="301227" y="242827"/>
                  <a:pt x="301227" y="239712"/>
                </a:cubicBezTo>
                <a:cubicBezTo>
                  <a:pt x="301227" y="236641"/>
                  <a:pt x="300671" y="234349"/>
                  <a:pt x="299558" y="232836"/>
                </a:cubicBezTo>
                <a:cubicBezTo>
                  <a:pt x="298446" y="231323"/>
                  <a:pt x="296621" y="230566"/>
                  <a:pt x="294085" y="230566"/>
                </a:cubicBezTo>
                <a:cubicBezTo>
                  <a:pt x="290079" y="230566"/>
                  <a:pt x="286475" y="232569"/>
                  <a:pt x="283271" y="236574"/>
                </a:cubicBezTo>
                <a:cubicBezTo>
                  <a:pt x="280066" y="240580"/>
                  <a:pt x="277452" y="246142"/>
                  <a:pt x="275427" y="253263"/>
                </a:cubicBezTo>
                <a:cubicBezTo>
                  <a:pt x="273402" y="260383"/>
                  <a:pt x="272390" y="266791"/>
                  <a:pt x="272390" y="272488"/>
                </a:cubicBezTo>
                <a:cubicBezTo>
                  <a:pt x="272390" y="275736"/>
                  <a:pt x="272868" y="278162"/>
                  <a:pt x="273825" y="279764"/>
                </a:cubicBezTo>
                <a:cubicBezTo>
                  <a:pt x="274782" y="281366"/>
                  <a:pt x="276261" y="282167"/>
                  <a:pt x="278264" y="282167"/>
                </a:cubicBezTo>
                <a:cubicBezTo>
                  <a:pt x="280178" y="282167"/>
                  <a:pt x="282114" y="281555"/>
                  <a:pt x="284072" y="280331"/>
                </a:cubicBezTo>
                <a:cubicBezTo>
                  <a:pt x="286030" y="279107"/>
                  <a:pt x="288088" y="277216"/>
                  <a:pt x="290246" y="274657"/>
                </a:cubicBezTo>
                <a:cubicBezTo>
                  <a:pt x="292405" y="272098"/>
                  <a:pt x="294218" y="269016"/>
                  <a:pt x="295687" y="265412"/>
                </a:cubicBezTo>
                <a:cubicBezTo>
                  <a:pt x="297155" y="261807"/>
                  <a:pt x="298468" y="257268"/>
                  <a:pt x="299625" y="251794"/>
                </a:cubicBezTo>
                <a:lnTo>
                  <a:pt x="300159" y="249324"/>
                </a:lnTo>
                <a:close/>
                <a:moveTo>
                  <a:pt x="394182" y="277027"/>
                </a:moveTo>
                <a:cubicBezTo>
                  <a:pt x="389687" y="282100"/>
                  <a:pt x="384848" y="285861"/>
                  <a:pt x="379663" y="288308"/>
                </a:cubicBezTo>
                <a:cubicBezTo>
                  <a:pt x="374479" y="290756"/>
                  <a:pt x="368860" y="291980"/>
                  <a:pt x="362808" y="291980"/>
                </a:cubicBezTo>
                <a:cubicBezTo>
                  <a:pt x="357601" y="291980"/>
                  <a:pt x="353173" y="291067"/>
                  <a:pt x="349524" y="289243"/>
                </a:cubicBezTo>
                <a:cubicBezTo>
                  <a:pt x="345875" y="287418"/>
                  <a:pt x="343127" y="284715"/>
                  <a:pt x="341280" y="281132"/>
                </a:cubicBezTo>
                <a:cubicBezTo>
                  <a:pt x="339433" y="277550"/>
                  <a:pt x="338510" y="273266"/>
                  <a:pt x="338510" y="268282"/>
                </a:cubicBezTo>
                <a:cubicBezTo>
                  <a:pt x="338510" y="265968"/>
                  <a:pt x="338821" y="263009"/>
                  <a:pt x="339444" y="259404"/>
                </a:cubicBezTo>
                <a:cubicBezTo>
                  <a:pt x="340290" y="254509"/>
                  <a:pt x="341580" y="250148"/>
                  <a:pt x="343316" y="246320"/>
                </a:cubicBezTo>
                <a:cubicBezTo>
                  <a:pt x="345496" y="241603"/>
                  <a:pt x="348345" y="237553"/>
                  <a:pt x="351860" y="234171"/>
                </a:cubicBezTo>
                <a:cubicBezTo>
                  <a:pt x="355376" y="230789"/>
                  <a:pt x="359503" y="228186"/>
                  <a:pt x="364243" y="226361"/>
                </a:cubicBezTo>
                <a:cubicBezTo>
                  <a:pt x="368982" y="224536"/>
                  <a:pt x="374178" y="223624"/>
                  <a:pt x="379830" y="223624"/>
                </a:cubicBezTo>
                <a:cubicBezTo>
                  <a:pt x="393448" y="223624"/>
                  <a:pt x="400256" y="228542"/>
                  <a:pt x="400256" y="238377"/>
                </a:cubicBezTo>
                <a:cubicBezTo>
                  <a:pt x="400256" y="241759"/>
                  <a:pt x="399578" y="244740"/>
                  <a:pt x="398221" y="247322"/>
                </a:cubicBezTo>
                <a:cubicBezTo>
                  <a:pt x="396863" y="249903"/>
                  <a:pt x="394605" y="252239"/>
                  <a:pt x="391445" y="254331"/>
                </a:cubicBezTo>
                <a:cubicBezTo>
                  <a:pt x="388285" y="256422"/>
                  <a:pt x="383824" y="258113"/>
                  <a:pt x="378061" y="259404"/>
                </a:cubicBezTo>
                <a:cubicBezTo>
                  <a:pt x="372298" y="260695"/>
                  <a:pt x="365344" y="261429"/>
                  <a:pt x="357201" y="261607"/>
                </a:cubicBezTo>
                <a:cubicBezTo>
                  <a:pt x="356622" y="264232"/>
                  <a:pt x="356333" y="266947"/>
                  <a:pt x="356333" y="269751"/>
                </a:cubicBezTo>
                <a:cubicBezTo>
                  <a:pt x="356333" y="273889"/>
                  <a:pt x="357201" y="277005"/>
                  <a:pt x="358936" y="279096"/>
                </a:cubicBezTo>
                <a:cubicBezTo>
                  <a:pt x="360672" y="281188"/>
                  <a:pt x="363297" y="282234"/>
                  <a:pt x="366813" y="282234"/>
                </a:cubicBezTo>
                <a:cubicBezTo>
                  <a:pt x="370729" y="282234"/>
                  <a:pt x="374267" y="281444"/>
                  <a:pt x="377427" y="279864"/>
                </a:cubicBezTo>
                <a:cubicBezTo>
                  <a:pt x="380586" y="278284"/>
                  <a:pt x="384302" y="275469"/>
                  <a:pt x="388575" y="271420"/>
                </a:cubicBezTo>
                <a:lnTo>
                  <a:pt x="394182" y="277027"/>
                </a:lnTo>
                <a:moveTo>
                  <a:pt x="358803" y="254598"/>
                </a:moveTo>
                <a:cubicBezTo>
                  <a:pt x="366991" y="254375"/>
                  <a:pt x="373255" y="252807"/>
                  <a:pt x="377594" y="249892"/>
                </a:cubicBezTo>
                <a:cubicBezTo>
                  <a:pt x="381933" y="246977"/>
                  <a:pt x="384102" y="242849"/>
                  <a:pt x="384102" y="237509"/>
                </a:cubicBezTo>
                <a:cubicBezTo>
                  <a:pt x="384102" y="235239"/>
                  <a:pt x="383579" y="233515"/>
                  <a:pt x="382533" y="232335"/>
                </a:cubicBezTo>
                <a:cubicBezTo>
                  <a:pt x="381488" y="231156"/>
                  <a:pt x="380030" y="230566"/>
                  <a:pt x="378161" y="230566"/>
                </a:cubicBezTo>
                <a:cubicBezTo>
                  <a:pt x="374022" y="230566"/>
                  <a:pt x="370295" y="232614"/>
                  <a:pt x="366980" y="236708"/>
                </a:cubicBezTo>
                <a:cubicBezTo>
                  <a:pt x="363664" y="240802"/>
                  <a:pt x="360939" y="246765"/>
                  <a:pt x="358803" y="254598"/>
                </a:cubicBezTo>
                <a:close/>
                <a:moveTo>
                  <a:pt x="456270" y="278762"/>
                </a:moveTo>
                <a:cubicBezTo>
                  <a:pt x="451775" y="283702"/>
                  <a:pt x="447647" y="287140"/>
                  <a:pt x="443887" y="289076"/>
                </a:cubicBezTo>
                <a:cubicBezTo>
                  <a:pt x="440127" y="291012"/>
                  <a:pt x="435687" y="291980"/>
                  <a:pt x="430570" y="291980"/>
                </a:cubicBezTo>
                <a:cubicBezTo>
                  <a:pt x="425496" y="291980"/>
                  <a:pt x="421602" y="290678"/>
                  <a:pt x="418888" y="288075"/>
                </a:cubicBezTo>
                <a:cubicBezTo>
                  <a:pt x="416173" y="285471"/>
                  <a:pt x="414816" y="281878"/>
                  <a:pt x="414816" y="277294"/>
                </a:cubicBezTo>
                <a:cubicBezTo>
                  <a:pt x="414816" y="275202"/>
                  <a:pt x="414972" y="273211"/>
                  <a:pt x="415283" y="271319"/>
                </a:cubicBezTo>
                <a:cubicBezTo>
                  <a:pt x="415595" y="269428"/>
                  <a:pt x="416240" y="266324"/>
                  <a:pt x="417219" y="262007"/>
                </a:cubicBezTo>
                <a:lnTo>
                  <a:pt x="424095" y="233036"/>
                </a:lnTo>
                <a:lnTo>
                  <a:pt x="413681" y="233036"/>
                </a:lnTo>
                <a:lnTo>
                  <a:pt x="414949" y="227629"/>
                </a:lnTo>
                <a:cubicBezTo>
                  <a:pt x="418064" y="227629"/>
                  <a:pt x="420423" y="227340"/>
                  <a:pt x="422025" y="226762"/>
                </a:cubicBezTo>
                <a:cubicBezTo>
                  <a:pt x="423627" y="226183"/>
                  <a:pt x="424973" y="225315"/>
                  <a:pt x="426064" y="224158"/>
                </a:cubicBezTo>
                <a:cubicBezTo>
                  <a:pt x="427154" y="223001"/>
                  <a:pt x="428211" y="221243"/>
                  <a:pt x="429235" y="218885"/>
                </a:cubicBezTo>
                <a:cubicBezTo>
                  <a:pt x="430258" y="216526"/>
                  <a:pt x="431460" y="212899"/>
                  <a:pt x="432839" y="208004"/>
                </a:cubicBezTo>
                <a:lnTo>
                  <a:pt x="448860" y="208004"/>
                </a:lnTo>
                <a:lnTo>
                  <a:pt x="444988" y="224692"/>
                </a:lnTo>
                <a:lnTo>
                  <a:pt x="461209" y="224692"/>
                </a:lnTo>
                <a:lnTo>
                  <a:pt x="459407" y="233036"/>
                </a:lnTo>
                <a:lnTo>
                  <a:pt x="443053" y="233036"/>
                </a:lnTo>
                <a:lnTo>
                  <a:pt x="436577" y="259738"/>
                </a:lnTo>
                <a:cubicBezTo>
                  <a:pt x="435465" y="264321"/>
                  <a:pt x="434697" y="267804"/>
                  <a:pt x="434274" y="270185"/>
                </a:cubicBezTo>
                <a:cubicBezTo>
                  <a:pt x="433852" y="272566"/>
                  <a:pt x="433640" y="274579"/>
                  <a:pt x="433640" y="276226"/>
                </a:cubicBezTo>
                <a:cubicBezTo>
                  <a:pt x="433640" y="278317"/>
                  <a:pt x="434019" y="279842"/>
                  <a:pt x="434775" y="280798"/>
                </a:cubicBezTo>
                <a:cubicBezTo>
                  <a:pt x="435532" y="281755"/>
                  <a:pt x="436644" y="282234"/>
                  <a:pt x="438113" y="282234"/>
                </a:cubicBezTo>
                <a:cubicBezTo>
                  <a:pt x="440115" y="282234"/>
                  <a:pt x="442174" y="281522"/>
                  <a:pt x="444287" y="280098"/>
                </a:cubicBezTo>
                <a:cubicBezTo>
                  <a:pt x="446401" y="278673"/>
                  <a:pt x="448682" y="276471"/>
                  <a:pt x="451130" y="273489"/>
                </a:cubicBezTo>
                <a:lnTo>
                  <a:pt x="456270" y="278762"/>
                </a:lnTo>
                <a:close/>
                <a:moveTo>
                  <a:pt x="522190" y="248256"/>
                </a:moveTo>
                <a:cubicBezTo>
                  <a:pt x="530290" y="247945"/>
                  <a:pt x="536709" y="243717"/>
                  <a:pt x="541449" y="235573"/>
                </a:cubicBezTo>
                <a:cubicBezTo>
                  <a:pt x="546188" y="227429"/>
                  <a:pt x="548558" y="214946"/>
                  <a:pt x="548558" y="198124"/>
                </a:cubicBezTo>
                <a:cubicBezTo>
                  <a:pt x="548558" y="190203"/>
                  <a:pt x="547145" y="176174"/>
                  <a:pt x="544319" y="156036"/>
                </a:cubicBezTo>
                <a:cubicBezTo>
                  <a:pt x="541493" y="135899"/>
                  <a:pt x="540080" y="119400"/>
                  <a:pt x="540080" y="106539"/>
                </a:cubicBezTo>
                <a:cubicBezTo>
                  <a:pt x="540080" y="76010"/>
                  <a:pt x="544619" y="51422"/>
                  <a:pt x="553698" y="32776"/>
                </a:cubicBezTo>
                <a:cubicBezTo>
                  <a:pt x="562776" y="14129"/>
                  <a:pt x="575460" y="3204"/>
                  <a:pt x="591747" y="0"/>
                </a:cubicBezTo>
                <a:lnTo>
                  <a:pt x="591747" y="6675"/>
                </a:lnTo>
                <a:cubicBezTo>
                  <a:pt x="586051" y="8099"/>
                  <a:pt x="580889" y="11159"/>
                  <a:pt x="576261" y="15854"/>
                </a:cubicBezTo>
                <a:cubicBezTo>
                  <a:pt x="571632" y="20549"/>
                  <a:pt x="567672" y="26735"/>
                  <a:pt x="564378" y="34411"/>
                </a:cubicBezTo>
                <a:cubicBezTo>
                  <a:pt x="561085" y="42088"/>
                  <a:pt x="558549" y="51189"/>
                  <a:pt x="556769" y="61714"/>
                </a:cubicBezTo>
                <a:cubicBezTo>
                  <a:pt x="554988" y="72238"/>
                  <a:pt x="554098" y="84065"/>
                  <a:pt x="554098" y="97193"/>
                </a:cubicBezTo>
                <a:cubicBezTo>
                  <a:pt x="554098" y="107384"/>
                  <a:pt x="555411" y="123683"/>
                  <a:pt x="558037" y="146090"/>
                </a:cubicBezTo>
                <a:cubicBezTo>
                  <a:pt x="560663" y="168497"/>
                  <a:pt x="561975" y="182727"/>
                  <a:pt x="561975" y="188779"/>
                </a:cubicBezTo>
                <a:cubicBezTo>
                  <a:pt x="561975" y="205912"/>
                  <a:pt x="559238" y="219942"/>
                  <a:pt x="553765" y="230867"/>
                </a:cubicBezTo>
                <a:cubicBezTo>
                  <a:pt x="548291" y="241792"/>
                  <a:pt x="542483" y="248501"/>
                  <a:pt x="536342" y="250993"/>
                </a:cubicBezTo>
                <a:lnTo>
                  <a:pt x="536342" y="252729"/>
                </a:lnTo>
                <a:cubicBezTo>
                  <a:pt x="542483" y="255132"/>
                  <a:pt x="548291" y="261796"/>
                  <a:pt x="553765" y="272721"/>
                </a:cubicBezTo>
                <a:cubicBezTo>
                  <a:pt x="559238" y="283647"/>
                  <a:pt x="561975" y="297698"/>
                  <a:pt x="561975" y="314876"/>
                </a:cubicBezTo>
                <a:cubicBezTo>
                  <a:pt x="561975" y="318169"/>
                  <a:pt x="560663" y="332933"/>
                  <a:pt x="558037" y="359167"/>
                </a:cubicBezTo>
                <a:cubicBezTo>
                  <a:pt x="555411" y="385401"/>
                  <a:pt x="554098" y="401144"/>
                  <a:pt x="554098" y="406395"/>
                </a:cubicBezTo>
                <a:cubicBezTo>
                  <a:pt x="554098" y="419657"/>
                  <a:pt x="554933" y="431494"/>
                  <a:pt x="556602" y="441908"/>
                </a:cubicBezTo>
                <a:cubicBezTo>
                  <a:pt x="558271" y="452322"/>
                  <a:pt x="560818" y="461467"/>
                  <a:pt x="564245" y="469344"/>
                </a:cubicBezTo>
                <a:cubicBezTo>
                  <a:pt x="567716" y="477221"/>
                  <a:pt x="571744" y="483451"/>
                  <a:pt x="576327" y="488035"/>
                </a:cubicBezTo>
                <a:cubicBezTo>
                  <a:pt x="580911" y="492618"/>
                  <a:pt x="586051" y="495622"/>
                  <a:pt x="591747" y="497046"/>
                </a:cubicBezTo>
                <a:lnTo>
                  <a:pt x="591747" y="503722"/>
                </a:lnTo>
                <a:cubicBezTo>
                  <a:pt x="577284" y="501853"/>
                  <a:pt x="565057" y="491906"/>
                  <a:pt x="555066" y="473883"/>
                </a:cubicBezTo>
                <a:cubicBezTo>
                  <a:pt x="545076" y="455859"/>
                  <a:pt x="540080" y="432540"/>
                  <a:pt x="540080" y="403925"/>
                </a:cubicBezTo>
                <a:cubicBezTo>
                  <a:pt x="540080" y="392266"/>
                  <a:pt x="541493" y="374498"/>
                  <a:pt x="544319" y="350623"/>
                </a:cubicBezTo>
                <a:cubicBezTo>
                  <a:pt x="547145" y="326747"/>
                  <a:pt x="548558" y="311716"/>
                  <a:pt x="548558" y="305531"/>
                </a:cubicBezTo>
                <a:cubicBezTo>
                  <a:pt x="548558" y="289287"/>
                  <a:pt x="546188" y="276927"/>
                  <a:pt x="541449" y="268449"/>
                </a:cubicBezTo>
                <a:cubicBezTo>
                  <a:pt x="536709" y="259971"/>
                  <a:pt x="530290" y="255644"/>
                  <a:pt x="522190" y="255466"/>
                </a:cubicBezTo>
                <a:lnTo>
                  <a:pt x="522190" y="2482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𝑯𝒖𝒎𝒂𝒏">
            <a:extLst xmlns:a="http://schemas.openxmlformats.org/drawingml/2006/main">
              <a:ext uri="{FF2B5EF4-FFF2-40B4-BE49-F238E27FC236}">
                <a16:creationId xmlns:a16="http://schemas.microsoft.com/office/drawing/2014/main" id="{7FBD532A-96A1-4892-9BD8-2664B2FD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932" y="2695865"/>
            <a:ext cx="490060" cy="92064"/>
          </a:xfrm>
          <a:custGeom xmlns:a="http://schemas.openxmlformats.org/drawingml/2006/main">
            <a:pathLst>
              <a:path w="490060" h="92064">
                <a:moveTo>
                  <a:pt x="77931" y="72998"/>
                </a:moveTo>
                <a:cubicBezTo>
                  <a:pt x="77620" y="74420"/>
                  <a:pt x="77398" y="75653"/>
                  <a:pt x="77264" y="76698"/>
                </a:cubicBezTo>
                <a:cubicBezTo>
                  <a:pt x="77131" y="77742"/>
                  <a:pt x="77064" y="79109"/>
                  <a:pt x="77064" y="80797"/>
                </a:cubicBezTo>
                <a:cubicBezTo>
                  <a:pt x="77064" y="82664"/>
                  <a:pt x="77498" y="84031"/>
                  <a:pt x="78364" y="84897"/>
                </a:cubicBezTo>
                <a:cubicBezTo>
                  <a:pt x="79231" y="85764"/>
                  <a:pt x="80642" y="86331"/>
                  <a:pt x="82597" y="86597"/>
                </a:cubicBezTo>
                <a:lnTo>
                  <a:pt x="81664" y="90997"/>
                </a:lnTo>
                <a:lnTo>
                  <a:pt x="48132" y="90997"/>
                </a:lnTo>
                <a:lnTo>
                  <a:pt x="49065" y="86597"/>
                </a:lnTo>
                <a:cubicBezTo>
                  <a:pt x="51598" y="85886"/>
                  <a:pt x="53465" y="84642"/>
                  <a:pt x="54665" y="82864"/>
                </a:cubicBezTo>
                <a:cubicBezTo>
                  <a:pt x="55865" y="81086"/>
                  <a:pt x="56998" y="77798"/>
                  <a:pt x="58065" y="72998"/>
                </a:cubicBezTo>
                <a:lnTo>
                  <a:pt x="63665" y="47532"/>
                </a:lnTo>
                <a:lnTo>
                  <a:pt x="35399" y="47532"/>
                </a:lnTo>
                <a:lnTo>
                  <a:pt x="29799" y="72998"/>
                </a:lnTo>
                <a:cubicBezTo>
                  <a:pt x="29488" y="74464"/>
                  <a:pt x="29266" y="75709"/>
                  <a:pt x="29132" y="76731"/>
                </a:cubicBezTo>
                <a:cubicBezTo>
                  <a:pt x="28999" y="77753"/>
                  <a:pt x="28932" y="79109"/>
                  <a:pt x="28932" y="80797"/>
                </a:cubicBezTo>
                <a:cubicBezTo>
                  <a:pt x="28932" y="82664"/>
                  <a:pt x="29366" y="84031"/>
                  <a:pt x="30232" y="84897"/>
                </a:cubicBezTo>
                <a:cubicBezTo>
                  <a:pt x="31099" y="85764"/>
                  <a:pt x="32510" y="86331"/>
                  <a:pt x="34466" y="86597"/>
                </a:cubicBezTo>
                <a:lnTo>
                  <a:pt x="33532" y="90997"/>
                </a:lnTo>
                <a:lnTo>
                  <a:pt x="0" y="90997"/>
                </a:lnTo>
                <a:lnTo>
                  <a:pt x="933" y="86597"/>
                </a:lnTo>
                <a:cubicBezTo>
                  <a:pt x="3467" y="85886"/>
                  <a:pt x="5333" y="84642"/>
                  <a:pt x="6533" y="82864"/>
                </a:cubicBezTo>
                <a:cubicBezTo>
                  <a:pt x="7733" y="81086"/>
                  <a:pt x="8866" y="77798"/>
                  <a:pt x="9933" y="72998"/>
                </a:cubicBezTo>
                <a:lnTo>
                  <a:pt x="22066" y="17999"/>
                </a:lnTo>
                <a:cubicBezTo>
                  <a:pt x="22644" y="15377"/>
                  <a:pt x="22933" y="12777"/>
                  <a:pt x="22933" y="10200"/>
                </a:cubicBezTo>
                <a:cubicBezTo>
                  <a:pt x="22933" y="8333"/>
                  <a:pt x="22499" y="6966"/>
                  <a:pt x="21633" y="6100"/>
                </a:cubicBezTo>
                <a:cubicBezTo>
                  <a:pt x="20766" y="5233"/>
                  <a:pt x="19355" y="4667"/>
                  <a:pt x="17399" y="4400"/>
                </a:cubicBezTo>
                <a:lnTo>
                  <a:pt x="18333" y="0"/>
                </a:lnTo>
                <a:lnTo>
                  <a:pt x="51865" y="0"/>
                </a:lnTo>
                <a:lnTo>
                  <a:pt x="50932" y="4400"/>
                </a:lnTo>
                <a:cubicBezTo>
                  <a:pt x="48398" y="5111"/>
                  <a:pt x="46532" y="6355"/>
                  <a:pt x="45332" y="8133"/>
                </a:cubicBezTo>
                <a:cubicBezTo>
                  <a:pt x="44132" y="9911"/>
                  <a:pt x="42999" y="13200"/>
                  <a:pt x="41932" y="17999"/>
                </a:cubicBezTo>
                <a:lnTo>
                  <a:pt x="37266" y="39132"/>
                </a:lnTo>
                <a:lnTo>
                  <a:pt x="65531" y="39132"/>
                </a:lnTo>
                <a:lnTo>
                  <a:pt x="70198" y="17999"/>
                </a:lnTo>
                <a:cubicBezTo>
                  <a:pt x="70776" y="15377"/>
                  <a:pt x="71064" y="12777"/>
                  <a:pt x="71064" y="10200"/>
                </a:cubicBezTo>
                <a:cubicBezTo>
                  <a:pt x="71064" y="8333"/>
                  <a:pt x="70631" y="6966"/>
                  <a:pt x="69764" y="6100"/>
                </a:cubicBezTo>
                <a:cubicBezTo>
                  <a:pt x="68898" y="5233"/>
                  <a:pt x="67487" y="4667"/>
                  <a:pt x="65531" y="4400"/>
                </a:cubicBezTo>
                <a:lnTo>
                  <a:pt x="66465" y="0"/>
                </a:lnTo>
                <a:lnTo>
                  <a:pt x="99997" y="0"/>
                </a:lnTo>
                <a:lnTo>
                  <a:pt x="99064" y="4400"/>
                </a:lnTo>
                <a:cubicBezTo>
                  <a:pt x="96530" y="5111"/>
                  <a:pt x="94664" y="6355"/>
                  <a:pt x="93464" y="8133"/>
                </a:cubicBezTo>
                <a:cubicBezTo>
                  <a:pt x="92264" y="9911"/>
                  <a:pt x="91130" y="13200"/>
                  <a:pt x="90064" y="17999"/>
                </a:cubicBezTo>
                <a:lnTo>
                  <a:pt x="77931" y="72998"/>
                </a:lnTo>
                <a:close/>
                <a:moveTo>
                  <a:pt x="164783" y="24866"/>
                </a:moveTo>
                <a:lnTo>
                  <a:pt x="183849" y="24866"/>
                </a:lnTo>
                <a:lnTo>
                  <a:pt x="172983" y="71064"/>
                </a:lnTo>
                <a:cubicBezTo>
                  <a:pt x="172450" y="73331"/>
                  <a:pt x="172183" y="75575"/>
                  <a:pt x="172183" y="77798"/>
                </a:cubicBezTo>
                <a:cubicBezTo>
                  <a:pt x="172183" y="79264"/>
                  <a:pt x="172427" y="80397"/>
                  <a:pt x="172916" y="81197"/>
                </a:cubicBezTo>
                <a:cubicBezTo>
                  <a:pt x="173405" y="81997"/>
                  <a:pt x="174249" y="82397"/>
                  <a:pt x="175449" y="82397"/>
                </a:cubicBezTo>
                <a:cubicBezTo>
                  <a:pt x="176827" y="82397"/>
                  <a:pt x="178316" y="81775"/>
                  <a:pt x="179916" y="80531"/>
                </a:cubicBezTo>
                <a:cubicBezTo>
                  <a:pt x="181516" y="79286"/>
                  <a:pt x="183383" y="77442"/>
                  <a:pt x="185516" y="74998"/>
                </a:cubicBezTo>
                <a:lnTo>
                  <a:pt x="190316" y="79798"/>
                </a:lnTo>
                <a:cubicBezTo>
                  <a:pt x="185649" y="84464"/>
                  <a:pt x="181627" y="87675"/>
                  <a:pt x="178249" y="89431"/>
                </a:cubicBezTo>
                <a:cubicBezTo>
                  <a:pt x="174872" y="91186"/>
                  <a:pt x="171316" y="92064"/>
                  <a:pt x="167583" y="92064"/>
                </a:cubicBezTo>
                <a:cubicBezTo>
                  <a:pt x="163850" y="92064"/>
                  <a:pt x="160894" y="91030"/>
                  <a:pt x="158717" y="88964"/>
                </a:cubicBezTo>
                <a:cubicBezTo>
                  <a:pt x="156539" y="86897"/>
                  <a:pt x="155450" y="84175"/>
                  <a:pt x="155450" y="80797"/>
                </a:cubicBezTo>
                <a:cubicBezTo>
                  <a:pt x="155450" y="79686"/>
                  <a:pt x="155583" y="78620"/>
                  <a:pt x="155850" y="77598"/>
                </a:cubicBezTo>
                <a:lnTo>
                  <a:pt x="155183" y="77064"/>
                </a:lnTo>
                <a:cubicBezTo>
                  <a:pt x="151050" y="82175"/>
                  <a:pt x="147084" y="85953"/>
                  <a:pt x="143284" y="88397"/>
                </a:cubicBezTo>
                <a:cubicBezTo>
                  <a:pt x="139484" y="90842"/>
                  <a:pt x="135095" y="92064"/>
                  <a:pt x="130118" y="92064"/>
                </a:cubicBezTo>
                <a:cubicBezTo>
                  <a:pt x="125584" y="92064"/>
                  <a:pt x="122040" y="90775"/>
                  <a:pt x="119485" y="88197"/>
                </a:cubicBezTo>
                <a:cubicBezTo>
                  <a:pt x="116929" y="85620"/>
                  <a:pt x="115651" y="82109"/>
                  <a:pt x="115651" y="77664"/>
                </a:cubicBezTo>
                <a:cubicBezTo>
                  <a:pt x="115651" y="76242"/>
                  <a:pt x="115796" y="74464"/>
                  <a:pt x="116085" y="72331"/>
                </a:cubicBezTo>
                <a:cubicBezTo>
                  <a:pt x="116373" y="70198"/>
                  <a:pt x="116718" y="68309"/>
                  <a:pt x="117118" y="66665"/>
                </a:cubicBezTo>
                <a:lnTo>
                  <a:pt x="122384" y="45865"/>
                </a:lnTo>
                <a:cubicBezTo>
                  <a:pt x="123140" y="42888"/>
                  <a:pt x="123518" y="40288"/>
                  <a:pt x="123518" y="38065"/>
                </a:cubicBezTo>
                <a:cubicBezTo>
                  <a:pt x="123518" y="36332"/>
                  <a:pt x="123229" y="35132"/>
                  <a:pt x="122651" y="34466"/>
                </a:cubicBezTo>
                <a:cubicBezTo>
                  <a:pt x="122073" y="33799"/>
                  <a:pt x="121251" y="33466"/>
                  <a:pt x="120184" y="33466"/>
                </a:cubicBezTo>
                <a:cubicBezTo>
                  <a:pt x="118896" y="33466"/>
                  <a:pt x="117462" y="34077"/>
                  <a:pt x="115885" y="35299"/>
                </a:cubicBezTo>
                <a:cubicBezTo>
                  <a:pt x="114307" y="36521"/>
                  <a:pt x="112407" y="38377"/>
                  <a:pt x="110185" y="40865"/>
                </a:cubicBezTo>
                <a:lnTo>
                  <a:pt x="105385" y="36066"/>
                </a:lnTo>
                <a:cubicBezTo>
                  <a:pt x="109963" y="31488"/>
                  <a:pt x="113940" y="28299"/>
                  <a:pt x="117318" y="26499"/>
                </a:cubicBezTo>
                <a:cubicBezTo>
                  <a:pt x="120696" y="24699"/>
                  <a:pt x="124407" y="23799"/>
                  <a:pt x="128451" y="23799"/>
                </a:cubicBezTo>
                <a:cubicBezTo>
                  <a:pt x="133117" y="23799"/>
                  <a:pt x="136551" y="24977"/>
                  <a:pt x="138751" y="27332"/>
                </a:cubicBezTo>
                <a:cubicBezTo>
                  <a:pt x="140950" y="29688"/>
                  <a:pt x="142050" y="33110"/>
                  <a:pt x="142050" y="37599"/>
                </a:cubicBezTo>
                <a:cubicBezTo>
                  <a:pt x="142050" y="40754"/>
                  <a:pt x="141406" y="44865"/>
                  <a:pt x="140117" y="49932"/>
                </a:cubicBezTo>
                <a:lnTo>
                  <a:pt x="137184" y="61131"/>
                </a:lnTo>
                <a:cubicBezTo>
                  <a:pt x="135362" y="68109"/>
                  <a:pt x="134451" y="73198"/>
                  <a:pt x="134451" y="76398"/>
                </a:cubicBezTo>
                <a:cubicBezTo>
                  <a:pt x="134451" y="80353"/>
                  <a:pt x="136006" y="82331"/>
                  <a:pt x="139117" y="82331"/>
                </a:cubicBezTo>
                <a:cubicBezTo>
                  <a:pt x="140539" y="82331"/>
                  <a:pt x="142073" y="81797"/>
                  <a:pt x="143717" y="80731"/>
                </a:cubicBezTo>
                <a:cubicBezTo>
                  <a:pt x="145361" y="79664"/>
                  <a:pt x="147195" y="78031"/>
                  <a:pt x="149217" y="75831"/>
                </a:cubicBezTo>
                <a:cubicBezTo>
                  <a:pt x="151239" y="73631"/>
                  <a:pt x="152895" y="71198"/>
                  <a:pt x="154183" y="68531"/>
                </a:cubicBezTo>
                <a:cubicBezTo>
                  <a:pt x="155472" y="65865"/>
                  <a:pt x="156517" y="62709"/>
                  <a:pt x="157317" y="59065"/>
                </a:cubicBezTo>
                <a:lnTo>
                  <a:pt x="164783" y="24866"/>
                </a:lnTo>
                <a:close/>
                <a:moveTo>
                  <a:pt x="299979" y="69998"/>
                </a:moveTo>
                <a:cubicBezTo>
                  <a:pt x="299490" y="71864"/>
                  <a:pt x="299179" y="73309"/>
                  <a:pt x="299046" y="74331"/>
                </a:cubicBezTo>
                <a:cubicBezTo>
                  <a:pt x="298913" y="75353"/>
                  <a:pt x="298846" y="76509"/>
                  <a:pt x="298846" y="77798"/>
                </a:cubicBezTo>
                <a:cubicBezTo>
                  <a:pt x="298846" y="79531"/>
                  <a:pt x="299135" y="80731"/>
                  <a:pt x="299713" y="81397"/>
                </a:cubicBezTo>
                <a:cubicBezTo>
                  <a:pt x="300290" y="82064"/>
                  <a:pt x="301113" y="82397"/>
                  <a:pt x="302179" y="82397"/>
                </a:cubicBezTo>
                <a:cubicBezTo>
                  <a:pt x="303468" y="82397"/>
                  <a:pt x="304912" y="81786"/>
                  <a:pt x="306512" y="80564"/>
                </a:cubicBezTo>
                <a:cubicBezTo>
                  <a:pt x="308112" y="79342"/>
                  <a:pt x="310001" y="77486"/>
                  <a:pt x="312179" y="74998"/>
                </a:cubicBezTo>
                <a:lnTo>
                  <a:pt x="316979" y="79798"/>
                </a:lnTo>
                <a:cubicBezTo>
                  <a:pt x="312623" y="84242"/>
                  <a:pt x="308723" y="87397"/>
                  <a:pt x="305279" y="89264"/>
                </a:cubicBezTo>
                <a:cubicBezTo>
                  <a:pt x="301835" y="91130"/>
                  <a:pt x="298046" y="92064"/>
                  <a:pt x="293913" y="92064"/>
                </a:cubicBezTo>
                <a:cubicBezTo>
                  <a:pt x="289335" y="92064"/>
                  <a:pt x="285935" y="90930"/>
                  <a:pt x="283713" y="88664"/>
                </a:cubicBezTo>
                <a:cubicBezTo>
                  <a:pt x="281491" y="86397"/>
                  <a:pt x="280380" y="82931"/>
                  <a:pt x="280380" y="78264"/>
                </a:cubicBezTo>
                <a:cubicBezTo>
                  <a:pt x="280380" y="76798"/>
                  <a:pt x="280535" y="75009"/>
                  <a:pt x="280846" y="72898"/>
                </a:cubicBezTo>
                <a:cubicBezTo>
                  <a:pt x="281158" y="70787"/>
                  <a:pt x="281602" y="68598"/>
                  <a:pt x="282180" y="66331"/>
                </a:cubicBezTo>
                <a:lnTo>
                  <a:pt x="285246" y="54732"/>
                </a:lnTo>
                <a:cubicBezTo>
                  <a:pt x="285957" y="52109"/>
                  <a:pt x="286591" y="49343"/>
                  <a:pt x="287146" y="46432"/>
                </a:cubicBezTo>
                <a:cubicBezTo>
                  <a:pt x="287702" y="43521"/>
                  <a:pt x="287980" y="41265"/>
                  <a:pt x="287980" y="39665"/>
                </a:cubicBezTo>
                <a:cubicBezTo>
                  <a:pt x="287980" y="35577"/>
                  <a:pt x="286380" y="33532"/>
                  <a:pt x="283180" y="33532"/>
                </a:cubicBezTo>
                <a:cubicBezTo>
                  <a:pt x="281269" y="33532"/>
                  <a:pt x="278935" y="34754"/>
                  <a:pt x="276180" y="37199"/>
                </a:cubicBezTo>
                <a:cubicBezTo>
                  <a:pt x="273424" y="39643"/>
                  <a:pt x="271147" y="42321"/>
                  <a:pt x="269347" y="45232"/>
                </a:cubicBezTo>
                <a:cubicBezTo>
                  <a:pt x="267547" y="48143"/>
                  <a:pt x="266158" y="51998"/>
                  <a:pt x="265180" y="56798"/>
                </a:cubicBezTo>
                <a:lnTo>
                  <a:pt x="257847" y="90997"/>
                </a:lnTo>
                <a:lnTo>
                  <a:pt x="238648" y="90997"/>
                </a:lnTo>
                <a:lnTo>
                  <a:pt x="248381" y="48598"/>
                </a:lnTo>
                <a:cubicBezTo>
                  <a:pt x="248870" y="46554"/>
                  <a:pt x="249203" y="44876"/>
                  <a:pt x="249381" y="43565"/>
                </a:cubicBezTo>
                <a:cubicBezTo>
                  <a:pt x="249559" y="42254"/>
                  <a:pt x="249647" y="41110"/>
                  <a:pt x="249647" y="40132"/>
                </a:cubicBezTo>
                <a:cubicBezTo>
                  <a:pt x="249647" y="37821"/>
                  <a:pt x="249247" y="36143"/>
                  <a:pt x="248447" y="35099"/>
                </a:cubicBezTo>
                <a:cubicBezTo>
                  <a:pt x="247648" y="34054"/>
                  <a:pt x="246381" y="33532"/>
                  <a:pt x="244648" y="33532"/>
                </a:cubicBezTo>
                <a:cubicBezTo>
                  <a:pt x="242603" y="33532"/>
                  <a:pt x="240192" y="34799"/>
                  <a:pt x="237415" y="37332"/>
                </a:cubicBezTo>
                <a:cubicBezTo>
                  <a:pt x="234637" y="39865"/>
                  <a:pt x="232392" y="42532"/>
                  <a:pt x="230681" y="45332"/>
                </a:cubicBezTo>
                <a:cubicBezTo>
                  <a:pt x="228970" y="48132"/>
                  <a:pt x="227604" y="51954"/>
                  <a:pt x="226582" y="56798"/>
                </a:cubicBezTo>
                <a:lnTo>
                  <a:pt x="219115" y="90997"/>
                </a:lnTo>
                <a:lnTo>
                  <a:pt x="199982" y="90997"/>
                </a:lnTo>
                <a:lnTo>
                  <a:pt x="210715" y="44665"/>
                </a:lnTo>
                <a:cubicBezTo>
                  <a:pt x="211382" y="41776"/>
                  <a:pt x="211715" y="39577"/>
                  <a:pt x="211715" y="38065"/>
                </a:cubicBezTo>
                <a:cubicBezTo>
                  <a:pt x="211715" y="36599"/>
                  <a:pt x="211471" y="35466"/>
                  <a:pt x="210982" y="34666"/>
                </a:cubicBezTo>
                <a:cubicBezTo>
                  <a:pt x="210493" y="33866"/>
                  <a:pt x="209649" y="33466"/>
                  <a:pt x="208449" y="33466"/>
                </a:cubicBezTo>
                <a:cubicBezTo>
                  <a:pt x="207071" y="33466"/>
                  <a:pt x="205582" y="34088"/>
                  <a:pt x="203982" y="35332"/>
                </a:cubicBezTo>
                <a:cubicBezTo>
                  <a:pt x="202382" y="36577"/>
                  <a:pt x="200516" y="38421"/>
                  <a:pt x="198382" y="40865"/>
                </a:cubicBezTo>
                <a:lnTo>
                  <a:pt x="193583" y="36066"/>
                </a:lnTo>
                <a:cubicBezTo>
                  <a:pt x="198027" y="31532"/>
                  <a:pt x="201971" y="28355"/>
                  <a:pt x="205416" y="26533"/>
                </a:cubicBezTo>
                <a:cubicBezTo>
                  <a:pt x="208860" y="24710"/>
                  <a:pt x="212493" y="23799"/>
                  <a:pt x="216315" y="23799"/>
                </a:cubicBezTo>
                <a:cubicBezTo>
                  <a:pt x="220004" y="23799"/>
                  <a:pt x="222948" y="24833"/>
                  <a:pt x="225148" y="26899"/>
                </a:cubicBezTo>
                <a:cubicBezTo>
                  <a:pt x="227348" y="28966"/>
                  <a:pt x="228448" y="31688"/>
                  <a:pt x="228448" y="35066"/>
                </a:cubicBezTo>
                <a:cubicBezTo>
                  <a:pt x="228448" y="36177"/>
                  <a:pt x="228315" y="37243"/>
                  <a:pt x="228048" y="38265"/>
                </a:cubicBezTo>
                <a:lnTo>
                  <a:pt x="228848" y="38665"/>
                </a:lnTo>
                <a:cubicBezTo>
                  <a:pt x="232892" y="33555"/>
                  <a:pt x="236815" y="29799"/>
                  <a:pt x="240614" y="27399"/>
                </a:cubicBezTo>
                <a:cubicBezTo>
                  <a:pt x="244414" y="24999"/>
                  <a:pt x="248825" y="23799"/>
                  <a:pt x="253847" y="23799"/>
                </a:cubicBezTo>
                <a:cubicBezTo>
                  <a:pt x="258292" y="23799"/>
                  <a:pt x="261792" y="25021"/>
                  <a:pt x="264347" y="27466"/>
                </a:cubicBezTo>
                <a:cubicBezTo>
                  <a:pt x="266902" y="29910"/>
                  <a:pt x="268247" y="33288"/>
                  <a:pt x="268380" y="37599"/>
                </a:cubicBezTo>
                <a:cubicBezTo>
                  <a:pt x="272069" y="32888"/>
                  <a:pt x="275791" y="29410"/>
                  <a:pt x="279547" y="27166"/>
                </a:cubicBezTo>
                <a:cubicBezTo>
                  <a:pt x="283302" y="24921"/>
                  <a:pt x="287557" y="23799"/>
                  <a:pt x="292313" y="23799"/>
                </a:cubicBezTo>
                <a:cubicBezTo>
                  <a:pt x="296802" y="23799"/>
                  <a:pt x="300324" y="25066"/>
                  <a:pt x="302879" y="27599"/>
                </a:cubicBezTo>
                <a:cubicBezTo>
                  <a:pt x="305435" y="30132"/>
                  <a:pt x="306712" y="33666"/>
                  <a:pt x="306712" y="38199"/>
                </a:cubicBezTo>
                <a:cubicBezTo>
                  <a:pt x="306712" y="39532"/>
                  <a:pt x="306601" y="41154"/>
                  <a:pt x="306379" y="43065"/>
                </a:cubicBezTo>
                <a:cubicBezTo>
                  <a:pt x="306157" y="44976"/>
                  <a:pt x="305823" y="46799"/>
                  <a:pt x="305379" y="48532"/>
                </a:cubicBezTo>
                <a:lnTo>
                  <a:pt x="299979" y="69998"/>
                </a:lnTo>
                <a:close/>
                <a:moveTo>
                  <a:pt x="384609" y="70198"/>
                </a:moveTo>
                <a:cubicBezTo>
                  <a:pt x="383943" y="72998"/>
                  <a:pt x="383609" y="75531"/>
                  <a:pt x="383609" y="77798"/>
                </a:cubicBezTo>
                <a:cubicBezTo>
                  <a:pt x="383609" y="79264"/>
                  <a:pt x="383854" y="80397"/>
                  <a:pt x="384343" y="81197"/>
                </a:cubicBezTo>
                <a:cubicBezTo>
                  <a:pt x="384832" y="81997"/>
                  <a:pt x="385676" y="82397"/>
                  <a:pt x="386876" y="82397"/>
                </a:cubicBezTo>
                <a:cubicBezTo>
                  <a:pt x="388254" y="82397"/>
                  <a:pt x="389742" y="81775"/>
                  <a:pt x="391342" y="80531"/>
                </a:cubicBezTo>
                <a:cubicBezTo>
                  <a:pt x="392942" y="79286"/>
                  <a:pt x="394809" y="77442"/>
                  <a:pt x="396942" y="74998"/>
                </a:cubicBezTo>
                <a:lnTo>
                  <a:pt x="401742" y="79798"/>
                </a:lnTo>
                <a:cubicBezTo>
                  <a:pt x="397076" y="84464"/>
                  <a:pt x="393053" y="87675"/>
                  <a:pt x="389676" y="89431"/>
                </a:cubicBezTo>
                <a:cubicBezTo>
                  <a:pt x="386298" y="91186"/>
                  <a:pt x="382743" y="92064"/>
                  <a:pt x="379009" y="92064"/>
                </a:cubicBezTo>
                <a:cubicBezTo>
                  <a:pt x="375276" y="92064"/>
                  <a:pt x="372321" y="91030"/>
                  <a:pt x="370143" y="88964"/>
                </a:cubicBezTo>
                <a:cubicBezTo>
                  <a:pt x="367965" y="86897"/>
                  <a:pt x="366877" y="84175"/>
                  <a:pt x="366877" y="80797"/>
                </a:cubicBezTo>
                <a:cubicBezTo>
                  <a:pt x="366877" y="79686"/>
                  <a:pt x="367010" y="78620"/>
                  <a:pt x="367277" y="77598"/>
                </a:cubicBezTo>
                <a:lnTo>
                  <a:pt x="366343" y="77464"/>
                </a:lnTo>
                <a:cubicBezTo>
                  <a:pt x="363099" y="81286"/>
                  <a:pt x="360310" y="84164"/>
                  <a:pt x="357977" y="86097"/>
                </a:cubicBezTo>
                <a:cubicBezTo>
                  <a:pt x="355644" y="88031"/>
                  <a:pt x="353166" y="89508"/>
                  <a:pt x="350544" y="90531"/>
                </a:cubicBezTo>
                <a:cubicBezTo>
                  <a:pt x="347922" y="91553"/>
                  <a:pt x="345011" y="92064"/>
                  <a:pt x="341811" y="92064"/>
                </a:cubicBezTo>
                <a:cubicBezTo>
                  <a:pt x="336477" y="92064"/>
                  <a:pt x="332433" y="90253"/>
                  <a:pt x="329678" y="86631"/>
                </a:cubicBezTo>
                <a:cubicBezTo>
                  <a:pt x="326922" y="83009"/>
                  <a:pt x="325544" y="77731"/>
                  <a:pt x="325544" y="70798"/>
                </a:cubicBezTo>
                <a:cubicBezTo>
                  <a:pt x="325544" y="64798"/>
                  <a:pt x="326411" y="58843"/>
                  <a:pt x="328144" y="52932"/>
                </a:cubicBezTo>
                <a:cubicBezTo>
                  <a:pt x="329878" y="47021"/>
                  <a:pt x="332366" y="41921"/>
                  <a:pt x="335611" y="37632"/>
                </a:cubicBezTo>
                <a:cubicBezTo>
                  <a:pt x="338855" y="33343"/>
                  <a:pt x="342933" y="29966"/>
                  <a:pt x="347844" y="27499"/>
                </a:cubicBezTo>
                <a:cubicBezTo>
                  <a:pt x="352755" y="25033"/>
                  <a:pt x="358321" y="23799"/>
                  <a:pt x="364543" y="23799"/>
                </a:cubicBezTo>
                <a:cubicBezTo>
                  <a:pt x="371165" y="23799"/>
                  <a:pt x="376810" y="25399"/>
                  <a:pt x="381476" y="28599"/>
                </a:cubicBezTo>
                <a:lnTo>
                  <a:pt x="387943" y="23799"/>
                </a:lnTo>
                <a:lnTo>
                  <a:pt x="395409" y="24866"/>
                </a:lnTo>
                <a:lnTo>
                  <a:pt x="384609" y="70198"/>
                </a:lnTo>
                <a:moveTo>
                  <a:pt x="371410" y="49532"/>
                </a:moveTo>
                <a:cubicBezTo>
                  <a:pt x="372121" y="46243"/>
                  <a:pt x="372476" y="42954"/>
                  <a:pt x="372476" y="39665"/>
                </a:cubicBezTo>
                <a:cubicBezTo>
                  <a:pt x="372476" y="36732"/>
                  <a:pt x="371921" y="34510"/>
                  <a:pt x="370810" y="32999"/>
                </a:cubicBezTo>
                <a:cubicBezTo>
                  <a:pt x="369699" y="31488"/>
                  <a:pt x="367876" y="30732"/>
                  <a:pt x="365343" y="30732"/>
                </a:cubicBezTo>
                <a:cubicBezTo>
                  <a:pt x="361210" y="30732"/>
                  <a:pt x="357543" y="32810"/>
                  <a:pt x="354344" y="36966"/>
                </a:cubicBezTo>
                <a:cubicBezTo>
                  <a:pt x="351144" y="41121"/>
                  <a:pt x="348566" y="46710"/>
                  <a:pt x="346610" y="53732"/>
                </a:cubicBezTo>
                <a:cubicBezTo>
                  <a:pt x="344655" y="60754"/>
                  <a:pt x="343677" y="67042"/>
                  <a:pt x="343677" y="72598"/>
                </a:cubicBezTo>
                <a:cubicBezTo>
                  <a:pt x="343677" y="75842"/>
                  <a:pt x="344155" y="78264"/>
                  <a:pt x="345111" y="79864"/>
                </a:cubicBezTo>
                <a:cubicBezTo>
                  <a:pt x="346066" y="81464"/>
                  <a:pt x="347544" y="82264"/>
                  <a:pt x="349544" y="82264"/>
                </a:cubicBezTo>
                <a:cubicBezTo>
                  <a:pt x="352477" y="82264"/>
                  <a:pt x="355466" y="80831"/>
                  <a:pt x="358510" y="77964"/>
                </a:cubicBezTo>
                <a:cubicBezTo>
                  <a:pt x="361554" y="75098"/>
                  <a:pt x="364010" y="71731"/>
                  <a:pt x="365877" y="67865"/>
                </a:cubicBezTo>
                <a:cubicBezTo>
                  <a:pt x="367743" y="63998"/>
                  <a:pt x="369410" y="58709"/>
                  <a:pt x="370876" y="51998"/>
                </a:cubicBezTo>
                <a:lnTo>
                  <a:pt x="371410" y="49532"/>
                </a:lnTo>
                <a:close/>
                <a:moveTo>
                  <a:pt x="409729" y="40865"/>
                </a:moveTo>
                <a:lnTo>
                  <a:pt x="404929" y="36066"/>
                </a:lnTo>
                <a:cubicBezTo>
                  <a:pt x="409374" y="31532"/>
                  <a:pt x="413318" y="28355"/>
                  <a:pt x="416762" y="26533"/>
                </a:cubicBezTo>
                <a:cubicBezTo>
                  <a:pt x="420207" y="24710"/>
                  <a:pt x="423840" y="23799"/>
                  <a:pt x="427662" y="23799"/>
                </a:cubicBezTo>
                <a:cubicBezTo>
                  <a:pt x="431351" y="23799"/>
                  <a:pt x="434295" y="24833"/>
                  <a:pt x="436495" y="26899"/>
                </a:cubicBezTo>
                <a:cubicBezTo>
                  <a:pt x="438695" y="28966"/>
                  <a:pt x="439795" y="31688"/>
                  <a:pt x="439795" y="35066"/>
                </a:cubicBezTo>
                <a:cubicBezTo>
                  <a:pt x="439795" y="36177"/>
                  <a:pt x="439661" y="37243"/>
                  <a:pt x="439395" y="38265"/>
                </a:cubicBezTo>
                <a:lnTo>
                  <a:pt x="440061" y="38799"/>
                </a:lnTo>
                <a:cubicBezTo>
                  <a:pt x="444239" y="33599"/>
                  <a:pt x="448206" y="29799"/>
                  <a:pt x="451961" y="27399"/>
                </a:cubicBezTo>
                <a:cubicBezTo>
                  <a:pt x="455717" y="24999"/>
                  <a:pt x="460105" y="23799"/>
                  <a:pt x="465127" y="23799"/>
                </a:cubicBezTo>
                <a:cubicBezTo>
                  <a:pt x="469705" y="23799"/>
                  <a:pt x="473294" y="25088"/>
                  <a:pt x="475894" y="27666"/>
                </a:cubicBezTo>
                <a:cubicBezTo>
                  <a:pt x="478494" y="30243"/>
                  <a:pt x="479794" y="33754"/>
                  <a:pt x="479794" y="38199"/>
                </a:cubicBezTo>
                <a:cubicBezTo>
                  <a:pt x="479794" y="39621"/>
                  <a:pt x="479649" y="41399"/>
                  <a:pt x="479360" y="43532"/>
                </a:cubicBezTo>
                <a:cubicBezTo>
                  <a:pt x="479071" y="45665"/>
                  <a:pt x="478727" y="47554"/>
                  <a:pt x="478327" y="49198"/>
                </a:cubicBezTo>
                <a:lnTo>
                  <a:pt x="473060" y="69998"/>
                </a:lnTo>
                <a:cubicBezTo>
                  <a:pt x="472305" y="72975"/>
                  <a:pt x="471927" y="75575"/>
                  <a:pt x="471927" y="77798"/>
                </a:cubicBezTo>
                <a:cubicBezTo>
                  <a:pt x="471927" y="79531"/>
                  <a:pt x="472216" y="80731"/>
                  <a:pt x="472794" y="81397"/>
                </a:cubicBezTo>
                <a:cubicBezTo>
                  <a:pt x="473372" y="82064"/>
                  <a:pt x="474194" y="82397"/>
                  <a:pt x="475260" y="82397"/>
                </a:cubicBezTo>
                <a:cubicBezTo>
                  <a:pt x="476549" y="82397"/>
                  <a:pt x="477994" y="81786"/>
                  <a:pt x="479594" y="80564"/>
                </a:cubicBezTo>
                <a:cubicBezTo>
                  <a:pt x="481194" y="79342"/>
                  <a:pt x="483082" y="77486"/>
                  <a:pt x="485260" y="74998"/>
                </a:cubicBezTo>
                <a:lnTo>
                  <a:pt x="490060" y="79798"/>
                </a:lnTo>
                <a:cubicBezTo>
                  <a:pt x="485704" y="84242"/>
                  <a:pt x="481805" y="87397"/>
                  <a:pt x="478360" y="89264"/>
                </a:cubicBezTo>
                <a:cubicBezTo>
                  <a:pt x="474916" y="91130"/>
                  <a:pt x="471127" y="92064"/>
                  <a:pt x="466994" y="92064"/>
                </a:cubicBezTo>
                <a:cubicBezTo>
                  <a:pt x="462283" y="92064"/>
                  <a:pt x="458839" y="90897"/>
                  <a:pt x="456661" y="88564"/>
                </a:cubicBezTo>
                <a:cubicBezTo>
                  <a:pt x="454483" y="86231"/>
                  <a:pt x="453394" y="82797"/>
                  <a:pt x="453394" y="78264"/>
                </a:cubicBezTo>
                <a:cubicBezTo>
                  <a:pt x="453394" y="75020"/>
                  <a:pt x="454039" y="70864"/>
                  <a:pt x="455328" y="65798"/>
                </a:cubicBezTo>
                <a:lnTo>
                  <a:pt x="458261" y="54732"/>
                </a:lnTo>
                <a:cubicBezTo>
                  <a:pt x="459016" y="51887"/>
                  <a:pt x="459661" y="49076"/>
                  <a:pt x="460194" y="46299"/>
                </a:cubicBezTo>
                <a:cubicBezTo>
                  <a:pt x="460727" y="43521"/>
                  <a:pt x="460994" y="41243"/>
                  <a:pt x="460994" y="39465"/>
                </a:cubicBezTo>
                <a:cubicBezTo>
                  <a:pt x="460994" y="37465"/>
                  <a:pt x="460572" y="35977"/>
                  <a:pt x="459728" y="34999"/>
                </a:cubicBezTo>
                <a:cubicBezTo>
                  <a:pt x="458883" y="34021"/>
                  <a:pt x="457683" y="33532"/>
                  <a:pt x="456128" y="33532"/>
                </a:cubicBezTo>
                <a:cubicBezTo>
                  <a:pt x="453950" y="33532"/>
                  <a:pt x="451461" y="34821"/>
                  <a:pt x="448661" y="37399"/>
                </a:cubicBezTo>
                <a:cubicBezTo>
                  <a:pt x="445861" y="39977"/>
                  <a:pt x="443617" y="42699"/>
                  <a:pt x="441928" y="45565"/>
                </a:cubicBezTo>
                <a:cubicBezTo>
                  <a:pt x="440239" y="48432"/>
                  <a:pt x="438906" y="52176"/>
                  <a:pt x="437928" y="56798"/>
                </a:cubicBezTo>
                <a:lnTo>
                  <a:pt x="430462" y="90997"/>
                </a:lnTo>
                <a:lnTo>
                  <a:pt x="411329" y="90997"/>
                </a:lnTo>
                <a:lnTo>
                  <a:pt x="422062" y="44665"/>
                </a:lnTo>
                <a:cubicBezTo>
                  <a:pt x="422729" y="41776"/>
                  <a:pt x="423062" y="39577"/>
                  <a:pt x="423062" y="38065"/>
                </a:cubicBezTo>
                <a:cubicBezTo>
                  <a:pt x="423062" y="36599"/>
                  <a:pt x="422818" y="35466"/>
                  <a:pt x="422329" y="34666"/>
                </a:cubicBezTo>
                <a:cubicBezTo>
                  <a:pt x="421840" y="33866"/>
                  <a:pt x="420995" y="33466"/>
                  <a:pt x="419795" y="33466"/>
                </a:cubicBezTo>
                <a:cubicBezTo>
                  <a:pt x="418418" y="33466"/>
                  <a:pt x="416929" y="34088"/>
                  <a:pt x="415329" y="35332"/>
                </a:cubicBezTo>
                <a:cubicBezTo>
                  <a:pt x="413729" y="36577"/>
                  <a:pt x="411862" y="38421"/>
                  <a:pt x="409729" y="408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𝑮𝒆𝒏𝑨𝑰">
            <a:extLst xmlns:a="http://schemas.openxmlformats.org/drawingml/2006/main">
              <a:ext uri="{FF2B5EF4-FFF2-40B4-BE49-F238E27FC236}">
                <a16:creationId xmlns:a16="http://schemas.microsoft.com/office/drawing/2014/main" id="{2D3E3466-076C-40C5-8EFB-165D3652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67" y="3014428"/>
            <a:ext cx="391947" cy="93130"/>
          </a:xfrm>
          <a:custGeom xmlns:a="http://schemas.openxmlformats.org/drawingml/2006/main">
            <a:pathLst>
              <a:path w="391947" h="93130">
                <a:moveTo>
                  <a:pt x="45665" y="67331"/>
                </a:moveTo>
                <a:cubicBezTo>
                  <a:pt x="46021" y="65687"/>
                  <a:pt x="46243" y="64320"/>
                  <a:pt x="46332" y="63231"/>
                </a:cubicBezTo>
                <a:cubicBezTo>
                  <a:pt x="46421" y="62143"/>
                  <a:pt x="46465" y="61154"/>
                  <a:pt x="46465" y="60265"/>
                </a:cubicBezTo>
                <a:cubicBezTo>
                  <a:pt x="46465" y="58443"/>
                  <a:pt x="46043" y="57076"/>
                  <a:pt x="45199" y="56165"/>
                </a:cubicBezTo>
                <a:cubicBezTo>
                  <a:pt x="44354" y="55254"/>
                  <a:pt x="42910" y="54665"/>
                  <a:pt x="40865" y="54398"/>
                </a:cubicBezTo>
                <a:lnTo>
                  <a:pt x="41799" y="49998"/>
                </a:lnTo>
                <a:lnTo>
                  <a:pt x="74331" y="49998"/>
                </a:lnTo>
                <a:lnTo>
                  <a:pt x="73398" y="54398"/>
                </a:lnTo>
                <a:cubicBezTo>
                  <a:pt x="71664" y="54976"/>
                  <a:pt x="70376" y="55676"/>
                  <a:pt x="69531" y="56498"/>
                </a:cubicBezTo>
                <a:cubicBezTo>
                  <a:pt x="68687" y="57320"/>
                  <a:pt x="67931" y="58520"/>
                  <a:pt x="67265" y="60098"/>
                </a:cubicBezTo>
                <a:cubicBezTo>
                  <a:pt x="66598" y="61676"/>
                  <a:pt x="65865" y="64309"/>
                  <a:pt x="65065" y="67998"/>
                </a:cubicBezTo>
                <a:lnTo>
                  <a:pt x="59931" y="90997"/>
                </a:lnTo>
                <a:lnTo>
                  <a:pt x="50732" y="93130"/>
                </a:lnTo>
                <a:lnTo>
                  <a:pt x="47199" y="88397"/>
                </a:lnTo>
                <a:cubicBezTo>
                  <a:pt x="41376" y="91553"/>
                  <a:pt x="35310" y="93130"/>
                  <a:pt x="28999" y="93130"/>
                </a:cubicBezTo>
                <a:cubicBezTo>
                  <a:pt x="19666" y="93130"/>
                  <a:pt x="12500" y="90508"/>
                  <a:pt x="7500" y="85264"/>
                </a:cubicBezTo>
                <a:cubicBezTo>
                  <a:pt x="2500" y="80020"/>
                  <a:pt x="0" y="72442"/>
                  <a:pt x="0" y="62531"/>
                </a:cubicBezTo>
                <a:cubicBezTo>
                  <a:pt x="0" y="56398"/>
                  <a:pt x="1044" y="49387"/>
                  <a:pt x="3133" y="41499"/>
                </a:cubicBezTo>
                <a:cubicBezTo>
                  <a:pt x="5222" y="33610"/>
                  <a:pt x="8455" y="26499"/>
                  <a:pt x="12833" y="20166"/>
                </a:cubicBezTo>
                <a:cubicBezTo>
                  <a:pt x="17211" y="13833"/>
                  <a:pt x="22710" y="8889"/>
                  <a:pt x="29332" y="5333"/>
                </a:cubicBezTo>
                <a:cubicBezTo>
                  <a:pt x="35954" y="1778"/>
                  <a:pt x="43465" y="0"/>
                  <a:pt x="51865" y="0"/>
                </a:cubicBezTo>
                <a:cubicBezTo>
                  <a:pt x="61287" y="0"/>
                  <a:pt x="69731" y="1267"/>
                  <a:pt x="77198" y="3800"/>
                </a:cubicBezTo>
                <a:lnTo>
                  <a:pt x="73131" y="22866"/>
                </a:lnTo>
                <a:lnTo>
                  <a:pt x="64398" y="22866"/>
                </a:lnTo>
                <a:cubicBezTo>
                  <a:pt x="64398" y="18999"/>
                  <a:pt x="63987" y="15988"/>
                  <a:pt x="63165" y="13833"/>
                </a:cubicBezTo>
                <a:cubicBezTo>
                  <a:pt x="62342" y="11677"/>
                  <a:pt x="61087" y="10133"/>
                  <a:pt x="59398" y="9200"/>
                </a:cubicBezTo>
                <a:cubicBezTo>
                  <a:pt x="57709" y="8266"/>
                  <a:pt x="55443" y="7800"/>
                  <a:pt x="52598" y="7800"/>
                </a:cubicBezTo>
                <a:cubicBezTo>
                  <a:pt x="46687" y="7800"/>
                  <a:pt x="41376" y="10522"/>
                  <a:pt x="36666" y="15966"/>
                </a:cubicBezTo>
                <a:cubicBezTo>
                  <a:pt x="31955" y="21410"/>
                  <a:pt x="27955" y="29410"/>
                  <a:pt x="24666" y="39965"/>
                </a:cubicBezTo>
                <a:cubicBezTo>
                  <a:pt x="21377" y="50521"/>
                  <a:pt x="19733" y="60020"/>
                  <a:pt x="19733" y="68465"/>
                </a:cubicBezTo>
                <a:cubicBezTo>
                  <a:pt x="19733" y="79709"/>
                  <a:pt x="23444" y="85331"/>
                  <a:pt x="30866" y="85331"/>
                </a:cubicBezTo>
                <a:cubicBezTo>
                  <a:pt x="34421" y="85331"/>
                  <a:pt x="37354" y="84208"/>
                  <a:pt x="39665" y="81964"/>
                </a:cubicBezTo>
                <a:cubicBezTo>
                  <a:pt x="41976" y="79720"/>
                  <a:pt x="43665" y="76242"/>
                  <a:pt x="44732" y="71531"/>
                </a:cubicBezTo>
                <a:lnTo>
                  <a:pt x="45665" y="67331"/>
                </a:lnTo>
                <a:close/>
                <a:moveTo>
                  <a:pt x="145209" y="78198"/>
                </a:moveTo>
                <a:cubicBezTo>
                  <a:pt x="140720" y="83264"/>
                  <a:pt x="135887" y="87020"/>
                  <a:pt x="130710" y="89464"/>
                </a:cubicBezTo>
                <a:cubicBezTo>
                  <a:pt x="125532" y="91908"/>
                  <a:pt x="119921" y="93130"/>
                  <a:pt x="113877" y="93130"/>
                </a:cubicBezTo>
                <a:cubicBezTo>
                  <a:pt x="108677" y="93130"/>
                  <a:pt x="104255" y="92219"/>
                  <a:pt x="100611" y="90397"/>
                </a:cubicBezTo>
                <a:cubicBezTo>
                  <a:pt x="96966" y="88575"/>
                  <a:pt x="94222" y="85875"/>
                  <a:pt x="92378" y="82297"/>
                </a:cubicBezTo>
                <a:cubicBezTo>
                  <a:pt x="90533" y="78720"/>
                  <a:pt x="89611" y="74442"/>
                  <a:pt x="89611" y="69464"/>
                </a:cubicBezTo>
                <a:cubicBezTo>
                  <a:pt x="89611" y="67153"/>
                  <a:pt x="89922" y="64198"/>
                  <a:pt x="90544" y="60598"/>
                </a:cubicBezTo>
                <a:cubicBezTo>
                  <a:pt x="91389" y="55709"/>
                  <a:pt x="92678" y="51354"/>
                  <a:pt x="94411" y="47532"/>
                </a:cubicBezTo>
                <a:cubicBezTo>
                  <a:pt x="96589" y="42821"/>
                  <a:pt x="99433" y="38777"/>
                  <a:pt x="102944" y="35399"/>
                </a:cubicBezTo>
                <a:cubicBezTo>
                  <a:pt x="106455" y="32021"/>
                  <a:pt x="110577" y="29421"/>
                  <a:pt x="115310" y="27599"/>
                </a:cubicBezTo>
                <a:cubicBezTo>
                  <a:pt x="120043" y="25777"/>
                  <a:pt x="125232" y="24866"/>
                  <a:pt x="130876" y="24866"/>
                </a:cubicBezTo>
                <a:cubicBezTo>
                  <a:pt x="144476" y="24866"/>
                  <a:pt x="151276" y="29777"/>
                  <a:pt x="151276" y="39599"/>
                </a:cubicBezTo>
                <a:cubicBezTo>
                  <a:pt x="151276" y="42976"/>
                  <a:pt x="150598" y="45954"/>
                  <a:pt x="149242" y="48532"/>
                </a:cubicBezTo>
                <a:cubicBezTo>
                  <a:pt x="147887" y="51110"/>
                  <a:pt x="145631" y="53443"/>
                  <a:pt x="142476" y="55532"/>
                </a:cubicBezTo>
                <a:cubicBezTo>
                  <a:pt x="139320" y="57620"/>
                  <a:pt x="134865" y="59309"/>
                  <a:pt x="129110" y="60598"/>
                </a:cubicBezTo>
                <a:cubicBezTo>
                  <a:pt x="123354" y="61887"/>
                  <a:pt x="116410" y="62620"/>
                  <a:pt x="108277" y="62798"/>
                </a:cubicBezTo>
                <a:cubicBezTo>
                  <a:pt x="107699" y="65420"/>
                  <a:pt x="107410" y="68131"/>
                  <a:pt x="107410" y="70931"/>
                </a:cubicBezTo>
                <a:cubicBezTo>
                  <a:pt x="107410" y="75064"/>
                  <a:pt x="108277" y="78175"/>
                  <a:pt x="110010" y="80264"/>
                </a:cubicBezTo>
                <a:cubicBezTo>
                  <a:pt x="111744" y="82353"/>
                  <a:pt x="114366" y="83397"/>
                  <a:pt x="117877" y="83397"/>
                </a:cubicBezTo>
                <a:cubicBezTo>
                  <a:pt x="121788" y="83397"/>
                  <a:pt x="125321" y="82609"/>
                  <a:pt x="128476" y="81031"/>
                </a:cubicBezTo>
                <a:cubicBezTo>
                  <a:pt x="131632" y="79453"/>
                  <a:pt x="135343" y="76642"/>
                  <a:pt x="139609" y="72598"/>
                </a:cubicBezTo>
                <a:lnTo>
                  <a:pt x="145209" y="78198"/>
                </a:lnTo>
                <a:moveTo>
                  <a:pt x="109877" y="55798"/>
                </a:moveTo>
                <a:cubicBezTo>
                  <a:pt x="118054" y="55576"/>
                  <a:pt x="124310" y="54009"/>
                  <a:pt x="128643" y="51098"/>
                </a:cubicBezTo>
                <a:cubicBezTo>
                  <a:pt x="132976" y="48187"/>
                  <a:pt x="135143" y="44065"/>
                  <a:pt x="135143" y="38732"/>
                </a:cubicBezTo>
                <a:cubicBezTo>
                  <a:pt x="135143" y="36466"/>
                  <a:pt x="134621" y="34743"/>
                  <a:pt x="133576" y="33566"/>
                </a:cubicBezTo>
                <a:cubicBezTo>
                  <a:pt x="132532" y="32388"/>
                  <a:pt x="131076" y="31799"/>
                  <a:pt x="129210" y="31799"/>
                </a:cubicBezTo>
                <a:cubicBezTo>
                  <a:pt x="125077" y="31799"/>
                  <a:pt x="121354" y="33843"/>
                  <a:pt x="118043" y="37932"/>
                </a:cubicBezTo>
                <a:cubicBezTo>
                  <a:pt x="114732" y="42021"/>
                  <a:pt x="112010" y="47976"/>
                  <a:pt x="109877" y="55798"/>
                </a:cubicBezTo>
                <a:close/>
                <a:moveTo>
                  <a:pt x="163965" y="41932"/>
                </a:moveTo>
                <a:lnTo>
                  <a:pt x="159166" y="37132"/>
                </a:lnTo>
                <a:cubicBezTo>
                  <a:pt x="163610" y="32599"/>
                  <a:pt x="167554" y="29421"/>
                  <a:pt x="170999" y="27599"/>
                </a:cubicBezTo>
                <a:cubicBezTo>
                  <a:pt x="174443" y="25777"/>
                  <a:pt x="178076" y="24866"/>
                  <a:pt x="181898" y="24866"/>
                </a:cubicBezTo>
                <a:cubicBezTo>
                  <a:pt x="185587" y="24866"/>
                  <a:pt x="188531" y="25899"/>
                  <a:pt x="190731" y="27966"/>
                </a:cubicBezTo>
                <a:cubicBezTo>
                  <a:pt x="192931" y="30032"/>
                  <a:pt x="194031" y="32755"/>
                  <a:pt x="194031" y="36132"/>
                </a:cubicBezTo>
                <a:cubicBezTo>
                  <a:pt x="194031" y="37243"/>
                  <a:pt x="193898" y="38310"/>
                  <a:pt x="193631" y="39332"/>
                </a:cubicBezTo>
                <a:lnTo>
                  <a:pt x="194298" y="39865"/>
                </a:lnTo>
                <a:cubicBezTo>
                  <a:pt x="198476" y="34666"/>
                  <a:pt x="202442" y="30866"/>
                  <a:pt x="206197" y="28466"/>
                </a:cubicBezTo>
                <a:cubicBezTo>
                  <a:pt x="209953" y="26066"/>
                  <a:pt x="214342" y="24866"/>
                  <a:pt x="219364" y="24866"/>
                </a:cubicBezTo>
                <a:cubicBezTo>
                  <a:pt x="223941" y="24866"/>
                  <a:pt x="227530" y="26155"/>
                  <a:pt x="230130" y="28732"/>
                </a:cubicBezTo>
                <a:cubicBezTo>
                  <a:pt x="232730" y="31310"/>
                  <a:pt x="234030" y="34821"/>
                  <a:pt x="234030" y="39265"/>
                </a:cubicBezTo>
                <a:cubicBezTo>
                  <a:pt x="234030" y="40688"/>
                  <a:pt x="233886" y="42465"/>
                  <a:pt x="233597" y="44599"/>
                </a:cubicBezTo>
                <a:cubicBezTo>
                  <a:pt x="233308" y="46732"/>
                  <a:pt x="232963" y="48621"/>
                  <a:pt x="232563" y="50265"/>
                </a:cubicBezTo>
                <a:lnTo>
                  <a:pt x="227297" y="71064"/>
                </a:lnTo>
                <a:cubicBezTo>
                  <a:pt x="226541" y="74042"/>
                  <a:pt x="226164" y="76642"/>
                  <a:pt x="226164" y="78864"/>
                </a:cubicBezTo>
                <a:cubicBezTo>
                  <a:pt x="226164" y="80597"/>
                  <a:pt x="226452" y="81797"/>
                  <a:pt x="227030" y="82464"/>
                </a:cubicBezTo>
                <a:cubicBezTo>
                  <a:pt x="227608" y="83131"/>
                  <a:pt x="228430" y="83464"/>
                  <a:pt x="229497" y="83464"/>
                </a:cubicBezTo>
                <a:cubicBezTo>
                  <a:pt x="230786" y="83464"/>
                  <a:pt x="232230" y="82853"/>
                  <a:pt x="233830" y="81631"/>
                </a:cubicBezTo>
                <a:cubicBezTo>
                  <a:pt x="235430" y="80409"/>
                  <a:pt x="237319" y="78553"/>
                  <a:pt x="239496" y="76064"/>
                </a:cubicBezTo>
                <a:lnTo>
                  <a:pt x="244296" y="80864"/>
                </a:lnTo>
                <a:cubicBezTo>
                  <a:pt x="239941" y="85308"/>
                  <a:pt x="236041" y="88464"/>
                  <a:pt x="232597" y="90331"/>
                </a:cubicBezTo>
                <a:cubicBezTo>
                  <a:pt x="229152" y="92197"/>
                  <a:pt x="225364" y="93130"/>
                  <a:pt x="221230" y="93130"/>
                </a:cubicBezTo>
                <a:cubicBezTo>
                  <a:pt x="216519" y="93130"/>
                  <a:pt x="213075" y="91964"/>
                  <a:pt x="210897" y="89631"/>
                </a:cubicBezTo>
                <a:cubicBezTo>
                  <a:pt x="208720" y="87297"/>
                  <a:pt x="207631" y="83864"/>
                  <a:pt x="207631" y="79331"/>
                </a:cubicBezTo>
                <a:cubicBezTo>
                  <a:pt x="207631" y="76087"/>
                  <a:pt x="208275" y="71931"/>
                  <a:pt x="209564" y="66865"/>
                </a:cubicBezTo>
                <a:lnTo>
                  <a:pt x="212497" y="55798"/>
                </a:lnTo>
                <a:cubicBezTo>
                  <a:pt x="213253" y="52954"/>
                  <a:pt x="213897" y="50143"/>
                  <a:pt x="214431" y="47365"/>
                </a:cubicBezTo>
                <a:cubicBezTo>
                  <a:pt x="214964" y="44587"/>
                  <a:pt x="215231" y="42310"/>
                  <a:pt x="215231" y="40532"/>
                </a:cubicBezTo>
                <a:cubicBezTo>
                  <a:pt x="215231" y="38532"/>
                  <a:pt x="214808" y="37043"/>
                  <a:pt x="213964" y="36066"/>
                </a:cubicBezTo>
                <a:cubicBezTo>
                  <a:pt x="213119" y="35088"/>
                  <a:pt x="211920" y="34599"/>
                  <a:pt x="210364" y="34599"/>
                </a:cubicBezTo>
                <a:cubicBezTo>
                  <a:pt x="208186" y="34599"/>
                  <a:pt x="205698" y="35888"/>
                  <a:pt x="202898" y="38465"/>
                </a:cubicBezTo>
                <a:cubicBezTo>
                  <a:pt x="200098" y="41043"/>
                  <a:pt x="197853" y="43765"/>
                  <a:pt x="196164" y="46632"/>
                </a:cubicBezTo>
                <a:cubicBezTo>
                  <a:pt x="194476" y="49498"/>
                  <a:pt x="193142" y="53243"/>
                  <a:pt x="192165" y="57865"/>
                </a:cubicBezTo>
                <a:lnTo>
                  <a:pt x="184698" y="92064"/>
                </a:lnTo>
                <a:lnTo>
                  <a:pt x="165565" y="92064"/>
                </a:lnTo>
                <a:lnTo>
                  <a:pt x="176298" y="45732"/>
                </a:lnTo>
                <a:cubicBezTo>
                  <a:pt x="176965" y="42843"/>
                  <a:pt x="177298" y="40643"/>
                  <a:pt x="177298" y="39132"/>
                </a:cubicBezTo>
                <a:cubicBezTo>
                  <a:pt x="177298" y="37665"/>
                  <a:pt x="177054" y="36532"/>
                  <a:pt x="176565" y="35732"/>
                </a:cubicBezTo>
                <a:cubicBezTo>
                  <a:pt x="176076" y="34932"/>
                  <a:pt x="175232" y="34532"/>
                  <a:pt x="174032" y="34532"/>
                </a:cubicBezTo>
                <a:cubicBezTo>
                  <a:pt x="172654" y="34532"/>
                  <a:pt x="171165" y="35154"/>
                  <a:pt x="169565" y="36399"/>
                </a:cubicBezTo>
                <a:cubicBezTo>
                  <a:pt x="167965" y="37643"/>
                  <a:pt x="166099" y="39488"/>
                  <a:pt x="163965" y="41932"/>
                </a:cubicBezTo>
                <a:close/>
                <a:moveTo>
                  <a:pt x="301698" y="63865"/>
                </a:moveTo>
                <a:lnTo>
                  <a:pt x="275633" y="63865"/>
                </a:lnTo>
                <a:lnTo>
                  <a:pt x="274699" y="65531"/>
                </a:lnTo>
                <a:cubicBezTo>
                  <a:pt x="272210" y="70020"/>
                  <a:pt x="270555" y="73420"/>
                  <a:pt x="269733" y="75731"/>
                </a:cubicBezTo>
                <a:cubicBezTo>
                  <a:pt x="268911" y="78042"/>
                  <a:pt x="268499" y="80175"/>
                  <a:pt x="268499" y="82131"/>
                </a:cubicBezTo>
                <a:cubicBezTo>
                  <a:pt x="268499" y="85331"/>
                  <a:pt x="270388" y="87175"/>
                  <a:pt x="274166" y="87664"/>
                </a:cubicBezTo>
                <a:lnTo>
                  <a:pt x="273166" y="92064"/>
                </a:lnTo>
                <a:lnTo>
                  <a:pt x="245034" y="92064"/>
                </a:lnTo>
                <a:lnTo>
                  <a:pt x="246033" y="87664"/>
                </a:lnTo>
                <a:cubicBezTo>
                  <a:pt x="247589" y="87308"/>
                  <a:pt x="248956" y="86708"/>
                  <a:pt x="250133" y="85864"/>
                </a:cubicBezTo>
                <a:cubicBezTo>
                  <a:pt x="251311" y="85020"/>
                  <a:pt x="252433" y="83875"/>
                  <a:pt x="253500" y="82431"/>
                </a:cubicBezTo>
                <a:cubicBezTo>
                  <a:pt x="254567" y="80986"/>
                  <a:pt x="256078" y="78509"/>
                  <a:pt x="258033" y="74998"/>
                </a:cubicBezTo>
                <a:lnTo>
                  <a:pt x="299432" y="600"/>
                </a:lnTo>
                <a:lnTo>
                  <a:pt x="318631" y="600"/>
                </a:lnTo>
                <a:lnTo>
                  <a:pt x="321498" y="71864"/>
                </a:lnTo>
                <a:cubicBezTo>
                  <a:pt x="321587" y="74398"/>
                  <a:pt x="321764" y="76675"/>
                  <a:pt x="322031" y="78698"/>
                </a:cubicBezTo>
                <a:cubicBezTo>
                  <a:pt x="322298" y="80720"/>
                  <a:pt x="322720" y="82375"/>
                  <a:pt x="323298" y="83664"/>
                </a:cubicBezTo>
                <a:cubicBezTo>
                  <a:pt x="323875" y="84953"/>
                  <a:pt x="324598" y="85897"/>
                  <a:pt x="325464" y="86497"/>
                </a:cubicBezTo>
                <a:cubicBezTo>
                  <a:pt x="326331" y="87097"/>
                  <a:pt x="327431" y="87486"/>
                  <a:pt x="328764" y="87664"/>
                </a:cubicBezTo>
                <a:lnTo>
                  <a:pt x="327764" y="92064"/>
                </a:lnTo>
                <a:lnTo>
                  <a:pt x="293299" y="92064"/>
                </a:lnTo>
                <a:lnTo>
                  <a:pt x="294299" y="87664"/>
                </a:lnTo>
                <a:cubicBezTo>
                  <a:pt x="296254" y="87531"/>
                  <a:pt x="297799" y="87031"/>
                  <a:pt x="298932" y="86164"/>
                </a:cubicBezTo>
                <a:cubicBezTo>
                  <a:pt x="300065" y="85297"/>
                  <a:pt x="300854" y="84120"/>
                  <a:pt x="301298" y="82631"/>
                </a:cubicBezTo>
                <a:cubicBezTo>
                  <a:pt x="301743" y="81142"/>
                  <a:pt x="301965" y="79064"/>
                  <a:pt x="301965" y="76398"/>
                </a:cubicBezTo>
                <a:cubicBezTo>
                  <a:pt x="301965" y="74487"/>
                  <a:pt x="301921" y="72487"/>
                  <a:pt x="301832" y="70398"/>
                </a:cubicBezTo>
                <a:lnTo>
                  <a:pt x="301698" y="63865"/>
                </a:lnTo>
                <a:moveTo>
                  <a:pt x="279766" y="56065"/>
                </a:moveTo>
                <a:lnTo>
                  <a:pt x="301498" y="56065"/>
                </a:lnTo>
                <a:lnTo>
                  <a:pt x="301232" y="40065"/>
                </a:lnTo>
                <a:cubicBezTo>
                  <a:pt x="301143" y="34377"/>
                  <a:pt x="301098" y="29666"/>
                  <a:pt x="301098" y="25933"/>
                </a:cubicBezTo>
                <a:cubicBezTo>
                  <a:pt x="301098" y="23088"/>
                  <a:pt x="301121" y="20177"/>
                  <a:pt x="301165" y="17199"/>
                </a:cubicBezTo>
                <a:lnTo>
                  <a:pt x="300365" y="17199"/>
                </a:lnTo>
                <a:lnTo>
                  <a:pt x="279766" y="56065"/>
                </a:lnTo>
                <a:close/>
                <a:moveTo>
                  <a:pt x="373614" y="92064"/>
                </a:moveTo>
                <a:lnTo>
                  <a:pt x="340082" y="92064"/>
                </a:lnTo>
                <a:lnTo>
                  <a:pt x="341015" y="87664"/>
                </a:lnTo>
                <a:cubicBezTo>
                  <a:pt x="343549" y="86953"/>
                  <a:pt x="345415" y="85708"/>
                  <a:pt x="346615" y="83931"/>
                </a:cubicBezTo>
                <a:cubicBezTo>
                  <a:pt x="347815" y="82153"/>
                  <a:pt x="348949" y="78864"/>
                  <a:pt x="350015" y="74064"/>
                </a:cubicBezTo>
                <a:lnTo>
                  <a:pt x="362148" y="19066"/>
                </a:lnTo>
                <a:cubicBezTo>
                  <a:pt x="362726" y="16444"/>
                  <a:pt x="363015" y="13844"/>
                  <a:pt x="363015" y="11266"/>
                </a:cubicBezTo>
                <a:cubicBezTo>
                  <a:pt x="363015" y="9400"/>
                  <a:pt x="362581" y="8033"/>
                  <a:pt x="361715" y="7166"/>
                </a:cubicBezTo>
                <a:cubicBezTo>
                  <a:pt x="360848" y="6300"/>
                  <a:pt x="359437" y="5733"/>
                  <a:pt x="357482" y="5466"/>
                </a:cubicBezTo>
                <a:lnTo>
                  <a:pt x="358415" y="1067"/>
                </a:lnTo>
                <a:lnTo>
                  <a:pt x="391947" y="1067"/>
                </a:lnTo>
                <a:lnTo>
                  <a:pt x="391014" y="5466"/>
                </a:lnTo>
                <a:cubicBezTo>
                  <a:pt x="388481" y="6178"/>
                  <a:pt x="386614" y="7422"/>
                  <a:pt x="385414" y="9200"/>
                </a:cubicBezTo>
                <a:cubicBezTo>
                  <a:pt x="384214" y="10977"/>
                  <a:pt x="383081" y="14266"/>
                  <a:pt x="382014" y="19066"/>
                </a:cubicBezTo>
                <a:lnTo>
                  <a:pt x="369881" y="74064"/>
                </a:lnTo>
                <a:cubicBezTo>
                  <a:pt x="369570" y="75487"/>
                  <a:pt x="369348" y="76720"/>
                  <a:pt x="369215" y="77764"/>
                </a:cubicBezTo>
                <a:cubicBezTo>
                  <a:pt x="369081" y="78809"/>
                  <a:pt x="369015" y="80175"/>
                  <a:pt x="369015" y="81864"/>
                </a:cubicBezTo>
                <a:cubicBezTo>
                  <a:pt x="369015" y="83731"/>
                  <a:pt x="369448" y="85097"/>
                  <a:pt x="370315" y="85964"/>
                </a:cubicBezTo>
                <a:cubicBezTo>
                  <a:pt x="371181" y="86831"/>
                  <a:pt x="372592" y="87397"/>
                  <a:pt x="374548" y="87664"/>
                </a:cubicBezTo>
                <a:lnTo>
                  <a:pt x="373614" y="920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E157B0-58E7-43F3-96B9-CF9C52BB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74" y="822284"/>
            <a:ext cx="1187803" cy="383192"/>
          </a:xfrm>
          <a:custGeom xmlns:a="http://schemas.openxmlformats.org/drawingml/2006/main">
            <a:pathLst>
              <a:path w="1187803" h="383192" fill="none">
                <a:moveTo>
                  <a:pt x="0" y="383192"/>
                </a:moveTo>
                <a:lnTo>
                  <a:pt x="1187803" y="383192"/>
                </a:lnTo>
                <a:lnTo>
                  <a:pt x="1187803" y="0"/>
                </a:lnTo>
                <a:lnTo>
                  <a:pt x="0" y="0"/>
                </a:lnTo>
                <a:lnTo>
                  <a:pt x="0" y="3831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82" name="Text ∆𝒇">
            <a:extLst xmlns:a="http://schemas.openxmlformats.org/drawingml/2006/main">
              <a:ext uri="{FF2B5EF4-FFF2-40B4-BE49-F238E27FC236}">
                <a16:creationId xmlns:a16="http://schemas.microsoft.com/office/drawing/2014/main" id="{DD9E1F7A-2F08-4A80-91FF-9A357EF9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851" y="920220"/>
            <a:ext cx="205022" cy="167373"/>
          </a:xfrm>
          <a:custGeom xmlns:a="http://schemas.openxmlformats.org/drawingml/2006/main">
            <a:pathLst>
              <a:path w="205022" h="167373">
                <a:moveTo>
                  <a:pt x="0" y="127640"/>
                </a:moveTo>
                <a:lnTo>
                  <a:pt x="0" y="121952"/>
                </a:lnTo>
                <a:lnTo>
                  <a:pt x="46487" y="4889"/>
                </a:lnTo>
                <a:lnTo>
                  <a:pt x="59643" y="4889"/>
                </a:lnTo>
                <a:lnTo>
                  <a:pt x="97153" y="121952"/>
                </a:lnTo>
                <a:lnTo>
                  <a:pt x="97153" y="127640"/>
                </a:lnTo>
                <a:lnTo>
                  <a:pt x="0" y="127640"/>
                </a:lnTo>
                <a:moveTo>
                  <a:pt x="15733" y="113419"/>
                </a:moveTo>
                <a:lnTo>
                  <a:pt x="77598" y="113419"/>
                </a:lnTo>
                <a:lnTo>
                  <a:pt x="49598" y="24533"/>
                </a:lnTo>
                <a:lnTo>
                  <a:pt x="15733" y="113419"/>
                </a:lnTo>
                <a:close/>
                <a:moveTo>
                  <a:pt x="127691" y="50576"/>
                </a:moveTo>
                <a:lnTo>
                  <a:pt x="129291" y="43376"/>
                </a:lnTo>
                <a:cubicBezTo>
                  <a:pt x="133379" y="43317"/>
                  <a:pt x="136268" y="43021"/>
                  <a:pt x="137957" y="42488"/>
                </a:cubicBezTo>
                <a:cubicBezTo>
                  <a:pt x="139646" y="41954"/>
                  <a:pt x="141038" y="40976"/>
                  <a:pt x="142135" y="39554"/>
                </a:cubicBezTo>
                <a:cubicBezTo>
                  <a:pt x="143231" y="38132"/>
                  <a:pt x="144283" y="35495"/>
                  <a:pt x="145290" y="31643"/>
                </a:cubicBezTo>
                <a:cubicBezTo>
                  <a:pt x="146772" y="26014"/>
                  <a:pt x="148638" y="21347"/>
                  <a:pt x="150890" y="17644"/>
                </a:cubicBezTo>
                <a:cubicBezTo>
                  <a:pt x="153142" y="13940"/>
                  <a:pt x="156075" y="10711"/>
                  <a:pt x="159690" y="7955"/>
                </a:cubicBezTo>
                <a:cubicBezTo>
                  <a:pt x="163304" y="5200"/>
                  <a:pt x="167527" y="3185"/>
                  <a:pt x="172356" y="1911"/>
                </a:cubicBezTo>
                <a:cubicBezTo>
                  <a:pt x="177185" y="637"/>
                  <a:pt x="182504" y="0"/>
                  <a:pt x="188311" y="0"/>
                </a:cubicBezTo>
                <a:cubicBezTo>
                  <a:pt x="194237" y="0"/>
                  <a:pt x="199807" y="533"/>
                  <a:pt x="205022" y="1600"/>
                </a:cubicBezTo>
                <a:lnTo>
                  <a:pt x="201022" y="19377"/>
                </a:lnTo>
                <a:lnTo>
                  <a:pt x="189555" y="19377"/>
                </a:lnTo>
                <a:cubicBezTo>
                  <a:pt x="189318" y="15703"/>
                  <a:pt x="188726" y="13096"/>
                  <a:pt x="187778" y="11555"/>
                </a:cubicBezTo>
                <a:cubicBezTo>
                  <a:pt x="186830" y="10014"/>
                  <a:pt x="185348" y="9244"/>
                  <a:pt x="183333" y="9244"/>
                </a:cubicBezTo>
                <a:cubicBezTo>
                  <a:pt x="180963" y="9244"/>
                  <a:pt x="179037" y="10074"/>
                  <a:pt x="177556" y="11733"/>
                </a:cubicBezTo>
                <a:cubicBezTo>
                  <a:pt x="176074" y="13392"/>
                  <a:pt x="174830" y="15644"/>
                  <a:pt x="173823" y="18488"/>
                </a:cubicBezTo>
                <a:cubicBezTo>
                  <a:pt x="172815" y="21333"/>
                  <a:pt x="171808" y="25066"/>
                  <a:pt x="170800" y="29688"/>
                </a:cubicBezTo>
                <a:lnTo>
                  <a:pt x="168578" y="39465"/>
                </a:lnTo>
                <a:lnTo>
                  <a:pt x="187600" y="39465"/>
                </a:lnTo>
                <a:lnTo>
                  <a:pt x="185200" y="50576"/>
                </a:lnTo>
                <a:lnTo>
                  <a:pt x="166090" y="50576"/>
                </a:lnTo>
                <a:lnTo>
                  <a:pt x="150001" y="124885"/>
                </a:lnTo>
                <a:cubicBezTo>
                  <a:pt x="146860" y="139285"/>
                  <a:pt x="141794" y="149966"/>
                  <a:pt x="134802" y="156928"/>
                </a:cubicBezTo>
                <a:cubicBezTo>
                  <a:pt x="127809" y="163891"/>
                  <a:pt x="119069" y="167373"/>
                  <a:pt x="108580" y="167373"/>
                </a:cubicBezTo>
                <a:cubicBezTo>
                  <a:pt x="106032" y="167373"/>
                  <a:pt x="103988" y="167224"/>
                  <a:pt x="102447" y="166928"/>
                </a:cubicBezTo>
                <a:lnTo>
                  <a:pt x="104580" y="156973"/>
                </a:lnTo>
                <a:cubicBezTo>
                  <a:pt x="105765" y="157151"/>
                  <a:pt x="106832" y="157240"/>
                  <a:pt x="107780" y="157240"/>
                </a:cubicBezTo>
                <a:cubicBezTo>
                  <a:pt x="111158" y="157240"/>
                  <a:pt x="113958" y="155373"/>
                  <a:pt x="116180" y="151640"/>
                </a:cubicBezTo>
                <a:cubicBezTo>
                  <a:pt x="118402" y="147906"/>
                  <a:pt x="120372" y="142307"/>
                  <a:pt x="122091" y="134840"/>
                </a:cubicBezTo>
                <a:lnTo>
                  <a:pt x="141113" y="50576"/>
                </a:lnTo>
                <a:lnTo>
                  <a:pt x="127691" y="505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𝒕𝒐𝒕𝒂𝒍">
            <a:extLst xmlns:a="http://schemas.openxmlformats.org/drawingml/2006/main">
              <a:ext uri="{FF2B5EF4-FFF2-40B4-BE49-F238E27FC236}">
                <a16:creationId xmlns:a16="http://schemas.microsoft.com/office/drawing/2014/main" id="{BF448CFB-3E88-4465-A4E2-6559FDB6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075" y="992260"/>
            <a:ext cx="307080" cy="93956"/>
          </a:xfrm>
          <a:custGeom xmlns:a="http://schemas.openxmlformats.org/drawingml/2006/main">
            <a:pathLst>
              <a:path w="307080" h="93956">
                <a:moveTo>
                  <a:pt x="41398" y="81109"/>
                </a:moveTo>
                <a:cubicBezTo>
                  <a:pt x="37029" y="85910"/>
                  <a:pt x="33017" y="89252"/>
                  <a:pt x="29361" y="91134"/>
                </a:cubicBezTo>
                <a:cubicBezTo>
                  <a:pt x="25706" y="93015"/>
                  <a:pt x="21391" y="93956"/>
                  <a:pt x="16416" y="93956"/>
                </a:cubicBezTo>
                <a:cubicBezTo>
                  <a:pt x="11485" y="93956"/>
                  <a:pt x="7700" y="92691"/>
                  <a:pt x="5061" y="90160"/>
                </a:cubicBezTo>
                <a:cubicBezTo>
                  <a:pt x="2422" y="87630"/>
                  <a:pt x="1103" y="84137"/>
                  <a:pt x="1103" y="79681"/>
                </a:cubicBezTo>
                <a:cubicBezTo>
                  <a:pt x="1103" y="77648"/>
                  <a:pt x="1254" y="75712"/>
                  <a:pt x="1557" y="73874"/>
                </a:cubicBezTo>
                <a:cubicBezTo>
                  <a:pt x="1860" y="72035"/>
                  <a:pt x="2487" y="69018"/>
                  <a:pt x="3439" y="64822"/>
                </a:cubicBezTo>
                <a:lnTo>
                  <a:pt x="10122" y="36661"/>
                </a:lnTo>
                <a:lnTo>
                  <a:pt x="0" y="36661"/>
                </a:lnTo>
                <a:lnTo>
                  <a:pt x="1233" y="31405"/>
                </a:lnTo>
                <a:cubicBezTo>
                  <a:pt x="4261" y="31405"/>
                  <a:pt x="6554" y="31124"/>
                  <a:pt x="8111" y="30562"/>
                </a:cubicBezTo>
                <a:cubicBezTo>
                  <a:pt x="9668" y="29999"/>
                  <a:pt x="10977" y="29156"/>
                  <a:pt x="12037" y="28031"/>
                </a:cubicBezTo>
                <a:cubicBezTo>
                  <a:pt x="13096" y="26906"/>
                  <a:pt x="14124" y="25198"/>
                  <a:pt x="15119" y="22905"/>
                </a:cubicBezTo>
                <a:cubicBezTo>
                  <a:pt x="16114" y="20612"/>
                  <a:pt x="17282" y="17087"/>
                  <a:pt x="18623" y="12329"/>
                </a:cubicBezTo>
                <a:lnTo>
                  <a:pt x="34195" y="12329"/>
                </a:lnTo>
                <a:lnTo>
                  <a:pt x="30432" y="28550"/>
                </a:lnTo>
                <a:lnTo>
                  <a:pt x="46199" y="28550"/>
                </a:lnTo>
                <a:lnTo>
                  <a:pt x="44448" y="36661"/>
                </a:lnTo>
                <a:lnTo>
                  <a:pt x="28550" y="36661"/>
                </a:lnTo>
                <a:lnTo>
                  <a:pt x="22256" y="62616"/>
                </a:lnTo>
                <a:cubicBezTo>
                  <a:pt x="21175" y="67071"/>
                  <a:pt x="20429" y="70456"/>
                  <a:pt x="20018" y="72771"/>
                </a:cubicBezTo>
                <a:cubicBezTo>
                  <a:pt x="19607" y="75085"/>
                  <a:pt x="19401" y="77042"/>
                  <a:pt x="19401" y="78643"/>
                </a:cubicBezTo>
                <a:cubicBezTo>
                  <a:pt x="19401" y="80676"/>
                  <a:pt x="19769" y="82158"/>
                  <a:pt x="20504" y="83088"/>
                </a:cubicBezTo>
                <a:cubicBezTo>
                  <a:pt x="21240" y="84018"/>
                  <a:pt x="22321" y="84483"/>
                  <a:pt x="23749" y="84483"/>
                </a:cubicBezTo>
                <a:cubicBezTo>
                  <a:pt x="25695" y="84483"/>
                  <a:pt x="27696" y="83791"/>
                  <a:pt x="29751" y="82406"/>
                </a:cubicBezTo>
                <a:cubicBezTo>
                  <a:pt x="31805" y="81022"/>
                  <a:pt x="34022" y="78881"/>
                  <a:pt x="36402" y="75983"/>
                </a:cubicBezTo>
                <a:lnTo>
                  <a:pt x="41398" y="81109"/>
                </a:lnTo>
                <a:close/>
                <a:moveTo>
                  <a:pt x="79364" y="93956"/>
                </a:moveTo>
                <a:cubicBezTo>
                  <a:pt x="74606" y="93956"/>
                  <a:pt x="70421" y="93102"/>
                  <a:pt x="66808" y="91393"/>
                </a:cubicBezTo>
                <a:cubicBezTo>
                  <a:pt x="63196" y="89684"/>
                  <a:pt x="60363" y="87089"/>
                  <a:pt x="58308" y="83607"/>
                </a:cubicBezTo>
                <a:cubicBezTo>
                  <a:pt x="56254" y="80124"/>
                  <a:pt x="55226" y="75874"/>
                  <a:pt x="55226" y="70856"/>
                </a:cubicBezTo>
                <a:cubicBezTo>
                  <a:pt x="55226" y="65752"/>
                  <a:pt x="56026" y="60399"/>
                  <a:pt x="57627" y="54797"/>
                </a:cubicBezTo>
                <a:cubicBezTo>
                  <a:pt x="59228" y="49195"/>
                  <a:pt x="61715" y="44264"/>
                  <a:pt x="65089" y="40003"/>
                </a:cubicBezTo>
                <a:cubicBezTo>
                  <a:pt x="68463" y="35742"/>
                  <a:pt x="72540" y="32595"/>
                  <a:pt x="77320" y="30562"/>
                </a:cubicBezTo>
                <a:cubicBezTo>
                  <a:pt x="82100" y="28529"/>
                  <a:pt x="87453" y="27512"/>
                  <a:pt x="93380" y="27512"/>
                </a:cubicBezTo>
                <a:cubicBezTo>
                  <a:pt x="98744" y="27512"/>
                  <a:pt x="103242" y="28496"/>
                  <a:pt x="106876" y="30464"/>
                </a:cubicBezTo>
                <a:cubicBezTo>
                  <a:pt x="110510" y="32433"/>
                  <a:pt x="113203" y="35169"/>
                  <a:pt x="114955" y="38673"/>
                </a:cubicBezTo>
                <a:cubicBezTo>
                  <a:pt x="116706" y="42176"/>
                  <a:pt x="117582" y="46243"/>
                  <a:pt x="117582" y="50871"/>
                </a:cubicBezTo>
                <a:cubicBezTo>
                  <a:pt x="117582" y="56581"/>
                  <a:pt x="116631" y="62313"/>
                  <a:pt x="114727" y="68066"/>
                </a:cubicBezTo>
                <a:cubicBezTo>
                  <a:pt x="112824" y="73820"/>
                  <a:pt x="110196" y="78643"/>
                  <a:pt x="106844" y="82536"/>
                </a:cubicBezTo>
                <a:cubicBezTo>
                  <a:pt x="103491" y="86429"/>
                  <a:pt x="99522" y="89306"/>
                  <a:pt x="94937" y="91166"/>
                </a:cubicBezTo>
                <a:cubicBezTo>
                  <a:pt x="90352" y="93026"/>
                  <a:pt x="85161" y="93956"/>
                  <a:pt x="79364" y="93956"/>
                </a:cubicBezTo>
                <a:moveTo>
                  <a:pt x="72681" y="75074"/>
                </a:moveTo>
                <a:cubicBezTo>
                  <a:pt x="72681" y="79140"/>
                  <a:pt x="73340" y="82179"/>
                  <a:pt x="74660" y="84191"/>
                </a:cubicBezTo>
                <a:cubicBezTo>
                  <a:pt x="75979" y="86202"/>
                  <a:pt x="78066" y="87208"/>
                  <a:pt x="80921" y="87208"/>
                </a:cubicBezTo>
                <a:cubicBezTo>
                  <a:pt x="84598" y="87208"/>
                  <a:pt x="87789" y="85424"/>
                  <a:pt x="90492" y="81855"/>
                </a:cubicBezTo>
                <a:cubicBezTo>
                  <a:pt x="93196" y="78286"/>
                  <a:pt x="95456" y="72890"/>
                  <a:pt x="97273" y="65666"/>
                </a:cubicBezTo>
                <a:cubicBezTo>
                  <a:pt x="99090" y="58441"/>
                  <a:pt x="99998" y="52169"/>
                  <a:pt x="99998" y="46848"/>
                </a:cubicBezTo>
                <a:cubicBezTo>
                  <a:pt x="99998" y="42523"/>
                  <a:pt x="99338" y="39343"/>
                  <a:pt x="98019" y="37310"/>
                </a:cubicBezTo>
                <a:cubicBezTo>
                  <a:pt x="96700" y="35277"/>
                  <a:pt x="94656" y="34260"/>
                  <a:pt x="91887" y="34260"/>
                </a:cubicBezTo>
                <a:cubicBezTo>
                  <a:pt x="88254" y="34260"/>
                  <a:pt x="85107" y="36023"/>
                  <a:pt x="82446" y="39549"/>
                </a:cubicBezTo>
                <a:cubicBezTo>
                  <a:pt x="79786" y="43074"/>
                  <a:pt x="77493" y="48525"/>
                  <a:pt x="75568" y="55900"/>
                </a:cubicBezTo>
                <a:cubicBezTo>
                  <a:pt x="73643" y="63276"/>
                  <a:pt x="72681" y="69667"/>
                  <a:pt x="72681" y="75074"/>
                </a:cubicBezTo>
                <a:close/>
                <a:moveTo>
                  <a:pt x="173755" y="81109"/>
                </a:moveTo>
                <a:cubicBezTo>
                  <a:pt x="169386" y="85910"/>
                  <a:pt x="165374" y="89252"/>
                  <a:pt x="161718" y="91134"/>
                </a:cubicBezTo>
                <a:cubicBezTo>
                  <a:pt x="158063" y="93015"/>
                  <a:pt x="153748" y="93956"/>
                  <a:pt x="148773" y="93956"/>
                </a:cubicBezTo>
                <a:cubicBezTo>
                  <a:pt x="143842" y="93956"/>
                  <a:pt x="140057" y="92691"/>
                  <a:pt x="137418" y="90160"/>
                </a:cubicBezTo>
                <a:cubicBezTo>
                  <a:pt x="134780" y="87630"/>
                  <a:pt x="133460" y="84137"/>
                  <a:pt x="133460" y="79681"/>
                </a:cubicBezTo>
                <a:cubicBezTo>
                  <a:pt x="133460" y="77648"/>
                  <a:pt x="133612" y="75712"/>
                  <a:pt x="133914" y="73874"/>
                </a:cubicBezTo>
                <a:cubicBezTo>
                  <a:pt x="134217" y="72035"/>
                  <a:pt x="134844" y="69018"/>
                  <a:pt x="135796" y="64822"/>
                </a:cubicBezTo>
                <a:lnTo>
                  <a:pt x="142479" y="36661"/>
                </a:lnTo>
                <a:lnTo>
                  <a:pt x="132357" y="36661"/>
                </a:lnTo>
                <a:lnTo>
                  <a:pt x="133590" y="31405"/>
                </a:lnTo>
                <a:cubicBezTo>
                  <a:pt x="136618" y="31405"/>
                  <a:pt x="138911" y="31124"/>
                  <a:pt x="140468" y="30562"/>
                </a:cubicBezTo>
                <a:cubicBezTo>
                  <a:pt x="142025" y="29999"/>
                  <a:pt x="143334" y="29156"/>
                  <a:pt x="144394" y="28031"/>
                </a:cubicBezTo>
                <a:cubicBezTo>
                  <a:pt x="145453" y="26906"/>
                  <a:pt x="146481" y="25198"/>
                  <a:pt x="147476" y="22905"/>
                </a:cubicBezTo>
                <a:cubicBezTo>
                  <a:pt x="148471" y="20612"/>
                  <a:pt x="149639" y="17087"/>
                  <a:pt x="150980" y="12329"/>
                </a:cubicBezTo>
                <a:lnTo>
                  <a:pt x="166552" y="12329"/>
                </a:lnTo>
                <a:lnTo>
                  <a:pt x="162789" y="28550"/>
                </a:lnTo>
                <a:lnTo>
                  <a:pt x="178557" y="28550"/>
                </a:lnTo>
                <a:lnTo>
                  <a:pt x="176805" y="36661"/>
                </a:lnTo>
                <a:lnTo>
                  <a:pt x="160907" y="36661"/>
                </a:lnTo>
                <a:lnTo>
                  <a:pt x="154613" y="62616"/>
                </a:lnTo>
                <a:cubicBezTo>
                  <a:pt x="153532" y="67071"/>
                  <a:pt x="152786" y="70456"/>
                  <a:pt x="152375" y="72771"/>
                </a:cubicBezTo>
                <a:cubicBezTo>
                  <a:pt x="151964" y="75085"/>
                  <a:pt x="151758" y="77042"/>
                  <a:pt x="151758" y="78643"/>
                </a:cubicBezTo>
                <a:cubicBezTo>
                  <a:pt x="151758" y="80676"/>
                  <a:pt x="152126" y="82158"/>
                  <a:pt x="152861" y="83088"/>
                </a:cubicBezTo>
                <a:cubicBezTo>
                  <a:pt x="153597" y="84018"/>
                  <a:pt x="154678" y="84483"/>
                  <a:pt x="156106" y="84483"/>
                </a:cubicBezTo>
                <a:cubicBezTo>
                  <a:pt x="158052" y="84483"/>
                  <a:pt x="160053" y="83791"/>
                  <a:pt x="162108" y="82406"/>
                </a:cubicBezTo>
                <a:cubicBezTo>
                  <a:pt x="164162" y="81022"/>
                  <a:pt x="166379" y="78881"/>
                  <a:pt x="168759" y="75983"/>
                </a:cubicBezTo>
                <a:lnTo>
                  <a:pt x="173755" y="81109"/>
                </a:lnTo>
                <a:close/>
                <a:moveTo>
                  <a:pt x="244217" y="72673"/>
                </a:moveTo>
                <a:cubicBezTo>
                  <a:pt x="243568" y="75399"/>
                  <a:pt x="243244" y="77864"/>
                  <a:pt x="243244" y="80070"/>
                </a:cubicBezTo>
                <a:cubicBezTo>
                  <a:pt x="243244" y="81498"/>
                  <a:pt x="243481" y="82601"/>
                  <a:pt x="243957" y="83380"/>
                </a:cubicBezTo>
                <a:cubicBezTo>
                  <a:pt x="244433" y="84158"/>
                  <a:pt x="245255" y="84548"/>
                  <a:pt x="246423" y="84548"/>
                </a:cubicBezTo>
                <a:cubicBezTo>
                  <a:pt x="247764" y="84548"/>
                  <a:pt x="249213" y="83942"/>
                  <a:pt x="250770" y="82731"/>
                </a:cubicBezTo>
                <a:cubicBezTo>
                  <a:pt x="252328" y="81520"/>
                  <a:pt x="254145" y="79724"/>
                  <a:pt x="256221" y="77345"/>
                </a:cubicBezTo>
                <a:lnTo>
                  <a:pt x="260893" y="82017"/>
                </a:lnTo>
                <a:cubicBezTo>
                  <a:pt x="256351" y="86559"/>
                  <a:pt x="252436" y="89684"/>
                  <a:pt x="249148" y="91393"/>
                </a:cubicBezTo>
                <a:cubicBezTo>
                  <a:pt x="245861" y="93102"/>
                  <a:pt x="242400" y="93956"/>
                  <a:pt x="238766" y="93956"/>
                </a:cubicBezTo>
                <a:cubicBezTo>
                  <a:pt x="235133" y="93956"/>
                  <a:pt x="232256" y="92950"/>
                  <a:pt x="230136" y="90939"/>
                </a:cubicBezTo>
                <a:cubicBezTo>
                  <a:pt x="228017" y="88927"/>
                  <a:pt x="226957" y="86278"/>
                  <a:pt x="226957" y="82990"/>
                </a:cubicBezTo>
                <a:cubicBezTo>
                  <a:pt x="226957" y="81909"/>
                  <a:pt x="227087" y="80871"/>
                  <a:pt x="227346" y="79876"/>
                </a:cubicBezTo>
                <a:lnTo>
                  <a:pt x="226438" y="79746"/>
                </a:lnTo>
                <a:cubicBezTo>
                  <a:pt x="223280" y="83466"/>
                  <a:pt x="220566" y="86267"/>
                  <a:pt x="218295" y="88149"/>
                </a:cubicBezTo>
                <a:cubicBezTo>
                  <a:pt x="216023" y="90031"/>
                  <a:pt x="213612" y="91469"/>
                  <a:pt x="211060" y="92464"/>
                </a:cubicBezTo>
                <a:cubicBezTo>
                  <a:pt x="208507" y="93459"/>
                  <a:pt x="205674" y="93956"/>
                  <a:pt x="202559" y="93956"/>
                </a:cubicBezTo>
                <a:cubicBezTo>
                  <a:pt x="197369" y="93956"/>
                  <a:pt x="193432" y="92193"/>
                  <a:pt x="190750" y="88668"/>
                </a:cubicBezTo>
                <a:cubicBezTo>
                  <a:pt x="188068" y="85142"/>
                  <a:pt x="186727" y="80006"/>
                  <a:pt x="186727" y="73257"/>
                </a:cubicBezTo>
                <a:cubicBezTo>
                  <a:pt x="186727" y="67417"/>
                  <a:pt x="187571" y="61621"/>
                  <a:pt x="189258" y="55868"/>
                </a:cubicBezTo>
                <a:cubicBezTo>
                  <a:pt x="190945" y="50114"/>
                  <a:pt x="193367" y="45150"/>
                  <a:pt x="196525" y="40976"/>
                </a:cubicBezTo>
                <a:cubicBezTo>
                  <a:pt x="199683" y="36802"/>
                  <a:pt x="203652" y="33514"/>
                  <a:pt x="208432" y="31113"/>
                </a:cubicBezTo>
                <a:cubicBezTo>
                  <a:pt x="213212" y="28712"/>
                  <a:pt x="218630" y="27512"/>
                  <a:pt x="224686" y="27512"/>
                </a:cubicBezTo>
                <a:cubicBezTo>
                  <a:pt x="231131" y="27512"/>
                  <a:pt x="236625" y="29069"/>
                  <a:pt x="241167" y="32184"/>
                </a:cubicBezTo>
                <a:lnTo>
                  <a:pt x="247461" y="27512"/>
                </a:lnTo>
                <a:lnTo>
                  <a:pt x="254729" y="28550"/>
                </a:lnTo>
                <a:lnTo>
                  <a:pt x="244217" y="72673"/>
                </a:lnTo>
                <a:moveTo>
                  <a:pt x="231369" y="52558"/>
                </a:moveTo>
                <a:cubicBezTo>
                  <a:pt x="232061" y="49357"/>
                  <a:pt x="232407" y="46156"/>
                  <a:pt x="232407" y="42955"/>
                </a:cubicBezTo>
                <a:cubicBezTo>
                  <a:pt x="232407" y="40100"/>
                  <a:pt x="231867" y="37937"/>
                  <a:pt x="230785" y="36466"/>
                </a:cubicBezTo>
                <a:cubicBezTo>
                  <a:pt x="229704" y="34996"/>
                  <a:pt x="227930" y="34260"/>
                  <a:pt x="225465" y="34260"/>
                </a:cubicBezTo>
                <a:cubicBezTo>
                  <a:pt x="221442" y="34260"/>
                  <a:pt x="217873" y="36283"/>
                  <a:pt x="214758" y="40327"/>
                </a:cubicBezTo>
                <a:cubicBezTo>
                  <a:pt x="211644" y="44372"/>
                  <a:pt x="209135" y="49811"/>
                  <a:pt x="207231" y="56646"/>
                </a:cubicBezTo>
                <a:cubicBezTo>
                  <a:pt x="205328" y="63481"/>
                  <a:pt x="204376" y="69602"/>
                  <a:pt x="204376" y="75009"/>
                </a:cubicBezTo>
                <a:cubicBezTo>
                  <a:pt x="204376" y="78167"/>
                  <a:pt x="204841" y="80525"/>
                  <a:pt x="205771" y="82082"/>
                </a:cubicBezTo>
                <a:cubicBezTo>
                  <a:pt x="206701" y="83639"/>
                  <a:pt x="208140" y="84418"/>
                  <a:pt x="210086" y="84418"/>
                </a:cubicBezTo>
                <a:cubicBezTo>
                  <a:pt x="212941" y="84418"/>
                  <a:pt x="215850" y="83023"/>
                  <a:pt x="218814" y="80233"/>
                </a:cubicBezTo>
                <a:cubicBezTo>
                  <a:pt x="221777" y="77442"/>
                  <a:pt x="224167" y="74166"/>
                  <a:pt x="225984" y="70402"/>
                </a:cubicBezTo>
                <a:cubicBezTo>
                  <a:pt x="227800" y="66639"/>
                  <a:pt x="229423" y="61491"/>
                  <a:pt x="230850" y="54959"/>
                </a:cubicBezTo>
                <a:lnTo>
                  <a:pt x="231369" y="52558"/>
                </a:lnTo>
                <a:close/>
                <a:moveTo>
                  <a:pt x="284434" y="19596"/>
                </a:moveTo>
                <a:cubicBezTo>
                  <a:pt x="285386" y="15443"/>
                  <a:pt x="285862" y="12350"/>
                  <a:pt x="285862" y="10317"/>
                </a:cubicBezTo>
                <a:cubicBezTo>
                  <a:pt x="285862" y="9365"/>
                  <a:pt x="285765" y="8619"/>
                  <a:pt x="285570" y="8078"/>
                </a:cubicBezTo>
                <a:cubicBezTo>
                  <a:pt x="285375" y="7538"/>
                  <a:pt x="285083" y="7094"/>
                  <a:pt x="284694" y="6748"/>
                </a:cubicBezTo>
                <a:cubicBezTo>
                  <a:pt x="284305" y="6402"/>
                  <a:pt x="283785" y="6132"/>
                  <a:pt x="283137" y="5937"/>
                </a:cubicBezTo>
                <a:cubicBezTo>
                  <a:pt x="282488" y="5742"/>
                  <a:pt x="281212" y="5515"/>
                  <a:pt x="279308" y="5256"/>
                </a:cubicBezTo>
                <a:lnTo>
                  <a:pt x="280346" y="1038"/>
                </a:lnTo>
                <a:lnTo>
                  <a:pt x="299748" y="0"/>
                </a:lnTo>
                <a:lnTo>
                  <a:pt x="307080" y="0"/>
                </a:lnTo>
                <a:lnTo>
                  <a:pt x="290469" y="72479"/>
                </a:lnTo>
                <a:cubicBezTo>
                  <a:pt x="289777" y="75507"/>
                  <a:pt x="289431" y="78037"/>
                  <a:pt x="289431" y="80070"/>
                </a:cubicBezTo>
                <a:cubicBezTo>
                  <a:pt x="289431" y="81757"/>
                  <a:pt x="289712" y="82925"/>
                  <a:pt x="290274" y="83574"/>
                </a:cubicBezTo>
                <a:cubicBezTo>
                  <a:pt x="290837" y="84223"/>
                  <a:pt x="291637" y="84548"/>
                  <a:pt x="292675" y="84548"/>
                </a:cubicBezTo>
                <a:cubicBezTo>
                  <a:pt x="293929" y="84548"/>
                  <a:pt x="295335" y="83953"/>
                  <a:pt x="296893" y="82763"/>
                </a:cubicBezTo>
                <a:cubicBezTo>
                  <a:pt x="298450" y="81574"/>
                  <a:pt x="300288" y="79768"/>
                  <a:pt x="302408" y="77345"/>
                </a:cubicBezTo>
                <a:lnTo>
                  <a:pt x="307080" y="82017"/>
                </a:lnTo>
                <a:cubicBezTo>
                  <a:pt x="302841" y="86343"/>
                  <a:pt x="299045" y="89414"/>
                  <a:pt x="295692" y="91231"/>
                </a:cubicBezTo>
                <a:cubicBezTo>
                  <a:pt x="292340" y="93048"/>
                  <a:pt x="288652" y="93956"/>
                  <a:pt x="284629" y="93956"/>
                </a:cubicBezTo>
                <a:cubicBezTo>
                  <a:pt x="280044" y="93956"/>
                  <a:pt x="276691" y="92831"/>
                  <a:pt x="274572" y="90582"/>
                </a:cubicBezTo>
                <a:cubicBezTo>
                  <a:pt x="272452" y="88333"/>
                  <a:pt x="271392" y="84937"/>
                  <a:pt x="271392" y="80395"/>
                </a:cubicBezTo>
                <a:cubicBezTo>
                  <a:pt x="271392" y="77843"/>
                  <a:pt x="271868" y="74447"/>
                  <a:pt x="272820" y="70208"/>
                </a:cubicBezTo>
                <a:lnTo>
                  <a:pt x="284434" y="195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(=𝑓">
            <a:extLst xmlns:a="http://schemas.openxmlformats.org/drawingml/2006/main">
              <a:ext uri="{FF2B5EF4-FFF2-40B4-BE49-F238E27FC236}">
                <a16:creationId xmlns:a16="http://schemas.microsoft.com/office/drawing/2014/main" id="{75CEE15D-F25F-480E-BB38-84AE236D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934" y="920220"/>
            <a:ext cx="328132" cy="167373"/>
          </a:xfrm>
          <a:custGeom xmlns:a="http://schemas.openxmlformats.org/drawingml/2006/main">
            <a:pathLst>
              <a:path w="328132" h="167373">
                <a:moveTo>
                  <a:pt x="32177" y="5069"/>
                </a:moveTo>
                <a:cubicBezTo>
                  <a:pt x="26547" y="16995"/>
                  <a:pt x="22355" y="29231"/>
                  <a:pt x="19599" y="41779"/>
                </a:cubicBezTo>
                <a:cubicBezTo>
                  <a:pt x="16844" y="54325"/>
                  <a:pt x="15466" y="66946"/>
                  <a:pt x="15466" y="79642"/>
                </a:cubicBezTo>
                <a:cubicBezTo>
                  <a:pt x="15466" y="92397"/>
                  <a:pt x="16874" y="105034"/>
                  <a:pt x="19688" y="117552"/>
                </a:cubicBezTo>
                <a:cubicBezTo>
                  <a:pt x="22503" y="130068"/>
                  <a:pt x="26607" y="142347"/>
                  <a:pt x="31999" y="154390"/>
                </a:cubicBezTo>
                <a:cubicBezTo>
                  <a:pt x="32295" y="155103"/>
                  <a:pt x="32458" y="155711"/>
                  <a:pt x="32488" y="156215"/>
                </a:cubicBezTo>
                <a:cubicBezTo>
                  <a:pt x="32518" y="156718"/>
                  <a:pt x="32325" y="157133"/>
                  <a:pt x="31910" y="157459"/>
                </a:cubicBezTo>
                <a:cubicBezTo>
                  <a:pt x="31495" y="157787"/>
                  <a:pt x="30858" y="158025"/>
                  <a:pt x="29999" y="158173"/>
                </a:cubicBezTo>
                <a:cubicBezTo>
                  <a:pt x="29140" y="158321"/>
                  <a:pt x="27969" y="158395"/>
                  <a:pt x="26488" y="158395"/>
                </a:cubicBezTo>
                <a:cubicBezTo>
                  <a:pt x="25421" y="158395"/>
                  <a:pt x="24503" y="158365"/>
                  <a:pt x="23733" y="158306"/>
                </a:cubicBezTo>
                <a:cubicBezTo>
                  <a:pt x="22962" y="158247"/>
                  <a:pt x="22296" y="158128"/>
                  <a:pt x="21733" y="157951"/>
                </a:cubicBezTo>
                <a:cubicBezTo>
                  <a:pt x="21170" y="157773"/>
                  <a:pt x="20710" y="157565"/>
                  <a:pt x="20355" y="157326"/>
                </a:cubicBezTo>
                <a:cubicBezTo>
                  <a:pt x="19999" y="157089"/>
                  <a:pt x="19733" y="156822"/>
                  <a:pt x="19555" y="156526"/>
                </a:cubicBezTo>
                <a:cubicBezTo>
                  <a:pt x="16355" y="150476"/>
                  <a:pt x="13540" y="144351"/>
                  <a:pt x="11111" y="138151"/>
                </a:cubicBezTo>
                <a:cubicBezTo>
                  <a:pt x="8681" y="131951"/>
                  <a:pt x="6637" y="125648"/>
                  <a:pt x="4978" y="119241"/>
                </a:cubicBezTo>
                <a:cubicBezTo>
                  <a:pt x="3318" y="112834"/>
                  <a:pt x="2074" y="106352"/>
                  <a:pt x="1244" y="99797"/>
                </a:cubicBezTo>
                <a:cubicBezTo>
                  <a:pt x="415" y="93242"/>
                  <a:pt x="0" y="86612"/>
                  <a:pt x="0" y="79909"/>
                </a:cubicBezTo>
                <a:cubicBezTo>
                  <a:pt x="0" y="73205"/>
                  <a:pt x="459" y="66591"/>
                  <a:pt x="1378" y="60065"/>
                </a:cubicBezTo>
                <a:cubicBezTo>
                  <a:pt x="2296" y="53539"/>
                  <a:pt x="3600" y="47058"/>
                  <a:pt x="5289" y="40621"/>
                </a:cubicBezTo>
                <a:cubicBezTo>
                  <a:pt x="6978" y="34184"/>
                  <a:pt x="9037" y="27851"/>
                  <a:pt x="11466" y="21622"/>
                </a:cubicBezTo>
                <a:cubicBezTo>
                  <a:pt x="13896" y="15392"/>
                  <a:pt x="16622" y="9223"/>
                  <a:pt x="19644" y="3114"/>
                </a:cubicBezTo>
                <a:cubicBezTo>
                  <a:pt x="19703" y="2877"/>
                  <a:pt x="19866" y="2669"/>
                  <a:pt x="20133" y="2492"/>
                </a:cubicBezTo>
                <a:cubicBezTo>
                  <a:pt x="20399" y="2312"/>
                  <a:pt x="20770" y="2133"/>
                  <a:pt x="21244" y="1955"/>
                </a:cubicBezTo>
                <a:cubicBezTo>
                  <a:pt x="21718" y="1778"/>
                  <a:pt x="22370" y="1644"/>
                  <a:pt x="23199" y="1556"/>
                </a:cubicBezTo>
                <a:cubicBezTo>
                  <a:pt x="24029" y="1467"/>
                  <a:pt x="25096" y="1422"/>
                  <a:pt x="26399" y="1422"/>
                </a:cubicBezTo>
                <a:cubicBezTo>
                  <a:pt x="27762" y="1422"/>
                  <a:pt x="28858" y="1511"/>
                  <a:pt x="29688" y="1689"/>
                </a:cubicBezTo>
                <a:cubicBezTo>
                  <a:pt x="30518" y="1867"/>
                  <a:pt x="31169" y="2105"/>
                  <a:pt x="31643" y="2403"/>
                </a:cubicBezTo>
                <a:cubicBezTo>
                  <a:pt x="32118" y="2699"/>
                  <a:pt x="32384" y="3084"/>
                  <a:pt x="32443" y="3558"/>
                </a:cubicBezTo>
                <a:cubicBezTo>
                  <a:pt x="32503" y="4032"/>
                  <a:pt x="32414" y="4536"/>
                  <a:pt x="32177" y="5069"/>
                </a:cubicBezTo>
                <a:close/>
                <a:moveTo>
                  <a:pt x="56944" y="63109"/>
                </a:moveTo>
                <a:lnTo>
                  <a:pt x="56944" y="51287"/>
                </a:lnTo>
                <a:lnTo>
                  <a:pt x="166452" y="51287"/>
                </a:lnTo>
                <a:lnTo>
                  <a:pt x="166452" y="63109"/>
                </a:lnTo>
                <a:lnTo>
                  <a:pt x="56944" y="63109"/>
                </a:lnTo>
                <a:moveTo>
                  <a:pt x="56944" y="99997"/>
                </a:moveTo>
                <a:lnTo>
                  <a:pt x="56944" y="88175"/>
                </a:lnTo>
                <a:lnTo>
                  <a:pt x="166452" y="88175"/>
                </a:lnTo>
                <a:lnTo>
                  <a:pt x="166452" y="99997"/>
                </a:lnTo>
                <a:lnTo>
                  <a:pt x="56944" y="99997"/>
                </a:lnTo>
                <a:moveTo>
                  <a:pt x="170185" y="75642"/>
                </a:moveTo>
                <a:lnTo>
                  <a:pt x="170185" y="75642"/>
                </a:lnTo>
                <a:close/>
                <a:moveTo>
                  <a:pt x="267689" y="129152"/>
                </a:moveTo>
                <a:cubicBezTo>
                  <a:pt x="264964" y="142010"/>
                  <a:pt x="260786" y="151595"/>
                  <a:pt x="255156" y="157906"/>
                </a:cubicBezTo>
                <a:cubicBezTo>
                  <a:pt x="249527" y="164217"/>
                  <a:pt x="242446" y="167373"/>
                  <a:pt x="233913" y="167373"/>
                </a:cubicBezTo>
                <a:cubicBezTo>
                  <a:pt x="231424" y="167373"/>
                  <a:pt x="229468" y="167224"/>
                  <a:pt x="228046" y="166928"/>
                </a:cubicBezTo>
                <a:lnTo>
                  <a:pt x="229557" y="159106"/>
                </a:lnTo>
                <a:cubicBezTo>
                  <a:pt x="230150" y="159284"/>
                  <a:pt x="231542" y="159373"/>
                  <a:pt x="233735" y="159373"/>
                </a:cubicBezTo>
                <a:cubicBezTo>
                  <a:pt x="236401" y="159373"/>
                  <a:pt x="238683" y="158691"/>
                  <a:pt x="240579" y="157328"/>
                </a:cubicBezTo>
                <a:cubicBezTo>
                  <a:pt x="242475" y="155965"/>
                  <a:pt x="244238" y="153595"/>
                  <a:pt x="245868" y="150218"/>
                </a:cubicBezTo>
                <a:cubicBezTo>
                  <a:pt x="247497" y="146840"/>
                  <a:pt x="248994" y="142159"/>
                  <a:pt x="250357" y="136174"/>
                </a:cubicBezTo>
                <a:lnTo>
                  <a:pt x="269467" y="51643"/>
                </a:lnTo>
                <a:lnTo>
                  <a:pt x="254445" y="51643"/>
                </a:lnTo>
                <a:lnTo>
                  <a:pt x="255779" y="45510"/>
                </a:lnTo>
                <a:cubicBezTo>
                  <a:pt x="259749" y="45273"/>
                  <a:pt x="262608" y="44947"/>
                  <a:pt x="264356" y="44532"/>
                </a:cubicBezTo>
                <a:cubicBezTo>
                  <a:pt x="266104" y="44117"/>
                  <a:pt x="267467" y="43495"/>
                  <a:pt x="268445" y="42665"/>
                </a:cubicBezTo>
                <a:cubicBezTo>
                  <a:pt x="269423" y="41836"/>
                  <a:pt x="270252" y="40754"/>
                  <a:pt x="270934" y="39421"/>
                </a:cubicBezTo>
                <a:cubicBezTo>
                  <a:pt x="271615" y="38088"/>
                  <a:pt x="272489" y="35643"/>
                  <a:pt x="273556" y="32088"/>
                </a:cubicBezTo>
                <a:cubicBezTo>
                  <a:pt x="276696" y="21422"/>
                  <a:pt x="281541" y="13407"/>
                  <a:pt x="288089" y="8044"/>
                </a:cubicBezTo>
                <a:cubicBezTo>
                  <a:pt x="294637" y="2681"/>
                  <a:pt x="302977" y="0"/>
                  <a:pt x="313110" y="0"/>
                </a:cubicBezTo>
                <a:cubicBezTo>
                  <a:pt x="318917" y="0"/>
                  <a:pt x="323925" y="474"/>
                  <a:pt x="328132" y="1422"/>
                </a:cubicBezTo>
                <a:lnTo>
                  <a:pt x="324665" y="16533"/>
                </a:lnTo>
                <a:lnTo>
                  <a:pt x="316843" y="16533"/>
                </a:lnTo>
                <a:cubicBezTo>
                  <a:pt x="316014" y="13155"/>
                  <a:pt x="314932" y="10726"/>
                  <a:pt x="313599" y="9244"/>
                </a:cubicBezTo>
                <a:cubicBezTo>
                  <a:pt x="312266" y="7763"/>
                  <a:pt x="310295" y="7022"/>
                  <a:pt x="307688" y="7022"/>
                </a:cubicBezTo>
                <a:cubicBezTo>
                  <a:pt x="304310" y="7022"/>
                  <a:pt x="301451" y="7955"/>
                  <a:pt x="299111" y="9822"/>
                </a:cubicBezTo>
                <a:cubicBezTo>
                  <a:pt x="296770" y="11689"/>
                  <a:pt x="294770" y="14459"/>
                  <a:pt x="293111" y="18133"/>
                </a:cubicBezTo>
                <a:cubicBezTo>
                  <a:pt x="291452" y="21807"/>
                  <a:pt x="289911" y="26755"/>
                  <a:pt x="288489" y="32977"/>
                </a:cubicBezTo>
                <a:lnTo>
                  <a:pt x="286267" y="42665"/>
                </a:lnTo>
                <a:lnTo>
                  <a:pt x="309110" y="42665"/>
                </a:lnTo>
                <a:lnTo>
                  <a:pt x="307155" y="51643"/>
                </a:lnTo>
                <a:lnTo>
                  <a:pt x="284222" y="51643"/>
                </a:lnTo>
                <a:lnTo>
                  <a:pt x="267689" y="1291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𝑠">
            <a:extLst xmlns:a="http://schemas.openxmlformats.org/drawingml/2006/main">
              <a:ext uri="{FF2B5EF4-FFF2-40B4-BE49-F238E27FC236}">
                <a16:creationId xmlns:a16="http://schemas.microsoft.com/office/drawing/2014/main" id="{1F7EBC44-D662-46CB-811C-582A3934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117" y="1018929"/>
            <a:ext cx="57230" cy="67417"/>
          </a:xfrm>
          <a:custGeom xmlns:a="http://schemas.openxmlformats.org/drawingml/2006/main">
            <a:pathLst>
              <a:path w="57230" h="67417">
                <a:moveTo>
                  <a:pt x="48341" y="17714"/>
                </a:moveTo>
                <a:cubicBezTo>
                  <a:pt x="47865" y="13821"/>
                  <a:pt x="46578" y="10944"/>
                  <a:pt x="44480" y="9084"/>
                </a:cubicBezTo>
                <a:cubicBezTo>
                  <a:pt x="42382" y="7224"/>
                  <a:pt x="39127" y="6294"/>
                  <a:pt x="34714" y="6294"/>
                </a:cubicBezTo>
                <a:cubicBezTo>
                  <a:pt x="32941" y="6294"/>
                  <a:pt x="31297" y="6532"/>
                  <a:pt x="29783" y="7008"/>
                </a:cubicBezTo>
                <a:cubicBezTo>
                  <a:pt x="28269" y="7484"/>
                  <a:pt x="26971" y="8143"/>
                  <a:pt x="25890" y="8987"/>
                </a:cubicBezTo>
                <a:cubicBezTo>
                  <a:pt x="24808" y="9830"/>
                  <a:pt x="23965" y="10836"/>
                  <a:pt x="23359" y="12004"/>
                </a:cubicBezTo>
                <a:cubicBezTo>
                  <a:pt x="22754" y="13172"/>
                  <a:pt x="22451" y="14448"/>
                  <a:pt x="22451" y="15832"/>
                </a:cubicBezTo>
                <a:cubicBezTo>
                  <a:pt x="22451" y="17087"/>
                  <a:pt x="22602" y="18233"/>
                  <a:pt x="22905" y="19271"/>
                </a:cubicBezTo>
                <a:cubicBezTo>
                  <a:pt x="23208" y="20310"/>
                  <a:pt x="23803" y="21326"/>
                  <a:pt x="24689" y="22321"/>
                </a:cubicBezTo>
                <a:cubicBezTo>
                  <a:pt x="25576" y="23316"/>
                  <a:pt x="26831" y="24354"/>
                  <a:pt x="28453" y="25436"/>
                </a:cubicBezTo>
                <a:cubicBezTo>
                  <a:pt x="30075" y="26517"/>
                  <a:pt x="32206" y="27750"/>
                  <a:pt x="34844" y="29134"/>
                </a:cubicBezTo>
                <a:cubicBezTo>
                  <a:pt x="37613" y="30648"/>
                  <a:pt x="39916" y="32097"/>
                  <a:pt x="41755" y="33482"/>
                </a:cubicBezTo>
                <a:cubicBezTo>
                  <a:pt x="43593" y="34866"/>
                  <a:pt x="45053" y="36272"/>
                  <a:pt x="46135" y="37699"/>
                </a:cubicBezTo>
                <a:cubicBezTo>
                  <a:pt x="47216" y="39127"/>
                  <a:pt x="47973" y="40652"/>
                  <a:pt x="48406" y="42274"/>
                </a:cubicBezTo>
                <a:cubicBezTo>
                  <a:pt x="48838" y="43896"/>
                  <a:pt x="49054" y="45702"/>
                  <a:pt x="49054" y="47692"/>
                </a:cubicBezTo>
                <a:cubicBezTo>
                  <a:pt x="49054" y="50763"/>
                  <a:pt x="48427" y="53521"/>
                  <a:pt x="47173" y="55965"/>
                </a:cubicBezTo>
                <a:cubicBezTo>
                  <a:pt x="45918" y="58409"/>
                  <a:pt x="44166" y="60475"/>
                  <a:pt x="41917" y="62162"/>
                </a:cubicBezTo>
                <a:cubicBezTo>
                  <a:pt x="39668" y="63849"/>
                  <a:pt x="37018" y="65146"/>
                  <a:pt x="33968" y="66055"/>
                </a:cubicBezTo>
                <a:cubicBezTo>
                  <a:pt x="30919" y="66963"/>
                  <a:pt x="27577" y="67417"/>
                  <a:pt x="23943" y="67417"/>
                </a:cubicBezTo>
                <a:cubicBezTo>
                  <a:pt x="19964" y="67417"/>
                  <a:pt x="16049" y="67158"/>
                  <a:pt x="12199" y="66639"/>
                </a:cubicBezTo>
                <a:cubicBezTo>
                  <a:pt x="8349" y="66120"/>
                  <a:pt x="4283" y="65233"/>
                  <a:pt x="0" y="63978"/>
                </a:cubicBezTo>
                <a:lnTo>
                  <a:pt x="3374" y="49184"/>
                </a:lnTo>
                <a:lnTo>
                  <a:pt x="9019" y="49184"/>
                </a:lnTo>
                <a:cubicBezTo>
                  <a:pt x="9236" y="53207"/>
                  <a:pt x="10501" y="56224"/>
                  <a:pt x="12815" y="58236"/>
                </a:cubicBezTo>
                <a:cubicBezTo>
                  <a:pt x="15129" y="60247"/>
                  <a:pt x="18709" y="61253"/>
                  <a:pt x="23554" y="61253"/>
                </a:cubicBezTo>
                <a:cubicBezTo>
                  <a:pt x="27880" y="61253"/>
                  <a:pt x="31286" y="60323"/>
                  <a:pt x="33774" y="58463"/>
                </a:cubicBezTo>
                <a:cubicBezTo>
                  <a:pt x="36261" y="56603"/>
                  <a:pt x="37505" y="54007"/>
                  <a:pt x="37505" y="50677"/>
                </a:cubicBezTo>
                <a:cubicBezTo>
                  <a:pt x="37505" y="49163"/>
                  <a:pt x="37353" y="47854"/>
                  <a:pt x="37050" y="46751"/>
                </a:cubicBezTo>
                <a:cubicBezTo>
                  <a:pt x="36748" y="45648"/>
                  <a:pt x="36153" y="44599"/>
                  <a:pt x="35266" y="43604"/>
                </a:cubicBezTo>
                <a:cubicBezTo>
                  <a:pt x="34379" y="42609"/>
                  <a:pt x="33168" y="41582"/>
                  <a:pt x="31632" y="40522"/>
                </a:cubicBezTo>
                <a:cubicBezTo>
                  <a:pt x="30097" y="39462"/>
                  <a:pt x="28096" y="38240"/>
                  <a:pt x="25630" y="36856"/>
                </a:cubicBezTo>
                <a:cubicBezTo>
                  <a:pt x="23078" y="35428"/>
                  <a:pt x="20883" y="34022"/>
                  <a:pt x="19044" y="32638"/>
                </a:cubicBezTo>
                <a:cubicBezTo>
                  <a:pt x="17206" y="31254"/>
                  <a:pt x="15692" y="29848"/>
                  <a:pt x="14502" y="28420"/>
                </a:cubicBezTo>
                <a:cubicBezTo>
                  <a:pt x="13313" y="26993"/>
                  <a:pt x="12437" y="25501"/>
                  <a:pt x="11874" y="23943"/>
                </a:cubicBezTo>
                <a:cubicBezTo>
                  <a:pt x="11312" y="22386"/>
                  <a:pt x="11031" y="20721"/>
                  <a:pt x="11031" y="18947"/>
                </a:cubicBezTo>
                <a:cubicBezTo>
                  <a:pt x="11031" y="16222"/>
                  <a:pt x="11604" y="13702"/>
                  <a:pt x="12750" y="11388"/>
                </a:cubicBezTo>
                <a:cubicBezTo>
                  <a:pt x="13897" y="9073"/>
                  <a:pt x="15530" y="7073"/>
                  <a:pt x="17649" y="5386"/>
                </a:cubicBezTo>
                <a:cubicBezTo>
                  <a:pt x="19769" y="3699"/>
                  <a:pt x="22321" y="2379"/>
                  <a:pt x="25306" y="1428"/>
                </a:cubicBezTo>
                <a:cubicBezTo>
                  <a:pt x="28291" y="476"/>
                  <a:pt x="31643" y="0"/>
                  <a:pt x="35363" y="0"/>
                </a:cubicBezTo>
                <a:cubicBezTo>
                  <a:pt x="39559" y="0"/>
                  <a:pt x="43420" y="260"/>
                  <a:pt x="46946" y="779"/>
                </a:cubicBezTo>
                <a:cubicBezTo>
                  <a:pt x="50471" y="1298"/>
                  <a:pt x="53899" y="2055"/>
                  <a:pt x="57230" y="3050"/>
                </a:cubicBezTo>
                <a:lnTo>
                  <a:pt x="54116" y="17714"/>
                </a:lnTo>
                <a:lnTo>
                  <a:pt x="48341" y="177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)">
            <a:extLst xmlns:a="http://schemas.openxmlformats.org/drawingml/2006/main">
              <a:ext uri="{FF2B5EF4-FFF2-40B4-BE49-F238E27FC236}">
                <a16:creationId xmlns:a16="http://schemas.microsoft.com/office/drawing/2014/main" id="{4D93099F-C076-47CD-B838-B7CDE79E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342" y="921643"/>
            <a:ext cx="32429" cy="156973"/>
          </a:xfrm>
          <a:custGeom xmlns:a="http://schemas.openxmlformats.org/drawingml/2006/main">
            <a:pathLst>
              <a:path w="32429" h="156973">
                <a:moveTo>
                  <a:pt x="32429" y="78486"/>
                </a:moveTo>
                <a:cubicBezTo>
                  <a:pt x="32429" y="85190"/>
                  <a:pt x="32014" y="91819"/>
                  <a:pt x="31184" y="98375"/>
                </a:cubicBezTo>
                <a:cubicBezTo>
                  <a:pt x="30355" y="104930"/>
                  <a:pt x="29110" y="111411"/>
                  <a:pt x="27451" y="117819"/>
                </a:cubicBezTo>
                <a:cubicBezTo>
                  <a:pt x="25792" y="124226"/>
                  <a:pt x="23762" y="130529"/>
                  <a:pt x="21362" y="136729"/>
                </a:cubicBezTo>
                <a:cubicBezTo>
                  <a:pt x="18962" y="142929"/>
                  <a:pt x="16162" y="149054"/>
                  <a:pt x="12963" y="155103"/>
                </a:cubicBezTo>
                <a:cubicBezTo>
                  <a:pt x="12785" y="155400"/>
                  <a:pt x="12518" y="155666"/>
                  <a:pt x="12163" y="155903"/>
                </a:cubicBezTo>
                <a:cubicBezTo>
                  <a:pt x="11807" y="156142"/>
                  <a:pt x="11348" y="156351"/>
                  <a:pt x="10785" y="156528"/>
                </a:cubicBezTo>
                <a:cubicBezTo>
                  <a:pt x="10222" y="156706"/>
                  <a:pt x="9555" y="156825"/>
                  <a:pt x="8785" y="156884"/>
                </a:cubicBezTo>
                <a:cubicBezTo>
                  <a:pt x="8015" y="156943"/>
                  <a:pt x="7096" y="156973"/>
                  <a:pt x="6029" y="156973"/>
                </a:cubicBezTo>
                <a:cubicBezTo>
                  <a:pt x="4489" y="156973"/>
                  <a:pt x="3289" y="156899"/>
                  <a:pt x="2430" y="156751"/>
                </a:cubicBezTo>
                <a:cubicBezTo>
                  <a:pt x="1570" y="156603"/>
                  <a:pt x="948" y="156365"/>
                  <a:pt x="563" y="156037"/>
                </a:cubicBezTo>
                <a:cubicBezTo>
                  <a:pt x="178" y="155711"/>
                  <a:pt x="0" y="155296"/>
                  <a:pt x="30" y="154792"/>
                </a:cubicBezTo>
                <a:cubicBezTo>
                  <a:pt x="59" y="154289"/>
                  <a:pt x="222" y="153680"/>
                  <a:pt x="519" y="152967"/>
                </a:cubicBezTo>
                <a:cubicBezTo>
                  <a:pt x="5970" y="140984"/>
                  <a:pt x="10089" y="128720"/>
                  <a:pt x="12874" y="116174"/>
                </a:cubicBezTo>
                <a:cubicBezTo>
                  <a:pt x="15659" y="103626"/>
                  <a:pt x="17051" y="90975"/>
                  <a:pt x="17051" y="78220"/>
                </a:cubicBezTo>
                <a:cubicBezTo>
                  <a:pt x="17051" y="65524"/>
                  <a:pt x="15659" y="52903"/>
                  <a:pt x="12874" y="40357"/>
                </a:cubicBezTo>
                <a:cubicBezTo>
                  <a:pt x="10089" y="27809"/>
                  <a:pt x="5911" y="15573"/>
                  <a:pt x="341" y="3647"/>
                </a:cubicBezTo>
                <a:cubicBezTo>
                  <a:pt x="104" y="3114"/>
                  <a:pt x="15" y="2610"/>
                  <a:pt x="74" y="2136"/>
                </a:cubicBezTo>
                <a:cubicBezTo>
                  <a:pt x="133" y="1662"/>
                  <a:pt x="400" y="1277"/>
                  <a:pt x="874" y="981"/>
                </a:cubicBezTo>
                <a:cubicBezTo>
                  <a:pt x="1348" y="682"/>
                  <a:pt x="2000" y="444"/>
                  <a:pt x="2830" y="267"/>
                </a:cubicBezTo>
                <a:cubicBezTo>
                  <a:pt x="3659" y="89"/>
                  <a:pt x="4755" y="0"/>
                  <a:pt x="6118" y="0"/>
                </a:cubicBezTo>
                <a:cubicBezTo>
                  <a:pt x="7363" y="0"/>
                  <a:pt x="8400" y="44"/>
                  <a:pt x="9229" y="133"/>
                </a:cubicBezTo>
                <a:cubicBezTo>
                  <a:pt x="10059" y="222"/>
                  <a:pt x="10726" y="356"/>
                  <a:pt x="11229" y="533"/>
                </a:cubicBezTo>
                <a:cubicBezTo>
                  <a:pt x="11733" y="711"/>
                  <a:pt x="12103" y="890"/>
                  <a:pt x="12340" y="1069"/>
                </a:cubicBezTo>
                <a:cubicBezTo>
                  <a:pt x="12577" y="1247"/>
                  <a:pt x="12755" y="1455"/>
                  <a:pt x="12874" y="1692"/>
                </a:cubicBezTo>
                <a:cubicBezTo>
                  <a:pt x="18977" y="13852"/>
                  <a:pt x="23762" y="26355"/>
                  <a:pt x="27229" y="39199"/>
                </a:cubicBezTo>
                <a:cubicBezTo>
                  <a:pt x="30695" y="52043"/>
                  <a:pt x="32429" y="65139"/>
                  <a:pt x="32429" y="784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5BE6D9-0C69-4CF2-8DAA-9C0592FE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054" y="2669523"/>
            <a:ext cx="166414" cy="65837"/>
          </a:xfrm>
          <a:custGeom xmlns:a="http://schemas.openxmlformats.org/drawingml/2006/main">
            <a:pathLst>
              <a:path w="166414" h="65837" fill="none">
                <a:moveTo>
                  <a:pt x="0" y="65837"/>
                </a:moveTo>
                <a:lnTo>
                  <a:pt x="1664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00D04D-DD55-45DB-8D8C-B3D03F22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054" y="2701380"/>
            <a:ext cx="179384" cy="215943"/>
          </a:xfrm>
          <a:custGeom xmlns:a="http://schemas.openxmlformats.org/drawingml/2006/main">
            <a:pathLst>
              <a:path w="179384" h="215943" fill="none">
                <a:moveTo>
                  <a:pt x="0" y="215943"/>
                </a:moveTo>
                <a:lnTo>
                  <a:pt x="1793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5D6881-4DF8-458D-87CC-F38516CE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054" y="2701380"/>
            <a:ext cx="179384" cy="397224"/>
          </a:xfrm>
          <a:custGeom xmlns:a="http://schemas.openxmlformats.org/drawingml/2006/main">
            <a:pathLst>
              <a:path w="179384" h="397224" fill="none">
                <a:moveTo>
                  <a:pt x="0" y="397224"/>
                </a:moveTo>
                <a:lnTo>
                  <a:pt x="1793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A299F2-8AB1-4E38-A188-3666AA63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707" y="2766913"/>
            <a:ext cx="166869" cy="50212"/>
          </a:xfrm>
          <a:custGeom xmlns:a="http://schemas.openxmlformats.org/drawingml/2006/main">
            <a:pathLst>
              <a:path w="166869" h="50212" fill="none">
                <a:moveTo>
                  <a:pt x="0" y="0"/>
                </a:moveTo>
                <a:lnTo>
                  <a:pt x="166869" y="50212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5A405D-E082-4D5F-9CA4-75BB08E9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054" y="2798770"/>
            <a:ext cx="179384" cy="381599"/>
          </a:xfrm>
          <a:custGeom xmlns:a="http://schemas.openxmlformats.org/drawingml/2006/main">
            <a:pathLst>
              <a:path w="179384" h="381599" fill="none">
                <a:moveTo>
                  <a:pt x="0" y="0"/>
                </a:moveTo>
                <a:lnTo>
                  <a:pt x="179384" y="381599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354461-6963-4142-AF4A-253D5B4C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054" y="2798770"/>
            <a:ext cx="179384" cy="200167"/>
          </a:xfrm>
          <a:custGeom xmlns:a="http://schemas.openxmlformats.org/drawingml/2006/main">
            <a:pathLst>
              <a:path w="179384" h="200167" fill="none">
                <a:moveTo>
                  <a:pt x="0" y="0"/>
                </a:moveTo>
                <a:lnTo>
                  <a:pt x="179384" y="200167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4F621-1C50-4226-BAA3-A1DEB534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054" y="2849741"/>
            <a:ext cx="166869" cy="67885"/>
          </a:xfrm>
          <a:custGeom xmlns:a="http://schemas.openxmlformats.org/drawingml/2006/main">
            <a:pathLst>
              <a:path w="166869" h="67885" fill="none">
                <a:moveTo>
                  <a:pt x="0" y="67885"/>
                </a:moveTo>
                <a:lnTo>
                  <a:pt x="1668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AB4D35-EC28-40D4-9EE6-F45C5EEB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707" y="2948952"/>
            <a:ext cx="153519" cy="82069"/>
          </a:xfrm>
          <a:custGeom xmlns:a="http://schemas.openxmlformats.org/drawingml/2006/main">
            <a:pathLst>
              <a:path w="153519" h="82069" fill="none">
                <a:moveTo>
                  <a:pt x="0" y="0"/>
                </a:moveTo>
                <a:lnTo>
                  <a:pt x="153519" y="82069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072767-461B-470F-9297-5482D996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054" y="2981719"/>
            <a:ext cx="179384" cy="199408"/>
          </a:xfrm>
          <a:custGeom xmlns:a="http://schemas.openxmlformats.org/drawingml/2006/main">
            <a:pathLst>
              <a:path w="179384" h="199408" fill="none">
                <a:moveTo>
                  <a:pt x="0" y="0"/>
                </a:moveTo>
                <a:lnTo>
                  <a:pt x="179384" y="199408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A68DFC-6B3F-4BF6-A7D3-A549323A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054" y="2881598"/>
            <a:ext cx="179763" cy="217081"/>
          </a:xfrm>
          <a:custGeom xmlns:a="http://schemas.openxmlformats.org/drawingml/2006/main">
            <a:pathLst>
              <a:path w="179763" h="217081" fill="none">
                <a:moveTo>
                  <a:pt x="0" y="217081"/>
                </a:moveTo>
                <a:lnTo>
                  <a:pt x="1797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A73FE-2B82-4B05-9641-5ADE57FB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707" y="3063637"/>
            <a:ext cx="166414" cy="67127"/>
          </a:xfrm>
          <a:custGeom xmlns:a="http://schemas.openxmlformats.org/drawingml/2006/main">
            <a:pathLst>
              <a:path w="166414" h="67127" fill="none">
                <a:moveTo>
                  <a:pt x="0" y="67127"/>
                </a:moveTo>
                <a:lnTo>
                  <a:pt x="1664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12E7DA-9E0B-463C-AA59-A43820D7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054" y="3162848"/>
            <a:ext cx="166414" cy="50212"/>
          </a:xfrm>
          <a:custGeom xmlns:a="http://schemas.openxmlformats.org/drawingml/2006/main">
            <a:pathLst>
              <a:path w="166414" h="50212" fill="none">
                <a:moveTo>
                  <a:pt x="0" y="0"/>
                </a:moveTo>
                <a:lnTo>
                  <a:pt x="166414" y="50212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A133D6-9CFA-4F5E-BB0E-5AD6FE5D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9908" y="2669523"/>
            <a:ext cx="153443" cy="58632"/>
          </a:xfrm>
          <a:custGeom xmlns:a="http://schemas.openxmlformats.org/drawingml/2006/main">
            <a:pathLst>
              <a:path w="153443" h="58632" fill="none">
                <a:moveTo>
                  <a:pt x="0" y="0"/>
                </a:moveTo>
                <a:lnTo>
                  <a:pt x="153443" y="58632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868A61-BAE0-4139-89C5-DC69428F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165" y="2701380"/>
            <a:ext cx="166414" cy="207828"/>
          </a:xfrm>
          <a:custGeom xmlns:a="http://schemas.openxmlformats.org/drawingml/2006/main">
            <a:pathLst>
              <a:path w="166414" h="207828" fill="none">
                <a:moveTo>
                  <a:pt x="0" y="0"/>
                </a:moveTo>
                <a:lnTo>
                  <a:pt x="166414" y="207828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E4D35B-B76F-4997-81AD-48522B29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165" y="2701380"/>
            <a:ext cx="166414" cy="388804"/>
          </a:xfrm>
          <a:custGeom xmlns:a="http://schemas.openxmlformats.org/drawingml/2006/main">
            <a:pathLst>
              <a:path w="166414" h="388804" fill="none">
                <a:moveTo>
                  <a:pt x="0" y="0"/>
                </a:moveTo>
                <a:lnTo>
                  <a:pt x="166414" y="388804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A52703-AEEE-4C29-82C9-2267F7FB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076" y="2759632"/>
            <a:ext cx="153064" cy="57418"/>
          </a:xfrm>
          <a:custGeom xmlns:a="http://schemas.openxmlformats.org/drawingml/2006/main">
            <a:pathLst>
              <a:path w="153064" h="57418" fill="none">
                <a:moveTo>
                  <a:pt x="0" y="57418"/>
                </a:moveTo>
                <a:lnTo>
                  <a:pt x="1530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5890B6-5688-4D7B-B153-B11B7745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818" y="2849741"/>
            <a:ext cx="153064" cy="59694"/>
          </a:xfrm>
          <a:custGeom xmlns:a="http://schemas.openxmlformats.org/drawingml/2006/main">
            <a:pathLst>
              <a:path w="153064" h="59694" fill="none">
                <a:moveTo>
                  <a:pt x="0" y="0"/>
                </a:moveTo>
                <a:lnTo>
                  <a:pt x="153064" y="59694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362D35-3F2D-4E1E-81F9-A900D0D2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076" y="2881598"/>
            <a:ext cx="166035" cy="208586"/>
          </a:xfrm>
          <a:custGeom xmlns:a="http://schemas.openxmlformats.org/drawingml/2006/main">
            <a:pathLst>
              <a:path w="166035" h="208586" fill="none">
                <a:moveTo>
                  <a:pt x="0" y="0"/>
                </a:moveTo>
                <a:lnTo>
                  <a:pt x="166035" y="208586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6A7B00-914F-4687-A4CE-F5F8E8C4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165" y="2792399"/>
            <a:ext cx="166414" cy="207372"/>
          </a:xfrm>
          <a:custGeom xmlns:a="http://schemas.openxmlformats.org/drawingml/2006/main">
            <a:pathLst>
              <a:path w="166414" h="207372" fill="none">
                <a:moveTo>
                  <a:pt x="0" y="207372"/>
                </a:moveTo>
                <a:lnTo>
                  <a:pt x="1664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4F6292-E188-464D-A358-DEC0731B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9908" y="2940760"/>
            <a:ext cx="140549" cy="90261"/>
          </a:xfrm>
          <a:custGeom xmlns:a="http://schemas.openxmlformats.org/drawingml/2006/main">
            <a:pathLst>
              <a:path w="140549" h="90261" fill="none">
                <a:moveTo>
                  <a:pt x="0" y="90261"/>
                </a:moveTo>
                <a:lnTo>
                  <a:pt x="1405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25671C-59F3-4C1A-A8EE-73B3F31F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165" y="3063637"/>
            <a:ext cx="153519" cy="58632"/>
          </a:xfrm>
          <a:custGeom xmlns:a="http://schemas.openxmlformats.org/drawingml/2006/main">
            <a:pathLst>
              <a:path w="153519" h="58632" fill="none">
                <a:moveTo>
                  <a:pt x="0" y="0"/>
                </a:moveTo>
                <a:lnTo>
                  <a:pt x="153519" y="58632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BEA9DD-D7E3-404B-9F51-3B7755AD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165" y="2792399"/>
            <a:ext cx="166414" cy="388804"/>
          </a:xfrm>
          <a:custGeom xmlns:a="http://schemas.openxmlformats.org/drawingml/2006/main">
            <a:pathLst>
              <a:path w="166414" h="388804" fill="none">
                <a:moveTo>
                  <a:pt x="0" y="388804"/>
                </a:moveTo>
                <a:lnTo>
                  <a:pt x="1664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2A9D7D-FE30-4AF6-AA53-6EBBE36A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165" y="2973527"/>
            <a:ext cx="166414" cy="207524"/>
          </a:xfrm>
          <a:custGeom xmlns:a="http://schemas.openxmlformats.org/drawingml/2006/main">
            <a:pathLst>
              <a:path w="166414" h="207524" fill="none">
                <a:moveTo>
                  <a:pt x="0" y="207524"/>
                </a:moveTo>
                <a:lnTo>
                  <a:pt x="1664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6DAE86-F5B4-4C68-8484-14EFB305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9908" y="3153746"/>
            <a:ext cx="153519" cy="58632"/>
          </a:xfrm>
          <a:custGeom xmlns:a="http://schemas.openxmlformats.org/drawingml/2006/main">
            <a:pathLst>
              <a:path w="153519" h="58632" fill="none">
                <a:moveTo>
                  <a:pt x="0" y="58632"/>
                </a:moveTo>
                <a:lnTo>
                  <a:pt x="1535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9936A8-1D22-43FB-828F-20327932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619" y="2624013"/>
            <a:ext cx="88289" cy="90109"/>
          </a:xfrm>
          <a:custGeom xmlns:a="http://schemas.openxmlformats.org/drawingml/2006/main">
            <a:pathLst>
              <a:path w="88289" h="90109">
                <a:moveTo>
                  <a:pt x="0" y="45055"/>
                </a:moveTo>
                <a:cubicBezTo>
                  <a:pt x="0" y="20176"/>
                  <a:pt x="19797" y="0"/>
                  <a:pt x="44144" y="0"/>
                </a:cubicBezTo>
                <a:cubicBezTo>
                  <a:pt x="68492" y="0"/>
                  <a:pt x="88289" y="20176"/>
                  <a:pt x="88289" y="45055"/>
                </a:cubicBezTo>
                <a:cubicBezTo>
                  <a:pt x="88289" y="69933"/>
                  <a:pt x="68492" y="90109"/>
                  <a:pt x="44144" y="90109"/>
                </a:cubicBezTo>
                <a:cubicBezTo>
                  <a:pt x="19797" y="90109"/>
                  <a:pt x="0" y="69933"/>
                  <a:pt x="0" y="45055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C900BD-8ADE-4822-8312-7ADA9310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619" y="2624013"/>
            <a:ext cx="88289" cy="90109"/>
          </a:xfrm>
          <a:custGeom xmlns:a="http://schemas.openxmlformats.org/drawingml/2006/main">
            <a:pathLst>
              <a:path w="88289" h="90109" fill="none">
                <a:moveTo>
                  <a:pt x="0" y="45055"/>
                </a:moveTo>
                <a:cubicBezTo>
                  <a:pt x="0" y="20176"/>
                  <a:pt x="19797" y="0"/>
                  <a:pt x="44144" y="0"/>
                </a:cubicBezTo>
                <a:cubicBezTo>
                  <a:pt x="68492" y="0"/>
                  <a:pt x="88289" y="20176"/>
                  <a:pt x="88289" y="45055"/>
                </a:cubicBezTo>
                <a:cubicBezTo>
                  <a:pt x="88289" y="69933"/>
                  <a:pt x="68492" y="90109"/>
                  <a:pt x="44144" y="90109"/>
                </a:cubicBezTo>
                <a:cubicBezTo>
                  <a:pt x="19797" y="90109"/>
                  <a:pt x="0" y="69933"/>
                  <a:pt x="0" y="450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549EEF-36F2-4965-B980-9097BE5C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529" y="2804231"/>
            <a:ext cx="88289" cy="90109"/>
          </a:xfrm>
          <a:custGeom xmlns:a="http://schemas.openxmlformats.org/drawingml/2006/main">
            <a:pathLst>
              <a:path w="88289" h="90109">
                <a:moveTo>
                  <a:pt x="0" y="45055"/>
                </a:moveTo>
                <a:cubicBezTo>
                  <a:pt x="0" y="20176"/>
                  <a:pt x="19797" y="0"/>
                  <a:pt x="44144" y="0"/>
                </a:cubicBezTo>
                <a:cubicBezTo>
                  <a:pt x="68492" y="0"/>
                  <a:pt x="88289" y="20176"/>
                  <a:pt x="88289" y="45055"/>
                </a:cubicBezTo>
                <a:cubicBezTo>
                  <a:pt x="88289" y="69933"/>
                  <a:pt x="68492" y="90109"/>
                  <a:pt x="44144" y="90109"/>
                </a:cubicBezTo>
                <a:cubicBezTo>
                  <a:pt x="19797" y="90109"/>
                  <a:pt x="0" y="69933"/>
                  <a:pt x="0" y="45055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761558-C9C5-47A4-B45B-10AD3F48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529" y="2804231"/>
            <a:ext cx="88289" cy="90109"/>
          </a:xfrm>
          <a:custGeom xmlns:a="http://schemas.openxmlformats.org/drawingml/2006/main">
            <a:pathLst>
              <a:path w="88289" h="90109" fill="none">
                <a:moveTo>
                  <a:pt x="0" y="45055"/>
                </a:moveTo>
                <a:cubicBezTo>
                  <a:pt x="0" y="20176"/>
                  <a:pt x="19797" y="0"/>
                  <a:pt x="44144" y="0"/>
                </a:cubicBezTo>
                <a:cubicBezTo>
                  <a:pt x="68492" y="0"/>
                  <a:pt x="88289" y="20176"/>
                  <a:pt x="88289" y="45055"/>
                </a:cubicBezTo>
                <a:cubicBezTo>
                  <a:pt x="88289" y="69933"/>
                  <a:pt x="68492" y="90109"/>
                  <a:pt x="44144" y="90109"/>
                </a:cubicBezTo>
                <a:cubicBezTo>
                  <a:pt x="19797" y="90109"/>
                  <a:pt x="0" y="69933"/>
                  <a:pt x="0" y="450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B9E8CE-6484-4C4A-8DE6-31229486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619" y="2986270"/>
            <a:ext cx="88289" cy="90109"/>
          </a:xfrm>
          <a:custGeom xmlns:a="http://schemas.openxmlformats.org/drawingml/2006/main">
            <a:pathLst>
              <a:path w="88289" h="90109">
                <a:moveTo>
                  <a:pt x="0" y="45055"/>
                </a:moveTo>
                <a:cubicBezTo>
                  <a:pt x="0" y="20176"/>
                  <a:pt x="19797" y="0"/>
                  <a:pt x="44144" y="0"/>
                </a:cubicBezTo>
                <a:cubicBezTo>
                  <a:pt x="68492" y="0"/>
                  <a:pt x="88289" y="20176"/>
                  <a:pt x="88289" y="45055"/>
                </a:cubicBezTo>
                <a:cubicBezTo>
                  <a:pt x="88289" y="69933"/>
                  <a:pt x="68492" y="90109"/>
                  <a:pt x="44144" y="90109"/>
                </a:cubicBezTo>
                <a:cubicBezTo>
                  <a:pt x="19797" y="90109"/>
                  <a:pt x="0" y="69933"/>
                  <a:pt x="0" y="45055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77166C-B494-4B4F-B799-E2DCCA3A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619" y="2986270"/>
            <a:ext cx="88289" cy="90109"/>
          </a:xfrm>
          <a:custGeom xmlns:a="http://schemas.openxmlformats.org/drawingml/2006/main">
            <a:pathLst>
              <a:path w="88289" h="90109" fill="none">
                <a:moveTo>
                  <a:pt x="0" y="45055"/>
                </a:moveTo>
                <a:cubicBezTo>
                  <a:pt x="0" y="20176"/>
                  <a:pt x="19797" y="0"/>
                  <a:pt x="44144" y="0"/>
                </a:cubicBezTo>
                <a:cubicBezTo>
                  <a:pt x="68492" y="0"/>
                  <a:pt x="88289" y="20176"/>
                  <a:pt x="88289" y="45055"/>
                </a:cubicBezTo>
                <a:cubicBezTo>
                  <a:pt x="88289" y="69933"/>
                  <a:pt x="68492" y="90109"/>
                  <a:pt x="44144" y="90109"/>
                </a:cubicBezTo>
                <a:cubicBezTo>
                  <a:pt x="19797" y="90109"/>
                  <a:pt x="0" y="69933"/>
                  <a:pt x="0" y="450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02CE8C-EF45-4D78-A13A-D872398D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619" y="3167399"/>
            <a:ext cx="88289" cy="91019"/>
          </a:xfrm>
          <a:custGeom xmlns:a="http://schemas.openxmlformats.org/drawingml/2006/main">
            <a:pathLst>
              <a:path w="88289" h="91019">
                <a:moveTo>
                  <a:pt x="0" y="45510"/>
                </a:moveTo>
                <a:cubicBezTo>
                  <a:pt x="0" y="20404"/>
                  <a:pt x="19797" y="0"/>
                  <a:pt x="44144" y="0"/>
                </a:cubicBezTo>
                <a:cubicBezTo>
                  <a:pt x="68492" y="0"/>
                  <a:pt x="88289" y="20404"/>
                  <a:pt x="88289" y="45510"/>
                </a:cubicBezTo>
                <a:cubicBezTo>
                  <a:pt x="88289" y="70616"/>
                  <a:pt x="68492" y="91019"/>
                  <a:pt x="44144" y="91019"/>
                </a:cubicBezTo>
                <a:cubicBezTo>
                  <a:pt x="19797" y="91019"/>
                  <a:pt x="0" y="70616"/>
                  <a:pt x="0" y="45510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5EA6A9-B40A-41B3-8FEA-63EA3A51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619" y="3167399"/>
            <a:ext cx="88289" cy="91019"/>
          </a:xfrm>
          <a:custGeom xmlns:a="http://schemas.openxmlformats.org/drawingml/2006/main">
            <a:pathLst>
              <a:path w="88289" h="91019" fill="none">
                <a:moveTo>
                  <a:pt x="0" y="45510"/>
                </a:moveTo>
                <a:cubicBezTo>
                  <a:pt x="0" y="20404"/>
                  <a:pt x="19797" y="0"/>
                  <a:pt x="44144" y="0"/>
                </a:cubicBezTo>
                <a:cubicBezTo>
                  <a:pt x="68492" y="0"/>
                  <a:pt x="88289" y="20404"/>
                  <a:pt x="88289" y="45510"/>
                </a:cubicBezTo>
                <a:cubicBezTo>
                  <a:pt x="88289" y="70616"/>
                  <a:pt x="68492" y="91019"/>
                  <a:pt x="44144" y="91019"/>
                </a:cubicBezTo>
                <a:cubicBezTo>
                  <a:pt x="19797" y="91019"/>
                  <a:pt x="0" y="70616"/>
                  <a:pt x="0" y="455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700980-BDDF-41B5-A7AE-91859422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418" y="2721404"/>
            <a:ext cx="88289" cy="91019"/>
          </a:xfrm>
          <a:custGeom xmlns:a="http://schemas.openxmlformats.org/drawingml/2006/main">
            <a:pathLst>
              <a:path w="88289" h="91019">
                <a:moveTo>
                  <a:pt x="0" y="45510"/>
                </a:moveTo>
                <a:cubicBezTo>
                  <a:pt x="0" y="20404"/>
                  <a:pt x="19797" y="0"/>
                  <a:pt x="44144" y="0"/>
                </a:cubicBezTo>
                <a:cubicBezTo>
                  <a:pt x="68492" y="0"/>
                  <a:pt x="88289" y="20404"/>
                  <a:pt x="88289" y="45510"/>
                </a:cubicBezTo>
                <a:cubicBezTo>
                  <a:pt x="88289" y="70616"/>
                  <a:pt x="68492" y="91019"/>
                  <a:pt x="44144" y="91019"/>
                </a:cubicBezTo>
                <a:cubicBezTo>
                  <a:pt x="19797" y="91019"/>
                  <a:pt x="0" y="70616"/>
                  <a:pt x="0" y="45510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392799-C6F4-4906-9749-8E3243B5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418" y="2721404"/>
            <a:ext cx="88289" cy="91019"/>
          </a:xfrm>
          <a:custGeom xmlns:a="http://schemas.openxmlformats.org/drawingml/2006/main">
            <a:pathLst>
              <a:path w="88289" h="91019" fill="none">
                <a:moveTo>
                  <a:pt x="0" y="45510"/>
                </a:moveTo>
                <a:cubicBezTo>
                  <a:pt x="0" y="20404"/>
                  <a:pt x="19797" y="0"/>
                  <a:pt x="44144" y="0"/>
                </a:cubicBezTo>
                <a:cubicBezTo>
                  <a:pt x="68492" y="0"/>
                  <a:pt x="88289" y="20404"/>
                  <a:pt x="88289" y="45510"/>
                </a:cubicBezTo>
                <a:cubicBezTo>
                  <a:pt x="88289" y="70616"/>
                  <a:pt x="68492" y="91019"/>
                  <a:pt x="44144" y="91019"/>
                </a:cubicBezTo>
                <a:cubicBezTo>
                  <a:pt x="19797" y="91019"/>
                  <a:pt x="0" y="70616"/>
                  <a:pt x="0" y="455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285A88-62FE-43B5-B7D2-7210C5A7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418" y="2904353"/>
            <a:ext cx="88289" cy="90109"/>
          </a:xfrm>
          <a:custGeom xmlns:a="http://schemas.openxmlformats.org/drawingml/2006/main">
            <a:pathLst>
              <a:path w="88289" h="90109">
                <a:moveTo>
                  <a:pt x="0" y="45055"/>
                </a:moveTo>
                <a:cubicBezTo>
                  <a:pt x="0" y="20176"/>
                  <a:pt x="19797" y="0"/>
                  <a:pt x="44144" y="0"/>
                </a:cubicBezTo>
                <a:cubicBezTo>
                  <a:pt x="68492" y="0"/>
                  <a:pt x="88289" y="20176"/>
                  <a:pt x="88289" y="45055"/>
                </a:cubicBezTo>
                <a:cubicBezTo>
                  <a:pt x="88289" y="69933"/>
                  <a:pt x="68492" y="90109"/>
                  <a:pt x="44144" y="90109"/>
                </a:cubicBezTo>
                <a:cubicBezTo>
                  <a:pt x="19797" y="90109"/>
                  <a:pt x="0" y="69933"/>
                  <a:pt x="0" y="45055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7B1E65-6D2D-4BA3-8977-8CEC9BFA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418" y="2904353"/>
            <a:ext cx="88289" cy="90109"/>
          </a:xfrm>
          <a:custGeom xmlns:a="http://schemas.openxmlformats.org/drawingml/2006/main">
            <a:pathLst>
              <a:path w="88289" h="90109" fill="none">
                <a:moveTo>
                  <a:pt x="0" y="45055"/>
                </a:moveTo>
                <a:cubicBezTo>
                  <a:pt x="0" y="20176"/>
                  <a:pt x="19797" y="0"/>
                  <a:pt x="44144" y="0"/>
                </a:cubicBezTo>
                <a:cubicBezTo>
                  <a:pt x="68492" y="0"/>
                  <a:pt x="88289" y="20176"/>
                  <a:pt x="88289" y="45055"/>
                </a:cubicBezTo>
                <a:cubicBezTo>
                  <a:pt x="88289" y="69933"/>
                  <a:pt x="68492" y="90109"/>
                  <a:pt x="44144" y="90109"/>
                </a:cubicBezTo>
                <a:cubicBezTo>
                  <a:pt x="19797" y="90109"/>
                  <a:pt x="0" y="69933"/>
                  <a:pt x="0" y="450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89E7A0-0A9E-40DB-8AE5-CACB09B7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418" y="3085481"/>
            <a:ext cx="88289" cy="90109"/>
          </a:xfrm>
          <a:custGeom xmlns:a="http://schemas.openxmlformats.org/drawingml/2006/main">
            <a:pathLst>
              <a:path w="88289" h="90109">
                <a:moveTo>
                  <a:pt x="0" y="45055"/>
                </a:moveTo>
                <a:cubicBezTo>
                  <a:pt x="0" y="20176"/>
                  <a:pt x="19797" y="0"/>
                  <a:pt x="44144" y="0"/>
                </a:cubicBezTo>
                <a:cubicBezTo>
                  <a:pt x="68492" y="0"/>
                  <a:pt x="88289" y="20176"/>
                  <a:pt x="88289" y="45055"/>
                </a:cubicBezTo>
                <a:cubicBezTo>
                  <a:pt x="88289" y="69933"/>
                  <a:pt x="68492" y="90109"/>
                  <a:pt x="44144" y="90109"/>
                </a:cubicBezTo>
                <a:cubicBezTo>
                  <a:pt x="19797" y="90109"/>
                  <a:pt x="0" y="69933"/>
                  <a:pt x="0" y="45055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BA84A9-9AC2-469C-BF40-5AE071FC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418" y="3085481"/>
            <a:ext cx="88289" cy="90109"/>
          </a:xfrm>
          <a:custGeom xmlns:a="http://schemas.openxmlformats.org/drawingml/2006/main">
            <a:pathLst>
              <a:path w="88289" h="90109" fill="none">
                <a:moveTo>
                  <a:pt x="0" y="45055"/>
                </a:moveTo>
                <a:cubicBezTo>
                  <a:pt x="0" y="20176"/>
                  <a:pt x="19797" y="0"/>
                  <a:pt x="44144" y="0"/>
                </a:cubicBezTo>
                <a:cubicBezTo>
                  <a:pt x="68492" y="0"/>
                  <a:pt x="88289" y="20176"/>
                  <a:pt x="88289" y="45055"/>
                </a:cubicBezTo>
                <a:cubicBezTo>
                  <a:pt x="88289" y="69933"/>
                  <a:pt x="68492" y="90109"/>
                  <a:pt x="44144" y="90109"/>
                </a:cubicBezTo>
                <a:cubicBezTo>
                  <a:pt x="19797" y="90109"/>
                  <a:pt x="0" y="69933"/>
                  <a:pt x="0" y="450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556F4-3D96-4E23-953B-5DE3F8A4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988" y="2714122"/>
            <a:ext cx="88289" cy="91019"/>
          </a:xfrm>
          <a:custGeom xmlns:a="http://schemas.openxmlformats.org/drawingml/2006/main">
            <a:pathLst>
              <a:path w="88289" h="91019">
                <a:moveTo>
                  <a:pt x="0" y="45510"/>
                </a:moveTo>
                <a:cubicBezTo>
                  <a:pt x="0" y="20404"/>
                  <a:pt x="19797" y="0"/>
                  <a:pt x="44144" y="0"/>
                </a:cubicBezTo>
                <a:cubicBezTo>
                  <a:pt x="68492" y="0"/>
                  <a:pt x="88289" y="20404"/>
                  <a:pt x="88289" y="45510"/>
                </a:cubicBezTo>
                <a:cubicBezTo>
                  <a:pt x="88289" y="70616"/>
                  <a:pt x="68492" y="91019"/>
                  <a:pt x="44144" y="91019"/>
                </a:cubicBezTo>
                <a:cubicBezTo>
                  <a:pt x="19797" y="91019"/>
                  <a:pt x="0" y="70616"/>
                  <a:pt x="0" y="45510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0C5CD3-0458-4FA7-BA89-5DB935CD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988" y="2714122"/>
            <a:ext cx="88289" cy="91019"/>
          </a:xfrm>
          <a:custGeom xmlns:a="http://schemas.openxmlformats.org/drawingml/2006/main">
            <a:pathLst>
              <a:path w="88289" h="91019" fill="none">
                <a:moveTo>
                  <a:pt x="0" y="45510"/>
                </a:moveTo>
                <a:cubicBezTo>
                  <a:pt x="0" y="20404"/>
                  <a:pt x="19797" y="0"/>
                  <a:pt x="44144" y="0"/>
                </a:cubicBezTo>
                <a:cubicBezTo>
                  <a:pt x="68492" y="0"/>
                  <a:pt x="88289" y="20404"/>
                  <a:pt x="88289" y="45510"/>
                </a:cubicBezTo>
                <a:cubicBezTo>
                  <a:pt x="88289" y="70616"/>
                  <a:pt x="68492" y="91019"/>
                  <a:pt x="44144" y="91019"/>
                </a:cubicBezTo>
                <a:cubicBezTo>
                  <a:pt x="19797" y="91019"/>
                  <a:pt x="0" y="70616"/>
                  <a:pt x="0" y="455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4B05FC-365A-468B-AC91-F35DDBCA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988" y="2896161"/>
            <a:ext cx="88289" cy="90109"/>
          </a:xfrm>
          <a:custGeom xmlns:a="http://schemas.openxmlformats.org/drawingml/2006/main">
            <a:pathLst>
              <a:path w="88289" h="90109">
                <a:moveTo>
                  <a:pt x="0" y="45055"/>
                </a:moveTo>
                <a:cubicBezTo>
                  <a:pt x="0" y="20176"/>
                  <a:pt x="19797" y="0"/>
                  <a:pt x="44144" y="0"/>
                </a:cubicBezTo>
                <a:cubicBezTo>
                  <a:pt x="68492" y="0"/>
                  <a:pt x="88289" y="20176"/>
                  <a:pt x="88289" y="45055"/>
                </a:cubicBezTo>
                <a:cubicBezTo>
                  <a:pt x="88289" y="69933"/>
                  <a:pt x="68492" y="90109"/>
                  <a:pt x="44144" y="90109"/>
                </a:cubicBezTo>
                <a:cubicBezTo>
                  <a:pt x="19797" y="90109"/>
                  <a:pt x="0" y="69933"/>
                  <a:pt x="0" y="45055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5B3704-FB06-46C7-882D-D9A3273C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988" y="2896161"/>
            <a:ext cx="88289" cy="90109"/>
          </a:xfrm>
          <a:custGeom xmlns:a="http://schemas.openxmlformats.org/drawingml/2006/main">
            <a:pathLst>
              <a:path w="88289" h="90109" fill="none">
                <a:moveTo>
                  <a:pt x="0" y="45055"/>
                </a:moveTo>
                <a:cubicBezTo>
                  <a:pt x="0" y="20176"/>
                  <a:pt x="19797" y="0"/>
                  <a:pt x="44144" y="0"/>
                </a:cubicBezTo>
                <a:cubicBezTo>
                  <a:pt x="68492" y="0"/>
                  <a:pt x="88289" y="20176"/>
                  <a:pt x="88289" y="45055"/>
                </a:cubicBezTo>
                <a:cubicBezTo>
                  <a:pt x="88289" y="69933"/>
                  <a:pt x="68492" y="90109"/>
                  <a:pt x="44144" y="90109"/>
                </a:cubicBezTo>
                <a:cubicBezTo>
                  <a:pt x="19797" y="90109"/>
                  <a:pt x="0" y="69933"/>
                  <a:pt x="0" y="450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1C95D8-4AAA-4A65-BDC7-73A94387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988" y="3076379"/>
            <a:ext cx="88289" cy="91019"/>
          </a:xfrm>
          <a:custGeom xmlns:a="http://schemas.openxmlformats.org/drawingml/2006/main">
            <a:pathLst>
              <a:path w="88289" h="91019">
                <a:moveTo>
                  <a:pt x="0" y="45510"/>
                </a:moveTo>
                <a:cubicBezTo>
                  <a:pt x="0" y="20404"/>
                  <a:pt x="19797" y="0"/>
                  <a:pt x="44144" y="0"/>
                </a:cubicBezTo>
                <a:cubicBezTo>
                  <a:pt x="68492" y="0"/>
                  <a:pt x="88289" y="20404"/>
                  <a:pt x="88289" y="45510"/>
                </a:cubicBezTo>
                <a:cubicBezTo>
                  <a:pt x="88289" y="70616"/>
                  <a:pt x="68492" y="91019"/>
                  <a:pt x="44144" y="91019"/>
                </a:cubicBezTo>
                <a:cubicBezTo>
                  <a:pt x="19797" y="91019"/>
                  <a:pt x="0" y="70616"/>
                  <a:pt x="0" y="45510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972A4C-F79C-442B-AC06-32D5A2E8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988" y="3076379"/>
            <a:ext cx="88289" cy="91019"/>
          </a:xfrm>
          <a:custGeom xmlns:a="http://schemas.openxmlformats.org/drawingml/2006/main">
            <a:pathLst>
              <a:path w="88289" h="91019" fill="none">
                <a:moveTo>
                  <a:pt x="0" y="45510"/>
                </a:moveTo>
                <a:cubicBezTo>
                  <a:pt x="0" y="20404"/>
                  <a:pt x="19797" y="0"/>
                  <a:pt x="44144" y="0"/>
                </a:cubicBezTo>
                <a:cubicBezTo>
                  <a:pt x="68492" y="0"/>
                  <a:pt x="88289" y="20404"/>
                  <a:pt x="88289" y="45510"/>
                </a:cubicBezTo>
                <a:cubicBezTo>
                  <a:pt x="88289" y="70616"/>
                  <a:pt x="68492" y="91019"/>
                  <a:pt x="44144" y="91019"/>
                </a:cubicBezTo>
                <a:cubicBezTo>
                  <a:pt x="19797" y="91019"/>
                  <a:pt x="0" y="70616"/>
                  <a:pt x="0" y="455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28AC40-8246-4430-8CF7-62C1EE9B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235" y="964729"/>
            <a:ext cx="1611043" cy="420510"/>
          </a:xfrm>
          <a:custGeom xmlns:a="http://schemas.openxmlformats.org/drawingml/2006/main">
            <a:pathLst>
              <a:path w="1611043" h="420510" fill="none">
                <a:moveTo>
                  <a:pt x="0" y="420510"/>
                </a:moveTo>
                <a:lnTo>
                  <a:pt x="1611043" y="420510"/>
                </a:lnTo>
                <a:lnTo>
                  <a:pt x="1611043" y="0"/>
                </a:lnTo>
                <a:lnTo>
                  <a:pt x="0" y="0"/>
                </a:lnTo>
                <a:lnTo>
                  <a:pt x="0" y="4205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0000"/>
            </a:solidFill>
            <a:round/>
          </a:ln>
        </p:spPr>
      </p:sp>
      <p:sp>
        <p:nvSpPr>
          <p:cNvPr id="132" name="Text 𝒇">
            <a:extLst xmlns:a="http://schemas.openxmlformats.org/drawingml/2006/main">
              <a:ext uri="{FF2B5EF4-FFF2-40B4-BE49-F238E27FC236}">
                <a16:creationId xmlns:a16="http://schemas.microsoft.com/office/drawing/2014/main" id="{8397434E-0664-4908-92CA-B3189735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353" y="1113080"/>
            <a:ext cx="85650" cy="139756"/>
          </a:xfrm>
          <a:custGeom xmlns:a="http://schemas.openxmlformats.org/drawingml/2006/main">
            <a:pathLst>
              <a:path w="85650" h="139756">
                <a:moveTo>
                  <a:pt x="21078" y="42231"/>
                </a:moveTo>
                <a:lnTo>
                  <a:pt x="22414" y="36219"/>
                </a:lnTo>
                <a:cubicBezTo>
                  <a:pt x="25829" y="36170"/>
                  <a:pt x="28241" y="35922"/>
                  <a:pt x="29651" y="35477"/>
                </a:cubicBezTo>
                <a:cubicBezTo>
                  <a:pt x="31061" y="35032"/>
                  <a:pt x="32224" y="34215"/>
                  <a:pt x="33139" y="33028"/>
                </a:cubicBezTo>
                <a:cubicBezTo>
                  <a:pt x="34055" y="31840"/>
                  <a:pt x="34933" y="29638"/>
                  <a:pt x="35774" y="26422"/>
                </a:cubicBezTo>
                <a:cubicBezTo>
                  <a:pt x="37011" y="21722"/>
                  <a:pt x="38570" y="17825"/>
                  <a:pt x="40450" y="14733"/>
                </a:cubicBezTo>
                <a:cubicBezTo>
                  <a:pt x="42330" y="11640"/>
                  <a:pt x="44779" y="8943"/>
                  <a:pt x="47798" y="6643"/>
                </a:cubicBezTo>
                <a:cubicBezTo>
                  <a:pt x="50816" y="4342"/>
                  <a:pt x="54341" y="2660"/>
                  <a:pt x="58374" y="1596"/>
                </a:cubicBezTo>
                <a:cubicBezTo>
                  <a:pt x="62407" y="532"/>
                  <a:pt x="66847" y="0"/>
                  <a:pt x="71696" y="0"/>
                </a:cubicBezTo>
                <a:cubicBezTo>
                  <a:pt x="76644" y="0"/>
                  <a:pt x="81296" y="445"/>
                  <a:pt x="85650" y="1336"/>
                </a:cubicBezTo>
                <a:lnTo>
                  <a:pt x="82310" y="16180"/>
                </a:lnTo>
                <a:lnTo>
                  <a:pt x="72736" y="16180"/>
                </a:lnTo>
                <a:cubicBezTo>
                  <a:pt x="72538" y="13112"/>
                  <a:pt x="72043" y="10935"/>
                  <a:pt x="71251" y="9649"/>
                </a:cubicBezTo>
                <a:cubicBezTo>
                  <a:pt x="70459" y="8362"/>
                  <a:pt x="69222" y="7719"/>
                  <a:pt x="67540" y="7719"/>
                </a:cubicBezTo>
                <a:cubicBezTo>
                  <a:pt x="65561" y="7719"/>
                  <a:pt x="63953" y="8412"/>
                  <a:pt x="62716" y="9797"/>
                </a:cubicBezTo>
                <a:cubicBezTo>
                  <a:pt x="61479" y="11182"/>
                  <a:pt x="60440" y="13063"/>
                  <a:pt x="59599" y="15438"/>
                </a:cubicBezTo>
                <a:cubicBezTo>
                  <a:pt x="58757" y="17813"/>
                  <a:pt x="57916" y="20930"/>
                  <a:pt x="57075" y="24789"/>
                </a:cubicBezTo>
                <a:lnTo>
                  <a:pt x="55220" y="32954"/>
                </a:lnTo>
                <a:lnTo>
                  <a:pt x="71103" y="32954"/>
                </a:lnTo>
                <a:lnTo>
                  <a:pt x="69099" y="42231"/>
                </a:lnTo>
                <a:lnTo>
                  <a:pt x="53141" y="42231"/>
                </a:lnTo>
                <a:lnTo>
                  <a:pt x="39708" y="104279"/>
                </a:lnTo>
                <a:cubicBezTo>
                  <a:pt x="37085" y="116303"/>
                  <a:pt x="32855" y="125221"/>
                  <a:pt x="27016" y="131035"/>
                </a:cubicBezTo>
                <a:cubicBezTo>
                  <a:pt x="21177" y="136849"/>
                  <a:pt x="13879" y="139756"/>
                  <a:pt x="5121" y="139756"/>
                </a:cubicBezTo>
                <a:cubicBezTo>
                  <a:pt x="2994" y="139756"/>
                  <a:pt x="1286" y="139632"/>
                  <a:pt x="0" y="139385"/>
                </a:cubicBezTo>
                <a:lnTo>
                  <a:pt x="1781" y="131072"/>
                </a:lnTo>
                <a:cubicBezTo>
                  <a:pt x="2771" y="131221"/>
                  <a:pt x="3662" y="131295"/>
                  <a:pt x="4453" y="131295"/>
                </a:cubicBezTo>
                <a:cubicBezTo>
                  <a:pt x="7274" y="131295"/>
                  <a:pt x="9611" y="129736"/>
                  <a:pt x="11467" y="126619"/>
                </a:cubicBezTo>
                <a:cubicBezTo>
                  <a:pt x="13322" y="123502"/>
                  <a:pt x="14968" y="118826"/>
                  <a:pt x="16403" y="112592"/>
                </a:cubicBezTo>
                <a:lnTo>
                  <a:pt x="32286" y="42231"/>
                </a:lnTo>
                <a:lnTo>
                  <a:pt x="21078" y="422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𝒐">
            <a:extLst xmlns:a="http://schemas.openxmlformats.org/drawingml/2006/main">
              <a:ext uri="{FF2B5EF4-FFF2-40B4-BE49-F238E27FC236}">
                <a16:creationId xmlns:a16="http://schemas.microsoft.com/office/drawing/2014/main" id="{53BD9103-A3DE-4848-AD54-D7BDD5F9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989" y="1195952"/>
            <a:ext cx="52106" cy="55522"/>
          </a:xfrm>
          <a:custGeom xmlns:a="http://schemas.openxmlformats.org/drawingml/2006/main">
            <a:pathLst>
              <a:path w="52106" h="55522">
                <a:moveTo>
                  <a:pt x="20170" y="55522"/>
                </a:moveTo>
                <a:cubicBezTo>
                  <a:pt x="16194" y="55522"/>
                  <a:pt x="12697" y="54808"/>
                  <a:pt x="9678" y="53380"/>
                </a:cubicBezTo>
                <a:cubicBezTo>
                  <a:pt x="6660" y="51952"/>
                  <a:pt x="4292" y="49783"/>
                  <a:pt x="2575" y="46874"/>
                </a:cubicBezTo>
                <a:cubicBezTo>
                  <a:pt x="858" y="43964"/>
                  <a:pt x="0" y="40412"/>
                  <a:pt x="0" y="36219"/>
                </a:cubicBezTo>
                <a:cubicBezTo>
                  <a:pt x="0" y="31954"/>
                  <a:pt x="669" y="27481"/>
                  <a:pt x="2006" y="22800"/>
                </a:cubicBezTo>
                <a:cubicBezTo>
                  <a:pt x="3344" y="18119"/>
                  <a:pt x="5422" y="13998"/>
                  <a:pt x="8242" y="10437"/>
                </a:cubicBezTo>
                <a:cubicBezTo>
                  <a:pt x="11061" y="6877"/>
                  <a:pt x="14468" y="4247"/>
                  <a:pt x="18462" y="2548"/>
                </a:cubicBezTo>
                <a:cubicBezTo>
                  <a:pt x="22456" y="849"/>
                  <a:pt x="26930" y="0"/>
                  <a:pt x="31882" y="0"/>
                </a:cubicBezTo>
                <a:cubicBezTo>
                  <a:pt x="36364" y="0"/>
                  <a:pt x="40123" y="822"/>
                  <a:pt x="43160" y="2467"/>
                </a:cubicBezTo>
                <a:cubicBezTo>
                  <a:pt x="46196" y="4112"/>
                  <a:pt x="48446" y="6398"/>
                  <a:pt x="49910" y="9326"/>
                </a:cubicBezTo>
                <a:cubicBezTo>
                  <a:pt x="51374" y="12254"/>
                  <a:pt x="52106" y="15652"/>
                  <a:pt x="52106" y="19519"/>
                </a:cubicBezTo>
                <a:cubicBezTo>
                  <a:pt x="52106" y="24291"/>
                  <a:pt x="51311" y="29080"/>
                  <a:pt x="49720" y="33888"/>
                </a:cubicBezTo>
                <a:cubicBezTo>
                  <a:pt x="48130" y="38695"/>
                  <a:pt x="45934" y="42726"/>
                  <a:pt x="43132" y="45979"/>
                </a:cubicBezTo>
                <a:cubicBezTo>
                  <a:pt x="40331" y="49232"/>
                  <a:pt x="37015" y="51636"/>
                  <a:pt x="33183" y="53190"/>
                </a:cubicBezTo>
                <a:cubicBezTo>
                  <a:pt x="29351" y="54745"/>
                  <a:pt x="25014" y="55522"/>
                  <a:pt x="20170" y="55522"/>
                </a:cubicBezTo>
                <a:moveTo>
                  <a:pt x="14585" y="39744"/>
                </a:moveTo>
                <a:cubicBezTo>
                  <a:pt x="14585" y="43141"/>
                  <a:pt x="15137" y="45681"/>
                  <a:pt x="16239" y="47362"/>
                </a:cubicBezTo>
                <a:cubicBezTo>
                  <a:pt x="17342" y="49042"/>
                  <a:pt x="19086" y="49883"/>
                  <a:pt x="21471" y="49883"/>
                </a:cubicBezTo>
                <a:cubicBezTo>
                  <a:pt x="24544" y="49883"/>
                  <a:pt x="27210" y="48392"/>
                  <a:pt x="29469" y="45410"/>
                </a:cubicBezTo>
                <a:cubicBezTo>
                  <a:pt x="31728" y="42428"/>
                  <a:pt x="33617" y="37918"/>
                  <a:pt x="35135" y="31882"/>
                </a:cubicBezTo>
                <a:cubicBezTo>
                  <a:pt x="36653" y="25845"/>
                  <a:pt x="37412" y="20604"/>
                  <a:pt x="37412" y="16158"/>
                </a:cubicBezTo>
                <a:cubicBezTo>
                  <a:pt x="37412" y="12543"/>
                  <a:pt x="36861" y="9886"/>
                  <a:pt x="35758" y="8187"/>
                </a:cubicBezTo>
                <a:cubicBezTo>
                  <a:pt x="34656" y="6488"/>
                  <a:pt x="32948" y="5639"/>
                  <a:pt x="30635" y="5639"/>
                </a:cubicBezTo>
                <a:cubicBezTo>
                  <a:pt x="27598" y="5639"/>
                  <a:pt x="24969" y="7112"/>
                  <a:pt x="22746" y="10058"/>
                </a:cubicBezTo>
                <a:cubicBezTo>
                  <a:pt x="20522" y="13004"/>
                  <a:pt x="18607" y="17558"/>
                  <a:pt x="16998" y="23721"/>
                </a:cubicBezTo>
                <a:cubicBezTo>
                  <a:pt x="15390" y="29885"/>
                  <a:pt x="14585" y="35225"/>
                  <a:pt x="14585" y="397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=">
            <a:extLst xmlns:a="http://schemas.openxmlformats.org/drawingml/2006/main">
              <a:ext uri="{FF2B5EF4-FFF2-40B4-BE49-F238E27FC236}">
                <a16:creationId xmlns:a16="http://schemas.microsoft.com/office/drawing/2014/main" id="{22068FAF-146A-45FD-A35E-9E045C36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036" y="1155905"/>
            <a:ext cx="94556" cy="40673"/>
          </a:xfrm>
          <a:custGeom xmlns:a="http://schemas.openxmlformats.org/drawingml/2006/main">
            <a:pathLst>
              <a:path w="94556" h="40673">
                <a:moveTo>
                  <a:pt x="0" y="9871"/>
                </a:moveTo>
                <a:lnTo>
                  <a:pt x="0" y="0"/>
                </a:lnTo>
                <a:lnTo>
                  <a:pt x="91439" y="0"/>
                </a:lnTo>
                <a:lnTo>
                  <a:pt x="91439" y="9871"/>
                </a:lnTo>
                <a:lnTo>
                  <a:pt x="0" y="9871"/>
                </a:lnTo>
                <a:moveTo>
                  <a:pt x="0" y="40673"/>
                </a:moveTo>
                <a:lnTo>
                  <a:pt x="0" y="30801"/>
                </a:lnTo>
                <a:lnTo>
                  <a:pt x="91439" y="30801"/>
                </a:lnTo>
                <a:lnTo>
                  <a:pt x="91439" y="40673"/>
                </a:lnTo>
                <a:lnTo>
                  <a:pt x="0" y="40673"/>
                </a:lnTo>
                <a:moveTo>
                  <a:pt x="94556" y="20336"/>
                </a:moveTo>
                <a:lnTo>
                  <a:pt x="94556" y="203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1EBF33-46D3-4EBD-BA4A-4F3F9B2E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616" y="1171192"/>
            <a:ext cx="472391" cy="10012"/>
          </a:xfrm>
          <a:custGeom xmlns:a="http://schemas.openxmlformats.org/drawingml/2006/main">
            <a:pathLst>
              <a:path w="472391" h="10012">
                <a:moveTo>
                  <a:pt x="0" y="0"/>
                </a:moveTo>
                <a:lnTo>
                  <a:pt x="236195" y="0"/>
                </a:lnTo>
                <a:lnTo>
                  <a:pt x="472391" y="0"/>
                </a:lnTo>
                <a:lnTo>
                  <a:pt x="472391" y="10012"/>
                </a:lnTo>
                <a:lnTo>
                  <a:pt x="236195" y="10012"/>
                </a:lnTo>
                <a:lnTo>
                  <a:pt x="0" y="100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c">
            <a:extLst xmlns:a="http://schemas.openxmlformats.org/drawingml/2006/main">
              <a:ext uri="{FF2B5EF4-FFF2-40B4-BE49-F238E27FC236}">
                <a16:creationId xmlns:a16="http://schemas.microsoft.com/office/drawing/2014/main" id="{2F5458BB-417F-4947-9E2A-DECF56BF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091" y="1032760"/>
            <a:ext cx="55294" cy="73403"/>
          </a:xfrm>
          <a:custGeom xmlns:a="http://schemas.openxmlformats.org/drawingml/2006/main">
            <a:pathLst>
              <a:path w="55294" h="73403">
                <a:moveTo>
                  <a:pt x="54700" y="2969"/>
                </a:moveTo>
                <a:lnTo>
                  <a:pt x="54700" y="18481"/>
                </a:lnTo>
                <a:lnTo>
                  <a:pt x="45274" y="18481"/>
                </a:lnTo>
                <a:cubicBezTo>
                  <a:pt x="44433" y="15265"/>
                  <a:pt x="43394" y="12729"/>
                  <a:pt x="42157" y="10873"/>
                </a:cubicBezTo>
                <a:cubicBezTo>
                  <a:pt x="40920" y="9018"/>
                  <a:pt x="39485" y="7719"/>
                  <a:pt x="37852" y="6977"/>
                </a:cubicBezTo>
                <a:cubicBezTo>
                  <a:pt x="36219" y="6234"/>
                  <a:pt x="34191" y="5863"/>
                  <a:pt x="31766" y="5863"/>
                </a:cubicBezTo>
                <a:cubicBezTo>
                  <a:pt x="28303" y="5863"/>
                  <a:pt x="25235" y="6977"/>
                  <a:pt x="22563" y="9203"/>
                </a:cubicBezTo>
                <a:cubicBezTo>
                  <a:pt x="19891" y="11430"/>
                  <a:pt x="17776" y="14819"/>
                  <a:pt x="16217" y="19371"/>
                </a:cubicBezTo>
                <a:cubicBezTo>
                  <a:pt x="14658" y="23924"/>
                  <a:pt x="13879" y="29490"/>
                  <a:pt x="13879" y="36071"/>
                </a:cubicBezTo>
                <a:cubicBezTo>
                  <a:pt x="13879" y="40277"/>
                  <a:pt x="14176" y="44124"/>
                  <a:pt x="14770" y="47612"/>
                </a:cubicBezTo>
                <a:cubicBezTo>
                  <a:pt x="15364" y="51100"/>
                  <a:pt x="16378" y="54082"/>
                  <a:pt x="17813" y="56556"/>
                </a:cubicBezTo>
                <a:cubicBezTo>
                  <a:pt x="19248" y="59030"/>
                  <a:pt x="21153" y="60959"/>
                  <a:pt x="23528" y="62345"/>
                </a:cubicBezTo>
                <a:cubicBezTo>
                  <a:pt x="25903" y="63730"/>
                  <a:pt x="28847" y="64423"/>
                  <a:pt x="32360" y="64423"/>
                </a:cubicBezTo>
                <a:cubicBezTo>
                  <a:pt x="35774" y="64423"/>
                  <a:pt x="38953" y="63755"/>
                  <a:pt x="41897" y="62419"/>
                </a:cubicBezTo>
                <a:cubicBezTo>
                  <a:pt x="44841" y="61083"/>
                  <a:pt x="47897" y="58733"/>
                  <a:pt x="51063" y="55368"/>
                </a:cubicBezTo>
                <a:lnTo>
                  <a:pt x="55294" y="60267"/>
                </a:lnTo>
                <a:cubicBezTo>
                  <a:pt x="52770" y="63037"/>
                  <a:pt x="50544" y="65177"/>
                  <a:pt x="48614" y="66687"/>
                </a:cubicBezTo>
                <a:cubicBezTo>
                  <a:pt x="46684" y="68196"/>
                  <a:pt x="44619" y="69457"/>
                  <a:pt x="42417" y="70472"/>
                </a:cubicBezTo>
                <a:cubicBezTo>
                  <a:pt x="40215" y="71486"/>
                  <a:pt x="38038" y="72228"/>
                  <a:pt x="35885" y="72698"/>
                </a:cubicBezTo>
                <a:cubicBezTo>
                  <a:pt x="33733" y="73168"/>
                  <a:pt x="31395" y="73403"/>
                  <a:pt x="28872" y="73403"/>
                </a:cubicBezTo>
                <a:cubicBezTo>
                  <a:pt x="19520" y="73403"/>
                  <a:pt x="12370" y="70299"/>
                  <a:pt x="7422" y="64089"/>
                </a:cubicBezTo>
                <a:cubicBezTo>
                  <a:pt x="2474" y="57879"/>
                  <a:pt x="0" y="48911"/>
                  <a:pt x="0" y="37184"/>
                </a:cubicBezTo>
                <a:cubicBezTo>
                  <a:pt x="0" y="29861"/>
                  <a:pt x="1385" y="23367"/>
                  <a:pt x="4156" y="17701"/>
                </a:cubicBezTo>
                <a:cubicBezTo>
                  <a:pt x="6927" y="12036"/>
                  <a:pt x="10811" y="7669"/>
                  <a:pt x="15809" y="4602"/>
                </a:cubicBezTo>
                <a:cubicBezTo>
                  <a:pt x="20806" y="1534"/>
                  <a:pt x="26571" y="0"/>
                  <a:pt x="33102" y="0"/>
                </a:cubicBezTo>
                <a:cubicBezTo>
                  <a:pt x="37159" y="0"/>
                  <a:pt x="40908" y="235"/>
                  <a:pt x="44346" y="705"/>
                </a:cubicBezTo>
                <a:cubicBezTo>
                  <a:pt x="47785" y="1175"/>
                  <a:pt x="51236" y="1930"/>
                  <a:pt x="54700" y="29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c">
            <a:extLst xmlns:a="http://schemas.openxmlformats.org/drawingml/2006/main">
              <a:ext uri="{FF2B5EF4-FFF2-40B4-BE49-F238E27FC236}">
                <a16:creationId xmlns:a16="http://schemas.microsoft.com/office/drawing/2014/main" id="{C0FE340B-1E94-4475-B330-C923B9FE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091" y="1032760"/>
            <a:ext cx="55294" cy="73403"/>
          </a:xfrm>
          <a:custGeom xmlns:a="http://schemas.openxmlformats.org/drawingml/2006/main">
            <a:pathLst>
              <a:path w="55294" h="73403" fill="none">
                <a:moveTo>
                  <a:pt x="54700" y="2969"/>
                </a:moveTo>
                <a:lnTo>
                  <a:pt x="54700" y="18481"/>
                </a:lnTo>
                <a:lnTo>
                  <a:pt x="45274" y="18481"/>
                </a:lnTo>
                <a:cubicBezTo>
                  <a:pt x="44433" y="15265"/>
                  <a:pt x="43394" y="12729"/>
                  <a:pt x="42157" y="10873"/>
                </a:cubicBezTo>
                <a:cubicBezTo>
                  <a:pt x="40920" y="9018"/>
                  <a:pt x="39485" y="7719"/>
                  <a:pt x="37852" y="6977"/>
                </a:cubicBezTo>
                <a:cubicBezTo>
                  <a:pt x="36219" y="6234"/>
                  <a:pt x="34191" y="5863"/>
                  <a:pt x="31766" y="5863"/>
                </a:cubicBezTo>
                <a:cubicBezTo>
                  <a:pt x="28303" y="5863"/>
                  <a:pt x="25235" y="6977"/>
                  <a:pt x="22563" y="9203"/>
                </a:cubicBezTo>
                <a:cubicBezTo>
                  <a:pt x="19891" y="11430"/>
                  <a:pt x="17776" y="14819"/>
                  <a:pt x="16217" y="19371"/>
                </a:cubicBezTo>
                <a:cubicBezTo>
                  <a:pt x="14658" y="23924"/>
                  <a:pt x="13879" y="29490"/>
                  <a:pt x="13879" y="36071"/>
                </a:cubicBezTo>
                <a:cubicBezTo>
                  <a:pt x="13879" y="40277"/>
                  <a:pt x="14176" y="44124"/>
                  <a:pt x="14770" y="47612"/>
                </a:cubicBezTo>
                <a:cubicBezTo>
                  <a:pt x="15364" y="51100"/>
                  <a:pt x="16378" y="54082"/>
                  <a:pt x="17813" y="56556"/>
                </a:cubicBezTo>
                <a:cubicBezTo>
                  <a:pt x="19248" y="59030"/>
                  <a:pt x="21153" y="60959"/>
                  <a:pt x="23528" y="62345"/>
                </a:cubicBezTo>
                <a:cubicBezTo>
                  <a:pt x="25903" y="63730"/>
                  <a:pt x="28847" y="64423"/>
                  <a:pt x="32360" y="64423"/>
                </a:cubicBezTo>
                <a:cubicBezTo>
                  <a:pt x="35774" y="64423"/>
                  <a:pt x="38953" y="63755"/>
                  <a:pt x="41897" y="62419"/>
                </a:cubicBezTo>
                <a:cubicBezTo>
                  <a:pt x="44841" y="61083"/>
                  <a:pt x="47897" y="58733"/>
                  <a:pt x="51063" y="55368"/>
                </a:cubicBezTo>
                <a:lnTo>
                  <a:pt x="55294" y="60267"/>
                </a:lnTo>
                <a:cubicBezTo>
                  <a:pt x="52770" y="63037"/>
                  <a:pt x="50544" y="65177"/>
                  <a:pt x="48614" y="66687"/>
                </a:cubicBezTo>
                <a:cubicBezTo>
                  <a:pt x="46684" y="68196"/>
                  <a:pt x="44619" y="69457"/>
                  <a:pt x="42417" y="70472"/>
                </a:cubicBezTo>
                <a:cubicBezTo>
                  <a:pt x="40215" y="71486"/>
                  <a:pt x="38038" y="72228"/>
                  <a:pt x="35885" y="72698"/>
                </a:cubicBezTo>
                <a:cubicBezTo>
                  <a:pt x="33733" y="73168"/>
                  <a:pt x="31395" y="73403"/>
                  <a:pt x="28872" y="73403"/>
                </a:cubicBezTo>
                <a:cubicBezTo>
                  <a:pt x="19520" y="73403"/>
                  <a:pt x="12370" y="70299"/>
                  <a:pt x="7422" y="64089"/>
                </a:cubicBezTo>
                <a:cubicBezTo>
                  <a:pt x="2474" y="57879"/>
                  <a:pt x="0" y="48911"/>
                  <a:pt x="0" y="37184"/>
                </a:cubicBezTo>
                <a:cubicBezTo>
                  <a:pt x="0" y="29861"/>
                  <a:pt x="1385" y="23367"/>
                  <a:pt x="4156" y="17701"/>
                </a:cubicBezTo>
                <a:cubicBezTo>
                  <a:pt x="6927" y="12036"/>
                  <a:pt x="10811" y="7669"/>
                  <a:pt x="15809" y="4602"/>
                </a:cubicBezTo>
                <a:cubicBezTo>
                  <a:pt x="20806" y="1534"/>
                  <a:pt x="26571" y="0"/>
                  <a:pt x="33102" y="0"/>
                </a:cubicBezTo>
                <a:cubicBezTo>
                  <a:pt x="37159" y="0"/>
                  <a:pt x="40908" y="235"/>
                  <a:pt x="44346" y="705"/>
                </a:cubicBezTo>
                <a:cubicBezTo>
                  <a:pt x="47785" y="1175"/>
                  <a:pt x="51236" y="1930"/>
                  <a:pt x="54700" y="29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076" cap="flat">
            <a:solidFill>
              <a:srgbClr val="000000"/>
            </a:solidFill>
            <a:round/>
          </a:ln>
        </p:spPr>
      </p:sp>
      <p:sp>
        <p:nvSpPr>
          <p:cNvPr id="138" name="Text v">
            <a:extLst xmlns:a="http://schemas.openxmlformats.org/drawingml/2006/main">
              <a:ext uri="{FF2B5EF4-FFF2-40B4-BE49-F238E27FC236}">
                <a16:creationId xmlns:a16="http://schemas.microsoft.com/office/drawing/2014/main" id="{8714813F-25C9-4086-8913-7CD94FCF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4242" y="1064968"/>
            <a:ext cx="75333" cy="71696"/>
          </a:xfrm>
          <a:custGeom xmlns:a="http://schemas.openxmlformats.org/drawingml/2006/main">
            <a:pathLst>
              <a:path w="75333" h="71696">
                <a:moveTo>
                  <a:pt x="30282" y="0"/>
                </a:moveTo>
                <a:lnTo>
                  <a:pt x="30282" y="3637"/>
                </a:lnTo>
                <a:cubicBezTo>
                  <a:pt x="28006" y="4181"/>
                  <a:pt x="26398" y="4701"/>
                  <a:pt x="25457" y="5195"/>
                </a:cubicBezTo>
                <a:cubicBezTo>
                  <a:pt x="24517" y="5690"/>
                  <a:pt x="23812" y="6333"/>
                  <a:pt x="23342" y="7125"/>
                </a:cubicBezTo>
                <a:cubicBezTo>
                  <a:pt x="22872" y="7917"/>
                  <a:pt x="22637" y="8981"/>
                  <a:pt x="22637" y="10317"/>
                </a:cubicBezTo>
                <a:cubicBezTo>
                  <a:pt x="22637" y="11653"/>
                  <a:pt x="22798" y="13050"/>
                  <a:pt x="23120" y="14510"/>
                </a:cubicBezTo>
                <a:cubicBezTo>
                  <a:pt x="23441" y="15970"/>
                  <a:pt x="23948" y="17664"/>
                  <a:pt x="24641" y="19594"/>
                </a:cubicBezTo>
                <a:lnTo>
                  <a:pt x="37555" y="57149"/>
                </a:lnTo>
                <a:lnTo>
                  <a:pt x="52696" y="21153"/>
                </a:lnTo>
                <a:cubicBezTo>
                  <a:pt x="53686" y="18778"/>
                  <a:pt x="54378" y="16823"/>
                  <a:pt x="54774" y="15289"/>
                </a:cubicBezTo>
                <a:cubicBezTo>
                  <a:pt x="55170" y="13755"/>
                  <a:pt x="55368" y="12321"/>
                  <a:pt x="55368" y="10985"/>
                </a:cubicBezTo>
                <a:cubicBezTo>
                  <a:pt x="55368" y="8906"/>
                  <a:pt x="54811" y="7323"/>
                  <a:pt x="53698" y="6234"/>
                </a:cubicBezTo>
                <a:cubicBezTo>
                  <a:pt x="52585" y="5146"/>
                  <a:pt x="50544" y="4280"/>
                  <a:pt x="47575" y="3637"/>
                </a:cubicBezTo>
                <a:lnTo>
                  <a:pt x="47575" y="0"/>
                </a:lnTo>
                <a:lnTo>
                  <a:pt x="75333" y="0"/>
                </a:lnTo>
                <a:lnTo>
                  <a:pt x="75333" y="3637"/>
                </a:lnTo>
                <a:cubicBezTo>
                  <a:pt x="73403" y="4033"/>
                  <a:pt x="71919" y="4639"/>
                  <a:pt x="70880" y="5455"/>
                </a:cubicBezTo>
                <a:cubicBezTo>
                  <a:pt x="69841" y="6272"/>
                  <a:pt x="68802" y="7558"/>
                  <a:pt x="67763" y="9315"/>
                </a:cubicBezTo>
                <a:cubicBezTo>
                  <a:pt x="66724" y="11071"/>
                  <a:pt x="65487" y="13533"/>
                  <a:pt x="64052" y="16699"/>
                </a:cubicBezTo>
                <a:lnTo>
                  <a:pt x="39040" y="71696"/>
                </a:lnTo>
                <a:lnTo>
                  <a:pt x="30282" y="71696"/>
                </a:lnTo>
                <a:lnTo>
                  <a:pt x="10168" y="16254"/>
                </a:lnTo>
                <a:cubicBezTo>
                  <a:pt x="8783" y="12444"/>
                  <a:pt x="7682" y="9834"/>
                  <a:pt x="6865" y="8424"/>
                </a:cubicBezTo>
                <a:cubicBezTo>
                  <a:pt x="6049" y="7014"/>
                  <a:pt x="5158" y="5962"/>
                  <a:pt x="4193" y="5270"/>
                </a:cubicBezTo>
                <a:cubicBezTo>
                  <a:pt x="3229" y="4577"/>
                  <a:pt x="1831" y="4033"/>
                  <a:pt x="0" y="3637"/>
                </a:cubicBezTo>
                <a:lnTo>
                  <a:pt x="0" y="0"/>
                </a:lnTo>
                <a:lnTo>
                  <a:pt x="302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v">
            <a:extLst xmlns:a="http://schemas.openxmlformats.org/drawingml/2006/main">
              <a:ext uri="{FF2B5EF4-FFF2-40B4-BE49-F238E27FC236}">
                <a16:creationId xmlns:a16="http://schemas.microsoft.com/office/drawing/2014/main" id="{06311B5F-F288-407B-B1B2-6A95F9BE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4242" y="1064968"/>
            <a:ext cx="75333" cy="71696"/>
          </a:xfrm>
          <a:custGeom xmlns:a="http://schemas.openxmlformats.org/drawingml/2006/main">
            <a:pathLst>
              <a:path w="75333" h="71696" fill="none">
                <a:moveTo>
                  <a:pt x="30282" y="0"/>
                </a:moveTo>
                <a:lnTo>
                  <a:pt x="30282" y="3637"/>
                </a:lnTo>
                <a:cubicBezTo>
                  <a:pt x="28006" y="4181"/>
                  <a:pt x="26398" y="4701"/>
                  <a:pt x="25457" y="5195"/>
                </a:cubicBezTo>
                <a:cubicBezTo>
                  <a:pt x="24517" y="5690"/>
                  <a:pt x="23812" y="6333"/>
                  <a:pt x="23342" y="7125"/>
                </a:cubicBezTo>
                <a:cubicBezTo>
                  <a:pt x="22872" y="7917"/>
                  <a:pt x="22637" y="8981"/>
                  <a:pt x="22637" y="10317"/>
                </a:cubicBezTo>
                <a:cubicBezTo>
                  <a:pt x="22637" y="11653"/>
                  <a:pt x="22798" y="13050"/>
                  <a:pt x="23120" y="14510"/>
                </a:cubicBezTo>
                <a:cubicBezTo>
                  <a:pt x="23441" y="15970"/>
                  <a:pt x="23948" y="17664"/>
                  <a:pt x="24641" y="19594"/>
                </a:cubicBezTo>
                <a:lnTo>
                  <a:pt x="37555" y="57149"/>
                </a:lnTo>
                <a:lnTo>
                  <a:pt x="52696" y="21153"/>
                </a:lnTo>
                <a:cubicBezTo>
                  <a:pt x="53686" y="18778"/>
                  <a:pt x="54378" y="16823"/>
                  <a:pt x="54774" y="15289"/>
                </a:cubicBezTo>
                <a:cubicBezTo>
                  <a:pt x="55170" y="13755"/>
                  <a:pt x="55368" y="12321"/>
                  <a:pt x="55368" y="10985"/>
                </a:cubicBezTo>
                <a:cubicBezTo>
                  <a:pt x="55368" y="8906"/>
                  <a:pt x="54811" y="7323"/>
                  <a:pt x="53698" y="6234"/>
                </a:cubicBezTo>
                <a:cubicBezTo>
                  <a:pt x="52585" y="5146"/>
                  <a:pt x="50544" y="4280"/>
                  <a:pt x="47575" y="3637"/>
                </a:cubicBezTo>
                <a:lnTo>
                  <a:pt x="47575" y="0"/>
                </a:lnTo>
                <a:lnTo>
                  <a:pt x="75333" y="0"/>
                </a:lnTo>
                <a:lnTo>
                  <a:pt x="75333" y="3637"/>
                </a:lnTo>
                <a:cubicBezTo>
                  <a:pt x="73403" y="4033"/>
                  <a:pt x="71919" y="4639"/>
                  <a:pt x="70880" y="5455"/>
                </a:cubicBezTo>
                <a:cubicBezTo>
                  <a:pt x="69841" y="6272"/>
                  <a:pt x="68802" y="7558"/>
                  <a:pt x="67763" y="9315"/>
                </a:cubicBezTo>
                <a:cubicBezTo>
                  <a:pt x="66724" y="11071"/>
                  <a:pt x="65487" y="13533"/>
                  <a:pt x="64052" y="16699"/>
                </a:cubicBezTo>
                <a:lnTo>
                  <a:pt x="39040" y="71696"/>
                </a:lnTo>
                <a:lnTo>
                  <a:pt x="30282" y="71696"/>
                </a:lnTo>
                <a:lnTo>
                  <a:pt x="10168" y="16254"/>
                </a:lnTo>
                <a:cubicBezTo>
                  <a:pt x="8783" y="12444"/>
                  <a:pt x="7682" y="9834"/>
                  <a:pt x="6865" y="8424"/>
                </a:cubicBezTo>
                <a:cubicBezTo>
                  <a:pt x="6049" y="7014"/>
                  <a:pt x="5158" y="5962"/>
                  <a:pt x="4193" y="5270"/>
                </a:cubicBezTo>
                <a:cubicBezTo>
                  <a:pt x="3229" y="4577"/>
                  <a:pt x="1831" y="4033"/>
                  <a:pt x="0" y="3637"/>
                </a:cubicBezTo>
                <a:lnTo>
                  <a:pt x="0" y="0"/>
                </a:lnTo>
                <a:lnTo>
                  <a:pt x="302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076" cap="flat">
            <a:solidFill>
              <a:srgbClr val="000000"/>
            </a:solidFill>
            <a:round/>
          </a:ln>
        </p:spPr>
      </p:sp>
      <p:sp>
        <p:nvSpPr>
          <p:cNvPr id="140" name="Text +v">
            <a:extLst xmlns:a="http://schemas.openxmlformats.org/drawingml/2006/main">
              <a:ext uri="{FF2B5EF4-FFF2-40B4-BE49-F238E27FC236}">
                <a16:creationId xmlns:a16="http://schemas.microsoft.com/office/drawing/2014/main" id="{04EB50A6-13DF-49F8-8D47-8085260E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575" y="1013833"/>
            <a:ext cx="213136" cy="95373"/>
          </a:xfrm>
          <a:custGeom xmlns:a="http://schemas.openxmlformats.org/drawingml/2006/main">
            <a:pathLst>
              <a:path w="213136" h="95373">
                <a:moveTo>
                  <a:pt x="50989" y="52622"/>
                </a:moveTo>
                <a:lnTo>
                  <a:pt x="50989" y="95373"/>
                </a:lnTo>
                <a:lnTo>
                  <a:pt x="40450" y="95373"/>
                </a:lnTo>
                <a:lnTo>
                  <a:pt x="40450" y="52622"/>
                </a:lnTo>
                <a:lnTo>
                  <a:pt x="0" y="52622"/>
                </a:lnTo>
                <a:lnTo>
                  <a:pt x="0" y="42751"/>
                </a:lnTo>
                <a:lnTo>
                  <a:pt x="40450" y="42751"/>
                </a:lnTo>
                <a:lnTo>
                  <a:pt x="40450" y="0"/>
                </a:lnTo>
                <a:lnTo>
                  <a:pt x="50989" y="0"/>
                </a:lnTo>
                <a:lnTo>
                  <a:pt x="50989" y="42751"/>
                </a:lnTo>
                <a:lnTo>
                  <a:pt x="91439" y="42751"/>
                </a:lnTo>
                <a:lnTo>
                  <a:pt x="91439" y="52622"/>
                </a:lnTo>
                <a:lnTo>
                  <a:pt x="50989" y="52622"/>
                </a:lnTo>
                <a:close/>
                <a:moveTo>
                  <a:pt x="168085" y="20188"/>
                </a:moveTo>
                <a:lnTo>
                  <a:pt x="168085" y="23825"/>
                </a:lnTo>
                <a:cubicBezTo>
                  <a:pt x="165809" y="24369"/>
                  <a:pt x="164201" y="24888"/>
                  <a:pt x="163260" y="25383"/>
                </a:cubicBezTo>
                <a:cubicBezTo>
                  <a:pt x="162320" y="25878"/>
                  <a:pt x="161615" y="26521"/>
                  <a:pt x="161145" y="27313"/>
                </a:cubicBezTo>
                <a:cubicBezTo>
                  <a:pt x="160675" y="28105"/>
                  <a:pt x="160440" y="29168"/>
                  <a:pt x="160440" y="30504"/>
                </a:cubicBezTo>
                <a:cubicBezTo>
                  <a:pt x="160440" y="31840"/>
                  <a:pt x="160601" y="33238"/>
                  <a:pt x="160922" y="34698"/>
                </a:cubicBezTo>
                <a:cubicBezTo>
                  <a:pt x="161244" y="36157"/>
                  <a:pt x="161751" y="37852"/>
                  <a:pt x="162444" y="39782"/>
                </a:cubicBezTo>
                <a:lnTo>
                  <a:pt x="175358" y="77337"/>
                </a:lnTo>
                <a:lnTo>
                  <a:pt x="190499" y="41340"/>
                </a:lnTo>
                <a:cubicBezTo>
                  <a:pt x="191489" y="38965"/>
                  <a:pt x="192181" y="37011"/>
                  <a:pt x="192577" y="35477"/>
                </a:cubicBezTo>
                <a:cubicBezTo>
                  <a:pt x="192973" y="33943"/>
                  <a:pt x="193171" y="32508"/>
                  <a:pt x="193171" y="31172"/>
                </a:cubicBezTo>
                <a:cubicBezTo>
                  <a:pt x="193171" y="29094"/>
                  <a:pt x="192614" y="27511"/>
                  <a:pt x="191501" y="26422"/>
                </a:cubicBezTo>
                <a:cubicBezTo>
                  <a:pt x="190388" y="25334"/>
                  <a:pt x="188347" y="24468"/>
                  <a:pt x="185378" y="23825"/>
                </a:cubicBezTo>
                <a:lnTo>
                  <a:pt x="185378" y="20188"/>
                </a:lnTo>
                <a:lnTo>
                  <a:pt x="213136" y="20188"/>
                </a:lnTo>
                <a:lnTo>
                  <a:pt x="213136" y="23825"/>
                </a:lnTo>
                <a:cubicBezTo>
                  <a:pt x="211206" y="24220"/>
                  <a:pt x="209722" y="24827"/>
                  <a:pt x="208683" y="25643"/>
                </a:cubicBezTo>
                <a:cubicBezTo>
                  <a:pt x="207644" y="26459"/>
                  <a:pt x="206605" y="27746"/>
                  <a:pt x="205566" y="29502"/>
                </a:cubicBezTo>
                <a:cubicBezTo>
                  <a:pt x="204527" y="31259"/>
                  <a:pt x="203290" y="33721"/>
                  <a:pt x="201855" y="36887"/>
                </a:cubicBezTo>
                <a:lnTo>
                  <a:pt x="176843" y="91884"/>
                </a:lnTo>
                <a:lnTo>
                  <a:pt x="168085" y="91884"/>
                </a:lnTo>
                <a:lnTo>
                  <a:pt x="147971" y="36442"/>
                </a:lnTo>
                <a:cubicBezTo>
                  <a:pt x="146586" y="32632"/>
                  <a:pt x="145485" y="30022"/>
                  <a:pt x="144668" y="28612"/>
                </a:cubicBezTo>
                <a:cubicBezTo>
                  <a:pt x="143852" y="27202"/>
                  <a:pt x="142961" y="26150"/>
                  <a:pt x="141996" y="25457"/>
                </a:cubicBezTo>
                <a:cubicBezTo>
                  <a:pt x="141032" y="24765"/>
                  <a:pt x="139634" y="24220"/>
                  <a:pt x="137803" y="23825"/>
                </a:cubicBezTo>
                <a:lnTo>
                  <a:pt x="137803" y="20188"/>
                </a:lnTo>
                <a:lnTo>
                  <a:pt x="168085" y="201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v">
            <a:extLst xmlns:a="http://schemas.openxmlformats.org/drawingml/2006/main">
              <a:ext uri="{FF2B5EF4-FFF2-40B4-BE49-F238E27FC236}">
                <a16:creationId xmlns:a16="http://schemas.microsoft.com/office/drawing/2014/main" id="{1B3CCAA0-C67C-4A2B-A19D-8CB48911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378" y="1034021"/>
            <a:ext cx="75333" cy="71696"/>
          </a:xfrm>
          <a:custGeom xmlns:a="http://schemas.openxmlformats.org/drawingml/2006/main">
            <a:pathLst>
              <a:path w="75333" h="71696" fill="none">
                <a:moveTo>
                  <a:pt x="30282" y="0"/>
                </a:moveTo>
                <a:lnTo>
                  <a:pt x="30282" y="3637"/>
                </a:lnTo>
                <a:cubicBezTo>
                  <a:pt x="28006" y="4181"/>
                  <a:pt x="26398" y="4701"/>
                  <a:pt x="25457" y="5195"/>
                </a:cubicBezTo>
                <a:cubicBezTo>
                  <a:pt x="24517" y="5690"/>
                  <a:pt x="23812" y="6333"/>
                  <a:pt x="23342" y="7125"/>
                </a:cubicBezTo>
                <a:cubicBezTo>
                  <a:pt x="22872" y="7917"/>
                  <a:pt x="22637" y="8981"/>
                  <a:pt x="22637" y="10317"/>
                </a:cubicBezTo>
                <a:cubicBezTo>
                  <a:pt x="22637" y="11653"/>
                  <a:pt x="22798" y="13050"/>
                  <a:pt x="23120" y="14510"/>
                </a:cubicBezTo>
                <a:cubicBezTo>
                  <a:pt x="23441" y="15970"/>
                  <a:pt x="23948" y="17664"/>
                  <a:pt x="24641" y="19594"/>
                </a:cubicBezTo>
                <a:lnTo>
                  <a:pt x="37555" y="57149"/>
                </a:lnTo>
                <a:lnTo>
                  <a:pt x="52696" y="21153"/>
                </a:lnTo>
                <a:cubicBezTo>
                  <a:pt x="53686" y="18778"/>
                  <a:pt x="54378" y="16823"/>
                  <a:pt x="54774" y="15289"/>
                </a:cubicBezTo>
                <a:cubicBezTo>
                  <a:pt x="55170" y="13755"/>
                  <a:pt x="55368" y="12321"/>
                  <a:pt x="55368" y="10985"/>
                </a:cubicBezTo>
                <a:cubicBezTo>
                  <a:pt x="55368" y="8906"/>
                  <a:pt x="54811" y="7323"/>
                  <a:pt x="53698" y="6234"/>
                </a:cubicBezTo>
                <a:cubicBezTo>
                  <a:pt x="52585" y="5146"/>
                  <a:pt x="50544" y="4280"/>
                  <a:pt x="47575" y="3637"/>
                </a:cubicBezTo>
                <a:lnTo>
                  <a:pt x="47575" y="0"/>
                </a:lnTo>
                <a:lnTo>
                  <a:pt x="75333" y="0"/>
                </a:lnTo>
                <a:lnTo>
                  <a:pt x="75333" y="3637"/>
                </a:lnTo>
                <a:cubicBezTo>
                  <a:pt x="73403" y="4033"/>
                  <a:pt x="71919" y="4639"/>
                  <a:pt x="70880" y="5455"/>
                </a:cubicBezTo>
                <a:cubicBezTo>
                  <a:pt x="69841" y="6272"/>
                  <a:pt x="68802" y="7558"/>
                  <a:pt x="67763" y="9315"/>
                </a:cubicBezTo>
                <a:cubicBezTo>
                  <a:pt x="66724" y="11071"/>
                  <a:pt x="65487" y="13533"/>
                  <a:pt x="64052" y="16699"/>
                </a:cubicBezTo>
                <a:lnTo>
                  <a:pt x="39040" y="71696"/>
                </a:lnTo>
                <a:lnTo>
                  <a:pt x="30282" y="71696"/>
                </a:lnTo>
                <a:lnTo>
                  <a:pt x="10168" y="16254"/>
                </a:lnTo>
                <a:cubicBezTo>
                  <a:pt x="8783" y="12444"/>
                  <a:pt x="7682" y="9834"/>
                  <a:pt x="6865" y="8424"/>
                </a:cubicBezTo>
                <a:cubicBezTo>
                  <a:pt x="6049" y="7014"/>
                  <a:pt x="5158" y="5962"/>
                  <a:pt x="4193" y="5270"/>
                </a:cubicBezTo>
                <a:cubicBezTo>
                  <a:pt x="3229" y="4577"/>
                  <a:pt x="1831" y="4033"/>
                  <a:pt x="0" y="3637"/>
                </a:cubicBezTo>
                <a:lnTo>
                  <a:pt x="0" y="0"/>
                </a:lnTo>
                <a:lnTo>
                  <a:pt x="302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076" cap="flat">
            <a:solidFill>
              <a:srgbClr val="000000"/>
            </a:solidFill>
            <a:round/>
          </a:ln>
        </p:spPr>
      </p:sp>
      <p:sp>
        <p:nvSpPr>
          <p:cNvPr id="142" name="Text 𝒐">
            <a:extLst xmlns:a="http://schemas.openxmlformats.org/drawingml/2006/main">
              <a:ext uri="{FF2B5EF4-FFF2-40B4-BE49-F238E27FC236}">
                <a16:creationId xmlns:a16="http://schemas.microsoft.com/office/drawing/2014/main" id="{14FAA40E-DB96-4418-9D67-CC8B10F0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478" y="1081268"/>
            <a:ext cx="52106" cy="55522"/>
          </a:xfrm>
          <a:custGeom xmlns:a="http://schemas.openxmlformats.org/drawingml/2006/main">
            <a:pathLst>
              <a:path w="52106" h="55522">
                <a:moveTo>
                  <a:pt x="20170" y="55522"/>
                </a:moveTo>
                <a:cubicBezTo>
                  <a:pt x="16194" y="55522"/>
                  <a:pt x="12697" y="54808"/>
                  <a:pt x="9678" y="53380"/>
                </a:cubicBezTo>
                <a:cubicBezTo>
                  <a:pt x="6660" y="51952"/>
                  <a:pt x="4292" y="49783"/>
                  <a:pt x="2575" y="46874"/>
                </a:cubicBezTo>
                <a:cubicBezTo>
                  <a:pt x="858" y="43964"/>
                  <a:pt x="0" y="40412"/>
                  <a:pt x="0" y="36219"/>
                </a:cubicBezTo>
                <a:cubicBezTo>
                  <a:pt x="0" y="31954"/>
                  <a:pt x="669" y="27481"/>
                  <a:pt x="2006" y="22800"/>
                </a:cubicBezTo>
                <a:cubicBezTo>
                  <a:pt x="3344" y="18119"/>
                  <a:pt x="5422" y="13998"/>
                  <a:pt x="8242" y="10437"/>
                </a:cubicBezTo>
                <a:cubicBezTo>
                  <a:pt x="11061" y="6877"/>
                  <a:pt x="14468" y="4247"/>
                  <a:pt x="18462" y="2548"/>
                </a:cubicBezTo>
                <a:cubicBezTo>
                  <a:pt x="22456" y="849"/>
                  <a:pt x="26930" y="0"/>
                  <a:pt x="31882" y="0"/>
                </a:cubicBezTo>
                <a:cubicBezTo>
                  <a:pt x="36364" y="0"/>
                  <a:pt x="40123" y="822"/>
                  <a:pt x="43160" y="2467"/>
                </a:cubicBezTo>
                <a:cubicBezTo>
                  <a:pt x="46196" y="4112"/>
                  <a:pt x="48446" y="6398"/>
                  <a:pt x="49910" y="9326"/>
                </a:cubicBezTo>
                <a:cubicBezTo>
                  <a:pt x="51374" y="12254"/>
                  <a:pt x="52106" y="15652"/>
                  <a:pt x="52106" y="19519"/>
                </a:cubicBezTo>
                <a:cubicBezTo>
                  <a:pt x="52106" y="24291"/>
                  <a:pt x="51311" y="29080"/>
                  <a:pt x="49720" y="33888"/>
                </a:cubicBezTo>
                <a:cubicBezTo>
                  <a:pt x="48130" y="38695"/>
                  <a:pt x="45934" y="42726"/>
                  <a:pt x="43132" y="45979"/>
                </a:cubicBezTo>
                <a:cubicBezTo>
                  <a:pt x="40331" y="49232"/>
                  <a:pt x="37015" y="51636"/>
                  <a:pt x="33183" y="53190"/>
                </a:cubicBezTo>
                <a:cubicBezTo>
                  <a:pt x="29351" y="54745"/>
                  <a:pt x="25014" y="55522"/>
                  <a:pt x="20170" y="55522"/>
                </a:cubicBezTo>
                <a:moveTo>
                  <a:pt x="14585" y="39744"/>
                </a:moveTo>
                <a:cubicBezTo>
                  <a:pt x="14585" y="43141"/>
                  <a:pt x="15137" y="45681"/>
                  <a:pt x="16239" y="47362"/>
                </a:cubicBezTo>
                <a:cubicBezTo>
                  <a:pt x="17342" y="49042"/>
                  <a:pt x="19086" y="49883"/>
                  <a:pt x="21471" y="49883"/>
                </a:cubicBezTo>
                <a:cubicBezTo>
                  <a:pt x="24544" y="49883"/>
                  <a:pt x="27210" y="48392"/>
                  <a:pt x="29469" y="45410"/>
                </a:cubicBezTo>
                <a:cubicBezTo>
                  <a:pt x="31728" y="42428"/>
                  <a:pt x="33617" y="37918"/>
                  <a:pt x="35135" y="31882"/>
                </a:cubicBezTo>
                <a:cubicBezTo>
                  <a:pt x="36653" y="25845"/>
                  <a:pt x="37412" y="20604"/>
                  <a:pt x="37412" y="16158"/>
                </a:cubicBezTo>
                <a:cubicBezTo>
                  <a:pt x="37412" y="12543"/>
                  <a:pt x="36861" y="9886"/>
                  <a:pt x="35758" y="8187"/>
                </a:cubicBezTo>
                <a:cubicBezTo>
                  <a:pt x="34656" y="6488"/>
                  <a:pt x="32948" y="5639"/>
                  <a:pt x="30635" y="5639"/>
                </a:cubicBezTo>
                <a:cubicBezTo>
                  <a:pt x="27598" y="5639"/>
                  <a:pt x="24969" y="7112"/>
                  <a:pt x="22746" y="10058"/>
                </a:cubicBezTo>
                <a:cubicBezTo>
                  <a:pt x="20522" y="13004"/>
                  <a:pt x="18607" y="17558"/>
                  <a:pt x="16998" y="23721"/>
                </a:cubicBezTo>
                <a:cubicBezTo>
                  <a:pt x="15390" y="29885"/>
                  <a:pt x="14585" y="35225"/>
                  <a:pt x="14585" y="397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c">
            <a:extLst xmlns:a="http://schemas.openxmlformats.org/drawingml/2006/main">
              <a:ext uri="{FF2B5EF4-FFF2-40B4-BE49-F238E27FC236}">
                <a16:creationId xmlns:a16="http://schemas.microsoft.com/office/drawing/2014/main" id="{0D97329C-FFAF-4054-AA11-15FBB1B3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732" y="1249386"/>
            <a:ext cx="55294" cy="73403"/>
          </a:xfrm>
          <a:custGeom xmlns:a="http://schemas.openxmlformats.org/drawingml/2006/main">
            <a:pathLst>
              <a:path w="55294" h="73403">
                <a:moveTo>
                  <a:pt x="54700" y="2969"/>
                </a:moveTo>
                <a:lnTo>
                  <a:pt x="54700" y="18481"/>
                </a:lnTo>
                <a:lnTo>
                  <a:pt x="45274" y="18481"/>
                </a:lnTo>
                <a:cubicBezTo>
                  <a:pt x="44433" y="15265"/>
                  <a:pt x="43394" y="12729"/>
                  <a:pt x="42157" y="10873"/>
                </a:cubicBezTo>
                <a:cubicBezTo>
                  <a:pt x="40920" y="9018"/>
                  <a:pt x="39485" y="7719"/>
                  <a:pt x="37852" y="6977"/>
                </a:cubicBezTo>
                <a:cubicBezTo>
                  <a:pt x="36219" y="6234"/>
                  <a:pt x="34191" y="5863"/>
                  <a:pt x="31766" y="5863"/>
                </a:cubicBezTo>
                <a:cubicBezTo>
                  <a:pt x="28303" y="5863"/>
                  <a:pt x="25235" y="6977"/>
                  <a:pt x="22563" y="9203"/>
                </a:cubicBezTo>
                <a:cubicBezTo>
                  <a:pt x="19891" y="11430"/>
                  <a:pt x="17776" y="14819"/>
                  <a:pt x="16217" y="19371"/>
                </a:cubicBezTo>
                <a:cubicBezTo>
                  <a:pt x="14658" y="23924"/>
                  <a:pt x="13879" y="29490"/>
                  <a:pt x="13879" y="36071"/>
                </a:cubicBezTo>
                <a:cubicBezTo>
                  <a:pt x="13879" y="40277"/>
                  <a:pt x="14176" y="44124"/>
                  <a:pt x="14770" y="47612"/>
                </a:cubicBezTo>
                <a:cubicBezTo>
                  <a:pt x="15364" y="51100"/>
                  <a:pt x="16378" y="54082"/>
                  <a:pt x="17813" y="56556"/>
                </a:cubicBezTo>
                <a:cubicBezTo>
                  <a:pt x="19248" y="59030"/>
                  <a:pt x="21153" y="60959"/>
                  <a:pt x="23528" y="62345"/>
                </a:cubicBezTo>
                <a:cubicBezTo>
                  <a:pt x="25903" y="63730"/>
                  <a:pt x="28847" y="64423"/>
                  <a:pt x="32360" y="64423"/>
                </a:cubicBezTo>
                <a:cubicBezTo>
                  <a:pt x="35774" y="64423"/>
                  <a:pt x="38953" y="63755"/>
                  <a:pt x="41897" y="62419"/>
                </a:cubicBezTo>
                <a:cubicBezTo>
                  <a:pt x="44841" y="61083"/>
                  <a:pt x="47897" y="58733"/>
                  <a:pt x="51063" y="55368"/>
                </a:cubicBezTo>
                <a:lnTo>
                  <a:pt x="55294" y="60267"/>
                </a:lnTo>
                <a:cubicBezTo>
                  <a:pt x="52770" y="63037"/>
                  <a:pt x="50544" y="65177"/>
                  <a:pt x="48614" y="66687"/>
                </a:cubicBezTo>
                <a:cubicBezTo>
                  <a:pt x="46684" y="68196"/>
                  <a:pt x="44619" y="69457"/>
                  <a:pt x="42417" y="70472"/>
                </a:cubicBezTo>
                <a:cubicBezTo>
                  <a:pt x="40215" y="71486"/>
                  <a:pt x="38038" y="72228"/>
                  <a:pt x="35885" y="72698"/>
                </a:cubicBezTo>
                <a:cubicBezTo>
                  <a:pt x="33733" y="73168"/>
                  <a:pt x="31395" y="73403"/>
                  <a:pt x="28872" y="73403"/>
                </a:cubicBezTo>
                <a:cubicBezTo>
                  <a:pt x="19520" y="73403"/>
                  <a:pt x="12370" y="70299"/>
                  <a:pt x="7422" y="64089"/>
                </a:cubicBezTo>
                <a:cubicBezTo>
                  <a:pt x="2474" y="57879"/>
                  <a:pt x="0" y="48911"/>
                  <a:pt x="0" y="37184"/>
                </a:cubicBezTo>
                <a:cubicBezTo>
                  <a:pt x="0" y="29861"/>
                  <a:pt x="1385" y="23367"/>
                  <a:pt x="4156" y="17701"/>
                </a:cubicBezTo>
                <a:cubicBezTo>
                  <a:pt x="6927" y="12036"/>
                  <a:pt x="10811" y="7669"/>
                  <a:pt x="15809" y="4602"/>
                </a:cubicBezTo>
                <a:cubicBezTo>
                  <a:pt x="20806" y="1534"/>
                  <a:pt x="26571" y="0"/>
                  <a:pt x="33102" y="0"/>
                </a:cubicBezTo>
                <a:cubicBezTo>
                  <a:pt x="37159" y="0"/>
                  <a:pt x="40908" y="235"/>
                  <a:pt x="44346" y="705"/>
                </a:cubicBezTo>
                <a:cubicBezTo>
                  <a:pt x="47785" y="1175"/>
                  <a:pt x="51236" y="1930"/>
                  <a:pt x="54700" y="29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c">
            <a:extLst xmlns:a="http://schemas.openxmlformats.org/drawingml/2006/main">
              <a:ext uri="{FF2B5EF4-FFF2-40B4-BE49-F238E27FC236}">
                <a16:creationId xmlns:a16="http://schemas.microsoft.com/office/drawing/2014/main" id="{0BCD0D6D-64FE-42B8-AE10-51C4F674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732" y="1249386"/>
            <a:ext cx="55294" cy="73403"/>
          </a:xfrm>
          <a:custGeom xmlns:a="http://schemas.openxmlformats.org/drawingml/2006/main">
            <a:pathLst>
              <a:path w="55294" h="73403" fill="none">
                <a:moveTo>
                  <a:pt x="54700" y="2969"/>
                </a:moveTo>
                <a:lnTo>
                  <a:pt x="54700" y="18481"/>
                </a:lnTo>
                <a:lnTo>
                  <a:pt x="45274" y="18481"/>
                </a:lnTo>
                <a:cubicBezTo>
                  <a:pt x="44433" y="15265"/>
                  <a:pt x="43394" y="12729"/>
                  <a:pt x="42157" y="10873"/>
                </a:cubicBezTo>
                <a:cubicBezTo>
                  <a:pt x="40920" y="9018"/>
                  <a:pt x="39485" y="7719"/>
                  <a:pt x="37852" y="6977"/>
                </a:cubicBezTo>
                <a:cubicBezTo>
                  <a:pt x="36219" y="6234"/>
                  <a:pt x="34191" y="5863"/>
                  <a:pt x="31766" y="5863"/>
                </a:cubicBezTo>
                <a:cubicBezTo>
                  <a:pt x="28303" y="5863"/>
                  <a:pt x="25235" y="6977"/>
                  <a:pt x="22563" y="9203"/>
                </a:cubicBezTo>
                <a:cubicBezTo>
                  <a:pt x="19891" y="11430"/>
                  <a:pt x="17776" y="14819"/>
                  <a:pt x="16217" y="19371"/>
                </a:cubicBezTo>
                <a:cubicBezTo>
                  <a:pt x="14658" y="23924"/>
                  <a:pt x="13879" y="29490"/>
                  <a:pt x="13879" y="36071"/>
                </a:cubicBezTo>
                <a:cubicBezTo>
                  <a:pt x="13879" y="40277"/>
                  <a:pt x="14176" y="44124"/>
                  <a:pt x="14770" y="47612"/>
                </a:cubicBezTo>
                <a:cubicBezTo>
                  <a:pt x="15364" y="51100"/>
                  <a:pt x="16378" y="54082"/>
                  <a:pt x="17813" y="56556"/>
                </a:cubicBezTo>
                <a:cubicBezTo>
                  <a:pt x="19248" y="59030"/>
                  <a:pt x="21153" y="60959"/>
                  <a:pt x="23528" y="62345"/>
                </a:cubicBezTo>
                <a:cubicBezTo>
                  <a:pt x="25903" y="63730"/>
                  <a:pt x="28847" y="64423"/>
                  <a:pt x="32360" y="64423"/>
                </a:cubicBezTo>
                <a:cubicBezTo>
                  <a:pt x="35774" y="64423"/>
                  <a:pt x="38953" y="63755"/>
                  <a:pt x="41897" y="62419"/>
                </a:cubicBezTo>
                <a:cubicBezTo>
                  <a:pt x="44841" y="61083"/>
                  <a:pt x="47897" y="58733"/>
                  <a:pt x="51063" y="55368"/>
                </a:cubicBezTo>
                <a:lnTo>
                  <a:pt x="55294" y="60267"/>
                </a:lnTo>
                <a:cubicBezTo>
                  <a:pt x="52770" y="63037"/>
                  <a:pt x="50544" y="65177"/>
                  <a:pt x="48614" y="66687"/>
                </a:cubicBezTo>
                <a:cubicBezTo>
                  <a:pt x="46684" y="68196"/>
                  <a:pt x="44619" y="69457"/>
                  <a:pt x="42417" y="70472"/>
                </a:cubicBezTo>
                <a:cubicBezTo>
                  <a:pt x="40215" y="71486"/>
                  <a:pt x="38038" y="72228"/>
                  <a:pt x="35885" y="72698"/>
                </a:cubicBezTo>
                <a:cubicBezTo>
                  <a:pt x="33733" y="73168"/>
                  <a:pt x="31395" y="73403"/>
                  <a:pt x="28872" y="73403"/>
                </a:cubicBezTo>
                <a:cubicBezTo>
                  <a:pt x="19520" y="73403"/>
                  <a:pt x="12370" y="70299"/>
                  <a:pt x="7422" y="64089"/>
                </a:cubicBezTo>
                <a:cubicBezTo>
                  <a:pt x="2474" y="57879"/>
                  <a:pt x="0" y="48911"/>
                  <a:pt x="0" y="37184"/>
                </a:cubicBezTo>
                <a:cubicBezTo>
                  <a:pt x="0" y="29861"/>
                  <a:pt x="1385" y="23367"/>
                  <a:pt x="4156" y="17701"/>
                </a:cubicBezTo>
                <a:cubicBezTo>
                  <a:pt x="6927" y="12036"/>
                  <a:pt x="10811" y="7669"/>
                  <a:pt x="15809" y="4602"/>
                </a:cubicBezTo>
                <a:cubicBezTo>
                  <a:pt x="20806" y="1534"/>
                  <a:pt x="26571" y="0"/>
                  <a:pt x="33102" y="0"/>
                </a:cubicBezTo>
                <a:cubicBezTo>
                  <a:pt x="37159" y="0"/>
                  <a:pt x="40908" y="235"/>
                  <a:pt x="44346" y="705"/>
                </a:cubicBezTo>
                <a:cubicBezTo>
                  <a:pt x="47785" y="1175"/>
                  <a:pt x="51236" y="1930"/>
                  <a:pt x="54700" y="29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076" cap="flat">
            <a:solidFill>
              <a:srgbClr val="000000"/>
            </a:solidFill>
            <a:round/>
          </a:ln>
        </p:spPr>
      </p:sp>
      <p:sp>
        <p:nvSpPr>
          <p:cNvPr id="145" name="Text v">
            <a:extLst xmlns:a="http://schemas.openxmlformats.org/drawingml/2006/main">
              <a:ext uri="{FF2B5EF4-FFF2-40B4-BE49-F238E27FC236}">
                <a16:creationId xmlns:a16="http://schemas.microsoft.com/office/drawing/2014/main" id="{BF1947E3-D0A6-4B5B-8AEF-61F68C65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8793" y="1281594"/>
            <a:ext cx="75333" cy="71696"/>
          </a:xfrm>
          <a:custGeom xmlns:a="http://schemas.openxmlformats.org/drawingml/2006/main">
            <a:pathLst>
              <a:path w="75333" h="71696">
                <a:moveTo>
                  <a:pt x="30282" y="0"/>
                </a:moveTo>
                <a:lnTo>
                  <a:pt x="30282" y="3637"/>
                </a:lnTo>
                <a:cubicBezTo>
                  <a:pt x="28006" y="4181"/>
                  <a:pt x="26398" y="4701"/>
                  <a:pt x="25457" y="5195"/>
                </a:cubicBezTo>
                <a:cubicBezTo>
                  <a:pt x="24517" y="5690"/>
                  <a:pt x="23812" y="6333"/>
                  <a:pt x="23342" y="7125"/>
                </a:cubicBezTo>
                <a:cubicBezTo>
                  <a:pt x="22872" y="7917"/>
                  <a:pt x="22637" y="8981"/>
                  <a:pt x="22637" y="10317"/>
                </a:cubicBezTo>
                <a:cubicBezTo>
                  <a:pt x="22637" y="11653"/>
                  <a:pt x="22798" y="13050"/>
                  <a:pt x="23120" y="14510"/>
                </a:cubicBezTo>
                <a:cubicBezTo>
                  <a:pt x="23441" y="15970"/>
                  <a:pt x="23948" y="17664"/>
                  <a:pt x="24641" y="19594"/>
                </a:cubicBezTo>
                <a:lnTo>
                  <a:pt x="37555" y="57149"/>
                </a:lnTo>
                <a:lnTo>
                  <a:pt x="52696" y="21153"/>
                </a:lnTo>
                <a:cubicBezTo>
                  <a:pt x="53686" y="18778"/>
                  <a:pt x="54378" y="16823"/>
                  <a:pt x="54774" y="15289"/>
                </a:cubicBezTo>
                <a:cubicBezTo>
                  <a:pt x="55170" y="13755"/>
                  <a:pt x="55368" y="12321"/>
                  <a:pt x="55368" y="10985"/>
                </a:cubicBezTo>
                <a:cubicBezTo>
                  <a:pt x="55368" y="8906"/>
                  <a:pt x="54811" y="7323"/>
                  <a:pt x="53698" y="6234"/>
                </a:cubicBezTo>
                <a:cubicBezTo>
                  <a:pt x="52585" y="5146"/>
                  <a:pt x="50544" y="4280"/>
                  <a:pt x="47575" y="3637"/>
                </a:cubicBezTo>
                <a:lnTo>
                  <a:pt x="47575" y="0"/>
                </a:lnTo>
                <a:lnTo>
                  <a:pt x="75333" y="0"/>
                </a:lnTo>
                <a:lnTo>
                  <a:pt x="75333" y="3637"/>
                </a:lnTo>
                <a:cubicBezTo>
                  <a:pt x="73403" y="4033"/>
                  <a:pt x="71919" y="4639"/>
                  <a:pt x="70880" y="5455"/>
                </a:cubicBezTo>
                <a:cubicBezTo>
                  <a:pt x="69841" y="6272"/>
                  <a:pt x="68802" y="7558"/>
                  <a:pt x="67763" y="9315"/>
                </a:cubicBezTo>
                <a:cubicBezTo>
                  <a:pt x="66724" y="11071"/>
                  <a:pt x="65487" y="13533"/>
                  <a:pt x="64052" y="16699"/>
                </a:cubicBezTo>
                <a:lnTo>
                  <a:pt x="39040" y="71696"/>
                </a:lnTo>
                <a:lnTo>
                  <a:pt x="30282" y="71696"/>
                </a:lnTo>
                <a:lnTo>
                  <a:pt x="10168" y="16254"/>
                </a:lnTo>
                <a:cubicBezTo>
                  <a:pt x="8783" y="12444"/>
                  <a:pt x="7682" y="9834"/>
                  <a:pt x="6865" y="8424"/>
                </a:cubicBezTo>
                <a:cubicBezTo>
                  <a:pt x="6049" y="7014"/>
                  <a:pt x="5158" y="5962"/>
                  <a:pt x="4193" y="5270"/>
                </a:cubicBezTo>
                <a:cubicBezTo>
                  <a:pt x="3229" y="4577"/>
                  <a:pt x="1831" y="4033"/>
                  <a:pt x="0" y="3637"/>
                </a:cubicBezTo>
                <a:lnTo>
                  <a:pt x="0" y="0"/>
                </a:lnTo>
                <a:lnTo>
                  <a:pt x="302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v">
            <a:extLst xmlns:a="http://schemas.openxmlformats.org/drawingml/2006/main">
              <a:ext uri="{FF2B5EF4-FFF2-40B4-BE49-F238E27FC236}">
                <a16:creationId xmlns:a16="http://schemas.microsoft.com/office/drawing/2014/main" id="{5B658288-36DB-4FF0-B8AD-E169390D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8793" y="1281594"/>
            <a:ext cx="75333" cy="71696"/>
          </a:xfrm>
          <a:custGeom xmlns:a="http://schemas.openxmlformats.org/drawingml/2006/main">
            <a:pathLst>
              <a:path w="75333" h="71696" fill="none">
                <a:moveTo>
                  <a:pt x="30282" y="0"/>
                </a:moveTo>
                <a:lnTo>
                  <a:pt x="30282" y="3637"/>
                </a:lnTo>
                <a:cubicBezTo>
                  <a:pt x="28006" y="4181"/>
                  <a:pt x="26398" y="4701"/>
                  <a:pt x="25457" y="5195"/>
                </a:cubicBezTo>
                <a:cubicBezTo>
                  <a:pt x="24517" y="5690"/>
                  <a:pt x="23812" y="6333"/>
                  <a:pt x="23342" y="7125"/>
                </a:cubicBezTo>
                <a:cubicBezTo>
                  <a:pt x="22872" y="7917"/>
                  <a:pt x="22637" y="8981"/>
                  <a:pt x="22637" y="10317"/>
                </a:cubicBezTo>
                <a:cubicBezTo>
                  <a:pt x="22637" y="11653"/>
                  <a:pt x="22798" y="13050"/>
                  <a:pt x="23120" y="14510"/>
                </a:cubicBezTo>
                <a:cubicBezTo>
                  <a:pt x="23441" y="15970"/>
                  <a:pt x="23948" y="17664"/>
                  <a:pt x="24641" y="19594"/>
                </a:cubicBezTo>
                <a:lnTo>
                  <a:pt x="37555" y="57149"/>
                </a:lnTo>
                <a:lnTo>
                  <a:pt x="52696" y="21153"/>
                </a:lnTo>
                <a:cubicBezTo>
                  <a:pt x="53686" y="18778"/>
                  <a:pt x="54378" y="16823"/>
                  <a:pt x="54774" y="15289"/>
                </a:cubicBezTo>
                <a:cubicBezTo>
                  <a:pt x="55170" y="13755"/>
                  <a:pt x="55368" y="12321"/>
                  <a:pt x="55368" y="10985"/>
                </a:cubicBezTo>
                <a:cubicBezTo>
                  <a:pt x="55368" y="8906"/>
                  <a:pt x="54811" y="7323"/>
                  <a:pt x="53698" y="6234"/>
                </a:cubicBezTo>
                <a:cubicBezTo>
                  <a:pt x="52585" y="5146"/>
                  <a:pt x="50544" y="4280"/>
                  <a:pt x="47575" y="3637"/>
                </a:cubicBezTo>
                <a:lnTo>
                  <a:pt x="47575" y="0"/>
                </a:lnTo>
                <a:lnTo>
                  <a:pt x="75333" y="0"/>
                </a:lnTo>
                <a:lnTo>
                  <a:pt x="75333" y="3637"/>
                </a:lnTo>
                <a:cubicBezTo>
                  <a:pt x="73403" y="4033"/>
                  <a:pt x="71919" y="4639"/>
                  <a:pt x="70880" y="5455"/>
                </a:cubicBezTo>
                <a:cubicBezTo>
                  <a:pt x="69841" y="6272"/>
                  <a:pt x="68802" y="7558"/>
                  <a:pt x="67763" y="9315"/>
                </a:cubicBezTo>
                <a:cubicBezTo>
                  <a:pt x="66724" y="11071"/>
                  <a:pt x="65487" y="13533"/>
                  <a:pt x="64052" y="16699"/>
                </a:cubicBezTo>
                <a:lnTo>
                  <a:pt x="39040" y="71696"/>
                </a:lnTo>
                <a:lnTo>
                  <a:pt x="30282" y="71696"/>
                </a:lnTo>
                <a:lnTo>
                  <a:pt x="10168" y="16254"/>
                </a:lnTo>
                <a:cubicBezTo>
                  <a:pt x="8783" y="12444"/>
                  <a:pt x="7682" y="9834"/>
                  <a:pt x="6865" y="8424"/>
                </a:cubicBezTo>
                <a:cubicBezTo>
                  <a:pt x="6049" y="7014"/>
                  <a:pt x="5158" y="5962"/>
                  <a:pt x="4193" y="5270"/>
                </a:cubicBezTo>
                <a:cubicBezTo>
                  <a:pt x="3229" y="4577"/>
                  <a:pt x="1831" y="4033"/>
                  <a:pt x="0" y="3637"/>
                </a:cubicBezTo>
                <a:lnTo>
                  <a:pt x="0" y="0"/>
                </a:lnTo>
                <a:lnTo>
                  <a:pt x="302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076" cap="flat">
            <a:solidFill>
              <a:srgbClr val="000000"/>
            </a:solidFill>
            <a:round/>
          </a:ln>
        </p:spPr>
      </p:sp>
      <p:sp>
        <p:nvSpPr>
          <p:cNvPr id="147" name="Text −v">
            <a:extLst xmlns:a="http://schemas.openxmlformats.org/drawingml/2006/main">
              <a:ext uri="{FF2B5EF4-FFF2-40B4-BE49-F238E27FC236}">
                <a16:creationId xmlns:a16="http://schemas.microsoft.com/office/drawing/2014/main" id="{BD74C668-7978-4A8F-AD30-7C695595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216" y="1250647"/>
            <a:ext cx="213136" cy="71696"/>
          </a:xfrm>
          <a:custGeom xmlns:a="http://schemas.openxmlformats.org/drawingml/2006/main">
            <a:pathLst>
              <a:path w="213136" h="71696">
                <a:moveTo>
                  <a:pt x="0" y="32434"/>
                </a:moveTo>
                <a:lnTo>
                  <a:pt x="0" y="22563"/>
                </a:lnTo>
                <a:lnTo>
                  <a:pt x="91439" y="22563"/>
                </a:lnTo>
                <a:lnTo>
                  <a:pt x="91439" y="32434"/>
                </a:lnTo>
                <a:lnTo>
                  <a:pt x="0" y="32434"/>
                </a:lnTo>
                <a:close/>
                <a:moveTo>
                  <a:pt x="168084" y="0"/>
                </a:moveTo>
                <a:lnTo>
                  <a:pt x="168084" y="3637"/>
                </a:lnTo>
                <a:cubicBezTo>
                  <a:pt x="165808" y="4181"/>
                  <a:pt x="164200" y="4701"/>
                  <a:pt x="163260" y="5195"/>
                </a:cubicBezTo>
                <a:cubicBezTo>
                  <a:pt x="162320" y="5690"/>
                  <a:pt x="161615" y="6333"/>
                  <a:pt x="161145" y="7125"/>
                </a:cubicBezTo>
                <a:cubicBezTo>
                  <a:pt x="160675" y="7917"/>
                  <a:pt x="160440" y="8981"/>
                  <a:pt x="160440" y="10317"/>
                </a:cubicBezTo>
                <a:cubicBezTo>
                  <a:pt x="160440" y="11653"/>
                  <a:pt x="160601" y="13050"/>
                  <a:pt x="160922" y="14510"/>
                </a:cubicBezTo>
                <a:cubicBezTo>
                  <a:pt x="161244" y="15970"/>
                  <a:pt x="161751" y="17664"/>
                  <a:pt x="162444" y="19594"/>
                </a:cubicBezTo>
                <a:lnTo>
                  <a:pt x="175358" y="57149"/>
                </a:lnTo>
                <a:lnTo>
                  <a:pt x="190499" y="21153"/>
                </a:lnTo>
                <a:cubicBezTo>
                  <a:pt x="191488" y="18778"/>
                  <a:pt x="192181" y="16823"/>
                  <a:pt x="192577" y="15289"/>
                </a:cubicBezTo>
                <a:cubicBezTo>
                  <a:pt x="192973" y="13755"/>
                  <a:pt x="193171" y="12321"/>
                  <a:pt x="193171" y="10985"/>
                </a:cubicBezTo>
                <a:cubicBezTo>
                  <a:pt x="193171" y="8906"/>
                  <a:pt x="192614" y="7323"/>
                  <a:pt x="191501" y="6234"/>
                </a:cubicBezTo>
                <a:cubicBezTo>
                  <a:pt x="190387" y="5146"/>
                  <a:pt x="188346" y="4280"/>
                  <a:pt x="185378" y="3637"/>
                </a:cubicBezTo>
                <a:lnTo>
                  <a:pt x="185378" y="0"/>
                </a:lnTo>
                <a:lnTo>
                  <a:pt x="213136" y="0"/>
                </a:lnTo>
                <a:lnTo>
                  <a:pt x="213136" y="3637"/>
                </a:lnTo>
                <a:cubicBezTo>
                  <a:pt x="211206" y="4033"/>
                  <a:pt x="209722" y="4639"/>
                  <a:pt x="208683" y="5455"/>
                </a:cubicBezTo>
                <a:cubicBezTo>
                  <a:pt x="207644" y="6272"/>
                  <a:pt x="206605" y="7558"/>
                  <a:pt x="205565" y="9315"/>
                </a:cubicBezTo>
                <a:cubicBezTo>
                  <a:pt x="204526" y="11071"/>
                  <a:pt x="203289" y="13533"/>
                  <a:pt x="201854" y="16699"/>
                </a:cubicBezTo>
                <a:lnTo>
                  <a:pt x="176842" y="71696"/>
                </a:lnTo>
                <a:lnTo>
                  <a:pt x="168084" y="71696"/>
                </a:lnTo>
                <a:lnTo>
                  <a:pt x="147971" y="16254"/>
                </a:lnTo>
                <a:cubicBezTo>
                  <a:pt x="146585" y="12444"/>
                  <a:pt x="145484" y="9834"/>
                  <a:pt x="144668" y="8424"/>
                </a:cubicBezTo>
                <a:cubicBezTo>
                  <a:pt x="143852" y="7014"/>
                  <a:pt x="142961" y="5962"/>
                  <a:pt x="141996" y="5270"/>
                </a:cubicBezTo>
                <a:cubicBezTo>
                  <a:pt x="141031" y="4577"/>
                  <a:pt x="139633" y="4033"/>
                  <a:pt x="137803" y="3637"/>
                </a:cubicBezTo>
                <a:lnTo>
                  <a:pt x="137803" y="0"/>
                </a:lnTo>
                <a:lnTo>
                  <a:pt x="16808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v">
            <a:extLst xmlns:a="http://schemas.openxmlformats.org/drawingml/2006/main">
              <a:ext uri="{FF2B5EF4-FFF2-40B4-BE49-F238E27FC236}">
                <a16:creationId xmlns:a16="http://schemas.microsoft.com/office/drawing/2014/main" id="{84DDAA46-132D-4B9F-A989-DE91BA17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019" y="1250647"/>
            <a:ext cx="75333" cy="71696"/>
          </a:xfrm>
          <a:custGeom xmlns:a="http://schemas.openxmlformats.org/drawingml/2006/main">
            <a:pathLst>
              <a:path w="75333" h="71696" fill="none">
                <a:moveTo>
                  <a:pt x="30282" y="0"/>
                </a:moveTo>
                <a:lnTo>
                  <a:pt x="30282" y="3637"/>
                </a:lnTo>
                <a:cubicBezTo>
                  <a:pt x="28006" y="4181"/>
                  <a:pt x="26398" y="4701"/>
                  <a:pt x="25457" y="5195"/>
                </a:cubicBezTo>
                <a:cubicBezTo>
                  <a:pt x="24517" y="5690"/>
                  <a:pt x="23812" y="6333"/>
                  <a:pt x="23342" y="7125"/>
                </a:cubicBezTo>
                <a:cubicBezTo>
                  <a:pt x="22872" y="7917"/>
                  <a:pt x="22637" y="8981"/>
                  <a:pt x="22637" y="10317"/>
                </a:cubicBezTo>
                <a:cubicBezTo>
                  <a:pt x="22637" y="11653"/>
                  <a:pt x="22798" y="13050"/>
                  <a:pt x="23120" y="14510"/>
                </a:cubicBezTo>
                <a:cubicBezTo>
                  <a:pt x="23441" y="15970"/>
                  <a:pt x="23948" y="17664"/>
                  <a:pt x="24641" y="19594"/>
                </a:cubicBezTo>
                <a:lnTo>
                  <a:pt x="37555" y="57149"/>
                </a:lnTo>
                <a:lnTo>
                  <a:pt x="52696" y="21153"/>
                </a:lnTo>
                <a:cubicBezTo>
                  <a:pt x="53686" y="18778"/>
                  <a:pt x="54378" y="16823"/>
                  <a:pt x="54774" y="15289"/>
                </a:cubicBezTo>
                <a:cubicBezTo>
                  <a:pt x="55170" y="13755"/>
                  <a:pt x="55368" y="12321"/>
                  <a:pt x="55368" y="10985"/>
                </a:cubicBezTo>
                <a:cubicBezTo>
                  <a:pt x="55368" y="8906"/>
                  <a:pt x="54811" y="7323"/>
                  <a:pt x="53698" y="6234"/>
                </a:cubicBezTo>
                <a:cubicBezTo>
                  <a:pt x="52585" y="5146"/>
                  <a:pt x="50544" y="4280"/>
                  <a:pt x="47575" y="3637"/>
                </a:cubicBezTo>
                <a:lnTo>
                  <a:pt x="47575" y="0"/>
                </a:lnTo>
                <a:lnTo>
                  <a:pt x="75333" y="0"/>
                </a:lnTo>
                <a:lnTo>
                  <a:pt x="75333" y="3637"/>
                </a:lnTo>
                <a:cubicBezTo>
                  <a:pt x="73403" y="4033"/>
                  <a:pt x="71919" y="4639"/>
                  <a:pt x="70880" y="5455"/>
                </a:cubicBezTo>
                <a:cubicBezTo>
                  <a:pt x="69841" y="6272"/>
                  <a:pt x="68802" y="7558"/>
                  <a:pt x="67763" y="9315"/>
                </a:cubicBezTo>
                <a:cubicBezTo>
                  <a:pt x="66724" y="11071"/>
                  <a:pt x="65487" y="13533"/>
                  <a:pt x="64052" y="16699"/>
                </a:cubicBezTo>
                <a:lnTo>
                  <a:pt x="39040" y="71696"/>
                </a:lnTo>
                <a:lnTo>
                  <a:pt x="30282" y="71696"/>
                </a:lnTo>
                <a:lnTo>
                  <a:pt x="10168" y="16254"/>
                </a:lnTo>
                <a:cubicBezTo>
                  <a:pt x="8783" y="12444"/>
                  <a:pt x="7682" y="9834"/>
                  <a:pt x="6865" y="8424"/>
                </a:cubicBezTo>
                <a:cubicBezTo>
                  <a:pt x="6049" y="7014"/>
                  <a:pt x="5158" y="5962"/>
                  <a:pt x="4193" y="5270"/>
                </a:cubicBezTo>
                <a:cubicBezTo>
                  <a:pt x="3229" y="4577"/>
                  <a:pt x="1831" y="4033"/>
                  <a:pt x="0" y="3637"/>
                </a:cubicBezTo>
                <a:lnTo>
                  <a:pt x="0" y="0"/>
                </a:lnTo>
                <a:lnTo>
                  <a:pt x="302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076" cap="flat">
            <a:solidFill>
              <a:srgbClr val="000000"/>
            </a:solidFill>
            <a:round/>
          </a:ln>
        </p:spPr>
      </p:sp>
      <p:sp>
        <p:nvSpPr>
          <p:cNvPr id="149" name="Text 𝒔">
            <a:extLst xmlns:a="http://schemas.openxmlformats.org/drawingml/2006/main">
              <a:ext uri="{FF2B5EF4-FFF2-40B4-BE49-F238E27FC236}">
                <a16:creationId xmlns:a16="http://schemas.microsoft.com/office/drawing/2014/main" id="{0536A365-6718-4A7B-95CB-F8CB091F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866" y="1297894"/>
            <a:ext cx="49449" cy="55522"/>
          </a:xfrm>
          <a:custGeom xmlns:a="http://schemas.openxmlformats.org/drawingml/2006/main">
            <a:pathLst>
              <a:path w="49449" h="55522">
                <a:moveTo>
                  <a:pt x="9922" y="39473"/>
                </a:moveTo>
                <a:cubicBezTo>
                  <a:pt x="10103" y="42726"/>
                  <a:pt x="10944" y="45274"/>
                  <a:pt x="12444" y="47118"/>
                </a:cubicBezTo>
                <a:cubicBezTo>
                  <a:pt x="13944" y="48961"/>
                  <a:pt x="16248" y="49883"/>
                  <a:pt x="19357" y="49883"/>
                </a:cubicBezTo>
                <a:cubicBezTo>
                  <a:pt x="22212" y="49883"/>
                  <a:pt x="24417" y="49187"/>
                  <a:pt x="25972" y="47795"/>
                </a:cubicBezTo>
                <a:cubicBezTo>
                  <a:pt x="27526" y="46404"/>
                  <a:pt x="28303" y="44443"/>
                  <a:pt x="28303" y="41912"/>
                </a:cubicBezTo>
                <a:cubicBezTo>
                  <a:pt x="28303" y="40394"/>
                  <a:pt x="28050" y="39111"/>
                  <a:pt x="27544" y="38063"/>
                </a:cubicBezTo>
                <a:cubicBezTo>
                  <a:pt x="27038" y="37015"/>
                  <a:pt x="26207" y="35993"/>
                  <a:pt x="25050" y="34999"/>
                </a:cubicBezTo>
                <a:cubicBezTo>
                  <a:pt x="23893" y="34005"/>
                  <a:pt x="22014" y="32713"/>
                  <a:pt x="19411" y="31123"/>
                </a:cubicBezTo>
                <a:cubicBezTo>
                  <a:pt x="15796" y="28954"/>
                  <a:pt x="13167" y="26704"/>
                  <a:pt x="11522" y="24372"/>
                </a:cubicBezTo>
                <a:cubicBezTo>
                  <a:pt x="9877" y="22041"/>
                  <a:pt x="9055" y="19429"/>
                  <a:pt x="9055" y="16537"/>
                </a:cubicBezTo>
                <a:cubicBezTo>
                  <a:pt x="9055" y="11224"/>
                  <a:pt x="11043" y="7139"/>
                  <a:pt x="15019" y="4283"/>
                </a:cubicBezTo>
                <a:cubicBezTo>
                  <a:pt x="18995" y="1428"/>
                  <a:pt x="24562" y="0"/>
                  <a:pt x="31719" y="0"/>
                </a:cubicBezTo>
                <a:cubicBezTo>
                  <a:pt x="34502" y="0"/>
                  <a:pt x="37493" y="226"/>
                  <a:pt x="40693" y="678"/>
                </a:cubicBezTo>
                <a:cubicBezTo>
                  <a:pt x="43892" y="1130"/>
                  <a:pt x="46810" y="1735"/>
                  <a:pt x="49449" y="2494"/>
                </a:cubicBezTo>
                <a:lnTo>
                  <a:pt x="46630" y="15453"/>
                </a:lnTo>
                <a:lnTo>
                  <a:pt x="39744" y="15453"/>
                </a:lnTo>
                <a:cubicBezTo>
                  <a:pt x="39418" y="12091"/>
                  <a:pt x="38560" y="9615"/>
                  <a:pt x="37168" y="8025"/>
                </a:cubicBezTo>
                <a:cubicBezTo>
                  <a:pt x="35777" y="6434"/>
                  <a:pt x="33779" y="5639"/>
                  <a:pt x="31177" y="5639"/>
                </a:cubicBezTo>
                <a:cubicBezTo>
                  <a:pt x="28755" y="5639"/>
                  <a:pt x="26812" y="6262"/>
                  <a:pt x="25348" y="7510"/>
                </a:cubicBezTo>
                <a:cubicBezTo>
                  <a:pt x="23884" y="8757"/>
                  <a:pt x="23152" y="10446"/>
                  <a:pt x="23152" y="12579"/>
                </a:cubicBezTo>
                <a:cubicBezTo>
                  <a:pt x="23152" y="14459"/>
                  <a:pt x="23767" y="16103"/>
                  <a:pt x="24996" y="17513"/>
                </a:cubicBezTo>
                <a:cubicBezTo>
                  <a:pt x="26225" y="18923"/>
                  <a:pt x="28610" y="20694"/>
                  <a:pt x="32153" y="22827"/>
                </a:cubicBezTo>
                <a:cubicBezTo>
                  <a:pt x="35984" y="25104"/>
                  <a:pt x="38732" y="27454"/>
                  <a:pt x="40394" y="29876"/>
                </a:cubicBezTo>
                <a:cubicBezTo>
                  <a:pt x="42057" y="32297"/>
                  <a:pt x="42888" y="35135"/>
                  <a:pt x="42888" y="38388"/>
                </a:cubicBezTo>
                <a:cubicBezTo>
                  <a:pt x="42888" y="42075"/>
                  <a:pt x="41903" y="45220"/>
                  <a:pt x="39933" y="47823"/>
                </a:cubicBezTo>
                <a:cubicBezTo>
                  <a:pt x="37963" y="50425"/>
                  <a:pt x="35270" y="52359"/>
                  <a:pt x="31855" y="53624"/>
                </a:cubicBezTo>
                <a:cubicBezTo>
                  <a:pt x="28439" y="54889"/>
                  <a:pt x="24544" y="55522"/>
                  <a:pt x="20170" y="55522"/>
                </a:cubicBezTo>
                <a:cubicBezTo>
                  <a:pt x="13158" y="55522"/>
                  <a:pt x="6434" y="54654"/>
                  <a:pt x="0" y="52919"/>
                </a:cubicBezTo>
                <a:lnTo>
                  <a:pt x="3036" y="39473"/>
                </a:lnTo>
                <a:lnTo>
                  <a:pt x="9922" y="394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∗∆𝒇">
            <a:extLst xmlns:a="http://schemas.openxmlformats.org/drawingml/2006/main">
              <a:ext uri="{FF2B5EF4-FFF2-40B4-BE49-F238E27FC236}">
                <a16:creationId xmlns:a16="http://schemas.microsoft.com/office/drawing/2014/main" id="{B324C52F-566E-4E12-A626-9C1BA50C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152" y="1113080"/>
            <a:ext cx="272029" cy="139756"/>
          </a:xfrm>
          <a:custGeom xmlns:a="http://schemas.openxmlformats.org/drawingml/2006/main">
            <a:pathLst>
              <a:path w="272029" h="139756">
                <a:moveTo>
                  <a:pt x="53364" y="73032"/>
                </a:moveTo>
                <a:lnTo>
                  <a:pt x="48540" y="81271"/>
                </a:lnTo>
                <a:lnTo>
                  <a:pt x="29465" y="67837"/>
                </a:lnTo>
                <a:lnTo>
                  <a:pt x="31618" y="91068"/>
                </a:lnTo>
                <a:lnTo>
                  <a:pt x="21821" y="91068"/>
                </a:lnTo>
                <a:lnTo>
                  <a:pt x="24047" y="67837"/>
                </a:lnTo>
                <a:lnTo>
                  <a:pt x="4899" y="81271"/>
                </a:lnTo>
                <a:lnTo>
                  <a:pt x="0" y="73032"/>
                </a:lnTo>
                <a:lnTo>
                  <a:pt x="21227" y="63087"/>
                </a:lnTo>
                <a:lnTo>
                  <a:pt x="0" y="53216"/>
                </a:lnTo>
                <a:lnTo>
                  <a:pt x="4899" y="44903"/>
                </a:lnTo>
                <a:lnTo>
                  <a:pt x="24047" y="58337"/>
                </a:lnTo>
                <a:lnTo>
                  <a:pt x="21821" y="35106"/>
                </a:lnTo>
                <a:lnTo>
                  <a:pt x="31618" y="35106"/>
                </a:lnTo>
                <a:lnTo>
                  <a:pt x="29465" y="58337"/>
                </a:lnTo>
                <a:lnTo>
                  <a:pt x="48540" y="44903"/>
                </a:lnTo>
                <a:lnTo>
                  <a:pt x="53364" y="53216"/>
                </a:lnTo>
                <a:lnTo>
                  <a:pt x="32211" y="63087"/>
                </a:lnTo>
                <a:lnTo>
                  <a:pt x="53364" y="73032"/>
                </a:lnTo>
                <a:close/>
                <a:moveTo>
                  <a:pt x="101169" y="106580"/>
                </a:moveTo>
                <a:lnTo>
                  <a:pt x="101169" y="101830"/>
                </a:lnTo>
                <a:lnTo>
                  <a:pt x="139986" y="4082"/>
                </a:lnTo>
                <a:lnTo>
                  <a:pt x="150970" y="4082"/>
                </a:lnTo>
                <a:lnTo>
                  <a:pt x="182291" y="101830"/>
                </a:lnTo>
                <a:lnTo>
                  <a:pt x="182291" y="106580"/>
                </a:lnTo>
                <a:lnTo>
                  <a:pt x="101169" y="106580"/>
                </a:lnTo>
                <a:moveTo>
                  <a:pt x="114306" y="94705"/>
                </a:moveTo>
                <a:lnTo>
                  <a:pt x="165963" y="94705"/>
                </a:lnTo>
                <a:lnTo>
                  <a:pt x="142583" y="20485"/>
                </a:lnTo>
                <a:lnTo>
                  <a:pt x="114306" y="94705"/>
                </a:lnTo>
                <a:close/>
                <a:moveTo>
                  <a:pt x="207458" y="42231"/>
                </a:moveTo>
                <a:lnTo>
                  <a:pt x="208794" y="36219"/>
                </a:lnTo>
                <a:cubicBezTo>
                  <a:pt x="212208" y="36170"/>
                  <a:pt x="214620" y="35922"/>
                  <a:pt x="216030" y="35477"/>
                </a:cubicBezTo>
                <a:cubicBezTo>
                  <a:pt x="217440" y="35032"/>
                  <a:pt x="218603" y="34215"/>
                  <a:pt x="219519" y="33028"/>
                </a:cubicBezTo>
                <a:cubicBezTo>
                  <a:pt x="220434" y="31840"/>
                  <a:pt x="221312" y="29638"/>
                  <a:pt x="222153" y="26422"/>
                </a:cubicBezTo>
                <a:cubicBezTo>
                  <a:pt x="223390" y="21722"/>
                  <a:pt x="224949" y="17825"/>
                  <a:pt x="226829" y="14733"/>
                </a:cubicBezTo>
                <a:cubicBezTo>
                  <a:pt x="228709" y="11640"/>
                  <a:pt x="231159" y="8943"/>
                  <a:pt x="234177" y="6643"/>
                </a:cubicBezTo>
                <a:cubicBezTo>
                  <a:pt x="237195" y="4342"/>
                  <a:pt x="240721" y="2660"/>
                  <a:pt x="244753" y="1596"/>
                </a:cubicBezTo>
                <a:cubicBezTo>
                  <a:pt x="248786" y="532"/>
                  <a:pt x="253227" y="0"/>
                  <a:pt x="258076" y="0"/>
                </a:cubicBezTo>
                <a:cubicBezTo>
                  <a:pt x="263024" y="0"/>
                  <a:pt x="267675" y="445"/>
                  <a:pt x="272029" y="1336"/>
                </a:cubicBezTo>
                <a:lnTo>
                  <a:pt x="268689" y="16180"/>
                </a:lnTo>
                <a:lnTo>
                  <a:pt x="259115" y="16180"/>
                </a:lnTo>
                <a:cubicBezTo>
                  <a:pt x="258917" y="13112"/>
                  <a:pt x="258422" y="10935"/>
                  <a:pt x="257631" y="9649"/>
                </a:cubicBezTo>
                <a:cubicBezTo>
                  <a:pt x="256839" y="8362"/>
                  <a:pt x="255602" y="7719"/>
                  <a:pt x="253920" y="7719"/>
                </a:cubicBezTo>
                <a:cubicBezTo>
                  <a:pt x="251940" y="7719"/>
                  <a:pt x="250332" y="8412"/>
                  <a:pt x="249095" y="9797"/>
                </a:cubicBezTo>
                <a:cubicBezTo>
                  <a:pt x="247858" y="11182"/>
                  <a:pt x="246819" y="13063"/>
                  <a:pt x="245978" y="15438"/>
                </a:cubicBezTo>
                <a:cubicBezTo>
                  <a:pt x="245137" y="17813"/>
                  <a:pt x="244296" y="20930"/>
                  <a:pt x="243455" y="24789"/>
                </a:cubicBezTo>
                <a:lnTo>
                  <a:pt x="241599" y="32954"/>
                </a:lnTo>
                <a:lnTo>
                  <a:pt x="257482" y="32954"/>
                </a:lnTo>
                <a:lnTo>
                  <a:pt x="255478" y="42231"/>
                </a:lnTo>
                <a:lnTo>
                  <a:pt x="239521" y="42231"/>
                </a:lnTo>
                <a:lnTo>
                  <a:pt x="226087" y="104279"/>
                </a:lnTo>
                <a:cubicBezTo>
                  <a:pt x="223465" y="116303"/>
                  <a:pt x="219234" y="125221"/>
                  <a:pt x="213395" y="131035"/>
                </a:cubicBezTo>
                <a:cubicBezTo>
                  <a:pt x="207557" y="136849"/>
                  <a:pt x="200259" y="139756"/>
                  <a:pt x="191501" y="139756"/>
                </a:cubicBezTo>
                <a:cubicBezTo>
                  <a:pt x="189373" y="139756"/>
                  <a:pt x="187666" y="139632"/>
                  <a:pt x="186379" y="139385"/>
                </a:cubicBezTo>
                <a:lnTo>
                  <a:pt x="188161" y="131072"/>
                </a:lnTo>
                <a:cubicBezTo>
                  <a:pt x="189150" y="131221"/>
                  <a:pt x="190041" y="131295"/>
                  <a:pt x="190833" y="131295"/>
                </a:cubicBezTo>
                <a:cubicBezTo>
                  <a:pt x="193653" y="131295"/>
                  <a:pt x="195991" y="129736"/>
                  <a:pt x="197846" y="126619"/>
                </a:cubicBezTo>
                <a:cubicBezTo>
                  <a:pt x="199702" y="123502"/>
                  <a:pt x="201347" y="118826"/>
                  <a:pt x="202782" y="112592"/>
                </a:cubicBezTo>
                <a:lnTo>
                  <a:pt x="218665" y="42231"/>
                </a:lnTo>
                <a:lnTo>
                  <a:pt x="207458" y="422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𝒕𝒐𝒕𝒂𝒍">
            <a:extLst xmlns:a="http://schemas.openxmlformats.org/drawingml/2006/main">
              <a:ext uri="{FF2B5EF4-FFF2-40B4-BE49-F238E27FC236}">
                <a16:creationId xmlns:a16="http://schemas.microsoft.com/office/drawing/2014/main" id="{46662565-783C-4072-A3CA-79F8338B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47" y="1172962"/>
            <a:ext cx="256916" cy="78511"/>
          </a:xfrm>
          <a:custGeom xmlns:a="http://schemas.openxmlformats.org/drawingml/2006/main">
            <a:pathLst>
              <a:path w="256916" h="78511">
                <a:moveTo>
                  <a:pt x="34593" y="67776"/>
                </a:moveTo>
                <a:cubicBezTo>
                  <a:pt x="30942" y="71788"/>
                  <a:pt x="27589" y="74580"/>
                  <a:pt x="24535" y="76153"/>
                </a:cubicBezTo>
                <a:cubicBezTo>
                  <a:pt x="21480" y="77725"/>
                  <a:pt x="17875" y="78511"/>
                  <a:pt x="13718" y="78511"/>
                </a:cubicBezTo>
                <a:cubicBezTo>
                  <a:pt x="9597" y="78511"/>
                  <a:pt x="6434" y="77454"/>
                  <a:pt x="4229" y="75339"/>
                </a:cubicBezTo>
                <a:cubicBezTo>
                  <a:pt x="2024" y="73225"/>
                  <a:pt x="922" y="70306"/>
                  <a:pt x="922" y="66583"/>
                </a:cubicBezTo>
                <a:cubicBezTo>
                  <a:pt x="922" y="64884"/>
                  <a:pt x="1048" y="63266"/>
                  <a:pt x="1301" y="61730"/>
                </a:cubicBezTo>
                <a:cubicBezTo>
                  <a:pt x="1554" y="60194"/>
                  <a:pt x="2078" y="57673"/>
                  <a:pt x="2874" y="54166"/>
                </a:cubicBezTo>
                <a:lnTo>
                  <a:pt x="8458" y="30635"/>
                </a:lnTo>
                <a:lnTo>
                  <a:pt x="0" y="30635"/>
                </a:lnTo>
                <a:lnTo>
                  <a:pt x="1030" y="26243"/>
                </a:lnTo>
                <a:cubicBezTo>
                  <a:pt x="3560" y="26243"/>
                  <a:pt x="5476" y="26008"/>
                  <a:pt x="6778" y="25538"/>
                </a:cubicBezTo>
                <a:cubicBezTo>
                  <a:pt x="8079" y="25068"/>
                  <a:pt x="9172" y="24363"/>
                  <a:pt x="10058" y="23423"/>
                </a:cubicBezTo>
                <a:cubicBezTo>
                  <a:pt x="10944" y="22483"/>
                  <a:pt x="11802" y="21056"/>
                  <a:pt x="12633" y="19140"/>
                </a:cubicBezTo>
                <a:cubicBezTo>
                  <a:pt x="13465" y="17224"/>
                  <a:pt x="14441" y="14278"/>
                  <a:pt x="15561" y="10302"/>
                </a:cubicBezTo>
                <a:lnTo>
                  <a:pt x="28574" y="10302"/>
                </a:lnTo>
                <a:lnTo>
                  <a:pt x="25429" y="23857"/>
                </a:lnTo>
                <a:lnTo>
                  <a:pt x="38605" y="23857"/>
                </a:lnTo>
                <a:lnTo>
                  <a:pt x="37141" y="30635"/>
                </a:lnTo>
                <a:lnTo>
                  <a:pt x="23857" y="30635"/>
                </a:lnTo>
                <a:lnTo>
                  <a:pt x="18598" y="52323"/>
                </a:lnTo>
                <a:cubicBezTo>
                  <a:pt x="17694" y="56046"/>
                  <a:pt x="17070" y="58874"/>
                  <a:pt x="16727" y="60808"/>
                </a:cubicBezTo>
                <a:cubicBezTo>
                  <a:pt x="16384" y="62742"/>
                  <a:pt x="16212" y="64378"/>
                  <a:pt x="16212" y="65715"/>
                </a:cubicBezTo>
                <a:cubicBezTo>
                  <a:pt x="16212" y="67414"/>
                  <a:pt x="16519" y="68652"/>
                  <a:pt x="17134" y="69429"/>
                </a:cubicBezTo>
                <a:cubicBezTo>
                  <a:pt x="17748" y="70207"/>
                  <a:pt x="18652" y="70595"/>
                  <a:pt x="19845" y="70595"/>
                </a:cubicBezTo>
                <a:cubicBezTo>
                  <a:pt x="21471" y="70595"/>
                  <a:pt x="23143" y="70017"/>
                  <a:pt x="24860" y="68860"/>
                </a:cubicBezTo>
                <a:cubicBezTo>
                  <a:pt x="26577" y="67703"/>
                  <a:pt x="28430" y="65914"/>
                  <a:pt x="30418" y="63492"/>
                </a:cubicBezTo>
                <a:lnTo>
                  <a:pt x="34593" y="67776"/>
                </a:lnTo>
                <a:close/>
                <a:moveTo>
                  <a:pt x="66210" y="78511"/>
                </a:moveTo>
                <a:cubicBezTo>
                  <a:pt x="62234" y="78511"/>
                  <a:pt x="58737" y="77797"/>
                  <a:pt x="55719" y="76370"/>
                </a:cubicBezTo>
                <a:cubicBezTo>
                  <a:pt x="52700" y="74942"/>
                  <a:pt x="50333" y="72773"/>
                  <a:pt x="48616" y="69863"/>
                </a:cubicBezTo>
                <a:cubicBezTo>
                  <a:pt x="46899" y="66953"/>
                  <a:pt x="46040" y="63402"/>
                  <a:pt x="46040" y="59209"/>
                </a:cubicBezTo>
                <a:cubicBezTo>
                  <a:pt x="46040" y="54943"/>
                  <a:pt x="46709" y="50470"/>
                  <a:pt x="48046" y="45789"/>
                </a:cubicBezTo>
                <a:cubicBezTo>
                  <a:pt x="49384" y="41108"/>
                  <a:pt x="51462" y="36987"/>
                  <a:pt x="54282" y="33427"/>
                </a:cubicBezTo>
                <a:cubicBezTo>
                  <a:pt x="57101" y="29866"/>
                  <a:pt x="60508" y="27237"/>
                  <a:pt x="64502" y="25538"/>
                </a:cubicBezTo>
                <a:cubicBezTo>
                  <a:pt x="68497" y="23839"/>
                  <a:pt x="72970" y="22990"/>
                  <a:pt x="77922" y="22990"/>
                </a:cubicBezTo>
                <a:cubicBezTo>
                  <a:pt x="82404" y="22990"/>
                  <a:pt x="86163" y="23812"/>
                  <a:pt x="89200" y="25457"/>
                </a:cubicBezTo>
                <a:cubicBezTo>
                  <a:pt x="92236" y="27101"/>
                  <a:pt x="94486" y="29388"/>
                  <a:pt x="95950" y="32315"/>
                </a:cubicBezTo>
                <a:cubicBezTo>
                  <a:pt x="97414" y="35243"/>
                  <a:pt x="98146" y="38641"/>
                  <a:pt x="98146" y="42509"/>
                </a:cubicBezTo>
                <a:cubicBezTo>
                  <a:pt x="98146" y="47280"/>
                  <a:pt x="97351" y="52070"/>
                  <a:pt x="95760" y="56877"/>
                </a:cubicBezTo>
                <a:cubicBezTo>
                  <a:pt x="94170" y="61685"/>
                  <a:pt x="91974" y="65715"/>
                  <a:pt x="89173" y="68969"/>
                </a:cubicBezTo>
                <a:cubicBezTo>
                  <a:pt x="86371" y="72222"/>
                  <a:pt x="83055" y="74626"/>
                  <a:pt x="79223" y="76180"/>
                </a:cubicBezTo>
                <a:cubicBezTo>
                  <a:pt x="75392" y="77734"/>
                  <a:pt x="71054" y="78511"/>
                  <a:pt x="66210" y="78511"/>
                </a:cubicBezTo>
                <a:moveTo>
                  <a:pt x="60626" y="62733"/>
                </a:moveTo>
                <a:cubicBezTo>
                  <a:pt x="60626" y="66131"/>
                  <a:pt x="61177" y="68670"/>
                  <a:pt x="62279" y="70351"/>
                </a:cubicBezTo>
                <a:cubicBezTo>
                  <a:pt x="63382" y="72032"/>
                  <a:pt x="65126" y="72872"/>
                  <a:pt x="67512" y="72872"/>
                </a:cubicBezTo>
                <a:cubicBezTo>
                  <a:pt x="70584" y="72872"/>
                  <a:pt x="73250" y="71381"/>
                  <a:pt x="75509" y="68399"/>
                </a:cubicBezTo>
                <a:cubicBezTo>
                  <a:pt x="77768" y="65417"/>
                  <a:pt x="79657" y="60908"/>
                  <a:pt x="81175" y="54871"/>
                </a:cubicBezTo>
                <a:cubicBezTo>
                  <a:pt x="82693" y="48835"/>
                  <a:pt x="83452" y="43593"/>
                  <a:pt x="83452" y="39147"/>
                </a:cubicBezTo>
                <a:cubicBezTo>
                  <a:pt x="83452" y="35533"/>
                  <a:pt x="82901" y="32876"/>
                  <a:pt x="81799" y="31177"/>
                </a:cubicBezTo>
                <a:cubicBezTo>
                  <a:pt x="80696" y="29478"/>
                  <a:pt x="78988" y="28628"/>
                  <a:pt x="76675" y="28628"/>
                </a:cubicBezTo>
                <a:cubicBezTo>
                  <a:pt x="73639" y="28628"/>
                  <a:pt x="71009" y="30101"/>
                  <a:pt x="68786" y="33047"/>
                </a:cubicBezTo>
                <a:cubicBezTo>
                  <a:pt x="66563" y="35993"/>
                  <a:pt x="64647" y="40548"/>
                  <a:pt x="63038" y="46711"/>
                </a:cubicBezTo>
                <a:cubicBezTo>
                  <a:pt x="61430" y="52874"/>
                  <a:pt x="60626" y="58215"/>
                  <a:pt x="60626" y="62733"/>
                </a:cubicBezTo>
                <a:close/>
                <a:moveTo>
                  <a:pt x="144908" y="67776"/>
                </a:moveTo>
                <a:cubicBezTo>
                  <a:pt x="141257" y="71788"/>
                  <a:pt x="137905" y="74580"/>
                  <a:pt x="134850" y="76153"/>
                </a:cubicBezTo>
                <a:cubicBezTo>
                  <a:pt x="131796" y="77725"/>
                  <a:pt x="128190" y="78511"/>
                  <a:pt x="124033" y="78511"/>
                </a:cubicBezTo>
                <a:cubicBezTo>
                  <a:pt x="119913" y="78511"/>
                  <a:pt x="116750" y="77454"/>
                  <a:pt x="114545" y="75339"/>
                </a:cubicBezTo>
                <a:cubicBezTo>
                  <a:pt x="112340" y="73225"/>
                  <a:pt x="111237" y="70306"/>
                  <a:pt x="111237" y="66583"/>
                </a:cubicBezTo>
                <a:cubicBezTo>
                  <a:pt x="111237" y="64884"/>
                  <a:pt x="111364" y="63266"/>
                  <a:pt x="111617" y="61730"/>
                </a:cubicBezTo>
                <a:cubicBezTo>
                  <a:pt x="111870" y="60194"/>
                  <a:pt x="112394" y="57673"/>
                  <a:pt x="113189" y="54166"/>
                </a:cubicBezTo>
                <a:lnTo>
                  <a:pt x="118774" y="30635"/>
                </a:lnTo>
                <a:lnTo>
                  <a:pt x="110316" y="30635"/>
                </a:lnTo>
                <a:lnTo>
                  <a:pt x="111346" y="26243"/>
                </a:lnTo>
                <a:cubicBezTo>
                  <a:pt x="113876" y="26243"/>
                  <a:pt x="115792" y="26008"/>
                  <a:pt x="117093" y="25538"/>
                </a:cubicBezTo>
                <a:cubicBezTo>
                  <a:pt x="118394" y="25068"/>
                  <a:pt x="119488" y="24363"/>
                  <a:pt x="120373" y="23423"/>
                </a:cubicBezTo>
                <a:cubicBezTo>
                  <a:pt x="121259" y="22483"/>
                  <a:pt x="122118" y="21056"/>
                  <a:pt x="122949" y="19140"/>
                </a:cubicBezTo>
                <a:cubicBezTo>
                  <a:pt x="123780" y="17224"/>
                  <a:pt x="124756" y="14278"/>
                  <a:pt x="125877" y="10302"/>
                </a:cubicBezTo>
                <a:lnTo>
                  <a:pt x="138890" y="10302"/>
                </a:lnTo>
                <a:lnTo>
                  <a:pt x="135745" y="23857"/>
                </a:lnTo>
                <a:lnTo>
                  <a:pt x="148921" y="23857"/>
                </a:lnTo>
                <a:lnTo>
                  <a:pt x="147457" y="30635"/>
                </a:lnTo>
                <a:lnTo>
                  <a:pt x="134173" y="30635"/>
                </a:lnTo>
                <a:lnTo>
                  <a:pt x="128913" y="52323"/>
                </a:lnTo>
                <a:cubicBezTo>
                  <a:pt x="128009" y="56046"/>
                  <a:pt x="127386" y="58874"/>
                  <a:pt x="127043" y="60808"/>
                </a:cubicBezTo>
                <a:cubicBezTo>
                  <a:pt x="126699" y="62742"/>
                  <a:pt x="126527" y="64378"/>
                  <a:pt x="126527" y="65715"/>
                </a:cubicBezTo>
                <a:cubicBezTo>
                  <a:pt x="126527" y="67414"/>
                  <a:pt x="126835" y="68652"/>
                  <a:pt x="127449" y="69429"/>
                </a:cubicBezTo>
                <a:cubicBezTo>
                  <a:pt x="128064" y="70207"/>
                  <a:pt x="128967" y="70595"/>
                  <a:pt x="130160" y="70595"/>
                </a:cubicBezTo>
                <a:cubicBezTo>
                  <a:pt x="131787" y="70595"/>
                  <a:pt x="133459" y="70017"/>
                  <a:pt x="135176" y="68860"/>
                </a:cubicBezTo>
                <a:cubicBezTo>
                  <a:pt x="136893" y="67703"/>
                  <a:pt x="138745" y="65914"/>
                  <a:pt x="140733" y="63492"/>
                </a:cubicBezTo>
                <a:lnTo>
                  <a:pt x="144908" y="67776"/>
                </a:lnTo>
                <a:close/>
                <a:moveTo>
                  <a:pt x="204055" y="60727"/>
                </a:moveTo>
                <a:cubicBezTo>
                  <a:pt x="203512" y="63004"/>
                  <a:pt x="203241" y="65065"/>
                  <a:pt x="203241" y="66908"/>
                </a:cubicBezTo>
                <a:cubicBezTo>
                  <a:pt x="203241" y="68101"/>
                  <a:pt x="203440" y="69023"/>
                  <a:pt x="203838" y="69673"/>
                </a:cubicBezTo>
                <a:cubicBezTo>
                  <a:pt x="204235" y="70324"/>
                  <a:pt x="204922" y="70649"/>
                  <a:pt x="205898" y="70649"/>
                </a:cubicBezTo>
                <a:cubicBezTo>
                  <a:pt x="207019" y="70649"/>
                  <a:pt x="208230" y="70143"/>
                  <a:pt x="209531" y="69131"/>
                </a:cubicBezTo>
                <a:cubicBezTo>
                  <a:pt x="210832" y="68119"/>
                  <a:pt x="212350" y="66619"/>
                  <a:pt x="214085" y="64631"/>
                </a:cubicBezTo>
                <a:lnTo>
                  <a:pt x="217989" y="68535"/>
                </a:lnTo>
                <a:cubicBezTo>
                  <a:pt x="214194" y="72330"/>
                  <a:pt x="210923" y="74942"/>
                  <a:pt x="208175" y="76370"/>
                </a:cubicBezTo>
                <a:cubicBezTo>
                  <a:pt x="205428" y="77797"/>
                  <a:pt x="202536" y="78511"/>
                  <a:pt x="199500" y="78511"/>
                </a:cubicBezTo>
                <a:cubicBezTo>
                  <a:pt x="196464" y="78511"/>
                  <a:pt x="194060" y="77671"/>
                  <a:pt x="192289" y="75990"/>
                </a:cubicBezTo>
                <a:cubicBezTo>
                  <a:pt x="190518" y="74309"/>
                  <a:pt x="189632" y="72095"/>
                  <a:pt x="189632" y="69348"/>
                </a:cubicBezTo>
                <a:cubicBezTo>
                  <a:pt x="189632" y="68444"/>
                  <a:pt x="189740" y="67577"/>
                  <a:pt x="189957" y="66745"/>
                </a:cubicBezTo>
                <a:lnTo>
                  <a:pt x="189198" y="66637"/>
                </a:lnTo>
                <a:cubicBezTo>
                  <a:pt x="186559" y="69746"/>
                  <a:pt x="184291" y="72086"/>
                  <a:pt x="182394" y="73659"/>
                </a:cubicBezTo>
                <a:cubicBezTo>
                  <a:pt x="180496" y="75231"/>
                  <a:pt x="178481" y="76433"/>
                  <a:pt x="176348" y="77264"/>
                </a:cubicBezTo>
                <a:cubicBezTo>
                  <a:pt x="174215" y="78096"/>
                  <a:pt x="171848" y="78511"/>
                  <a:pt x="169245" y="78511"/>
                </a:cubicBezTo>
                <a:cubicBezTo>
                  <a:pt x="164907" y="78511"/>
                  <a:pt x="161618" y="77038"/>
                  <a:pt x="159377" y="74092"/>
                </a:cubicBezTo>
                <a:cubicBezTo>
                  <a:pt x="157136" y="71146"/>
                  <a:pt x="156015" y="66854"/>
                  <a:pt x="156015" y="61215"/>
                </a:cubicBezTo>
                <a:cubicBezTo>
                  <a:pt x="156015" y="56335"/>
                  <a:pt x="156720" y="51491"/>
                  <a:pt x="158130" y="46684"/>
                </a:cubicBezTo>
                <a:cubicBezTo>
                  <a:pt x="159540" y="41876"/>
                  <a:pt x="161564" y="37728"/>
                  <a:pt x="164203" y="34240"/>
                </a:cubicBezTo>
                <a:cubicBezTo>
                  <a:pt x="166841" y="30752"/>
                  <a:pt x="170158" y="28005"/>
                  <a:pt x="174152" y="25999"/>
                </a:cubicBezTo>
                <a:cubicBezTo>
                  <a:pt x="178146" y="23993"/>
                  <a:pt x="182674" y="22990"/>
                  <a:pt x="187734" y="22990"/>
                </a:cubicBezTo>
                <a:cubicBezTo>
                  <a:pt x="193120" y="22990"/>
                  <a:pt x="197711" y="24291"/>
                  <a:pt x="201506" y="26893"/>
                </a:cubicBezTo>
                <a:lnTo>
                  <a:pt x="206766" y="22990"/>
                </a:lnTo>
                <a:lnTo>
                  <a:pt x="212838" y="23857"/>
                </a:lnTo>
                <a:lnTo>
                  <a:pt x="204055" y="60727"/>
                </a:lnTo>
                <a:moveTo>
                  <a:pt x="193319" y="43919"/>
                </a:moveTo>
                <a:cubicBezTo>
                  <a:pt x="193897" y="41244"/>
                  <a:pt x="194186" y="38569"/>
                  <a:pt x="194186" y="35894"/>
                </a:cubicBezTo>
                <a:cubicBezTo>
                  <a:pt x="194186" y="33508"/>
                  <a:pt x="193735" y="31701"/>
                  <a:pt x="192831" y="30472"/>
                </a:cubicBezTo>
                <a:cubicBezTo>
                  <a:pt x="191927" y="29243"/>
                  <a:pt x="190445" y="28628"/>
                  <a:pt x="188385" y="28628"/>
                </a:cubicBezTo>
                <a:cubicBezTo>
                  <a:pt x="185023" y="28628"/>
                  <a:pt x="182041" y="30318"/>
                  <a:pt x="179438" y="33698"/>
                </a:cubicBezTo>
                <a:cubicBezTo>
                  <a:pt x="176836" y="37078"/>
                  <a:pt x="174739" y="41623"/>
                  <a:pt x="173149" y="47335"/>
                </a:cubicBezTo>
                <a:cubicBezTo>
                  <a:pt x="171558" y="53046"/>
                  <a:pt x="170763" y="58161"/>
                  <a:pt x="170763" y="62679"/>
                </a:cubicBezTo>
                <a:cubicBezTo>
                  <a:pt x="170763" y="65318"/>
                  <a:pt x="171152" y="67288"/>
                  <a:pt x="171929" y="68589"/>
                </a:cubicBezTo>
                <a:cubicBezTo>
                  <a:pt x="172706" y="69890"/>
                  <a:pt x="173908" y="70541"/>
                  <a:pt x="175535" y="70541"/>
                </a:cubicBezTo>
                <a:cubicBezTo>
                  <a:pt x="177920" y="70541"/>
                  <a:pt x="180351" y="69375"/>
                  <a:pt x="182827" y="67044"/>
                </a:cubicBezTo>
                <a:cubicBezTo>
                  <a:pt x="185303" y="64712"/>
                  <a:pt x="187300" y="61974"/>
                  <a:pt x="188819" y="58829"/>
                </a:cubicBezTo>
                <a:cubicBezTo>
                  <a:pt x="190337" y="55684"/>
                  <a:pt x="191692" y="51383"/>
                  <a:pt x="192885" y="45925"/>
                </a:cubicBezTo>
                <a:lnTo>
                  <a:pt x="193319" y="43919"/>
                </a:lnTo>
                <a:close/>
                <a:moveTo>
                  <a:pt x="237993" y="16375"/>
                </a:moveTo>
                <a:cubicBezTo>
                  <a:pt x="238788" y="12904"/>
                  <a:pt x="239186" y="10320"/>
                  <a:pt x="239186" y="8621"/>
                </a:cubicBezTo>
                <a:cubicBezTo>
                  <a:pt x="239186" y="7826"/>
                  <a:pt x="239104" y="7202"/>
                  <a:pt x="238942" y="6750"/>
                </a:cubicBezTo>
                <a:cubicBezTo>
                  <a:pt x="238779" y="6299"/>
                  <a:pt x="238535" y="5928"/>
                  <a:pt x="238210" y="5639"/>
                </a:cubicBezTo>
                <a:cubicBezTo>
                  <a:pt x="237884" y="5350"/>
                  <a:pt x="237451" y="5124"/>
                  <a:pt x="236909" y="4961"/>
                </a:cubicBezTo>
                <a:cubicBezTo>
                  <a:pt x="236366" y="4799"/>
                  <a:pt x="235300" y="4609"/>
                  <a:pt x="233709" y="4392"/>
                </a:cubicBezTo>
                <a:lnTo>
                  <a:pt x="234577" y="868"/>
                </a:lnTo>
                <a:lnTo>
                  <a:pt x="250789" y="0"/>
                </a:lnTo>
                <a:lnTo>
                  <a:pt x="256916" y="0"/>
                </a:lnTo>
                <a:lnTo>
                  <a:pt x="243035" y="60564"/>
                </a:lnTo>
                <a:cubicBezTo>
                  <a:pt x="242457" y="63095"/>
                  <a:pt x="242168" y="65209"/>
                  <a:pt x="242168" y="66908"/>
                </a:cubicBezTo>
                <a:cubicBezTo>
                  <a:pt x="242168" y="68318"/>
                  <a:pt x="242403" y="69294"/>
                  <a:pt x="242873" y="69836"/>
                </a:cubicBezTo>
                <a:cubicBezTo>
                  <a:pt x="243343" y="70378"/>
                  <a:pt x="244011" y="70649"/>
                  <a:pt x="244879" y="70649"/>
                </a:cubicBezTo>
                <a:cubicBezTo>
                  <a:pt x="245927" y="70649"/>
                  <a:pt x="247102" y="70152"/>
                  <a:pt x="248403" y="69158"/>
                </a:cubicBezTo>
                <a:cubicBezTo>
                  <a:pt x="249705" y="68164"/>
                  <a:pt x="251241" y="66655"/>
                  <a:pt x="253012" y="64631"/>
                </a:cubicBezTo>
                <a:lnTo>
                  <a:pt x="256916" y="68535"/>
                </a:lnTo>
                <a:cubicBezTo>
                  <a:pt x="253373" y="72149"/>
                  <a:pt x="250202" y="74716"/>
                  <a:pt x="247400" y="76234"/>
                </a:cubicBezTo>
                <a:cubicBezTo>
                  <a:pt x="244599" y="77752"/>
                  <a:pt x="241517" y="78511"/>
                  <a:pt x="238156" y="78511"/>
                </a:cubicBezTo>
                <a:cubicBezTo>
                  <a:pt x="234324" y="78511"/>
                  <a:pt x="231523" y="77572"/>
                  <a:pt x="229751" y="75692"/>
                </a:cubicBezTo>
                <a:cubicBezTo>
                  <a:pt x="227980" y="73812"/>
                  <a:pt x="227095" y="70975"/>
                  <a:pt x="227095" y="67179"/>
                </a:cubicBezTo>
                <a:cubicBezTo>
                  <a:pt x="227095" y="65047"/>
                  <a:pt x="227492" y="62209"/>
                  <a:pt x="228287" y="58667"/>
                </a:cubicBezTo>
                <a:lnTo>
                  <a:pt x="237993" y="163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D0D9D6-15C8-47F8-8785-3B9C35A4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51" y="76836"/>
            <a:ext cx="3218445" cy="383192"/>
          </a:xfrm>
          <a:custGeom xmlns:a="http://schemas.openxmlformats.org/drawingml/2006/main">
            <a:pathLst>
              <a:path w="3218445" h="383192" fill="none">
                <a:moveTo>
                  <a:pt x="0" y="383192"/>
                </a:moveTo>
                <a:lnTo>
                  <a:pt x="3218445" y="383192"/>
                </a:lnTo>
                <a:lnTo>
                  <a:pt x="3218445" y="0"/>
                </a:lnTo>
                <a:lnTo>
                  <a:pt x="0" y="0"/>
                </a:lnTo>
                <a:lnTo>
                  <a:pt x="0" y="3831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53" name="Text Training">
            <a:extLst xmlns:a="http://schemas.openxmlformats.org/drawingml/2006/main">
              <a:ext uri="{FF2B5EF4-FFF2-40B4-BE49-F238E27FC236}">
                <a16:creationId xmlns:a16="http://schemas.microsoft.com/office/drawing/2014/main" id="{62AE3449-EB97-4134-8333-E5243C41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41" y="188137"/>
            <a:ext cx="641345" cy="161062"/>
          </a:xfrm>
          <a:custGeom xmlns:a="http://schemas.openxmlformats.org/drawingml/2006/main">
            <a:pathLst>
              <a:path w="641345" h="161062">
                <a:moveTo>
                  <a:pt x="0" y="0"/>
                </a:moveTo>
                <a:lnTo>
                  <a:pt x="96175" y="0"/>
                </a:lnTo>
                <a:lnTo>
                  <a:pt x="96175" y="30932"/>
                </a:lnTo>
                <a:lnTo>
                  <a:pt x="87464" y="30932"/>
                </a:lnTo>
                <a:cubicBezTo>
                  <a:pt x="86160" y="25836"/>
                  <a:pt x="84871" y="21807"/>
                  <a:pt x="83597" y="18844"/>
                </a:cubicBezTo>
                <a:cubicBezTo>
                  <a:pt x="82323" y="15881"/>
                  <a:pt x="80975" y="13629"/>
                  <a:pt x="79553" y="12089"/>
                </a:cubicBezTo>
                <a:cubicBezTo>
                  <a:pt x="78131" y="10548"/>
                  <a:pt x="76605" y="9452"/>
                  <a:pt x="74975" y="8800"/>
                </a:cubicBezTo>
                <a:cubicBezTo>
                  <a:pt x="73346" y="8148"/>
                  <a:pt x="70901" y="7822"/>
                  <a:pt x="67642" y="7822"/>
                </a:cubicBezTo>
                <a:lnTo>
                  <a:pt x="56354" y="7822"/>
                </a:lnTo>
                <a:lnTo>
                  <a:pt x="56354" y="98841"/>
                </a:lnTo>
                <a:cubicBezTo>
                  <a:pt x="56354" y="102338"/>
                  <a:pt x="56546" y="105123"/>
                  <a:pt x="56932" y="107197"/>
                </a:cubicBezTo>
                <a:cubicBezTo>
                  <a:pt x="57317" y="109271"/>
                  <a:pt x="57909" y="110915"/>
                  <a:pt x="58709" y="112130"/>
                </a:cubicBezTo>
                <a:cubicBezTo>
                  <a:pt x="59509" y="113345"/>
                  <a:pt x="60591" y="114293"/>
                  <a:pt x="61954" y="114974"/>
                </a:cubicBezTo>
                <a:cubicBezTo>
                  <a:pt x="63317" y="115656"/>
                  <a:pt x="65450" y="116322"/>
                  <a:pt x="68353" y="116974"/>
                </a:cubicBezTo>
                <a:lnTo>
                  <a:pt x="68353" y="121330"/>
                </a:lnTo>
                <a:lnTo>
                  <a:pt x="27732" y="121330"/>
                </a:lnTo>
                <a:lnTo>
                  <a:pt x="27732" y="116974"/>
                </a:lnTo>
                <a:cubicBezTo>
                  <a:pt x="29510" y="116559"/>
                  <a:pt x="31081" y="116115"/>
                  <a:pt x="32443" y="115641"/>
                </a:cubicBezTo>
                <a:cubicBezTo>
                  <a:pt x="33806" y="115167"/>
                  <a:pt x="34917" y="114589"/>
                  <a:pt x="35777" y="113908"/>
                </a:cubicBezTo>
                <a:cubicBezTo>
                  <a:pt x="36636" y="113226"/>
                  <a:pt x="37347" y="112352"/>
                  <a:pt x="37910" y="111285"/>
                </a:cubicBezTo>
                <a:cubicBezTo>
                  <a:pt x="38473" y="110219"/>
                  <a:pt x="38917" y="108767"/>
                  <a:pt x="39243" y="106930"/>
                </a:cubicBezTo>
                <a:cubicBezTo>
                  <a:pt x="39569" y="105093"/>
                  <a:pt x="39732" y="102397"/>
                  <a:pt x="39732" y="98841"/>
                </a:cubicBezTo>
                <a:lnTo>
                  <a:pt x="39732" y="7822"/>
                </a:lnTo>
                <a:lnTo>
                  <a:pt x="28532" y="7822"/>
                </a:lnTo>
                <a:cubicBezTo>
                  <a:pt x="25747" y="7822"/>
                  <a:pt x="23451" y="8089"/>
                  <a:pt x="21644" y="8622"/>
                </a:cubicBezTo>
                <a:cubicBezTo>
                  <a:pt x="19836" y="9155"/>
                  <a:pt x="18162" y="10266"/>
                  <a:pt x="16622" y="11955"/>
                </a:cubicBezTo>
                <a:cubicBezTo>
                  <a:pt x="15081" y="13644"/>
                  <a:pt x="13674" y="16044"/>
                  <a:pt x="12400" y="19155"/>
                </a:cubicBezTo>
                <a:cubicBezTo>
                  <a:pt x="11126" y="22266"/>
                  <a:pt x="9926" y="26192"/>
                  <a:pt x="8800" y="30932"/>
                </a:cubicBezTo>
                <a:lnTo>
                  <a:pt x="0" y="30932"/>
                </a:lnTo>
                <a:lnTo>
                  <a:pt x="0" y="0"/>
                </a:lnTo>
                <a:close/>
                <a:moveTo>
                  <a:pt x="127786" y="51110"/>
                </a:moveTo>
                <a:lnTo>
                  <a:pt x="129031" y="51376"/>
                </a:lnTo>
                <a:cubicBezTo>
                  <a:pt x="132290" y="47406"/>
                  <a:pt x="135312" y="44280"/>
                  <a:pt x="138097" y="41999"/>
                </a:cubicBezTo>
                <a:cubicBezTo>
                  <a:pt x="140882" y="39717"/>
                  <a:pt x="143889" y="37954"/>
                  <a:pt x="147119" y="36710"/>
                </a:cubicBezTo>
                <a:cubicBezTo>
                  <a:pt x="150348" y="35466"/>
                  <a:pt x="154008" y="34843"/>
                  <a:pt x="158096" y="34843"/>
                </a:cubicBezTo>
                <a:cubicBezTo>
                  <a:pt x="161533" y="34843"/>
                  <a:pt x="164644" y="35021"/>
                  <a:pt x="167429" y="35377"/>
                </a:cubicBezTo>
                <a:lnTo>
                  <a:pt x="167429" y="55820"/>
                </a:lnTo>
                <a:lnTo>
                  <a:pt x="157385" y="55820"/>
                </a:lnTo>
                <a:cubicBezTo>
                  <a:pt x="155963" y="52621"/>
                  <a:pt x="154452" y="50295"/>
                  <a:pt x="152852" y="48843"/>
                </a:cubicBezTo>
                <a:cubicBezTo>
                  <a:pt x="151252" y="47391"/>
                  <a:pt x="149060" y="46665"/>
                  <a:pt x="146274" y="46665"/>
                </a:cubicBezTo>
                <a:cubicBezTo>
                  <a:pt x="144141" y="46665"/>
                  <a:pt x="142023" y="47287"/>
                  <a:pt x="139919" y="48532"/>
                </a:cubicBezTo>
                <a:cubicBezTo>
                  <a:pt x="137815" y="49776"/>
                  <a:pt x="135786" y="51584"/>
                  <a:pt x="133830" y="53954"/>
                </a:cubicBezTo>
                <a:cubicBezTo>
                  <a:pt x="131875" y="56324"/>
                  <a:pt x="130527" y="58546"/>
                  <a:pt x="129786" y="60620"/>
                </a:cubicBezTo>
                <a:cubicBezTo>
                  <a:pt x="129045" y="62694"/>
                  <a:pt x="128675" y="65154"/>
                  <a:pt x="128675" y="67998"/>
                </a:cubicBezTo>
                <a:lnTo>
                  <a:pt x="128675" y="99108"/>
                </a:lnTo>
                <a:cubicBezTo>
                  <a:pt x="128675" y="104500"/>
                  <a:pt x="129001" y="108219"/>
                  <a:pt x="129653" y="110263"/>
                </a:cubicBezTo>
                <a:cubicBezTo>
                  <a:pt x="130305" y="112308"/>
                  <a:pt x="131386" y="113804"/>
                  <a:pt x="132897" y="114752"/>
                </a:cubicBezTo>
                <a:cubicBezTo>
                  <a:pt x="134408" y="115700"/>
                  <a:pt x="136675" y="116441"/>
                  <a:pt x="139697" y="116974"/>
                </a:cubicBezTo>
                <a:lnTo>
                  <a:pt x="139697" y="121330"/>
                </a:lnTo>
                <a:lnTo>
                  <a:pt x="103876" y="121330"/>
                </a:lnTo>
                <a:lnTo>
                  <a:pt x="103876" y="116974"/>
                </a:lnTo>
                <a:cubicBezTo>
                  <a:pt x="106128" y="116263"/>
                  <a:pt x="107742" y="115641"/>
                  <a:pt x="108720" y="115108"/>
                </a:cubicBezTo>
                <a:cubicBezTo>
                  <a:pt x="109698" y="114574"/>
                  <a:pt x="110542" y="113833"/>
                  <a:pt x="111253" y="112885"/>
                </a:cubicBezTo>
                <a:cubicBezTo>
                  <a:pt x="111964" y="111937"/>
                  <a:pt x="112498" y="110485"/>
                  <a:pt x="112853" y="108530"/>
                </a:cubicBezTo>
                <a:cubicBezTo>
                  <a:pt x="113209" y="106574"/>
                  <a:pt x="113387" y="103523"/>
                  <a:pt x="113387" y="99375"/>
                </a:cubicBezTo>
                <a:lnTo>
                  <a:pt x="113387" y="60620"/>
                </a:lnTo>
                <a:cubicBezTo>
                  <a:pt x="113387" y="56828"/>
                  <a:pt x="113327" y="53776"/>
                  <a:pt x="113209" y="51465"/>
                </a:cubicBezTo>
                <a:cubicBezTo>
                  <a:pt x="113090" y="49154"/>
                  <a:pt x="112676" y="47302"/>
                  <a:pt x="111964" y="45910"/>
                </a:cubicBezTo>
                <a:cubicBezTo>
                  <a:pt x="111253" y="44517"/>
                  <a:pt x="110172" y="43480"/>
                  <a:pt x="108720" y="42799"/>
                </a:cubicBezTo>
                <a:cubicBezTo>
                  <a:pt x="107268" y="42117"/>
                  <a:pt x="105209" y="41539"/>
                  <a:pt x="102543" y="41065"/>
                </a:cubicBezTo>
                <a:lnTo>
                  <a:pt x="102543" y="36443"/>
                </a:lnTo>
                <a:lnTo>
                  <a:pt x="123342" y="35554"/>
                </a:lnTo>
                <a:lnTo>
                  <a:pt x="128764" y="35554"/>
                </a:lnTo>
                <a:lnTo>
                  <a:pt x="127786" y="51110"/>
                </a:lnTo>
                <a:close/>
                <a:moveTo>
                  <a:pt x="227068" y="108619"/>
                </a:moveTo>
                <a:lnTo>
                  <a:pt x="225735" y="108263"/>
                </a:lnTo>
                <a:cubicBezTo>
                  <a:pt x="220580" y="113537"/>
                  <a:pt x="215735" y="117270"/>
                  <a:pt x="211202" y="119463"/>
                </a:cubicBezTo>
                <a:cubicBezTo>
                  <a:pt x="206669" y="121655"/>
                  <a:pt x="201854" y="122752"/>
                  <a:pt x="196758" y="122752"/>
                </a:cubicBezTo>
                <a:cubicBezTo>
                  <a:pt x="192255" y="122752"/>
                  <a:pt x="188284" y="121878"/>
                  <a:pt x="184847" y="120130"/>
                </a:cubicBezTo>
                <a:cubicBezTo>
                  <a:pt x="181410" y="118381"/>
                  <a:pt x="178773" y="115922"/>
                  <a:pt x="176937" y="112752"/>
                </a:cubicBezTo>
                <a:cubicBezTo>
                  <a:pt x="175100" y="109582"/>
                  <a:pt x="174181" y="105923"/>
                  <a:pt x="174181" y="101775"/>
                </a:cubicBezTo>
                <a:cubicBezTo>
                  <a:pt x="174181" y="93123"/>
                  <a:pt x="178462" y="86442"/>
                  <a:pt x="187025" y="81731"/>
                </a:cubicBezTo>
                <a:cubicBezTo>
                  <a:pt x="195588" y="77020"/>
                  <a:pt x="208432" y="74279"/>
                  <a:pt x="225557" y="73509"/>
                </a:cubicBezTo>
                <a:lnTo>
                  <a:pt x="225557" y="67731"/>
                </a:lnTo>
                <a:cubicBezTo>
                  <a:pt x="225557" y="61568"/>
                  <a:pt x="224965" y="56709"/>
                  <a:pt x="223779" y="53154"/>
                </a:cubicBezTo>
                <a:cubicBezTo>
                  <a:pt x="222594" y="49598"/>
                  <a:pt x="220728" y="46991"/>
                  <a:pt x="218180" y="45332"/>
                </a:cubicBezTo>
                <a:cubicBezTo>
                  <a:pt x="215632" y="43673"/>
                  <a:pt x="212224" y="42843"/>
                  <a:pt x="207958" y="42843"/>
                </a:cubicBezTo>
                <a:cubicBezTo>
                  <a:pt x="203336" y="42843"/>
                  <a:pt x="199617" y="44058"/>
                  <a:pt x="196803" y="46487"/>
                </a:cubicBezTo>
                <a:cubicBezTo>
                  <a:pt x="193988" y="48917"/>
                  <a:pt x="191869" y="52561"/>
                  <a:pt x="190447" y="57420"/>
                </a:cubicBezTo>
                <a:lnTo>
                  <a:pt x="178803" y="57420"/>
                </a:lnTo>
                <a:lnTo>
                  <a:pt x="178803" y="45865"/>
                </a:lnTo>
                <a:cubicBezTo>
                  <a:pt x="184492" y="42902"/>
                  <a:pt x="189232" y="40725"/>
                  <a:pt x="193025" y="39332"/>
                </a:cubicBezTo>
                <a:cubicBezTo>
                  <a:pt x="196817" y="37940"/>
                  <a:pt x="200610" y="36843"/>
                  <a:pt x="204402" y="36043"/>
                </a:cubicBezTo>
                <a:cubicBezTo>
                  <a:pt x="208195" y="35243"/>
                  <a:pt x="212047" y="34843"/>
                  <a:pt x="215958" y="34843"/>
                </a:cubicBezTo>
                <a:cubicBezTo>
                  <a:pt x="221824" y="34843"/>
                  <a:pt x="226535" y="35777"/>
                  <a:pt x="230090" y="37643"/>
                </a:cubicBezTo>
                <a:cubicBezTo>
                  <a:pt x="233646" y="39510"/>
                  <a:pt x="236312" y="42369"/>
                  <a:pt x="238090" y="46221"/>
                </a:cubicBezTo>
                <a:cubicBezTo>
                  <a:pt x="239868" y="50073"/>
                  <a:pt x="240757" y="55880"/>
                  <a:pt x="240757" y="63642"/>
                </a:cubicBezTo>
                <a:lnTo>
                  <a:pt x="240757" y="94575"/>
                </a:lnTo>
                <a:cubicBezTo>
                  <a:pt x="240757" y="98960"/>
                  <a:pt x="240786" y="102056"/>
                  <a:pt x="240846" y="103863"/>
                </a:cubicBezTo>
                <a:cubicBezTo>
                  <a:pt x="240905" y="105671"/>
                  <a:pt x="241083" y="107345"/>
                  <a:pt x="241379" y="108885"/>
                </a:cubicBezTo>
                <a:cubicBezTo>
                  <a:pt x="241675" y="110426"/>
                  <a:pt x="242120" y="111656"/>
                  <a:pt x="242712" y="112574"/>
                </a:cubicBezTo>
                <a:cubicBezTo>
                  <a:pt x="243305" y="113493"/>
                  <a:pt x="244179" y="114278"/>
                  <a:pt x="245334" y="114930"/>
                </a:cubicBezTo>
                <a:cubicBezTo>
                  <a:pt x="246490" y="115582"/>
                  <a:pt x="248371" y="116263"/>
                  <a:pt x="250979" y="116974"/>
                </a:cubicBezTo>
                <a:lnTo>
                  <a:pt x="250979" y="121330"/>
                </a:lnTo>
                <a:lnTo>
                  <a:pt x="226624" y="121330"/>
                </a:lnTo>
                <a:lnTo>
                  <a:pt x="227068" y="108619"/>
                </a:lnTo>
                <a:moveTo>
                  <a:pt x="225557" y="80797"/>
                </a:moveTo>
                <a:cubicBezTo>
                  <a:pt x="213528" y="80916"/>
                  <a:pt x="204521" y="82516"/>
                  <a:pt x="198536" y="85597"/>
                </a:cubicBezTo>
                <a:cubicBezTo>
                  <a:pt x="192551" y="88679"/>
                  <a:pt x="189558" y="93330"/>
                  <a:pt x="189558" y="99552"/>
                </a:cubicBezTo>
                <a:cubicBezTo>
                  <a:pt x="189558" y="102930"/>
                  <a:pt x="190240" y="105597"/>
                  <a:pt x="191603" y="107552"/>
                </a:cubicBezTo>
                <a:cubicBezTo>
                  <a:pt x="192966" y="109508"/>
                  <a:pt x="194684" y="110856"/>
                  <a:pt x="196758" y="111597"/>
                </a:cubicBezTo>
                <a:cubicBezTo>
                  <a:pt x="198832" y="112337"/>
                  <a:pt x="201291" y="112708"/>
                  <a:pt x="204136" y="112708"/>
                </a:cubicBezTo>
                <a:cubicBezTo>
                  <a:pt x="208165" y="112708"/>
                  <a:pt x="211824" y="111730"/>
                  <a:pt x="215113" y="109774"/>
                </a:cubicBezTo>
                <a:cubicBezTo>
                  <a:pt x="218402" y="107819"/>
                  <a:pt x="220965" y="105330"/>
                  <a:pt x="222802" y="102308"/>
                </a:cubicBezTo>
                <a:cubicBezTo>
                  <a:pt x="224639" y="99286"/>
                  <a:pt x="225557" y="96293"/>
                  <a:pt x="225557" y="93330"/>
                </a:cubicBezTo>
                <a:lnTo>
                  <a:pt x="225557" y="80797"/>
                </a:lnTo>
                <a:close/>
                <a:moveTo>
                  <a:pt x="288492" y="1511"/>
                </a:moveTo>
                <a:lnTo>
                  <a:pt x="288492" y="18755"/>
                </a:lnTo>
                <a:lnTo>
                  <a:pt x="272137" y="18755"/>
                </a:lnTo>
                <a:lnTo>
                  <a:pt x="272137" y="1511"/>
                </a:lnTo>
                <a:lnTo>
                  <a:pt x="288492" y="1511"/>
                </a:lnTo>
                <a:moveTo>
                  <a:pt x="263071" y="116974"/>
                </a:moveTo>
                <a:cubicBezTo>
                  <a:pt x="265382" y="116263"/>
                  <a:pt x="267026" y="115641"/>
                  <a:pt x="268004" y="115108"/>
                </a:cubicBezTo>
                <a:cubicBezTo>
                  <a:pt x="268982" y="114574"/>
                  <a:pt x="269811" y="113833"/>
                  <a:pt x="270493" y="112885"/>
                </a:cubicBezTo>
                <a:cubicBezTo>
                  <a:pt x="271174" y="111937"/>
                  <a:pt x="271708" y="110485"/>
                  <a:pt x="272093" y="108530"/>
                </a:cubicBezTo>
                <a:cubicBezTo>
                  <a:pt x="272478" y="106574"/>
                  <a:pt x="272670" y="103523"/>
                  <a:pt x="272670" y="99375"/>
                </a:cubicBezTo>
                <a:lnTo>
                  <a:pt x="272670" y="60620"/>
                </a:lnTo>
                <a:cubicBezTo>
                  <a:pt x="272670" y="56828"/>
                  <a:pt x="272611" y="53776"/>
                  <a:pt x="272493" y="51465"/>
                </a:cubicBezTo>
                <a:cubicBezTo>
                  <a:pt x="272374" y="49154"/>
                  <a:pt x="271959" y="47302"/>
                  <a:pt x="271248" y="45910"/>
                </a:cubicBezTo>
                <a:cubicBezTo>
                  <a:pt x="270537" y="44517"/>
                  <a:pt x="269456" y="43480"/>
                  <a:pt x="268004" y="42799"/>
                </a:cubicBezTo>
                <a:cubicBezTo>
                  <a:pt x="266552" y="42117"/>
                  <a:pt x="264493" y="41539"/>
                  <a:pt x="261826" y="41065"/>
                </a:cubicBezTo>
                <a:lnTo>
                  <a:pt x="261826" y="36354"/>
                </a:lnTo>
                <a:lnTo>
                  <a:pt x="282537" y="35554"/>
                </a:lnTo>
                <a:lnTo>
                  <a:pt x="287959" y="35554"/>
                </a:lnTo>
                <a:lnTo>
                  <a:pt x="287959" y="99108"/>
                </a:lnTo>
                <a:cubicBezTo>
                  <a:pt x="287959" y="104204"/>
                  <a:pt x="288196" y="107745"/>
                  <a:pt x="288670" y="109730"/>
                </a:cubicBezTo>
                <a:cubicBezTo>
                  <a:pt x="289144" y="111715"/>
                  <a:pt x="290048" y="113226"/>
                  <a:pt x="291381" y="114263"/>
                </a:cubicBezTo>
                <a:cubicBezTo>
                  <a:pt x="292714" y="115300"/>
                  <a:pt x="294892" y="116204"/>
                  <a:pt x="297914" y="116974"/>
                </a:cubicBezTo>
                <a:lnTo>
                  <a:pt x="297914" y="121330"/>
                </a:lnTo>
                <a:lnTo>
                  <a:pt x="263071" y="121330"/>
                </a:lnTo>
                <a:lnTo>
                  <a:pt x="263071" y="116974"/>
                </a:lnTo>
                <a:close/>
                <a:moveTo>
                  <a:pt x="400253" y="121330"/>
                </a:moveTo>
                <a:lnTo>
                  <a:pt x="365231" y="121330"/>
                </a:lnTo>
                <a:lnTo>
                  <a:pt x="365231" y="116974"/>
                </a:lnTo>
                <a:cubicBezTo>
                  <a:pt x="367543" y="116263"/>
                  <a:pt x="369202" y="115641"/>
                  <a:pt x="370209" y="115108"/>
                </a:cubicBezTo>
                <a:cubicBezTo>
                  <a:pt x="371216" y="114574"/>
                  <a:pt x="372061" y="113833"/>
                  <a:pt x="372742" y="112885"/>
                </a:cubicBezTo>
                <a:cubicBezTo>
                  <a:pt x="373424" y="111937"/>
                  <a:pt x="373957" y="110471"/>
                  <a:pt x="374342" y="108485"/>
                </a:cubicBezTo>
                <a:cubicBezTo>
                  <a:pt x="374727" y="106500"/>
                  <a:pt x="374920" y="103493"/>
                  <a:pt x="374920" y="99464"/>
                </a:cubicBezTo>
                <a:lnTo>
                  <a:pt x="374920" y="76175"/>
                </a:lnTo>
                <a:cubicBezTo>
                  <a:pt x="374920" y="72027"/>
                  <a:pt x="374802" y="68265"/>
                  <a:pt x="374565" y="64887"/>
                </a:cubicBezTo>
                <a:cubicBezTo>
                  <a:pt x="374328" y="61509"/>
                  <a:pt x="373928" y="58739"/>
                  <a:pt x="373365" y="56576"/>
                </a:cubicBezTo>
                <a:cubicBezTo>
                  <a:pt x="372802" y="54413"/>
                  <a:pt x="372120" y="52724"/>
                  <a:pt x="371320" y="51509"/>
                </a:cubicBezTo>
                <a:cubicBezTo>
                  <a:pt x="370520" y="50295"/>
                  <a:pt x="369572" y="49258"/>
                  <a:pt x="368476" y="48398"/>
                </a:cubicBezTo>
                <a:cubicBezTo>
                  <a:pt x="367380" y="47539"/>
                  <a:pt x="366120" y="46858"/>
                  <a:pt x="364698" y="46354"/>
                </a:cubicBezTo>
                <a:cubicBezTo>
                  <a:pt x="363276" y="45850"/>
                  <a:pt x="361409" y="45599"/>
                  <a:pt x="359098" y="45599"/>
                </a:cubicBezTo>
                <a:cubicBezTo>
                  <a:pt x="356787" y="45599"/>
                  <a:pt x="354595" y="46058"/>
                  <a:pt x="352521" y="46976"/>
                </a:cubicBezTo>
                <a:cubicBezTo>
                  <a:pt x="350447" y="47895"/>
                  <a:pt x="348165" y="49480"/>
                  <a:pt x="345677" y="51732"/>
                </a:cubicBezTo>
                <a:cubicBezTo>
                  <a:pt x="343188" y="53983"/>
                  <a:pt x="341380" y="56206"/>
                  <a:pt x="340255" y="58398"/>
                </a:cubicBezTo>
                <a:cubicBezTo>
                  <a:pt x="339129" y="60591"/>
                  <a:pt x="338566" y="63109"/>
                  <a:pt x="338566" y="65953"/>
                </a:cubicBezTo>
                <a:lnTo>
                  <a:pt x="338566" y="99108"/>
                </a:lnTo>
                <a:cubicBezTo>
                  <a:pt x="338566" y="104204"/>
                  <a:pt x="338803" y="107745"/>
                  <a:pt x="339277" y="109730"/>
                </a:cubicBezTo>
                <a:cubicBezTo>
                  <a:pt x="339751" y="111715"/>
                  <a:pt x="340654" y="113226"/>
                  <a:pt x="341988" y="114263"/>
                </a:cubicBezTo>
                <a:cubicBezTo>
                  <a:pt x="343321" y="115300"/>
                  <a:pt x="345499" y="116204"/>
                  <a:pt x="348521" y="116974"/>
                </a:cubicBezTo>
                <a:lnTo>
                  <a:pt x="348521" y="121330"/>
                </a:lnTo>
                <a:lnTo>
                  <a:pt x="313678" y="121330"/>
                </a:lnTo>
                <a:lnTo>
                  <a:pt x="313678" y="116974"/>
                </a:lnTo>
                <a:cubicBezTo>
                  <a:pt x="315989" y="116263"/>
                  <a:pt x="317633" y="115641"/>
                  <a:pt x="318611" y="115108"/>
                </a:cubicBezTo>
                <a:cubicBezTo>
                  <a:pt x="319588" y="114574"/>
                  <a:pt x="320418" y="113833"/>
                  <a:pt x="321100" y="112885"/>
                </a:cubicBezTo>
                <a:cubicBezTo>
                  <a:pt x="321781" y="111937"/>
                  <a:pt x="322314" y="110485"/>
                  <a:pt x="322699" y="108530"/>
                </a:cubicBezTo>
                <a:cubicBezTo>
                  <a:pt x="323085" y="106574"/>
                  <a:pt x="323277" y="103523"/>
                  <a:pt x="323277" y="99375"/>
                </a:cubicBezTo>
                <a:lnTo>
                  <a:pt x="323277" y="60620"/>
                </a:lnTo>
                <a:cubicBezTo>
                  <a:pt x="323277" y="56828"/>
                  <a:pt x="323218" y="53776"/>
                  <a:pt x="323099" y="51465"/>
                </a:cubicBezTo>
                <a:cubicBezTo>
                  <a:pt x="322981" y="49154"/>
                  <a:pt x="322566" y="47302"/>
                  <a:pt x="321855" y="45910"/>
                </a:cubicBezTo>
                <a:cubicBezTo>
                  <a:pt x="321144" y="44517"/>
                  <a:pt x="320063" y="43480"/>
                  <a:pt x="318611" y="42799"/>
                </a:cubicBezTo>
                <a:cubicBezTo>
                  <a:pt x="317159" y="42117"/>
                  <a:pt x="315100" y="41539"/>
                  <a:pt x="312433" y="41065"/>
                </a:cubicBezTo>
                <a:lnTo>
                  <a:pt x="312433" y="36354"/>
                </a:lnTo>
                <a:lnTo>
                  <a:pt x="333233" y="35554"/>
                </a:lnTo>
                <a:lnTo>
                  <a:pt x="338655" y="35554"/>
                </a:lnTo>
                <a:lnTo>
                  <a:pt x="337677" y="50043"/>
                </a:lnTo>
                <a:lnTo>
                  <a:pt x="338921" y="50398"/>
                </a:lnTo>
                <a:cubicBezTo>
                  <a:pt x="343306" y="45954"/>
                  <a:pt x="346847" y="42784"/>
                  <a:pt x="349543" y="40888"/>
                </a:cubicBezTo>
                <a:cubicBezTo>
                  <a:pt x="352239" y="38991"/>
                  <a:pt x="354965" y="37525"/>
                  <a:pt x="357721" y="36488"/>
                </a:cubicBezTo>
                <a:cubicBezTo>
                  <a:pt x="360476" y="35451"/>
                  <a:pt x="363395" y="34932"/>
                  <a:pt x="366476" y="34932"/>
                </a:cubicBezTo>
                <a:cubicBezTo>
                  <a:pt x="369676" y="34932"/>
                  <a:pt x="372535" y="35303"/>
                  <a:pt x="375053" y="36043"/>
                </a:cubicBezTo>
                <a:cubicBezTo>
                  <a:pt x="377572" y="36784"/>
                  <a:pt x="379794" y="37925"/>
                  <a:pt x="381720" y="39465"/>
                </a:cubicBezTo>
                <a:cubicBezTo>
                  <a:pt x="383646" y="41006"/>
                  <a:pt x="385231" y="42917"/>
                  <a:pt x="386475" y="45199"/>
                </a:cubicBezTo>
                <a:cubicBezTo>
                  <a:pt x="387720" y="47480"/>
                  <a:pt x="388653" y="50221"/>
                  <a:pt x="389275" y="53421"/>
                </a:cubicBezTo>
                <a:cubicBezTo>
                  <a:pt x="389897" y="56620"/>
                  <a:pt x="390208" y="60680"/>
                  <a:pt x="390208" y="65598"/>
                </a:cubicBezTo>
                <a:lnTo>
                  <a:pt x="390208" y="99108"/>
                </a:lnTo>
                <a:cubicBezTo>
                  <a:pt x="390208" y="103197"/>
                  <a:pt x="390327" y="106160"/>
                  <a:pt x="390564" y="107997"/>
                </a:cubicBezTo>
                <a:cubicBezTo>
                  <a:pt x="390801" y="109834"/>
                  <a:pt x="391216" y="111256"/>
                  <a:pt x="391808" y="112263"/>
                </a:cubicBezTo>
                <a:cubicBezTo>
                  <a:pt x="392401" y="113271"/>
                  <a:pt x="393260" y="114115"/>
                  <a:pt x="394386" y="114796"/>
                </a:cubicBezTo>
                <a:cubicBezTo>
                  <a:pt x="395512" y="115478"/>
                  <a:pt x="397468" y="116204"/>
                  <a:pt x="400253" y="116974"/>
                </a:cubicBezTo>
                <a:lnTo>
                  <a:pt x="400253" y="121330"/>
                </a:lnTo>
                <a:close/>
                <a:moveTo>
                  <a:pt x="437764" y="1511"/>
                </a:moveTo>
                <a:lnTo>
                  <a:pt x="437764" y="18755"/>
                </a:lnTo>
                <a:lnTo>
                  <a:pt x="421409" y="18755"/>
                </a:lnTo>
                <a:lnTo>
                  <a:pt x="421409" y="1511"/>
                </a:lnTo>
                <a:lnTo>
                  <a:pt x="437764" y="1511"/>
                </a:lnTo>
                <a:moveTo>
                  <a:pt x="412343" y="116974"/>
                </a:moveTo>
                <a:cubicBezTo>
                  <a:pt x="414654" y="116263"/>
                  <a:pt x="416298" y="115641"/>
                  <a:pt x="417276" y="115108"/>
                </a:cubicBezTo>
                <a:cubicBezTo>
                  <a:pt x="418253" y="114574"/>
                  <a:pt x="419083" y="113833"/>
                  <a:pt x="419765" y="112885"/>
                </a:cubicBezTo>
                <a:cubicBezTo>
                  <a:pt x="420446" y="111937"/>
                  <a:pt x="420979" y="110485"/>
                  <a:pt x="421364" y="108530"/>
                </a:cubicBezTo>
                <a:cubicBezTo>
                  <a:pt x="421750" y="106574"/>
                  <a:pt x="421942" y="103523"/>
                  <a:pt x="421942" y="99375"/>
                </a:cubicBezTo>
                <a:lnTo>
                  <a:pt x="421942" y="60620"/>
                </a:lnTo>
                <a:cubicBezTo>
                  <a:pt x="421942" y="56828"/>
                  <a:pt x="421883" y="53776"/>
                  <a:pt x="421764" y="51465"/>
                </a:cubicBezTo>
                <a:cubicBezTo>
                  <a:pt x="421646" y="49154"/>
                  <a:pt x="421231" y="47302"/>
                  <a:pt x="420520" y="45910"/>
                </a:cubicBezTo>
                <a:cubicBezTo>
                  <a:pt x="419809" y="44517"/>
                  <a:pt x="418728" y="43480"/>
                  <a:pt x="417276" y="42799"/>
                </a:cubicBezTo>
                <a:cubicBezTo>
                  <a:pt x="415824" y="42117"/>
                  <a:pt x="413765" y="41539"/>
                  <a:pt x="411098" y="41065"/>
                </a:cubicBezTo>
                <a:lnTo>
                  <a:pt x="411098" y="36354"/>
                </a:lnTo>
                <a:lnTo>
                  <a:pt x="431809" y="35554"/>
                </a:lnTo>
                <a:lnTo>
                  <a:pt x="437231" y="35554"/>
                </a:lnTo>
                <a:lnTo>
                  <a:pt x="437231" y="99108"/>
                </a:lnTo>
                <a:cubicBezTo>
                  <a:pt x="437231" y="104204"/>
                  <a:pt x="437468" y="107745"/>
                  <a:pt x="437942" y="109730"/>
                </a:cubicBezTo>
                <a:cubicBezTo>
                  <a:pt x="438416" y="111715"/>
                  <a:pt x="439319" y="113226"/>
                  <a:pt x="440653" y="114263"/>
                </a:cubicBezTo>
                <a:cubicBezTo>
                  <a:pt x="441986" y="115300"/>
                  <a:pt x="444164" y="116204"/>
                  <a:pt x="447186" y="116974"/>
                </a:cubicBezTo>
                <a:lnTo>
                  <a:pt x="447186" y="121330"/>
                </a:lnTo>
                <a:lnTo>
                  <a:pt x="412343" y="121330"/>
                </a:lnTo>
                <a:lnTo>
                  <a:pt x="412343" y="116974"/>
                </a:lnTo>
                <a:close/>
                <a:moveTo>
                  <a:pt x="548068" y="121330"/>
                </a:moveTo>
                <a:lnTo>
                  <a:pt x="513047" y="121330"/>
                </a:lnTo>
                <a:lnTo>
                  <a:pt x="513047" y="116974"/>
                </a:lnTo>
                <a:cubicBezTo>
                  <a:pt x="515358" y="116263"/>
                  <a:pt x="517017" y="115641"/>
                  <a:pt x="518025" y="115108"/>
                </a:cubicBezTo>
                <a:cubicBezTo>
                  <a:pt x="519032" y="114574"/>
                  <a:pt x="519876" y="113833"/>
                  <a:pt x="520558" y="112885"/>
                </a:cubicBezTo>
                <a:cubicBezTo>
                  <a:pt x="521239" y="111937"/>
                  <a:pt x="521773" y="110471"/>
                  <a:pt x="522158" y="108485"/>
                </a:cubicBezTo>
                <a:cubicBezTo>
                  <a:pt x="522543" y="106500"/>
                  <a:pt x="522736" y="103493"/>
                  <a:pt x="522736" y="99464"/>
                </a:cubicBezTo>
                <a:lnTo>
                  <a:pt x="522736" y="76175"/>
                </a:lnTo>
                <a:cubicBezTo>
                  <a:pt x="522736" y="72027"/>
                  <a:pt x="522617" y="68265"/>
                  <a:pt x="522380" y="64887"/>
                </a:cubicBezTo>
                <a:cubicBezTo>
                  <a:pt x="522143" y="61509"/>
                  <a:pt x="521743" y="58739"/>
                  <a:pt x="521180" y="56576"/>
                </a:cubicBezTo>
                <a:cubicBezTo>
                  <a:pt x="520617" y="54413"/>
                  <a:pt x="519936" y="52724"/>
                  <a:pt x="519136" y="51509"/>
                </a:cubicBezTo>
                <a:cubicBezTo>
                  <a:pt x="518336" y="50295"/>
                  <a:pt x="517388" y="49258"/>
                  <a:pt x="516291" y="48398"/>
                </a:cubicBezTo>
                <a:cubicBezTo>
                  <a:pt x="515195" y="47539"/>
                  <a:pt x="513936" y="46858"/>
                  <a:pt x="512514" y="46354"/>
                </a:cubicBezTo>
                <a:cubicBezTo>
                  <a:pt x="511091" y="45850"/>
                  <a:pt x="509225" y="45599"/>
                  <a:pt x="506914" y="45599"/>
                </a:cubicBezTo>
                <a:cubicBezTo>
                  <a:pt x="504603" y="45599"/>
                  <a:pt x="502410" y="46058"/>
                  <a:pt x="500336" y="46976"/>
                </a:cubicBezTo>
                <a:cubicBezTo>
                  <a:pt x="498262" y="47895"/>
                  <a:pt x="495981" y="49480"/>
                  <a:pt x="493492" y="51732"/>
                </a:cubicBezTo>
                <a:cubicBezTo>
                  <a:pt x="491003" y="53983"/>
                  <a:pt x="489196" y="56206"/>
                  <a:pt x="488070" y="58398"/>
                </a:cubicBezTo>
                <a:cubicBezTo>
                  <a:pt x="486944" y="60591"/>
                  <a:pt x="486381" y="63109"/>
                  <a:pt x="486381" y="65953"/>
                </a:cubicBezTo>
                <a:lnTo>
                  <a:pt x="486381" y="99108"/>
                </a:lnTo>
                <a:cubicBezTo>
                  <a:pt x="486381" y="104204"/>
                  <a:pt x="486618" y="107745"/>
                  <a:pt x="487092" y="109730"/>
                </a:cubicBezTo>
                <a:cubicBezTo>
                  <a:pt x="487566" y="111715"/>
                  <a:pt x="488470" y="113226"/>
                  <a:pt x="489803" y="114263"/>
                </a:cubicBezTo>
                <a:cubicBezTo>
                  <a:pt x="491136" y="115300"/>
                  <a:pt x="493314" y="116204"/>
                  <a:pt x="496336" y="116974"/>
                </a:cubicBezTo>
                <a:lnTo>
                  <a:pt x="496336" y="121330"/>
                </a:lnTo>
                <a:lnTo>
                  <a:pt x="461493" y="121330"/>
                </a:lnTo>
                <a:lnTo>
                  <a:pt x="461493" y="116974"/>
                </a:lnTo>
                <a:cubicBezTo>
                  <a:pt x="463804" y="116263"/>
                  <a:pt x="465448" y="115641"/>
                  <a:pt x="466426" y="115108"/>
                </a:cubicBezTo>
                <a:cubicBezTo>
                  <a:pt x="467404" y="114574"/>
                  <a:pt x="468234" y="113833"/>
                  <a:pt x="468915" y="112885"/>
                </a:cubicBezTo>
                <a:cubicBezTo>
                  <a:pt x="469596" y="111937"/>
                  <a:pt x="470130" y="110485"/>
                  <a:pt x="470515" y="108530"/>
                </a:cubicBezTo>
                <a:cubicBezTo>
                  <a:pt x="470900" y="106574"/>
                  <a:pt x="471093" y="103523"/>
                  <a:pt x="471093" y="99375"/>
                </a:cubicBezTo>
                <a:lnTo>
                  <a:pt x="471093" y="60620"/>
                </a:lnTo>
                <a:cubicBezTo>
                  <a:pt x="471093" y="56828"/>
                  <a:pt x="471033" y="53776"/>
                  <a:pt x="470915" y="51465"/>
                </a:cubicBezTo>
                <a:cubicBezTo>
                  <a:pt x="470796" y="49154"/>
                  <a:pt x="470382" y="47302"/>
                  <a:pt x="469670" y="45910"/>
                </a:cubicBezTo>
                <a:cubicBezTo>
                  <a:pt x="468959" y="44517"/>
                  <a:pt x="467878" y="43480"/>
                  <a:pt x="466426" y="42799"/>
                </a:cubicBezTo>
                <a:cubicBezTo>
                  <a:pt x="464974" y="42117"/>
                  <a:pt x="462915" y="41539"/>
                  <a:pt x="460249" y="41065"/>
                </a:cubicBezTo>
                <a:lnTo>
                  <a:pt x="460249" y="36354"/>
                </a:lnTo>
                <a:lnTo>
                  <a:pt x="481048" y="35554"/>
                </a:lnTo>
                <a:lnTo>
                  <a:pt x="486470" y="35554"/>
                </a:lnTo>
                <a:lnTo>
                  <a:pt x="485492" y="50043"/>
                </a:lnTo>
                <a:lnTo>
                  <a:pt x="486737" y="50398"/>
                </a:lnTo>
                <a:cubicBezTo>
                  <a:pt x="491122" y="45954"/>
                  <a:pt x="494662" y="42784"/>
                  <a:pt x="497359" y="40888"/>
                </a:cubicBezTo>
                <a:cubicBezTo>
                  <a:pt x="500055" y="38991"/>
                  <a:pt x="502781" y="37525"/>
                  <a:pt x="505536" y="36488"/>
                </a:cubicBezTo>
                <a:cubicBezTo>
                  <a:pt x="508292" y="35451"/>
                  <a:pt x="511210" y="34932"/>
                  <a:pt x="514291" y="34932"/>
                </a:cubicBezTo>
                <a:cubicBezTo>
                  <a:pt x="517491" y="34932"/>
                  <a:pt x="520350" y="35303"/>
                  <a:pt x="522869" y="36043"/>
                </a:cubicBezTo>
                <a:cubicBezTo>
                  <a:pt x="525387" y="36784"/>
                  <a:pt x="527609" y="37925"/>
                  <a:pt x="529535" y="39465"/>
                </a:cubicBezTo>
                <a:cubicBezTo>
                  <a:pt x="531461" y="41006"/>
                  <a:pt x="533046" y="42917"/>
                  <a:pt x="534291" y="45199"/>
                </a:cubicBezTo>
                <a:cubicBezTo>
                  <a:pt x="535535" y="47480"/>
                  <a:pt x="536468" y="50221"/>
                  <a:pt x="537091" y="53421"/>
                </a:cubicBezTo>
                <a:cubicBezTo>
                  <a:pt x="537713" y="56620"/>
                  <a:pt x="538024" y="60680"/>
                  <a:pt x="538024" y="65598"/>
                </a:cubicBezTo>
                <a:lnTo>
                  <a:pt x="538024" y="99108"/>
                </a:lnTo>
                <a:cubicBezTo>
                  <a:pt x="538024" y="103197"/>
                  <a:pt x="538142" y="106160"/>
                  <a:pt x="538379" y="107997"/>
                </a:cubicBezTo>
                <a:cubicBezTo>
                  <a:pt x="538616" y="109834"/>
                  <a:pt x="539031" y="111256"/>
                  <a:pt x="539624" y="112263"/>
                </a:cubicBezTo>
                <a:cubicBezTo>
                  <a:pt x="540216" y="113271"/>
                  <a:pt x="541076" y="114115"/>
                  <a:pt x="542202" y="114796"/>
                </a:cubicBezTo>
                <a:cubicBezTo>
                  <a:pt x="543327" y="115478"/>
                  <a:pt x="545283" y="116204"/>
                  <a:pt x="548068" y="116974"/>
                </a:cubicBezTo>
                <a:lnTo>
                  <a:pt x="548068" y="121330"/>
                </a:lnTo>
                <a:close/>
                <a:moveTo>
                  <a:pt x="641345" y="45332"/>
                </a:moveTo>
                <a:lnTo>
                  <a:pt x="624901" y="44710"/>
                </a:lnTo>
                <a:lnTo>
                  <a:pt x="624101" y="45687"/>
                </a:lnTo>
                <a:cubicBezTo>
                  <a:pt x="625938" y="47524"/>
                  <a:pt x="627390" y="50028"/>
                  <a:pt x="628457" y="53198"/>
                </a:cubicBezTo>
                <a:cubicBezTo>
                  <a:pt x="629523" y="56369"/>
                  <a:pt x="630057" y="59791"/>
                  <a:pt x="630057" y="63465"/>
                </a:cubicBezTo>
                <a:cubicBezTo>
                  <a:pt x="630057" y="73124"/>
                  <a:pt x="627079" y="80575"/>
                  <a:pt x="621124" y="85820"/>
                </a:cubicBezTo>
                <a:cubicBezTo>
                  <a:pt x="615168" y="91064"/>
                  <a:pt x="606709" y="93686"/>
                  <a:pt x="595747" y="93686"/>
                </a:cubicBezTo>
                <a:cubicBezTo>
                  <a:pt x="590828" y="93686"/>
                  <a:pt x="586591" y="93064"/>
                  <a:pt x="583036" y="91819"/>
                </a:cubicBezTo>
                <a:cubicBezTo>
                  <a:pt x="578532" y="95256"/>
                  <a:pt x="576280" y="98634"/>
                  <a:pt x="576280" y="101952"/>
                </a:cubicBezTo>
                <a:cubicBezTo>
                  <a:pt x="576280" y="104145"/>
                  <a:pt x="576710" y="105804"/>
                  <a:pt x="577569" y="106930"/>
                </a:cubicBezTo>
                <a:cubicBezTo>
                  <a:pt x="578429" y="108056"/>
                  <a:pt x="579851" y="108856"/>
                  <a:pt x="581836" y="109330"/>
                </a:cubicBezTo>
                <a:cubicBezTo>
                  <a:pt x="583821" y="109804"/>
                  <a:pt x="586828" y="110041"/>
                  <a:pt x="590858" y="110041"/>
                </a:cubicBezTo>
                <a:lnTo>
                  <a:pt x="612190" y="110041"/>
                </a:lnTo>
                <a:cubicBezTo>
                  <a:pt x="618472" y="110041"/>
                  <a:pt x="623598" y="111019"/>
                  <a:pt x="627568" y="112974"/>
                </a:cubicBezTo>
                <a:cubicBezTo>
                  <a:pt x="631538" y="114930"/>
                  <a:pt x="634368" y="117552"/>
                  <a:pt x="636056" y="120841"/>
                </a:cubicBezTo>
                <a:cubicBezTo>
                  <a:pt x="637745" y="124129"/>
                  <a:pt x="638590" y="127966"/>
                  <a:pt x="638590" y="132351"/>
                </a:cubicBezTo>
                <a:cubicBezTo>
                  <a:pt x="638590" y="137922"/>
                  <a:pt x="636990" y="142884"/>
                  <a:pt x="633790" y="147240"/>
                </a:cubicBezTo>
                <a:cubicBezTo>
                  <a:pt x="630590" y="151595"/>
                  <a:pt x="625968" y="154988"/>
                  <a:pt x="619924" y="157417"/>
                </a:cubicBezTo>
                <a:cubicBezTo>
                  <a:pt x="613879" y="159847"/>
                  <a:pt x="606828" y="161062"/>
                  <a:pt x="598769" y="161062"/>
                </a:cubicBezTo>
                <a:cubicBezTo>
                  <a:pt x="592784" y="161062"/>
                  <a:pt x="587317" y="160706"/>
                  <a:pt x="582369" y="159995"/>
                </a:cubicBezTo>
                <a:cubicBezTo>
                  <a:pt x="577421" y="159284"/>
                  <a:pt x="573184" y="158084"/>
                  <a:pt x="569658" y="156395"/>
                </a:cubicBezTo>
                <a:cubicBezTo>
                  <a:pt x="566133" y="154706"/>
                  <a:pt x="563407" y="152484"/>
                  <a:pt x="561481" y="149729"/>
                </a:cubicBezTo>
                <a:cubicBezTo>
                  <a:pt x="559555" y="146973"/>
                  <a:pt x="558592" y="143521"/>
                  <a:pt x="558592" y="139373"/>
                </a:cubicBezTo>
                <a:cubicBezTo>
                  <a:pt x="558592" y="135640"/>
                  <a:pt x="559837" y="132248"/>
                  <a:pt x="562325" y="129196"/>
                </a:cubicBezTo>
                <a:cubicBezTo>
                  <a:pt x="564814" y="126144"/>
                  <a:pt x="568340" y="123463"/>
                  <a:pt x="572903" y="121152"/>
                </a:cubicBezTo>
                <a:cubicBezTo>
                  <a:pt x="570118" y="120026"/>
                  <a:pt x="567925" y="118367"/>
                  <a:pt x="566325" y="116174"/>
                </a:cubicBezTo>
                <a:cubicBezTo>
                  <a:pt x="564725" y="113982"/>
                  <a:pt x="563925" y="111404"/>
                  <a:pt x="563925" y="108441"/>
                </a:cubicBezTo>
                <a:cubicBezTo>
                  <a:pt x="563925" y="105063"/>
                  <a:pt x="564873" y="101967"/>
                  <a:pt x="566770" y="99152"/>
                </a:cubicBezTo>
                <a:cubicBezTo>
                  <a:pt x="568666" y="96338"/>
                  <a:pt x="572014" y="93123"/>
                  <a:pt x="576814" y="89508"/>
                </a:cubicBezTo>
                <a:cubicBezTo>
                  <a:pt x="572547" y="87019"/>
                  <a:pt x="569303" y="83642"/>
                  <a:pt x="567081" y="79375"/>
                </a:cubicBezTo>
                <a:cubicBezTo>
                  <a:pt x="564859" y="75109"/>
                  <a:pt x="563748" y="70250"/>
                  <a:pt x="563748" y="64798"/>
                </a:cubicBezTo>
                <a:cubicBezTo>
                  <a:pt x="563748" y="59702"/>
                  <a:pt x="564592" y="55272"/>
                  <a:pt x="566281" y="51509"/>
                </a:cubicBezTo>
                <a:cubicBezTo>
                  <a:pt x="567970" y="47747"/>
                  <a:pt x="570310" y="44636"/>
                  <a:pt x="573303" y="42176"/>
                </a:cubicBezTo>
                <a:cubicBezTo>
                  <a:pt x="576295" y="39717"/>
                  <a:pt x="579836" y="37880"/>
                  <a:pt x="583925" y="36666"/>
                </a:cubicBezTo>
                <a:cubicBezTo>
                  <a:pt x="588013" y="35451"/>
                  <a:pt x="592428" y="34843"/>
                  <a:pt x="597169" y="34843"/>
                </a:cubicBezTo>
                <a:cubicBezTo>
                  <a:pt x="601435" y="34843"/>
                  <a:pt x="605672" y="35347"/>
                  <a:pt x="609879" y="36354"/>
                </a:cubicBezTo>
                <a:lnTo>
                  <a:pt x="641345" y="36354"/>
                </a:lnTo>
                <a:lnTo>
                  <a:pt x="641345" y="45332"/>
                </a:lnTo>
                <a:moveTo>
                  <a:pt x="579658" y="63376"/>
                </a:moveTo>
                <a:cubicBezTo>
                  <a:pt x="579658" y="70783"/>
                  <a:pt x="581169" y="76501"/>
                  <a:pt x="584191" y="80531"/>
                </a:cubicBezTo>
                <a:cubicBezTo>
                  <a:pt x="587213" y="84560"/>
                  <a:pt x="591569" y="86575"/>
                  <a:pt x="597258" y="86575"/>
                </a:cubicBezTo>
                <a:cubicBezTo>
                  <a:pt x="600280" y="86575"/>
                  <a:pt x="602857" y="85997"/>
                  <a:pt x="604991" y="84842"/>
                </a:cubicBezTo>
                <a:cubicBezTo>
                  <a:pt x="607124" y="83686"/>
                  <a:pt x="608857" y="82101"/>
                  <a:pt x="610191" y="80086"/>
                </a:cubicBezTo>
                <a:cubicBezTo>
                  <a:pt x="611524" y="78072"/>
                  <a:pt x="612502" y="75746"/>
                  <a:pt x="613124" y="73109"/>
                </a:cubicBezTo>
                <a:cubicBezTo>
                  <a:pt x="613746" y="70472"/>
                  <a:pt x="614057" y="67702"/>
                  <a:pt x="614057" y="64798"/>
                </a:cubicBezTo>
                <a:cubicBezTo>
                  <a:pt x="614057" y="59583"/>
                  <a:pt x="613316" y="55228"/>
                  <a:pt x="611835" y="51732"/>
                </a:cubicBezTo>
                <a:cubicBezTo>
                  <a:pt x="610354" y="48236"/>
                  <a:pt x="608339" y="45673"/>
                  <a:pt x="605791" y="44043"/>
                </a:cubicBezTo>
                <a:cubicBezTo>
                  <a:pt x="603243" y="42413"/>
                  <a:pt x="600309" y="41599"/>
                  <a:pt x="596991" y="41599"/>
                </a:cubicBezTo>
                <a:cubicBezTo>
                  <a:pt x="591362" y="41599"/>
                  <a:pt x="587065" y="43465"/>
                  <a:pt x="584102" y="47199"/>
                </a:cubicBezTo>
                <a:cubicBezTo>
                  <a:pt x="581140" y="50932"/>
                  <a:pt x="579658" y="56324"/>
                  <a:pt x="579658" y="63376"/>
                </a:cubicBezTo>
                <a:moveTo>
                  <a:pt x="581880" y="122752"/>
                </a:moveTo>
                <a:cubicBezTo>
                  <a:pt x="578858" y="125003"/>
                  <a:pt x="576592" y="127389"/>
                  <a:pt x="575081" y="129907"/>
                </a:cubicBezTo>
                <a:cubicBezTo>
                  <a:pt x="573569" y="132425"/>
                  <a:pt x="572814" y="135285"/>
                  <a:pt x="572814" y="138485"/>
                </a:cubicBezTo>
                <a:cubicBezTo>
                  <a:pt x="572814" y="143818"/>
                  <a:pt x="574932" y="147744"/>
                  <a:pt x="579169" y="150262"/>
                </a:cubicBezTo>
                <a:cubicBezTo>
                  <a:pt x="583406" y="152780"/>
                  <a:pt x="589880" y="154040"/>
                  <a:pt x="598591" y="154040"/>
                </a:cubicBezTo>
                <a:cubicBezTo>
                  <a:pt x="603924" y="154040"/>
                  <a:pt x="608502" y="153329"/>
                  <a:pt x="612324" y="151906"/>
                </a:cubicBezTo>
                <a:cubicBezTo>
                  <a:pt x="616146" y="150484"/>
                  <a:pt x="619064" y="148440"/>
                  <a:pt x="621079" y="145773"/>
                </a:cubicBezTo>
                <a:cubicBezTo>
                  <a:pt x="623094" y="143107"/>
                  <a:pt x="624101" y="139996"/>
                  <a:pt x="624101" y="136440"/>
                </a:cubicBezTo>
                <a:cubicBezTo>
                  <a:pt x="624101" y="134781"/>
                  <a:pt x="623894" y="133166"/>
                  <a:pt x="623479" y="131596"/>
                </a:cubicBezTo>
                <a:cubicBezTo>
                  <a:pt x="623064" y="130026"/>
                  <a:pt x="622279" y="128618"/>
                  <a:pt x="621124" y="127374"/>
                </a:cubicBezTo>
                <a:cubicBezTo>
                  <a:pt x="619968" y="126129"/>
                  <a:pt x="618324" y="125137"/>
                  <a:pt x="616190" y="124396"/>
                </a:cubicBezTo>
                <a:cubicBezTo>
                  <a:pt x="614057" y="123655"/>
                  <a:pt x="611272" y="123285"/>
                  <a:pt x="607835" y="123285"/>
                </a:cubicBezTo>
                <a:lnTo>
                  <a:pt x="594591" y="123285"/>
                </a:lnTo>
                <a:cubicBezTo>
                  <a:pt x="589791" y="123285"/>
                  <a:pt x="585554" y="123107"/>
                  <a:pt x="581880" y="1227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Training">
            <a:extLst xmlns:a="http://schemas.openxmlformats.org/drawingml/2006/main">
              <a:ext uri="{FF2B5EF4-FFF2-40B4-BE49-F238E27FC236}">
                <a16:creationId xmlns:a16="http://schemas.microsoft.com/office/drawing/2014/main" id="{883770A5-24E5-462E-BFC9-9988C2C9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41" y="188137"/>
            <a:ext cx="641345" cy="161062"/>
          </a:xfrm>
          <a:custGeom xmlns:a="http://schemas.openxmlformats.org/drawingml/2006/main">
            <a:pathLst>
              <a:path w="641345" h="161062" fill="none">
                <a:moveTo>
                  <a:pt x="0" y="0"/>
                </a:moveTo>
                <a:lnTo>
                  <a:pt x="96175" y="0"/>
                </a:lnTo>
                <a:lnTo>
                  <a:pt x="96175" y="30932"/>
                </a:lnTo>
                <a:lnTo>
                  <a:pt x="87464" y="30932"/>
                </a:lnTo>
                <a:cubicBezTo>
                  <a:pt x="86160" y="25836"/>
                  <a:pt x="84871" y="21807"/>
                  <a:pt x="83597" y="18844"/>
                </a:cubicBezTo>
                <a:cubicBezTo>
                  <a:pt x="82323" y="15881"/>
                  <a:pt x="80975" y="13629"/>
                  <a:pt x="79553" y="12089"/>
                </a:cubicBezTo>
                <a:cubicBezTo>
                  <a:pt x="78131" y="10548"/>
                  <a:pt x="76605" y="9452"/>
                  <a:pt x="74975" y="8800"/>
                </a:cubicBezTo>
                <a:cubicBezTo>
                  <a:pt x="73346" y="8148"/>
                  <a:pt x="70901" y="7822"/>
                  <a:pt x="67642" y="7822"/>
                </a:cubicBezTo>
                <a:lnTo>
                  <a:pt x="56354" y="7822"/>
                </a:lnTo>
                <a:lnTo>
                  <a:pt x="56354" y="98841"/>
                </a:lnTo>
                <a:cubicBezTo>
                  <a:pt x="56354" y="102338"/>
                  <a:pt x="56546" y="105123"/>
                  <a:pt x="56932" y="107197"/>
                </a:cubicBezTo>
                <a:cubicBezTo>
                  <a:pt x="57317" y="109271"/>
                  <a:pt x="57909" y="110915"/>
                  <a:pt x="58709" y="112130"/>
                </a:cubicBezTo>
                <a:cubicBezTo>
                  <a:pt x="59509" y="113345"/>
                  <a:pt x="60591" y="114293"/>
                  <a:pt x="61954" y="114974"/>
                </a:cubicBezTo>
                <a:cubicBezTo>
                  <a:pt x="63317" y="115656"/>
                  <a:pt x="65450" y="116322"/>
                  <a:pt x="68353" y="116974"/>
                </a:cubicBezTo>
                <a:lnTo>
                  <a:pt x="68353" y="121330"/>
                </a:lnTo>
                <a:lnTo>
                  <a:pt x="27732" y="121330"/>
                </a:lnTo>
                <a:lnTo>
                  <a:pt x="27732" y="116974"/>
                </a:lnTo>
                <a:cubicBezTo>
                  <a:pt x="29510" y="116559"/>
                  <a:pt x="31081" y="116115"/>
                  <a:pt x="32443" y="115641"/>
                </a:cubicBezTo>
                <a:cubicBezTo>
                  <a:pt x="33806" y="115167"/>
                  <a:pt x="34917" y="114589"/>
                  <a:pt x="35777" y="113908"/>
                </a:cubicBezTo>
                <a:cubicBezTo>
                  <a:pt x="36636" y="113226"/>
                  <a:pt x="37347" y="112352"/>
                  <a:pt x="37910" y="111285"/>
                </a:cubicBezTo>
                <a:cubicBezTo>
                  <a:pt x="38473" y="110219"/>
                  <a:pt x="38917" y="108767"/>
                  <a:pt x="39243" y="106930"/>
                </a:cubicBezTo>
                <a:cubicBezTo>
                  <a:pt x="39569" y="105093"/>
                  <a:pt x="39732" y="102397"/>
                  <a:pt x="39732" y="98841"/>
                </a:cubicBezTo>
                <a:lnTo>
                  <a:pt x="39732" y="7822"/>
                </a:lnTo>
                <a:lnTo>
                  <a:pt x="28532" y="7822"/>
                </a:lnTo>
                <a:cubicBezTo>
                  <a:pt x="25747" y="7822"/>
                  <a:pt x="23451" y="8089"/>
                  <a:pt x="21644" y="8622"/>
                </a:cubicBezTo>
                <a:cubicBezTo>
                  <a:pt x="19836" y="9155"/>
                  <a:pt x="18162" y="10266"/>
                  <a:pt x="16622" y="11955"/>
                </a:cubicBezTo>
                <a:cubicBezTo>
                  <a:pt x="15081" y="13644"/>
                  <a:pt x="13674" y="16044"/>
                  <a:pt x="12400" y="19155"/>
                </a:cubicBezTo>
                <a:cubicBezTo>
                  <a:pt x="11126" y="22266"/>
                  <a:pt x="9926" y="26192"/>
                  <a:pt x="8800" y="30932"/>
                </a:cubicBezTo>
                <a:lnTo>
                  <a:pt x="0" y="30932"/>
                </a:lnTo>
                <a:lnTo>
                  <a:pt x="0" y="0"/>
                </a:lnTo>
                <a:close/>
                <a:moveTo>
                  <a:pt x="127786" y="51110"/>
                </a:moveTo>
                <a:lnTo>
                  <a:pt x="129031" y="51376"/>
                </a:lnTo>
                <a:cubicBezTo>
                  <a:pt x="132290" y="47406"/>
                  <a:pt x="135312" y="44280"/>
                  <a:pt x="138097" y="41999"/>
                </a:cubicBezTo>
                <a:cubicBezTo>
                  <a:pt x="140882" y="39717"/>
                  <a:pt x="143889" y="37954"/>
                  <a:pt x="147119" y="36710"/>
                </a:cubicBezTo>
                <a:cubicBezTo>
                  <a:pt x="150348" y="35466"/>
                  <a:pt x="154008" y="34843"/>
                  <a:pt x="158096" y="34843"/>
                </a:cubicBezTo>
                <a:cubicBezTo>
                  <a:pt x="161533" y="34843"/>
                  <a:pt x="164644" y="35021"/>
                  <a:pt x="167429" y="35377"/>
                </a:cubicBezTo>
                <a:lnTo>
                  <a:pt x="167429" y="55820"/>
                </a:lnTo>
                <a:lnTo>
                  <a:pt x="157385" y="55820"/>
                </a:lnTo>
                <a:cubicBezTo>
                  <a:pt x="155963" y="52621"/>
                  <a:pt x="154452" y="50295"/>
                  <a:pt x="152852" y="48843"/>
                </a:cubicBezTo>
                <a:cubicBezTo>
                  <a:pt x="151252" y="47391"/>
                  <a:pt x="149060" y="46665"/>
                  <a:pt x="146274" y="46665"/>
                </a:cubicBezTo>
                <a:cubicBezTo>
                  <a:pt x="144141" y="46665"/>
                  <a:pt x="142023" y="47287"/>
                  <a:pt x="139919" y="48532"/>
                </a:cubicBezTo>
                <a:cubicBezTo>
                  <a:pt x="137815" y="49776"/>
                  <a:pt x="135786" y="51584"/>
                  <a:pt x="133830" y="53954"/>
                </a:cubicBezTo>
                <a:cubicBezTo>
                  <a:pt x="131875" y="56324"/>
                  <a:pt x="130527" y="58546"/>
                  <a:pt x="129786" y="60620"/>
                </a:cubicBezTo>
                <a:cubicBezTo>
                  <a:pt x="129045" y="62694"/>
                  <a:pt x="128675" y="65154"/>
                  <a:pt x="128675" y="67998"/>
                </a:cubicBezTo>
                <a:lnTo>
                  <a:pt x="128675" y="99108"/>
                </a:lnTo>
                <a:cubicBezTo>
                  <a:pt x="128675" y="104500"/>
                  <a:pt x="129001" y="108219"/>
                  <a:pt x="129653" y="110263"/>
                </a:cubicBezTo>
                <a:cubicBezTo>
                  <a:pt x="130305" y="112308"/>
                  <a:pt x="131386" y="113804"/>
                  <a:pt x="132897" y="114752"/>
                </a:cubicBezTo>
                <a:cubicBezTo>
                  <a:pt x="134408" y="115700"/>
                  <a:pt x="136675" y="116441"/>
                  <a:pt x="139697" y="116974"/>
                </a:cubicBezTo>
                <a:lnTo>
                  <a:pt x="139697" y="121330"/>
                </a:lnTo>
                <a:lnTo>
                  <a:pt x="103876" y="121330"/>
                </a:lnTo>
                <a:lnTo>
                  <a:pt x="103876" y="116974"/>
                </a:lnTo>
                <a:cubicBezTo>
                  <a:pt x="106128" y="116263"/>
                  <a:pt x="107742" y="115641"/>
                  <a:pt x="108720" y="115108"/>
                </a:cubicBezTo>
                <a:cubicBezTo>
                  <a:pt x="109698" y="114574"/>
                  <a:pt x="110542" y="113833"/>
                  <a:pt x="111253" y="112885"/>
                </a:cubicBezTo>
                <a:cubicBezTo>
                  <a:pt x="111964" y="111937"/>
                  <a:pt x="112498" y="110485"/>
                  <a:pt x="112853" y="108530"/>
                </a:cubicBezTo>
                <a:cubicBezTo>
                  <a:pt x="113209" y="106574"/>
                  <a:pt x="113387" y="103523"/>
                  <a:pt x="113387" y="99375"/>
                </a:cubicBezTo>
                <a:lnTo>
                  <a:pt x="113387" y="60620"/>
                </a:lnTo>
                <a:cubicBezTo>
                  <a:pt x="113387" y="56828"/>
                  <a:pt x="113327" y="53776"/>
                  <a:pt x="113209" y="51465"/>
                </a:cubicBezTo>
                <a:cubicBezTo>
                  <a:pt x="113090" y="49154"/>
                  <a:pt x="112676" y="47302"/>
                  <a:pt x="111964" y="45910"/>
                </a:cubicBezTo>
                <a:cubicBezTo>
                  <a:pt x="111253" y="44517"/>
                  <a:pt x="110172" y="43480"/>
                  <a:pt x="108720" y="42799"/>
                </a:cubicBezTo>
                <a:cubicBezTo>
                  <a:pt x="107268" y="42117"/>
                  <a:pt x="105209" y="41539"/>
                  <a:pt x="102543" y="41065"/>
                </a:cubicBezTo>
                <a:lnTo>
                  <a:pt x="102543" y="36443"/>
                </a:lnTo>
                <a:lnTo>
                  <a:pt x="123342" y="35554"/>
                </a:lnTo>
                <a:lnTo>
                  <a:pt x="128764" y="35554"/>
                </a:lnTo>
                <a:lnTo>
                  <a:pt x="127786" y="51110"/>
                </a:lnTo>
                <a:close/>
                <a:moveTo>
                  <a:pt x="227068" y="108619"/>
                </a:moveTo>
                <a:lnTo>
                  <a:pt x="225735" y="108263"/>
                </a:lnTo>
                <a:cubicBezTo>
                  <a:pt x="220580" y="113537"/>
                  <a:pt x="215735" y="117270"/>
                  <a:pt x="211202" y="119463"/>
                </a:cubicBezTo>
                <a:cubicBezTo>
                  <a:pt x="206669" y="121655"/>
                  <a:pt x="201854" y="122752"/>
                  <a:pt x="196758" y="122752"/>
                </a:cubicBezTo>
                <a:cubicBezTo>
                  <a:pt x="192255" y="122752"/>
                  <a:pt x="188284" y="121878"/>
                  <a:pt x="184847" y="120130"/>
                </a:cubicBezTo>
                <a:cubicBezTo>
                  <a:pt x="181410" y="118381"/>
                  <a:pt x="178773" y="115922"/>
                  <a:pt x="176937" y="112752"/>
                </a:cubicBezTo>
                <a:cubicBezTo>
                  <a:pt x="175100" y="109582"/>
                  <a:pt x="174181" y="105923"/>
                  <a:pt x="174181" y="101775"/>
                </a:cubicBezTo>
                <a:cubicBezTo>
                  <a:pt x="174181" y="93123"/>
                  <a:pt x="178462" y="86442"/>
                  <a:pt x="187025" y="81731"/>
                </a:cubicBezTo>
                <a:cubicBezTo>
                  <a:pt x="195588" y="77020"/>
                  <a:pt x="208432" y="74279"/>
                  <a:pt x="225557" y="73509"/>
                </a:cubicBezTo>
                <a:lnTo>
                  <a:pt x="225557" y="67731"/>
                </a:lnTo>
                <a:cubicBezTo>
                  <a:pt x="225557" y="61568"/>
                  <a:pt x="224965" y="56709"/>
                  <a:pt x="223779" y="53154"/>
                </a:cubicBezTo>
                <a:cubicBezTo>
                  <a:pt x="222594" y="49598"/>
                  <a:pt x="220728" y="46991"/>
                  <a:pt x="218180" y="45332"/>
                </a:cubicBezTo>
                <a:cubicBezTo>
                  <a:pt x="215632" y="43673"/>
                  <a:pt x="212224" y="42843"/>
                  <a:pt x="207958" y="42843"/>
                </a:cubicBezTo>
                <a:cubicBezTo>
                  <a:pt x="203336" y="42843"/>
                  <a:pt x="199617" y="44058"/>
                  <a:pt x="196803" y="46487"/>
                </a:cubicBezTo>
                <a:cubicBezTo>
                  <a:pt x="193988" y="48917"/>
                  <a:pt x="191869" y="52561"/>
                  <a:pt x="190447" y="57420"/>
                </a:cubicBezTo>
                <a:lnTo>
                  <a:pt x="178803" y="57420"/>
                </a:lnTo>
                <a:lnTo>
                  <a:pt x="178803" y="45865"/>
                </a:lnTo>
                <a:cubicBezTo>
                  <a:pt x="184492" y="42902"/>
                  <a:pt x="189232" y="40725"/>
                  <a:pt x="193025" y="39332"/>
                </a:cubicBezTo>
                <a:cubicBezTo>
                  <a:pt x="196817" y="37940"/>
                  <a:pt x="200610" y="36843"/>
                  <a:pt x="204402" y="36043"/>
                </a:cubicBezTo>
                <a:cubicBezTo>
                  <a:pt x="208195" y="35243"/>
                  <a:pt x="212047" y="34843"/>
                  <a:pt x="215958" y="34843"/>
                </a:cubicBezTo>
                <a:cubicBezTo>
                  <a:pt x="221824" y="34843"/>
                  <a:pt x="226535" y="35777"/>
                  <a:pt x="230090" y="37643"/>
                </a:cubicBezTo>
                <a:cubicBezTo>
                  <a:pt x="233646" y="39510"/>
                  <a:pt x="236312" y="42369"/>
                  <a:pt x="238090" y="46221"/>
                </a:cubicBezTo>
                <a:cubicBezTo>
                  <a:pt x="239868" y="50073"/>
                  <a:pt x="240757" y="55880"/>
                  <a:pt x="240757" y="63642"/>
                </a:cubicBezTo>
                <a:lnTo>
                  <a:pt x="240757" y="94575"/>
                </a:lnTo>
                <a:cubicBezTo>
                  <a:pt x="240757" y="98960"/>
                  <a:pt x="240786" y="102056"/>
                  <a:pt x="240846" y="103863"/>
                </a:cubicBezTo>
                <a:cubicBezTo>
                  <a:pt x="240905" y="105671"/>
                  <a:pt x="241083" y="107345"/>
                  <a:pt x="241379" y="108885"/>
                </a:cubicBezTo>
                <a:cubicBezTo>
                  <a:pt x="241675" y="110426"/>
                  <a:pt x="242120" y="111656"/>
                  <a:pt x="242712" y="112574"/>
                </a:cubicBezTo>
                <a:cubicBezTo>
                  <a:pt x="243305" y="113493"/>
                  <a:pt x="244179" y="114278"/>
                  <a:pt x="245334" y="114930"/>
                </a:cubicBezTo>
                <a:cubicBezTo>
                  <a:pt x="246490" y="115582"/>
                  <a:pt x="248371" y="116263"/>
                  <a:pt x="250979" y="116974"/>
                </a:cubicBezTo>
                <a:lnTo>
                  <a:pt x="250979" y="121330"/>
                </a:lnTo>
                <a:lnTo>
                  <a:pt x="226624" y="121330"/>
                </a:lnTo>
                <a:lnTo>
                  <a:pt x="227068" y="108619"/>
                </a:lnTo>
                <a:moveTo>
                  <a:pt x="225557" y="80797"/>
                </a:moveTo>
                <a:cubicBezTo>
                  <a:pt x="213528" y="80916"/>
                  <a:pt x="204521" y="82516"/>
                  <a:pt x="198536" y="85597"/>
                </a:cubicBezTo>
                <a:cubicBezTo>
                  <a:pt x="192551" y="88679"/>
                  <a:pt x="189558" y="93330"/>
                  <a:pt x="189558" y="99552"/>
                </a:cubicBezTo>
                <a:cubicBezTo>
                  <a:pt x="189558" y="102930"/>
                  <a:pt x="190240" y="105597"/>
                  <a:pt x="191603" y="107552"/>
                </a:cubicBezTo>
                <a:cubicBezTo>
                  <a:pt x="192966" y="109508"/>
                  <a:pt x="194684" y="110856"/>
                  <a:pt x="196758" y="111597"/>
                </a:cubicBezTo>
                <a:cubicBezTo>
                  <a:pt x="198832" y="112337"/>
                  <a:pt x="201291" y="112708"/>
                  <a:pt x="204136" y="112708"/>
                </a:cubicBezTo>
                <a:cubicBezTo>
                  <a:pt x="208165" y="112708"/>
                  <a:pt x="211824" y="111730"/>
                  <a:pt x="215113" y="109774"/>
                </a:cubicBezTo>
                <a:cubicBezTo>
                  <a:pt x="218402" y="107819"/>
                  <a:pt x="220965" y="105330"/>
                  <a:pt x="222802" y="102308"/>
                </a:cubicBezTo>
                <a:cubicBezTo>
                  <a:pt x="224639" y="99286"/>
                  <a:pt x="225557" y="96293"/>
                  <a:pt x="225557" y="93330"/>
                </a:cubicBezTo>
                <a:lnTo>
                  <a:pt x="225557" y="80797"/>
                </a:lnTo>
                <a:close/>
                <a:moveTo>
                  <a:pt x="288492" y="1511"/>
                </a:moveTo>
                <a:lnTo>
                  <a:pt x="288492" y="18755"/>
                </a:lnTo>
                <a:lnTo>
                  <a:pt x="272137" y="18755"/>
                </a:lnTo>
                <a:lnTo>
                  <a:pt x="272137" y="1511"/>
                </a:lnTo>
                <a:lnTo>
                  <a:pt x="288492" y="1511"/>
                </a:lnTo>
                <a:moveTo>
                  <a:pt x="263071" y="116974"/>
                </a:moveTo>
                <a:cubicBezTo>
                  <a:pt x="265382" y="116263"/>
                  <a:pt x="267026" y="115641"/>
                  <a:pt x="268004" y="115108"/>
                </a:cubicBezTo>
                <a:cubicBezTo>
                  <a:pt x="268982" y="114574"/>
                  <a:pt x="269811" y="113833"/>
                  <a:pt x="270493" y="112885"/>
                </a:cubicBezTo>
                <a:cubicBezTo>
                  <a:pt x="271174" y="111937"/>
                  <a:pt x="271708" y="110485"/>
                  <a:pt x="272093" y="108530"/>
                </a:cubicBezTo>
                <a:cubicBezTo>
                  <a:pt x="272478" y="106574"/>
                  <a:pt x="272670" y="103523"/>
                  <a:pt x="272670" y="99375"/>
                </a:cubicBezTo>
                <a:lnTo>
                  <a:pt x="272670" y="60620"/>
                </a:lnTo>
                <a:cubicBezTo>
                  <a:pt x="272670" y="56828"/>
                  <a:pt x="272611" y="53776"/>
                  <a:pt x="272493" y="51465"/>
                </a:cubicBezTo>
                <a:cubicBezTo>
                  <a:pt x="272374" y="49154"/>
                  <a:pt x="271959" y="47302"/>
                  <a:pt x="271248" y="45910"/>
                </a:cubicBezTo>
                <a:cubicBezTo>
                  <a:pt x="270537" y="44517"/>
                  <a:pt x="269456" y="43480"/>
                  <a:pt x="268004" y="42799"/>
                </a:cubicBezTo>
                <a:cubicBezTo>
                  <a:pt x="266552" y="42117"/>
                  <a:pt x="264493" y="41539"/>
                  <a:pt x="261826" y="41065"/>
                </a:cubicBezTo>
                <a:lnTo>
                  <a:pt x="261826" y="36354"/>
                </a:lnTo>
                <a:lnTo>
                  <a:pt x="282537" y="35554"/>
                </a:lnTo>
                <a:lnTo>
                  <a:pt x="287959" y="35554"/>
                </a:lnTo>
                <a:lnTo>
                  <a:pt x="287959" y="99108"/>
                </a:lnTo>
                <a:cubicBezTo>
                  <a:pt x="287959" y="104204"/>
                  <a:pt x="288196" y="107745"/>
                  <a:pt x="288670" y="109730"/>
                </a:cubicBezTo>
                <a:cubicBezTo>
                  <a:pt x="289144" y="111715"/>
                  <a:pt x="290048" y="113226"/>
                  <a:pt x="291381" y="114263"/>
                </a:cubicBezTo>
                <a:cubicBezTo>
                  <a:pt x="292714" y="115300"/>
                  <a:pt x="294892" y="116204"/>
                  <a:pt x="297914" y="116974"/>
                </a:cubicBezTo>
                <a:lnTo>
                  <a:pt x="297914" y="121330"/>
                </a:lnTo>
                <a:lnTo>
                  <a:pt x="263071" y="121330"/>
                </a:lnTo>
                <a:lnTo>
                  <a:pt x="263071" y="116974"/>
                </a:lnTo>
                <a:close/>
                <a:moveTo>
                  <a:pt x="400253" y="121330"/>
                </a:moveTo>
                <a:lnTo>
                  <a:pt x="365231" y="121330"/>
                </a:lnTo>
                <a:lnTo>
                  <a:pt x="365231" y="116974"/>
                </a:lnTo>
                <a:cubicBezTo>
                  <a:pt x="367543" y="116263"/>
                  <a:pt x="369202" y="115641"/>
                  <a:pt x="370209" y="115108"/>
                </a:cubicBezTo>
                <a:cubicBezTo>
                  <a:pt x="371216" y="114574"/>
                  <a:pt x="372061" y="113833"/>
                  <a:pt x="372742" y="112885"/>
                </a:cubicBezTo>
                <a:cubicBezTo>
                  <a:pt x="373424" y="111937"/>
                  <a:pt x="373957" y="110471"/>
                  <a:pt x="374342" y="108485"/>
                </a:cubicBezTo>
                <a:cubicBezTo>
                  <a:pt x="374727" y="106500"/>
                  <a:pt x="374920" y="103493"/>
                  <a:pt x="374920" y="99464"/>
                </a:cubicBezTo>
                <a:lnTo>
                  <a:pt x="374920" y="76175"/>
                </a:lnTo>
                <a:cubicBezTo>
                  <a:pt x="374920" y="72027"/>
                  <a:pt x="374802" y="68265"/>
                  <a:pt x="374565" y="64887"/>
                </a:cubicBezTo>
                <a:cubicBezTo>
                  <a:pt x="374328" y="61509"/>
                  <a:pt x="373928" y="58739"/>
                  <a:pt x="373365" y="56576"/>
                </a:cubicBezTo>
                <a:cubicBezTo>
                  <a:pt x="372802" y="54413"/>
                  <a:pt x="372120" y="52724"/>
                  <a:pt x="371320" y="51509"/>
                </a:cubicBezTo>
                <a:cubicBezTo>
                  <a:pt x="370520" y="50295"/>
                  <a:pt x="369572" y="49258"/>
                  <a:pt x="368476" y="48398"/>
                </a:cubicBezTo>
                <a:cubicBezTo>
                  <a:pt x="367380" y="47539"/>
                  <a:pt x="366120" y="46858"/>
                  <a:pt x="364698" y="46354"/>
                </a:cubicBezTo>
                <a:cubicBezTo>
                  <a:pt x="363276" y="45850"/>
                  <a:pt x="361409" y="45599"/>
                  <a:pt x="359098" y="45599"/>
                </a:cubicBezTo>
                <a:cubicBezTo>
                  <a:pt x="356787" y="45599"/>
                  <a:pt x="354595" y="46058"/>
                  <a:pt x="352521" y="46976"/>
                </a:cubicBezTo>
                <a:cubicBezTo>
                  <a:pt x="350447" y="47895"/>
                  <a:pt x="348165" y="49480"/>
                  <a:pt x="345677" y="51732"/>
                </a:cubicBezTo>
                <a:cubicBezTo>
                  <a:pt x="343188" y="53983"/>
                  <a:pt x="341380" y="56206"/>
                  <a:pt x="340255" y="58398"/>
                </a:cubicBezTo>
                <a:cubicBezTo>
                  <a:pt x="339129" y="60591"/>
                  <a:pt x="338566" y="63109"/>
                  <a:pt x="338566" y="65953"/>
                </a:cubicBezTo>
                <a:lnTo>
                  <a:pt x="338566" y="99108"/>
                </a:lnTo>
                <a:cubicBezTo>
                  <a:pt x="338566" y="104204"/>
                  <a:pt x="338803" y="107745"/>
                  <a:pt x="339277" y="109730"/>
                </a:cubicBezTo>
                <a:cubicBezTo>
                  <a:pt x="339751" y="111715"/>
                  <a:pt x="340654" y="113226"/>
                  <a:pt x="341988" y="114263"/>
                </a:cubicBezTo>
                <a:cubicBezTo>
                  <a:pt x="343321" y="115300"/>
                  <a:pt x="345499" y="116204"/>
                  <a:pt x="348521" y="116974"/>
                </a:cubicBezTo>
                <a:lnTo>
                  <a:pt x="348521" y="121330"/>
                </a:lnTo>
                <a:lnTo>
                  <a:pt x="313678" y="121330"/>
                </a:lnTo>
                <a:lnTo>
                  <a:pt x="313678" y="116974"/>
                </a:lnTo>
                <a:cubicBezTo>
                  <a:pt x="315989" y="116263"/>
                  <a:pt x="317633" y="115641"/>
                  <a:pt x="318611" y="115108"/>
                </a:cubicBezTo>
                <a:cubicBezTo>
                  <a:pt x="319588" y="114574"/>
                  <a:pt x="320418" y="113833"/>
                  <a:pt x="321100" y="112885"/>
                </a:cubicBezTo>
                <a:cubicBezTo>
                  <a:pt x="321781" y="111937"/>
                  <a:pt x="322314" y="110485"/>
                  <a:pt x="322699" y="108530"/>
                </a:cubicBezTo>
                <a:cubicBezTo>
                  <a:pt x="323085" y="106574"/>
                  <a:pt x="323277" y="103523"/>
                  <a:pt x="323277" y="99375"/>
                </a:cubicBezTo>
                <a:lnTo>
                  <a:pt x="323277" y="60620"/>
                </a:lnTo>
                <a:cubicBezTo>
                  <a:pt x="323277" y="56828"/>
                  <a:pt x="323218" y="53776"/>
                  <a:pt x="323099" y="51465"/>
                </a:cubicBezTo>
                <a:cubicBezTo>
                  <a:pt x="322981" y="49154"/>
                  <a:pt x="322566" y="47302"/>
                  <a:pt x="321855" y="45910"/>
                </a:cubicBezTo>
                <a:cubicBezTo>
                  <a:pt x="321144" y="44517"/>
                  <a:pt x="320063" y="43480"/>
                  <a:pt x="318611" y="42799"/>
                </a:cubicBezTo>
                <a:cubicBezTo>
                  <a:pt x="317159" y="42117"/>
                  <a:pt x="315100" y="41539"/>
                  <a:pt x="312433" y="41065"/>
                </a:cubicBezTo>
                <a:lnTo>
                  <a:pt x="312433" y="36354"/>
                </a:lnTo>
                <a:lnTo>
                  <a:pt x="333233" y="35554"/>
                </a:lnTo>
                <a:lnTo>
                  <a:pt x="338655" y="35554"/>
                </a:lnTo>
                <a:lnTo>
                  <a:pt x="337677" y="50043"/>
                </a:lnTo>
                <a:lnTo>
                  <a:pt x="338921" y="50398"/>
                </a:lnTo>
                <a:cubicBezTo>
                  <a:pt x="343306" y="45954"/>
                  <a:pt x="346847" y="42784"/>
                  <a:pt x="349543" y="40888"/>
                </a:cubicBezTo>
                <a:cubicBezTo>
                  <a:pt x="352239" y="38991"/>
                  <a:pt x="354965" y="37525"/>
                  <a:pt x="357721" y="36488"/>
                </a:cubicBezTo>
                <a:cubicBezTo>
                  <a:pt x="360476" y="35451"/>
                  <a:pt x="363395" y="34932"/>
                  <a:pt x="366476" y="34932"/>
                </a:cubicBezTo>
                <a:cubicBezTo>
                  <a:pt x="369676" y="34932"/>
                  <a:pt x="372535" y="35303"/>
                  <a:pt x="375053" y="36043"/>
                </a:cubicBezTo>
                <a:cubicBezTo>
                  <a:pt x="377572" y="36784"/>
                  <a:pt x="379794" y="37925"/>
                  <a:pt x="381720" y="39465"/>
                </a:cubicBezTo>
                <a:cubicBezTo>
                  <a:pt x="383646" y="41006"/>
                  <a:pt x="385231" y="42917"/>
                  <a:pt x="386475" y="45199"/>
                </a:cubicBezTo>
                <a:cubicBezTo>
                  <a:pt x="387720" y="47480"/>
                  <a:pt x="388653" y="50221"/>
                  <a:pt x="389275" y="53421"/>
                </a:cubicBezTo>
                <a:cubicBezTo>
                  <a:pt x="389897" y="56620"/>
                  <a:pt x="390208" y="60680"/>
                  <a:pt x="390208" y="65598"/>
                </a:cubicBezTo>
                <a:lnTo>
                  <a:pt x="390208" y="99108"/>
                </a:lnTo>
                <a:cubicBezTo>
                  <a:pt x="390208" y="103197"/>
                  <a:pt x="390327" y="106160"/>
                  <a:pt x="390564" y="107997"/>
                </a:cubicBezTo>
                <a:cubicBezTo>
                  <a:pt x="390801" y="109834"/>
                  <a:pt x="391216" y="111256"/>
                  <a:pt x="391808" y="112263"/>
                </a:cubicBezTo>
                <a:cubicBezTo>
                  <a:pt x="392401" y="113271"/>
                  <a:pt x="393260" y="114115"/>
                  <a:pt x="394386" y="114796"/>
                </a:cubicBezTo>
                <a:cubicBezTo>
                  <a:pt x="395512" y="115478"/>
                  <a:pt x="397468" y="116204"/>
                  <a:pt x="400253" y="116974"/>
                </a:cubicBezTo>
                <a:lnTo>
                  <a:pt x="400253" y="121330"/>
                </a:lnTo>
                <a:close/>
                <a:moveTo>
                  <a:pt x="437764" y="1511"/>
                </a:moveTo>
                <a:lnTo>
                  <a:pt x="437764" y="18755"/>
                </a:lnTo>
                <a:lnTo>
                  <a:pt x="421409" y="18755"/>
                </a:lnTo>
                <a:lnTo>
                  <a:pt x="421409" y="1511"/>
                </a:lnTo>
                <a:lnTo>
                  <a:pt x="437764" y="1511"/>
                </a:lnTo>
                <a:moveTo>
                  <a:pt x="412343" y="116974"/>
                </a:moveTo>
                <a:cubicBezTo>
                  <a:pt x="414654" y="116263"/>
                  <a:pt x="416298" y="115641"/>
                  <a:pt x="417276" y="115108"/>
                </a:cubicBezTo>
                <a:cubicBezTo>
                  <a:pt x="418253" y="114574"/>
                  <a:pt x="419083" y="113833"/>
                  <a:pt x="419765" y="112885"/>
                </a:cubicBezTo>
                <a:cubicBezTo>
                  <a:pt x="420446" y="111937"/>
                  <a:pt x="420979" y="110485"/>
                  <a:pt x="421364" y="108530"/>
                </a:cubicBezTo>
                <a:cubicBezTo>
                  <a:pt x="421750" y="106574"/>
                  <a:pt x="421942" y="103523"/>
                  <a:pt x="421942" y="99375"/>
                </a:cubicBezTo>
                <a:lnTo>
                  <a:pt x="421942" y="60620"/>
                </a:lnTo>
                <a:cubicBezTo>
                  <a:pt x="421942" y="56828"/>
                  <a:pt x="421883" y="53776"/>
                  <a:pt x="421764" y="51465"/>
                </a:cubicBezTo>
                <a:cubicBezTo>
                  <a:pt x="421646" y="49154"/>
                  <a:pt x="421231" y="47302"/>
                  <a:pt x="420520" y="45910"/>
                </a:cubicBezTo>
                <a:cubicBezTo>
                  <a:pt x="419809" y="44517"/>
                  <a:pt x="418728" y="43480"/>
                  <a:pt x="417276" y="42799"/>
                </a:cubicBezTo>
                <a:cubicBezTo>
                  <a:pt x="415824" y="42117"/>
                  <a:pt x="413765" y="41539"/>
                  <a:pt x="411098" y="41065"/>
                </a:cubicBezTo>
                <a:lnTo>
                  <a:pt x="411098" y="36354"/>
                </a:lnTo>
                <a:lnTo>
                  <a:pt x="431809" y="35554"/>
                </a:lnTo>
                <a:lnTo>
                  <a:pt x="437231" y="35554"/>
                </a:lnTo>
                <a:lnTo>
                  <a:pt x="437231" y="99108"/>
                </a:lnTo>
                <a:cubicBezTo>
                  <a:pt x="437231" y="104204"/>
                  <a:pt x="437468" y="107745"/>
                  <a:pt x="437942" y="109730"/>
                </a:cubicBezTo>
                <a:cubicBezTo>
                  <a:pt x="438416" y="111715"/>
                  <a:pt x="439319" y="113226"/>
                  <a:pt x="440653" y="114263"/>
                </a:cubicBezTo>
                <a:cubicBezTo>
                  <a:pt x="441986" y="115300"/>
                  <a:pt x="444164" y="116204"/>
                  <a:pt x="447186" y="116974"/>
                </a:cubicBezTo>
                <a:lnTo>
                  <a:pt x="447186" y="121330"/>
                </a:lnTo>
                <a:lnTo>
                  <a:pt x="412343" y="121330"/>
                </a:lnTo>
                <a:lnTo>
                  <a:pt x="412343" y="116974"/>
                </a:lnTo>
                <a:close/>
                <a:moveTo>
                  <a:pt x="548068" y="121330"/>
                </a:moveTo>
                <a:lnTo>
                  <a:pt x="513047" y="121330"/>
                </a:lnTo>
                <a:lnTo>
                  <a:pt x="513047" y="116974"/>
                </a:lnTo>
                <a:cubicBezTo>
                  <a:pt x="515358" y="116263"/>
                  <a:pt x="517017" y="115641"/>
                  <a:pt x="518025" y="115108"/>
                </a:cubicBezTo>
                <a:cubicBezTo>
                  <a:pt x="519032" y="114574"/>
                  <a:pt x="519876" y="113833"/>
                  <a:pt x="520558" y="112885"/>
                </a:cubicBezTo>
                <a:cubicBezTo>
                  <a:pt x="521239" y="111937"/>
                  <a:pt x="521773" y="110471"/>
                  <a:pt x="522158" y="108485"/>
                </a:cubicBezTo>
                <a:cubicBezTo>
                  <a:pt x="522543" y="106500"/>
                  <a:pt x="522736" y="103493"/>
                  <a:pt x="522736" y="99464"/>
                </a:cubicBezTo>
                <a:lnTo>
                  <a:pt x="522736" y="76175"/>
                </a:lnTo>
                <a:cubicBezTo>
                  <a:pt x="522736" y="72027"/>
                  <a:pt x="522617" y="68265"/>
                  <a:pt x="522380" y="64887"/>
                </a:cubicBezTo>
                <a:cubicBezTo>
                  <a:pt x="522143" y="61509"/>
                  <a:pt x="521743" y="58739"/>
                  <a:pt x="521180" y="56576"/>
                </a:cubicBezTo>
                <a:cubicBezTo>
                  <a:pt x="520617" y="54413"/>
                  <a:pt x="519936" y="52724"/>
                  <a:pt x="519136" y="51509"/>
                </a:cubicBezTo>
                <a:cubicBezTo>
                  <a:pt x="518336" y="50295"/>
                  <a:pt x="517388" y="49258"/>
                  <a:pt x="516291" y="48398"/>
                </a:cubicBezTo>
                <a:cubicBezTo>
                  <a:pt x="515195" y="47539"/>
                  <a:pt x="513936" y="46858"/>
                  <a:pt x="512514" y="46354"/>
                </a:cubicBezTo>
                <a:cubicBezTo>
                  <a:pt x="511091" y="45850"/>
                  <a:pt x="509225" y="45599"/>
                  <a:pt x="506914" y="45599"/>
                </a:cubicBezTo>
                <a:cubicBezTo>
                  <a:pt x="504603" y="45599"/>
                  <a:pt x="502410" y="46058"/>
                  <a:pt x="500336" y="46976"/>
                </a:cubicBezTo>
                <a:cubicBezTo>
                  <a:pt x="498262" y="47895"/>
                  <a:pt x="495981" y="49480"/>
                  <a:pt x="493492" y="51732"/>
                </a:cubicBezTo>
                <a:cubicBezTo>
                  <a:pt x="491003" y="53983"/>
                  <a:pt x="489196" y="56206"/>
                  <a:pt x="488070" y="58398"/>
                </a:cubicBezTo>
                <a:cubicBezTo>
                  <a:pt x="486944" y="60591"/>
                  <a:pt x="486381" y="63109"/>
                  <a:pt x="486381" y="65953"/>
                </a:cubicBezTo>
                <a:lnTo>
                  <a:pt x="486381" y="99108"/>
                </a:lnTo>
                <a:cubicBezTo>
                  <a:pt x="486381" y="104204"/>
                  <a:pt x="486618" y="107745"/>
                  <a:pt x="487092" y="109730"/>
                </a:cubicBezTo>
                <a:cubicBezTo>
                  <a:pt x="487566" y="111715"/>
                  <a:pt x="488470" y="113226"/>
                  <a:pt x="489803" y="114263"/>
                </a:cubicBezTo>
                <a:cubicBezTo>
                  <a:pt x="491136" y="115300"/>
                  <a:pt x="493314" y="116204"/>
                  <a:pt x="496336" y="116974"/>
                </a:cubicBezTo>
                <a:lnTo>
                  <a:pt x="496336" y="121330"/>
                </a:lnTo>
                <a:lnTo>
                  <a:pt x="461493" y="121330"/>
                </a:lnTo>
                <a:lnTo>
                  <a:pt x="461493" y="116974"/>
                </a:lnTo>
                <a:cubicBezTo>
                  <a:pt x="463804" y="116263"/>
                  <a:pt x="465448" y="115641"/>
                  <a:pt x="466426" y="115108"/>
                </a:cubicBezTo>
                <a:cubicBezTo>
                  <a:pt x="467404" y="114574"/>
                  <a:pt x="468234" y="113833"/>
                  <a:pt x="468915" y="112885"/>
                </a:cubicBezTo>
                <a:cubicBezTo>
                  <a:pt x="469596" y="111937"/>
                  <a:pt x="470130" y="110485"/>
                  <a:pt x="470515" y="108530"/>
                </a:cubicBezTo>
                <a:cubicBezTo>
                  <a:pt x="470900" y="106574"/>
                  <a:pt x="471093" y="103523"/>
                  <a:pt x="471093" y="99375"/>
                </a:cubicBezTo>
                <a:lnTo>
                  <a:pt x="471093" y="60620"/>
                </a:lnTo>
                <a:cubicBezTo>
                  <a:pt x="471093" y="56828"/>
                  <a:pt x="471033" y="53776"/>
                  <a:pt x="470915" y="51465"/>
                </a:cubicBezTo>
                <a:cubicBezTo>
                  <a:pt x="470796" y="49154"/>
                  <a:pt x="470382" y="47302"/>
                  <a:pt x="469670" y="45910"/>
                </a:cubicBezTo>
                <a:cubicBezTo>
                  <a:pt x="468959" y="44517"/>
                  <a:pt x="467878" y="43480"/>
                  <a:pt x="466426" y="42799"/>
                </a:cubicBezTo>
                <a:cubicBezTo>
                  <a:pt x="464974" y="42117"/>
                  <a:pt x="462915" y="41539"/>
                  <a:pt x="460249" y="41065"/>
                </a:cubicBezTo>
                <a:lnTo>
                  <a:pt x="460249" y="36354"/>
                </a:lnTo>
                <a:lnTo>
                  <a:pt x="481048" y="35554"/>
                </a:lnTo>
                <a:lnTo>
                  <a:pt x="486470" y="35554"/>
                </a:lnTo>
                <a:lnTo>
                  <a:pt x="485492" y="50043"/>
                </a:lnTo>
                <a:lnTo>
                  <a:pt x="486737" y="50398"/>
                </a:lnTo>
                <a:cubicBezTo>
                  <a:pt x="491122" y="45954"/>
                  <a:pt x="494662" y="42784"/>
                  <a:pt x="497359" y="40888"/>
                </a:cubicBezTo>
                <a:cubicBezTo>
                  <a:pt x="500055" y="38991"/>
                  <a:pt x="502781" y="37525"/>
                  <a:pt x="505536" y="36488"/>
                </a:cubicBezTo>
                <a:cubicBezTo>
                  <a:pt x="508292" y="35451"/>
                  <a:pt x="511210" y="34932"/>
                  <a:pt x="514291" y="34932"/>
                </a:cubicBezTo>
                <a:cubicBezTo>
                  <a:pt x="517491" y="34932"/>
                  <a:pt x="520350" y="35303"/>
                  <a:pt x="522869" y="36043"/>
                </a:cubicBezTo>
                <a:cubicBezTo>
                  <a:pt x="525387" y="36784"/>
                  <a:pt x="527609" y="37925"/>
                  <a:pt x="529535" y="39465"/>
                </a:cubicBezTo>
                <a:cubicBezTo>
                  <a:pt x="531461" y="41006"/>
                  <a:pt x="533046" y="42917"/>
                  <a:pt x="534291" y="45199"/>
                </a:cubicBezTo>
                <a:cubicBezTo>
                  <a:pt x="535535" y="47480"/>
                  <a:pt x="536468" y="50221"/>
                  <a:pt x="537091" y="53421"/>
                </a:cubicBezTo>
                <a:cubicBezTo>
                  <a:pt x="537713" y="56620"/>
                  <a:pt x="538024" y="60680"/>
                  <a:pt x="538024" y="65598"/>
                </a:cubicBezTo>
                <a:lnTo>
                  <a:pt x="538024" y="99108"/>
                </a:lnTo>
                <a:cubicBezTo>
                  <a:pt x="538024" y="103197"/>
                  <a:pt x="538142" y="106160"/>
                  <a:pt x="538379" y="107997"/>
                </a:cubicBezTo>
                <a:cubicBezTo>
                  <a:pt x="538616" y="109834"/>
                  <a:pt x="539031" y="111256"/>
                  <a:pt x="539624" y="112263"/>
                </a:cubicBezTo>
                <a:cubicBezTo>
                  <a:pt x="540216" y="113271"/>
                  <a:pt x="541076" y="114115"/>
                  <a:pt x="542202" y="114796"/>
                </a:cubicBezTo>
                <a:cubicBezTo>
                  <a:pt x="543327" y="115478"/>
                  <a:pt x="545283" y="116204"/>
                  <a:pt x="548068" y="116974"/>
                </a:cubicBezTo>
                <a:lnTo>
                  <a:pt x="548068" y="121330"/>
                </a:lnTo>
                <a:close/>
                <a:moveTo>
                  <a:pt x="641345" y="45332"/>
                </a:moveTo>
                <a:lnTo>
                  <a:pt x="624901" y="44710"/>
                </a:lnTo>
                <a:lnTo>
                  <a:pt x="624101" y="45687"/>
                </a:lnTo>
                <a:cubicBezTo>
                  <a:pt x="625938" y="47524"/>
                  <a:pt x="627390" y="50028"/>
                  <a:pt x="628457" y="53198"/>
                </a:cubicBezTo>
                <a:cubicBezTo>
                  <a:pt x="629523" y="56369"/>
                  <a:pt x="630057" y="59791"/>
                  <a:pt x="630057" y="63465"/>
                </a:cubicBezTo>
                <a:cubicBezTo>
                  <a:pt x="630057" y="73124"/>
                  <a:pt x="627079" y="80575"/>
                  <a:pt x="621124" y="85820"/>
                </a:cubicBezTo>
                <a:cubicBezTo>
                  <a:pt x="615168" y="91064"/>
                  <a:pt x="606709" y="93686"/>
                  <a:pt x="595747" y="93686"/>
                </a:cubicBezTo>
                <a:cubicBezTo>
                  <a:pt x="590828" y="93686"/>
                  <a:pt x="586591" y="93064"/>
                  <a:pt x="583036" y="91819"/>
                </a:cubicBezTo>
                <a:cubicBezTo>
                  <a:pt x="578532" y="95256"/>
                  <a:pt x="576280" y="98634"/>
                  <a:pt x="576280" y="101952"/>
                </a:cubicBezTo>
                <a:cubicBezTo>
                  <a:pt x="576280" y="104145"/>
                  <a:pt x="576710" y="105804"/>
                  <a:pt x="577569" y="106930"/>
                </a:cubicBezTo>
                <a:cubicBezTo>
                  <a:pt x="578429" y="108056"/>
                  <a:pt x="579851" y="108856"/>
                  <a:pt x="581836" y="109330"/>
                </a:cubicBezTo>
                <a:cubicBezTo>
                  <a:pt x="583821" y="109804"/>
                  <a:pt x="586828" y="110041"/>
                  <a:pt x="590858" y="110041"/>
                </a:cubicBezTo>
                <a:lnTo>
                  <a:pt x="612190" y="110041"/>
                </a:lnTo>
                <a:cubicBezTo>
                  <a:pt x="618472" y="110041"/>
                  <a:pt x="623598" y="111019"/>
                  <a:pt x="627568" y="112974"/>
                </a:cubicBezTo>
                <a:cubicBezTo>
                  <a:pt x="631538" y="114930"/>
                  <a:pt x="634368" y="117552"/>
                  <a:pt x="636056" y="120841"/>
                </a:cubicBezTo>
                <a:cubicBezTo>
                  <a:pt x="637745" y="124129"/>
                  <a:pt x="638590" y="127966"/>
                  <a:pt x="638590" y="132351"/>
                </a:cubicBezTo>
                <a:cubicBezTo>
                  <a:pt x="638590" y="137922"/>
                  <a:pt x="636990" y="142884"/>
                  <a:pt x="633790" y="147240"/>
                </a:cubicBezTo>
                <a:cubicBezTo>
                  <a:pt x="630590" y="151595"/>
                  <a:pt x="625968" y="154988"/>
                  <a:pt x="619924" y="157417"/>
                </a:cubicBezTo>
                <a:cubicBezTo>
                  <a:pt x="613879" y="159847"/>
                  <a:pt x="606828" y="161062"/>
                  <a:pt x="598769" y="161062"/>
                </a:cubicBezTo>
                <a:cubicBezTo>
                  <a:pt x="592784" y="161062"/>
                  <a:pt x="587317" y="160706"/>
                  <a:pt x="582369" y="159995"/>
                </a:cubicBezTo>
                <a:cubicBezTo>
                  <a:pt x="577421" y="159284"/>
                  <a:pt x="573184" y="158084"/>
                  <a:pt x="569658" y="156395"/>
                </a:cubicBezTo>
                <a:cubicBezTo>
                  <a:pt x="566133" y="154706"/>
                  <a:pt x="563407" y="152484"/>
                  <a:pt x="561481" y="149729"/>
                </a:cubicBezTo>
                <a:cubicBezTo>
                  <a:pt x="559555" y="146973"/>
                  <a:pt x="558592" y="143521"/>
                  <a:pt x="558592" y="139373"/>
                </a:cubicBezTo>
                <a:cubicBezTo>
                  <a:pt x="558592" y="135640"/>
                  <a:pt x="559837" y="132248"/>
                  <a:pt x="562325" y="129196"/>
                </a:cubicBezTo>
                <a:cubicBezTo>
                  <a:pt x="564814" y="126144"/>
                  <a:pt x="568340" y="123463"/>
                  <a:pt x="572903" y="121152"/>
                </a:cubicBezTo>
                <a:cubicBezTo>
                  <a:pt x="570118" y="120026"/>
                  <a:pt x="567925" y="118367"/>
                  <a:pt x="566325" y="116174"/>
                </a:cubicBezTo>
                <a:cubicBezTo>
                  <a:pt x="564725" y="113982"/>
                  <a:pt x="563925" y="111404"/>
                  <a:pt x="563925" y="108441"/>
                </a:cubicBezTo>
                <a:cubicBezTo>
                  <a:pt x="563925" y="105063"/>
                  <a:pt x="564873" y="101967"/>
                  <a:pt x="566770" y="99152"/>
                </a:cubicBezTo>
                <a:cubicBezTo>
                  <a:pt x="568666" y="96338"/>
                  <a:pt x="572014" y="93123"/>
                  <a:pt x="576814" y="89508"/>
                </a:cubicBezTo>
                <a:cubicBezTo>
                  <a:pt x="572547" y="87019"/>
                  <a:pt x="569303" y="83642"/>
                  <a:pt x="567081" y="79375"/>
                </a:cubicBezTo>
                <a:cubicBezTo>
                  <a:pt x="564859" y="75109"/>
                  <a:pt x="563748" y="70250"/>
                  <a:pt x="563748" y="64798"/>
                </a:cubicBezTo>
                <a:cubicBezTo>
                  <a:pt x="563748" y="59702"/>
                  <a:pt x="564592" y="55272"/>
                  <a:pt x="566281" y="51509"/>
                </a:cubicBezTo>
                <a:cubicBezTo>
                  <a:pt x="567970" y="47747"/>
                  <a:pt x="570310" y="44636"/>
                  <a:pt x="573303" y="42176"/>
                </a:cubicBezTo>
                <a:cubicBezTo>
                  <a:pt x="576295" y="39717"/>
                  <a:pt x="579836" y="37880"/>
                  <a:pt x="583925" y="36666"/>
                </a:cubicBezTo>
                <a:cubicBezTo>
                  <a:pt x="588013" y="35451"/>
                  <a:pt x="592428" y="34843"/>
                  <a:pt x="597169" y="34843"/>
                </a:cubicBezTo>
                <a:cubicBezTo>
                  <a:pt x="601435" y="34843"/>
                  <a:pt x="605672" y="35347"/>
                  <a:pt x="609879" y="36354"/>
                </a:cubicBezTo>
                <a:lnTo>
                  <a:pt x="641345" y="36354"/>
                </a:lnTo>
                <a:lnTo>
                  <a:pt x="641345" y="45332"/>
                </a:lnTo>
                <a:moveTo>
                  <a:pt x="579658" y="63376"/>
                </a:moveTo>
                <a:cubicBezTo>
                  <a:pt x="579658" y="70783"/>
                  <a:pt x="581169" y="76501"/>
                  <a:pt x="584191" y="80531"/>
                </a:cubicBezTo>
                <a:cubicBezTo>
                  <a:pt x="587213" y="84560"/>
                  <a:pt x="591569" y="86575"/>
                  <a:pt x="597258" y="86575"/>
                </a:cubicBezTo>
                <a:cubicBezTo>
                  <a:pt x="600280" y="86575"/>
                  <a:pt x="602857" y="85997"/>
                  <a:pt x="604991" y="84842"/>
                </a:cubicBezTo>
                <a:cubicBezTo>
                  <a:pt x="607124" y="83686"/>
                  <a:pt x="608857" y="82101"/>
                  <a:pt x="610191" y="80086"/>
                </a:cubicBezTo>
                <a:cubicBezTo>
                  <a:pt x="611524" y="78072"/>
                  <a:pt x="612502" y="75746"/>
                  <a:pt x="613124" y="73109"/>
                </a:cubicBezTo>
                <a:cubicBezTo>
                  <a:pt x="613746" y="70472"/>
                  <a:pt x="614057" y="67702"/>
                  <a:pt x="614057" y="64798"/>
                </a:cubicBezTo>
                <a:cubicBezTo>
                  <a:pt x="614057" y="59583"/>
                  <a:pt x="613316" y="55228"/>
                  <a:pt x="611835" y="51732"/>
                </a:cubicBezTo>
                <a:cubicBezTo>
                  <a:pt x="610354" y="48236"/>
                  <a:pt x="608339" y="45673"/>
                  <a:pt x="605791" y="44043"/>
                </a:cubicBezTo>
                <a:cubicBezTo>
                  <a:pt x="603243" y="42413"/>
                  <a:pt x="600309" y="41599"/>
                  <a:pt x="596991" y="41599"/>
                </a:cubicBezTo>
                <a:cubicBezTo>
                  <a:pt x="591362" y="41599"/>
                  <a:pt x="587065" y="43465"/>
                  <a:pt x="584102" y="47199"/>
                </a:cubicBezTo>
                <a:cubicBezTo>
                  <a:pt x="581140" y="50932"/>
                  <a:pt x="579658" y="56324"/>
                  <a:pt x="579658" y="63376"/>
                </a:cubicBezTo>
                <a:moveTo>
                  <a:pt x="581880" y="122752"/>
                </a:moveTo>
                <a:cubicBezTo>
                  <a:pt x="578858" y="125003"/>
                  <a:pt x="576592" y="127389"/>
                  <a:pt x="575081" y="129907"/>
                </a:cubicBezTo>
                <a:cubicBezTo>
                  <a:pt x="573569" y="132425"/>
                  <a:pt x="572814" y="135285"/>
                  <a:pt x="572814" y="138485"/>
                </a:cubicBezTo>
                <a:cubicBezTo>
                  <a:pt x="572814" y="143818"/>
                  <a:pt x="574932" y="147744"/>
                  <a:pt x="579169" y="150262"/>
                </a:cubicBezTo>
                <a:cubicBezTo>
                  <a:pt x="583406" y="152780"/>
                  <a:pt x="589880" y="154040"/>
                  <a:pt x="598591" y="154040"/>
                </a:cubicBezTo>
                <a:cubicBezTo>
                  <a:pt x="603924" y="154040"/>
                  <a:pt x="608502" y="153329"/>
                  <a:pt x="612324" y="151906"/>
                </a:cubicBezTo>
                <a:cubicBezTo>
                  <a:pt x="616146" y="150484"/>
                  <a:pt x="619064" y="148440"/>
                  <a:pt x="621079" y="145773"/>
                </a:cubicBezTo>
                <a:cubicBezTo>
                  <a:pt x="623094" y="143107"/>
                  <a:pt x="624101" y="139996"/>
                  <a:pt x="624101" y="136440"/>
                </a:cubicBezTo>
                <a:cubicBezTo>
                  <a:pt x="624101" y="134781"/>
                  <a:pt x="623894" y="133166"/>
                  <a:pt x="623479" y="131596"/>
                </a:cubicBezTo>
                <a:cubicBezTo>
                  <a:pt x="623064" y="130026"/>
                  <a:pt x="622279" y="128618"/>
                  <a:pt x="621124" y="127374"/>
                </a:cubicBezTo>
                <a:cubicBezTo>
                  <a:pt x="619968" y="126129"/>
                  <a:pt x="618324" y="125137"/>
                  <a:pt x="616190" y="124396"/>
                </a:cubicBezTo>
                <a:cubicBezTo>
                  <a:pt x="614057" y="123655"/>
                  <a:pt x="611272" y="123285"/>
                  <a:pt x="607835" y="123285"/>
                </a:cubicBezTo>
                <a:lnTo>
                  <a:pt x="594591" y="123285"/>
                </a:lnTo>
                <a:cubicBezTo>
                  <a:pt x="589791" y="123285"/>
                  <a:pt x="585554" y="123107"/>
                  <a:pt x="581880" y="12275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076" cap="flat">
            <a:solidFill>
              <a:srgbClr val="000000"/>
            </a:solidFill>
            <a:round/>
          </a:ln>
        </p:spPr>
      </p:sp>
      <p:sp>
        <p:nvSpPr>
          <p:cNvPr id="155" name="Text Input">
            <a:extLst xmlns:a="http://schemas.openxmlformats.org/drawingml/2006/main">
              <a:ext uri="{FF2B5EF4-FFF2-40B4-BE49-F238E27FC236}">
                <a16:creationId xmlns:a16="http://schemas.microsoft.com/office/drawing/2014/main" id="{71D9FC80-3AB3-4250-B99C-F37A7607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437" y="188137"/>
            <a:ext cx="410615" cy="159551"/>
          </a:xfrm>
          <a:custGeom xmlns:a="http://schemas.openxmlformats.org/drawingml/2006/main">
            <a:pathLst>
              <a:path w="410615" h="159551">
                <a:moveTo>
                  <a:pt x="27110" y="99108"/>
                </a:moveTo>
                <a:cubicBezTo>
                  <a:pt x="27110" y="103078"/>
                  <a:pt x="27244" y="105982"/>
                  <a:pt x="27510" y="107819"/>
                </a:cubicBezTo>
                <a:cubicBezTo>
                  <a:pt x="27777" y="109656"/>
                  <a:pt x="28221" y="111108"/>
                  <a:pt x="28844" y="112174"/>
                </a:cubicBezTo>
                <a:cubicBezTo>
                  <a:pt x="29466" y="113241"/>
                  <a:pt x="30384" y="114130"/>
                  <a:pt x="31599" y="114841"/>
                </a:cubicBezTo>
                <a:cubicBezTo>
                  <a:pt x="32814" y="115552"/>
                  <a:pt x="34784" y="116263"/>
                  <a:pt x="37510" y="116974"/>
                </a:cubicBezTo>
                <a:lnTo>
                  <a:pt x="37510" y="121330"/>
                </a:lnTo>
                <a:lnTo>
                  <a:pt x="0" y="121330"/>
                </a:lnTo>
                <a:lnTo>
                  <a:pt x="0" y="116974"/>
                </a:lnTo>
                <a:cubicBezTo>
                  <a:pt x="3674" y="116026"/>
                  <a:pt x="6133" y="114974"/>
                  <a:pt x="7378" y="113819"/>
                </a:cubicBezTo>
                <a:cubicBezTo>
                  <a:pt x="8622" y="112663"/>
                  <a:pt x="9437" y="111019"/>
                  <a:pt x="9822" y="108885"/>
                </a:cubicBezTo>
                <a:cubicBezTo>
                  <a:pt x="10207" y="106752"/>
                  <a:pt x="10400" y="103493"/>
                  <a:pt x="10400" y="99108"/>
                </a:cubicBezTo>
                <a:lnTo>
                  <a:pt x="10400" y="22222"/>
                </a:lnTo>
                <a:cubicBezTo>
                  <a:pt x="10400" y="18133"/>
                  <a:pt x="10252" y="15155"/>
                  <a:pt x="9955" y="13288"/>
                </a:cubicBezTo>
                <a:cubicBezTo>
                  <a:pt x="9659" y="11422"/>
                  <a:pt x="9170" y="9970"/>
                  <a:pt x="8489" y="8933"/>
                </a:cubicBezTo>
                <a:cubicBezTo>
                  <a:pt x="7807" y="7896"/>
                  <a:pt x="6903" y="7066"/>
                  <a:pt x="5778" y="6444"/>
                </a:cubicBezTo>
                <a:cubicBezTo>
                  <a:pt x="4652" y="5822"/>
                  <a:pt x="2726" y="5126"/>
                  <a:pt x="0" y="4355"/>
                </a:cubicBezTo>
                <a:lnTo>
                  <a:pt x="0" y="0"/>
                </a:lnTo>
                <a:lnTo>
                  <a:pt x="37510" y="0"/>
                </a:lnTo>
                <a:lnTo>
                  <a:pt x="37510" y="4355"/>
                </a:lnTo>
                <a:cubicBezTo>
                  <a:pt x="34903" y="5007"/>
                  <a:pt x="33021" y="5659"/>
                  <a:pt x="31866" y="6311"/>
                </a:cubicBezTo>
                <a:cubicBezTo>
                  <a:pt x="30710" y="6963"/>
                  <a:pt x="29792" y="7778"/>
                  <a:pt x="29110" y="8755"/>
                </a:cubicBezTo>
                <a:cubicBezTo>
                  <a:pt x="28429" y="9733"/>
                  <a:pt x="27925" y="11200"/>
                  <a:pt x="27599" y="13155"/>
                </a:cubicBezTo>
                <a:cubicBezTo>
                  <a:pt x="27273" y="15111"/>
                  <a:pt x="27110" y="18133"/>
                  <a:pt x="27110" y="22222"/>
                </a:cubicBezTo>
                <a:lnTo>
                  <a:pt x="27110" y="99108"/>
                </a:lnTo>
                <a:close/>
                <a:moveTo>
                  <a:pt x="143422" y="121330"/>
                </a:moveTo>
                <a:lnTo>
                  <a:pt x="108401" y="121330"/>
                </a:lnTo>
                <a:lnTo>
                  <a:pt x="108401" y="116974"/>
                </a:lnTo>
                <a:cubicBezTo>
                  <a:pt x="110712" y="116263"/>
                  <a:pt x="112371" y="115641"/>
                  <a:pt x="113379" y="115108"/>
                </a:cubicBezTo>
                <a:cubicBezTo>
                  <a:pt x="114386" y="114574"/>
                  <a:pt x="115231" y="113833"/>
                  <a:pt x="115912" y="112885"/>
                </a:cubicBezTo>
                <a:cubicBezTo>
                  <a:pt x="116594" y="111937"/>
                  <a:pt x="117127" y="110471"/>
                  <a:pt x="117512" y="108485"/>
                </a:cubicBezTo>
                <a:cubicBezTo>
                  <a:pt x="117897" y="106500"/>
                  <a:pt x="118090" y="103493"/>
                  <a:pt x="118090" y="99464"/>
                </a:cubicBezTo>
                <a:lnTo>
                  <a:pt x="118090" y="76175"/>
                </a:lnTo>
                <a:cubicBezTo>
                  <a:pt x="118090" y="72027"/>
                  <a:pt x="117971" y="68265"/>
                  <a:pt x="117734" y="64887"/>
                </a:cubicBezTo>
                <a:cubicBezTo>
                  <a:pt x="117497" y="61509"/>
                  <a:pt x="117097" y="58739"/>
                  <a:pt x="116534" y="56576"/>
                </a:cubicBezTo>
                <a:cubicBezTo>
                  <a:pt x="115971" y="54413"/>
                  <a:pt x="115290" y="52724"/>
                  <a:pt x="114490" y="51509"/>
                </a:cubicBezTo>
                <a:cubicBezTo>
                  <a:pt x="113690" y="50295"/>
                  <a:pt x="112742" y="49258"/>
                  <a:pt x="111646" y="48398"/>
                </a:cubicBezTo>
                <a:cubicBezTo>
                  <a:pt x="110549" y="47539"/>
                  <a:pt x="109290" y="46858"/>
                  <a:pt x="107868" y="46354"/>
                </a:cubicBezTo>
                <a:cubicBezTo>
                  <a:pt x="106446" y="45850"/>
                  <a:pt x="104579" y="45599"/>
                  <a:pt x="102268" y="45599"/>
                </a:cubicBezTo>
                <a:cubicBezTo>
                  <a:pt x="99957" y="45599"/>
                  <a:pt x="97764" y="46058"/>
                  <a:pt x="95690" y="46976"/>
                </a:cubicBezTo>
                <a:cubicBezTo>
                  <a:pt x="93616" y="47895"/>
                  <a:pt x="91335" y="49480"/>
                  <a:pt x="88846" y="51732"/>
                </a:cubicBezTo>
                <a:cubicBezTo>
                  <a:pt x="86357" y="53983"/>
                  <a:pt x="84550" y="56206"/>
                  <a:pt x="83424" y="58398"/>
                </a:cubicBezTo>
                <a:cubicBezTo>
                  <a:pt x="82298" y="60591"/>
                  <a:pt x="81735" y="63109"/>
                  <a:pt x="81735" y="65953"/>
                </a:cubicBezTo>
                <a:lnTo>
                  <a:pt x="81735" y="99108"/>
                </a:lnTo>
                <a:cubicBezTo>
                  <a:pt x="81735" y="104204"/>
                  <a:pt x="81972" y="107745"/>
                  <a:pt x="82446" y="109730"/>
                </a:cubicBezTo>
                <a:cubicBezTo>
                  <a:pt x="82921" y="111715"/>
                  <a:pt x="83824" y="113226"/>
                  <a:pt x="85157" y="114263"/>
                </a:cubicBezTo>
                <a:cubicBezTo>
                  <a:pt x="86491" y="115300"/>
                  <a:pt x="88668" y="116204"/>
                  <a:pt x="91691" y="116974"/>
                </a:cubicBezTo>
                <a:lnTo>
                  <a:pt x="91691" y="121330"/>
                </a:lnTo>
                <a:lnTo>
                  <a:pt x="56847" y="121330"/>
                </a:lnTo>
                <a:lnTo>
                  <a:pt x="56847" y="116974"/>
                </a:lnTo>
                <a:cubicBezTo>
                  <a:pt x="59158" y="116263"/>
                  <a:pt x="60803" y="115641"/>
                  <a:pt x="61780" y="115108"/>
                </a:cubicBezTo>
                <a:cubicBezTo>
                  <a:pt x="62758" y="114574"/>
                  <a:pt x="63588" y="113833"/>
                  <a:pt x="64269" y="112885"/>
                </a:cubicBezTo>
                <a:cubicBezTo>
                  <a:pt x="64951" y="111937"/>
                  <a:pt x="65484" y="110485"/>
                  <a:pt x="65869" y="108530"/>
                </a:cubicBezTo>
                <a:cubicBezTo>
                  <a:pt x="66254" y="106574"/>
                  <a:pt x="66447" y="103523"/>
                  <a:pt x="66447" y="99375"/>
                </a:cubicBezTo>
                <a:lnTo>
                  <a:pt x="66447" y="60620"/>
                </a:lnTo>
                <a:cubicBezTo>
                  <a:pt x="66447" y="56828"/>
                  <a:pt x="66388" y="53776"/>
                  <a:pt x="66269" y="51465"/>
                </a:cubicBezTo>
                <a:cubicBezTo>
                  <a:pt x="66151" y="49154"/>
                  <a:pt x="65736" y="47302"/>
                  <a:pt x="65025" y="45910"/>
                </a:cubicBezTo>
                <a:cubicBezTo>
                  <a:pt x="64314" y="44517"/>
                  <a:pt x="63232" y="43480"/>
                  <a:pt x="61780" y="42799"/>
                </a:cubicBezTo>
                <a:cubicBezTo>
                  <a:pt x="60329" y="42117"/>
                  <a:pt x="58269" y="41539"/>
                  <a:pt x="55603" y="41065"/>
                </a:cubicBezTo>
                <a:lnTo>
                  <a:pt x="55603" y="36354"/>
                </a:lnTo>
                <a:lnTo>
                  <a:pt x="76402" y="35554"/>
                </a:lnTo>
                <a:lnTo>
                  <a:pt x="81824" y="35554"/>
                </a:lnTo>
                <a:lnTo>
                  <a:pt x="80846" y="50043"/>
                </a:lnTo>
                <a:lnTo>
                  <a:pt x="82091" y="50398"/>
                </a:lnTo>
                <a:cubicBezTo>
                  <a:pt x="86476" y="45954"/>
                  <a:pt x="90017" y="42784"/>
                  <a:pt x="92713" y="40888"/>
                </a:cubicBezTo>
                <a:cubicBezTo>
                  <a:pt x="95409" y="38991"/>
                  <a:pt x="98135" y="37525"/>
                  <a:pt x="100890" y="36488"/>
                </a:cubicBezTo>
                <a:cubicBezTo>
                  <a:pt x="103646" y="35451"/>
                  <a:pt x="106564" y="34932"/>
                  <a:pt x="109646" y="34932"/>
                </a:cubicBezTo>
                <a:cubicBezTo>
                  <a:pt x="112845" y="34932"/>
                  <a:pt x="115705" y="35303"/>
                  <a:pt x="118223" y="36043"/>
                </a:cubicBezTo>
                <a:cubicBezTo>
                  <a:pt x="120742" y="36784"/>
                  <a:pt x="122964" y="37925"/>
                  <a:pt x="124890" y="39465"/>
                </a:cubicBezTo>
                <a:cubicBezTo>
                  <a:pt x="126815" y="41006"/>
                  <a:pt x="128401" y="42917"/>
                  <a:pt x="129645" y="45199"/>
                </a:cubicBezTo>
                <a:cubicBezTo>
                  <a:pt x="130889" y="47480"/>
                  <a:pt x="131823" y="50221"/>
                  <a:pt x="132445" y="53421"/>
                </a:cubicBezTo>
                <a:cubicBezTo>
                  <a:pt x="133067" y="56620"/>
                  <a:pt x="133378" y="60680"/>
                  <a:pt x="133378" y="65598"/>
                </a:cubicBezTo>
                <a:lnTo>
                  <a:pt x="133378" y="99108"/>
                </a:lnTo>
                <a:cubicBezTo>
                  <a:pt x="133378" y="103197"/>
                  <a:pt x="133497" y="106160"/>
                  <a:pt x="133734" y="107997"/>
                </a:cubicBezTo>
                <a:cubicBezTo>
                  <a:pt x="133971" y="109834"/>
                  <a:pt x="134386" y="111256"/>
                  <a:pt x="134978" y="112263"/>
                </a:cubicBezTo>
                <a:cubicBezTo>
                  <a:pt x="135571" y="113271"/>
                  <a:pt x="136430" y="114115"/>
                  <a:pt x="137556" y="114796"/>
                </a:cubicBezTo>
                <a:cubicBezTo>
                  <a:pt x="138682" y="115478"/>
                  <a:pt x="140637" y="116204"/>
                  <a:pt x="143422" y="116974"/>
                </a:cubicBezTo>
                <a:lnTo>
                  <a:pt x="143422" y="121330"/>
                </a:lnTo>
                <a:close/>
                <a:moveTo>
                  <a:pt x="182513" y="118663"/>
                </a:moveTo>
                <a:lnTo>
                  <a:pt x="182513" y="137418"/>
                </a:lnTo>
                <a:cubicBezTo>
                  <a:pt x="182513" y="141270"/>
                  <a:pt x="182646" y="144144"/>
                  <a:pt x="182913" y="146040"/>
                </a:cubicBezTo>
                <a:cubicBezTo>
                  <a:pt x="183180" y="147936"/>
                  <a:pt x="183654" y="149432"/>
                  <a:pt x="184335" y="150529"/>
                </a:cubicBezTo>
                <a:cubicBezTo>
                  <a:pt x="185017" y="151625"/>
                  <a:pt x="185994" y="152529"/>
                  <a:pt x="187268" y="153240"/>
                </a:cubicBezTo>
                <a:cubicBezTo>
                  <a:pt x="188542" y="153951"/>
                  <a:pt x="190602" y="154603"/>
                  <a:pt x="193446" y="155195"/>
                </a:cubicBezTo>
                <a:lnTo>
                  <a:pt x="193446" y="159551"/>
                </a:lnTo>
                <a:lnTo>
                  <a:pt x="157180" y="159551"/>
                </a:lnTo>
                <a:lnTo>
                  <a:pt x="157180" y="155195"/>
                </a:lnTo>
                <a:cubicBezTo>
                  <a:pt x="159314" y="154603"/>
                  <a:pt x="161047" y="153995"/>
                  <a:pt x="162380" y="153373"/>
                </a:cubicBezTo>
                <a:cubicBezTo>
                  <a:pt x="163714" y="152751"/>
                  <a:pt x="164736" y="151832"/>
                  <a:pt x="165447" y="150618"/>
                </a:cubicBezTo>
                <a:cubicBezTo>
                  <a:pt x="166158" y="149403"/>
                  <a:pt x="166632" y="147758"/>
                  <a:pt x="166869" y="145684"/>
                </a:cubicBezTo>
                <a:cubicBezTo>
                  <a:pt x="167106" y="143610"/>
                  <a:pt x="167225" y="140855"/>
                  <a:pt x="167225" y="137418"/>
                </a:cubicBezTo>
                <a:lnTo>
                  <a:pt x="167225" y="61154"/>
                </a:lnTo>
                <a:cubicBezTo>
                  <a:pt x="167225" y="56887"/>
                  <a:pt x="167165" y="53850"/>
                  <a:pt x="167047" y="52043"/>
                </a:cubicBezTo>
                <a:cubicBezTo>
                  <a:pt x="166928" y="50235"/>
                  <a:pt x="166691" y="48739"/>
                  <a:pt x="166336" y="47554"/>
                </a:cubicBezTo>
                <a:cubicBezTo>
                  <a:pt x="165980" y="46369"/>
                  <a:pt x="165462" y="45391"/>
                  <a:pt x="164780" y="44621"/>
                </a:cubicBezTo>
                <a:cubicBezTo>
                  <a:pt x="164099" y="43850"/>
                  <a:pt x="163180" y="43199"/>
                  <a:pt x="162025" y="42665"/>
                </a:cubicBezTo>
                <a:cubicBezTo>
                  <a:pt x="160869" y="42132"/>
                  <a:pt x="158958" y="41599"/>
                  <a:pt x="156292" y="41065"/>
                </a:cubicBezTo>
                <a:lnTo>
                  <a:pt x="156292" y="36354"/>
                </a:lnTo>
                <a:lnTo>
                  <a:pt x="177180" y="35554"/>
                </a:lnTo>
                <a:lnTo>
                  <a:pt x="182602" y="35554"/>
                </a:lnTo>
                <a:lnTo>
                  <a:pt x="181446" y="50043"/>
                </a:lnTo>
                <a:lnTo>
                  <a:pt x="182780" y="50398"/>
                </a:lnTo>
                <a:cubicBezTo>
                  <a:pt x="186454" y="46665"/>
                  <a:pt x="189357" y="43954"/>
                  <a:pt x="191490" y="42265"/>
                </a:cubicBezTo>
                <a:cubicBezTo>
                  <a:pt x="193624" y="40577"/>
                  <a:pt x="195831" y="39169"/>
                  <a:pt x="198113" y="38043"/>
                </a:cubicBezTo>
                <a:cubicBezTo>
                  <a:pt x="200394" y="36917"/>
                  <a:pt x="202586" y="36117"/>
                  <a:pt x="204690" y="35643"/>
                </a:cubicBezTo>
                <a:cubicBezTo>
                  <a:pt x="206794" y="35169"/>
                  <a:pt x="209031" y="34932"/>
                  <a:pt x="211401" y="34932"/>
                </a:cubicBezTo>
                <a:cubicBezTo>
                  <a:pt x="221178" y="34932"/>
                  <a:pt x="228689" y="38591"/>
                  <a:pt x="233934" y="45910"/>
                </a:cubicBezTo>
                <a:cubicBezTo>
                  <a:pt x="239178" y="53228"/>
                  <a:pt x="241800" y="63939"/>
                  <a:pt x="241800" y="78042"/>
                </a:cubicBezTo>
                <a:cubicBezTo>
                  <a:pt x="241800" y="87819"/>
                  <a:pt x="240319" y="96041"/>
                  <a:pt x="237356" y="102708"/>
                </a:cubicBezTo>
                <a:cubicBezTo>
                  <a:pt x="234393" y="109374"/>
                  <a:pt x="230082" y="114382"/>
                  <a:pt x="224423" y="117730"/>
                </a:cubicBezTo>
                <a:cubicBezTo>
                  <a:pt x="218764" y="121078"/>
                  <a:pt x="212023" y="122752"/>
                  <a:pt x="204201" y="122752"/>
                </a:cubicBezTo>
                <a:cubicBezTo>
                  <a:pt x="199816" y="122752"/>
                  <a:pt x="195846" y="122381"/>
                  <a:pt x="192290" y="121641"/>
                </a:cubicBezTo>
                <a:cubicBezTo>
                  <a:pt x="188735" y="120900"/>
                  <a:pt x="185476" y="119907"/>
                  <a:pt x="182513" y="118663"/>
                </a:cubicBezTo>
                <a:moveTo>
                  <a:pt x="182513" y="89331"/>
                </a:moveTo>
                <a:cubicBezTo>
                  <a:pt x="182513" y="95019"/>
                  <a:pt x="182869" y="99404"/>
                  <a:pt x="183580" y="102486"/>
                </a:cubicBezTo>
                <a:cubicBezTo>
                  <a:pt x="184291" y="105567"/>
                  <a:pt x="185550" y="108071"/>
                  <a:pt x="187357" y="109997"/>
                </a:cubicBezTo>
                <a:cubicBezTo>
                  <a:pt x="189165" y="111922"/>
                  <a:pt x="191298" y="113359"/>
                  <a:pt x="193757" y="114308"/>
                </a:cubicBezTo>
                <a:cubicBezTo>
                  <a:pt x="196216" y="115256"/>
                  <a:pt x="199461" y="115730"/>
                  <a:pt x="203490" y="115730"/>
                </a:cubicBezTo>
                <a:cubicBezTo>
                  <a:pt x="210660" y="115730"/>
                  <a:pt x="216053" y="112752"/>
                  <a:pt x="219667" y="106797"/>
                </a:cubicBezTo>
                <a:cubicBezTo>
                  <a:pt x="223282" y="100841"/>
                  <a:pt x="225089" y="92056"/>
                  <a:pt x="225089" y="80442"/>
                </a:cubicBezTo>
                <a:cubicBezTo>
                  <a:pt x="225089" y="57213"/>
                  <a:pt x="218304" y="45599"/>
                  <a:pt x="204735" y="45599"/>
                </a:cubicBezTo>
                <a:cubicBezTo>
                  <a:pt x="201416" y="45599"/>
                  <a:pt x="198557" y="46117"/>
                  <a:pt x="196157" y="47154"/>
                </a:cubicBezTo>
                <a:cubicBezTo>
                  <a:pt x="193757" y="48191"/>
                  <a:pt x="191372" y="49865"/>
                  <a:pt x="189002" y="52176"/>
                </a:cubicBezTo>
                <a:cubicBezTo>
                  <a:pt x="186631" y="54487"/>
                  <a:pt x="184957" y="56724"/>
                  <a:pt x="183980" y="58887"/>
                </a:cubicBezTo>
                <a:cubicBezTo>
                  <a:pt x="183002" y="61050"/>
                  <a:pt x="182513" y="63376"/>
                  <a:pt x="182513" y="65865"/>
                </a:cubicBezTo>
                <a:lnTo>
                  <a:pt x="182513" y="89331"/>
                </a:lnTo>
                <a:close/>
                <a:moveTo>
                  <a:pt x="256049" y="36354"/>
                </a:moveTo>
                <a:lnTo>
                  <a:pt x="281381" y="36354"/>
                </a:lnTo>
                <a:lnTo>
                  <a:pt x="281381" y="81597"/>
                </a:lnTo>
                <a:cubicBezTo>
                  <a:pt x="281381" y="88531"/>
                  <a:pt x="281648" y="93804"/>
                  <a:pt x="282181" y="97419"/>
                </a:cubicBezTo>
                <a:cubicBezTo>
                  <a:pt x="282715" y="101034"/>
                  <a:pt x="283515" y="103760"/>
                  <a:pt x="284581" y="105597"/>
                </a:cubicBezTo>
                <a:cubicBezTo>
                  <a:pt x="285648" y="107434"/>
                  <a:pt x="287159" y="108974"/>
                  <a:pt x="289114" y="110219"/>
                </a:cubicBezTo>
                <a:cubicBezTo>
                  <a:pt x="291070" y="111463"/>
                  <a:pt x="293766" y="112085"/>
                  <a:pt x="297203" y="112085"/>
                </a:cubicBezTo>
                <a:cubicBezTo>
                  <a:pt x="299455" y="112085"/>
                  <a:pt x="301618" y="111641"/>
                  <a:pt x="303692" y="110752"/>
                </a:cubicBezTo>
                <a:cubicBezTo>
                  <a:pt x="305766" y="109863"/>
                  <a:pt x="308077" y="108308"/>
                  <a:pt x="310625" y="106086"/>
                </a:cubicBezTo>
                <a:cubicBezTo>
                  <a:pt x="313173" y="103863"/>
                  <a:pt x="314995" y="101656"/>
                  <a:pt x="316091" y="99464"/>
                </a:cubicBezTo>
                <a:cubicBezTo>
                  <a:pt x="317188" y="97271"/>
                  <a:pt x="317736" y="94723"/>
                  <a:pt x="317736" y="91819"/>
                </a:cubicBezTo>
                <a:lnTo>
                  <a:pt x="317736" y="58487"/>
                </a:lnTo>
                <a:cubicBezTo>
                  <a:pt x="317736" y="55109"/>
                  <a:pt x="317647" y="52561"/>
                  <a:pt x="317469" y="50843"/>
                </a:cubicBezTo>
                <a:cubicBezTo>
                  <a:pt x="317291" y="49124"/>
                  <a:pt x="316995" y="47747"/>
                  <a:pt x="316580" y="46710"/>
                </a:cubicBezTo>
                <a:cubicBezTo>
                  <a:pt x="316165" y="45673"/>
                  <a:pt x="315677" y="44828"/>
                  <a:pt x="315114" y="44176"/>
                </a:cubicBezTo>
                <a:cubicBezTo>
                  <a:pt x="314551" y="43525"/>
                  <a:pt x="313751" y="42932"/>
                  <a:pt x="312714" y="42399"/>
                </a:cubicBezTo>
                <a:cubicBezTo>
                  <a:pt x="311677" y="41865"/>
                  <a:pt x="310003" y="41302"/>
                  <a:pt x="307692" y="40710"/>
                </a:cubicBezTo>
                <a:lnTo>
                  <a:pt x="307692" y="36354"/>
                </a:lnTo>
                <a:lnTo>
                  <a:pt x="333024" y="36354"/>
                </a:lnTo>
                <a:lnTo>
                  <a:pt x="333024" y="97064"/>
                </a:lnTo>
                <a:cubicBezTo>
                  <a:pt x="333024" y="101626"/>
                  <a:pt x="333113" y="104915"/>
                  <a:pt x="333291" y="106930"/>
                </a:cubicBezTo>
                <a:cubicBezTo>
                  <a:pt x="333469" y="108945"/>
                  <a:pt x="333854" y="110545"/>
                  <a:pt x="334446" y="111730"/>
                </a:cubicBezTo>
                <a:cubicBezTo>
                  <a:pt x="335039" y="112915"/>
                  <a:pt x="335957" y="113878"/>
                  <a:pt x="337202" y="114619"/>
                </a:cubicBezTo>
                <a:cubicBezTo>
                  <a:pt x="338446" y="115359"/>
                  <a:pt x="340668" y="116056"/>
                  <a:pt x="343868" y="116707"/>
                </a:cubicBezTo>
                <a:lnTo>
                  <a:pt x="343868" y="121330"/>
                </a:lnTo>
                <a:lnTo>
                  <a:pt x="323513" y="122218"/>
                </a:lnTo>
                <a:lnTo>
                  <a:pt x="318091" y="122218"/>
                </a:lnTo>
                <a:lnTo>
                  <a:pt x="318625" y="107641"/>
                </a:lnTo>
                <a:lnTo>
                  <a:pt x="317291" y="107286"/>
                </a:lnTo>
                <a:cubicBezTo>
                  <a:pt x="312373" y="112619"/>
                  <a:pt x="307677" y="116530"/>
                  <a:pt x="303203" y="119018"/>
                </a:cubicBezTo>
                <a:cubicBezTo>
                  <a:pt x="298729" y="121507"/>
                  <a:pt x="294240" y="122752"/>
                  <a:pt x="289737" y="122752"/>
                </a:cubicBezTo>
                <a:cubicBezTo>
                  <a:pt x="284344" y="122752"/>
                  <a:pt x="279900" y="121685"/>
                  <a:pt x="276404" y="119552"/>
                </a:cubicBezTo>
                <a:cubicBezTo>
                  <a:pt x="272908" y="117419"/>
                  <a:pt x="270300" y="114233"/>
                  <a:pt x="268582" y="109997"/>
                </a:cubicBezTo>
                <a:cubicBezTo>
                  <a:pt x="266863" y="105760"/>
                  <a:pt x="266004" y="99789"/>
                  <a:pt x="266004" y="92086"/>
                </a:cubicBezTo>
                <a:lnTo>
                  <a:pt x="266004" y="58487"/>
                </a:lnTo>
                <a:cubicBezTo>
                  <a:pt x="266004" y="53509"/>
                  <a:pt x="265811" y="50087"/>
                  <a:pt x="265426" y="48221"/>
                </a:cubicBezTo>
                <a:cubicBezTo>
                  <a:pt x="265041" y="46354"/>
                  <a:pt x="264300" y="44873"/>
                  <a:pt x="263204" y="43776"/>
                </a:cubicBezTo>
                <a:cubicBezTo>
                  <a:pt x="262108" y="42680"/>
                  <a:pt x="259723" y="41658"/>
                  <a:pt x="256049" y="40710"/>
                </a:cubicBezTo>
                <a:lnTo>
                  <a:pt x="256049" y="36354"/>
                </a:lnTo>
                <a:close/>
                <a:moveTo>
                  <a:pt x="351150" y="40799"/>
                </a:moveTo>
                <a:cubicBezTo>
                  <a:pt x="354113" y="40325"/>
                  <a:pt x="356513" y="39495"/>
                  <a:pt x="358350" y="38310"/>
                </a:cubicBezTo>
                <a:cubicBezTo>
                  <a:pt x="360187" y="37125"/>
                  <a:pt x="361624" y="35599"/>
                  <a:pt x="362661" y="33732"/>
                </a:cubicBezTo>
                <a:cubicBezTo>
                  <a:pt x="363698" y="31866"/>
                  <a:pt x="364512" y="29525"/>
                  <a:pt x="365105" y="26710"/>
                </a:cubicBezTo>
                <a:cubicBezTo>
                  <a:pt x="365697" y="23896"/>
                  <a:pt x="366320" y="19792"/>
                  <a:pt x="366972" y="14400"/>
                </a:cubicBezTo>
                <a:lnTo>
                  <a:pt x="379593" y="14400"/>
                </a:lnTo>
                <a:lnTo>
                  <a:pt x="379593" y="36354"/>
                </a:lnTo>
                <a:lnTo>
                  <a:pt x="408304" y="36354"/>
                </a:lnTo>
                <a:lnTo>
                  <a:pt x="408304" y="45332"/>
                </a:lnTo>
                <a:lnTo>
                  <a:pt x="379593" y="45332"/>
                </a:lnTo>
                <a:lnTo>
                  <a:pt x="379593" y="84886"/>
                </a:lnTo>
                <a:cubicBezTo>
                  <a:pt x="379593" y="90634"/>
                  <a:pt x="379830" y="95212"/>
                  <a:pt x="380304" y="98619"/>
                </a:cubicBezTo>
                <a:cubicBezTo>
                  <a:pt x="380778" y="102026"/>
                  <a:pt x="381667" y="104693"/>
                  <a:pt x="382971" y="106619"/>
                </a:cubicBezTo>
                <a:cubicBezTo>
                  <a:pt x="384275" y="108545"/>
                  <a:pt x="385756" y="109922"/>
                  <a:pt x="387415" y="110752"/>
                </a:cubicBezTo>
                <a:cubicBezTo>
                  <a:pt x="389075" y="111582"/>
                  <a:pt x="391208" y="111996"/>
                  <a:pt x="393815" y="111996"/>
                </a:cubicBezTo>
                <a:cubicBezTo>
                  <a:pt x="396185" y="111996"/>
                  <a:pt x="398408" y="111508"/>
                  <a:pt x="400482" y="110530"/>
                </a:cubicBezTo>
                <a:cubicBezTo>
                  <a:pt x="402556" y="109552"/>
                  <a:pt x="404600" y="108145"/>
                  <a:pt x="406615" y="106308"/>
                </a:cubicBezTo>
                <a:lnTo>
                  <a:pt x="410615" y="111108"/>
                </a:lnTo>
                <a:cubicBezTo>
                  <a:pt x="406407" y="115196"/>
                  <a:pt x="402422" y="118159"/>
                  <a:pt x="398659" y="119996"/>
                </a:cubicBezTo>
                <a:cubicBezTo>
                  <a:pt x="394897" y="121833"/>
                  <a:pt x="391000" y="122752"/>
                  <a:pt x="386971" y="122752"/>
                </a:cubicBezTo>
                <a:cubicBezTo>
                  <a:pt x="379327" y="122752"/>
                  <a:pt x="373638" y="120485"/>
                  <a:pt x="369905" y="115952"/>
                </a:cubicBezTo>
                <a:cubicBezTo>
                  <a:pt x="366172" y="111419"/>
                  <a:pt x="364305" y="104323"/>
                  <a:pt x="364305" y="94664"/>
                </a:cubicBezTo>
                <a:lnTo>
                  <a:pt x="364305" y="45332"/>
                </a:lnTo>
                <a:lnTo>
                  <a:pt x="351150" y="45332"/>
                </a:lnTo>
                <a:lnTo>
                  <a:pt x="351150" y="407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Input">
            <a:extLst xmlns:a="http://schemas.openxmlformats.org/drawingml/2006/main">
              <a:ext uri="{FF2B5EF4-FFF2-40B4-BE49-F238E27FC236}">
                <a16:creationId xmlns:a16="http://schemas.microsoft.com/office/drawing/2014/main" id="{E0DAE418-CCFF-41C3-B741-6D23ADC9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437" y="188137"/>
            <a:ext cx="410615" cy="159551"/>
          </a:xfrm>
          <a:custGeom xmlns:a="http://schemas.openxmlformats.org/drawingml/2006/main">
            <a:pathLst>
              <a:path w="410615" h="159551" fill="none">
                <a:moveTo>
                  <a:pt x="27110" y="99108"/>
                </a:moveTo>
                <a:cubicBezTo>
                  <a:pt x="27110" y="103078"/>
                  <a:pt x="27244" y="105982"/>
                  <a:pt x="27510" y="107819"/>
                </a:cubicBezTo>
                <a:cubicBezTo>
                  <a:pt x="27777" y="109656"/>
                  <a:pt x="28221" y="111108"/>
                  <a:pt x="28844" y="112174"/>
                </a:cubicBezTo>
                <a:cubicBezTo>
                  <a:pt x="29466" y="113241"/>
                  <a:pt x="30384" y="114130"/>
                  <a:pt x="31599" y="114841"/>
                </a:cubicBezTo>
                <a:cubicBezTo>
                  <a:pt x="32814" y="115552"/>
                  <a:pt x="34784" y="116263"/>
                  <a:pt x="37510" y="116974"/>
                </a:cubicBezTo>
                <a:lnTo>
                  <a:pt x="37510" y="121330"/>
                </a:lnTo>
                <a:lnTo>
                  <a:pt x="0" y="121330"/>
                </a:lnTo>
                <a:lnTo>
                  <a:pt x="0" y="116974"/>
                </a:lnTo>
                <a:cubicBezTo>
                  <a:pt x="3674" y="116026"/>
                  <a:pt x="6133" y="114974"/>
                  <a:pt x="7378" y="113819"/>
                </a:cubicBezTo>
                <a:cubicBezTo>
                  <a:pt x="8622" y="112663"/>
                  <a:pt x="9437" y="111019"/>
                  <a:pt x="9822" y="108885"/>
                </a:cubicBezTo>
                <a:cubicBezTo>
                  <a:pt x="10207" y="106752"/>
                  <a:pt x="10400" y="103493"/>
                  <a:pt x="10400" y="99108"/>
                </a:cubicBezTo>
                <a:lnTo>
                  <a:pt x="10400" y="22222"/>
                </a:lnTo>
                <a:cubicBezTo>
                  <a:pt x="10400" y="18133"/>
                  <a:pt x="10252" y="15155"/>
                  <a:pt x="9955" y="13288"/>
                </a:cubicBezTo>
                <a:cubicBezTo>
                  <a:pt x="9659" y="11422"/>
                  <a:pt x="9170" y="9970"/>
                  <a:pt x="8489" y="8933"/>
                </a:cubicBezTo>
                <a:cubicBezTo>
                  <a:pt x="7807" y="7896"/>
                  <a:pt x="6903" y="7066"/>
                  <a:pt x="5778" y="6444"/>
                </a:cubicBezTo>
                <a:cubicBezTo>
                  <a:pt x="4652" y="5822"/>
                  <a:pt x="2726" y="5126"/>
                  <a:pt x="0" y="4355"/>
                </a:cubicBezTo>
                <a:lnTo>
                  <a:pt x="0" y="0"/>
                </a:lnTo>
                <a:lnTo>
                  <a:pt x="37510" y="0"/>
                </a:lnTo>
                <a:lnTo>
                  <a:pt x="37510" y="4355"/>
                </a:lnTo>
                <a:cubicBezTo>
                  <a:pt x="34903" y="5007"/>
                  <a:pt x="33021" y="5659"/>
                  <a:pt x="31866" y="6311"/>
                </a:cubicBezTo>
                <a:cubicBezTo>
                  <a:pt x="30710" y="6963"/>
                  <a:pt x="29792" y="7778"/>
                  <a:pt x="29110" y="8755"/>
                </a:cubicBezTo>
                <a:cubicBezTo>
                  <a:pt x="28429" y="9733"/>
                  <a:pt x="27925" y="11200"/>
                  <a:pt x="27599" y="13155"/>
                </a:cubicBezTo>
                <a:cubicBezTo>
                  <a:pt x="27273" y="15111"/>
                  <a:pt x="27110" y="18133"/>
                  <a:pt x="27110" y="22222"/>
                </a:cubicBezTo>
                <a:lnTo>
                  <a:pt x="27110" y="99108"/>
                </a:lnTo>
                <a:close/>
                <a:moveTo>
                  <a:pt x="143422" y="121330"/>
                </a:moveTo>
                <a:lnTo>
                  <a:pt x="108401" y="121330"/>
                </a:lnTo>
                <a:lnTo>
                  <a:pt x="108401" y="116974"/>
                </a:lnTo>
                <a:cubicBezTo>
                  <a:pt x="110712" y="116263"/>
                  <a:pt x="112371" y="115641"/>
                  <a:pt x="113379" y="115108"/>
                </a:cubicBezTo>
                <a:cubicBezTo>
                  <a:pt x="114386" y="114574"/>
                  <a:pt x="115231" y="113833"/>
                  <a:pt x="115912" y="112885"/>
                </a:cubicBezTo>
                <a:cubicBezTo>
                  <a:pt x="116594" y="111937"/>
                  <a:pt x="117127" y="110471"/>
                  <a:pt x="117512" y="108485"/>
                </a:cubicBezTo>
                <a:cubicBezTo>
                  <a:pt x="117897" y="106500"/>
                  <a:pt x="118090" y="103493"/>
                  <a:pt x="118090" y="99464"/>
                </a:cubicBezTo>
                <a:lnTo>
                  <a:pt x="118090" y="76175"/>
                </a:lnTo>
                <a:cubicBezTo>
                  <a:pt x="118090" y="72027"/>
                  <a:pt x="117971" y="68265"/>
                  <a:pt x="117734" y="64887"/>
                </a:cubicBezTo>
                <a:cubicBezTo>
                  <a:pt x="117497" y="61509"/>
                  <a:pt x="117097" y="58739"/>
                  <a:pt x="116534" y="56576"/>
                </a:cubicBezTo>
                <a:cubicBezTo>
                  <a:pt x="115971" y="54413"/>
                  <a:pt x="115290" y="52724"/>
                  <a:pt x="114490" y="51509"/>
                </a:cubicBezTo>
                <a:cubicBezTo>
                  <a:pt x="113690" y="50295"/>
                  <a:pt x="112742" y="49258"/>
                  <a:pt x="111646" y="48398"/>
                </a:cubicBezTo>
                <a:cubicBezTo>
                  <a:pt x="110549" y="47539"/>
                  <a:pt x="109290" y="46858"/>
                  <a:pt x="107868" y="46354"/>
                </a:cubicBezTo>
                <a:cubicBezTo>
                  <a:pt x="106446" y="45850"/>
                  <a:pt x="104579" y="45599"/>
                  <a:pt x="102268" y="45599"/>
                </a:cubicBezTo>
                <a:cubicBezTo>
                  <a:pt x="99957" y="45599"/>
                  <a:pt x="97764" y="46058"/>
                  <a:pt x="95690" y="46976"/>
                </a:cubicBezTo>
                <a:cubicBezTo>
                  <a:pt x="93616" y="47895"/>
                  <a:pt x="91335" y="49480"/>
                  <a:pt x="88846" y="51732"/>
                </a:cubicBezTo>
                <a:cubicBezTo>
                  <a:pt x="86357" y="53983"/>
                  <a:pt x="84550" y="56206"/>
                  <a:pt x="83424" y="58398"/>
                </a:cubicBezTo>
                <a:cubicBezTo>
                  <a:pt x="82298" y="60591"/>
                  <a:pt x="81735" y="63109"/>
                  <a:pt x="81735" y="65953"/>
                </a:cubicBezTo>
                <a:lnTo>
                  <a:pt x="81735" y="99108"/>
                </a:lnTo>
                <a:cubicBezTo>
                  <a:pt x="81735" y="104204"/>
                  <a:pt x="81972" y="107745"/>
                  <a:pt x="82446" y="109730"/>
                </a:cubicBezTo>
                <a:cubicBezTo>
                  <a:pt x="82921" y="111715"/>
                  <a:pt x="83824" y="113226"/>
                  <a:pt x="85157" y="114263"/>
                </a:cubicBezTo>
                <a:cubicBezTo>
                  <a:pt x="86491" y="115300"/>
                  <a:pt x="88668" y="116204"/>
                  <a:pt x="91691" y="116974"/>
                </a:cubicBezTo>
                <a:lnTo>
                  <a:pt x="91691" y="121330"/>
                </a:lnTo>
                <a:lnTo>
                  <a:pt x="56847" y="121330"/>
                </a:lnTo>
                <a:lnTo>
                  <a:pt x="56847" y="116974"/>
                </a:lnTo>
                <a:cubicBezTo>
                  <a:pt x="59158" y="116263"/>
                  <a:pt x="60803" y="115641"/>
                  <a:pt x="61780" y="115108"/>
                </a:cubicBezTo>
                <a:cubicBezTo>
                  <a:pt x="62758" y="114574"/>
                  <a:pt x="63588" y="113833"/>
                  <a:pt x="64269" y="112885"/>
                </a:cubicBezTo>
                <a:cubicBezTo>
                  <a:pt x="64951" y="111937"/>
                  <a:pt x="65484" y="110485"/>
                  <a:pt x="65869" y="108530"/>
                </a:cubicBezTo>
                <a:cubicBezTo>
                  <a:pt x="66254" y="106574"/>
                  <a:pt x="66447" y="103523"/>
                  <a:pt x="66447" y="99375"/>
                </a:cubicBezTo>
                <a:lnTo>
                  <a:pt x="66447" y="60620"/>
                </a:lnTo>
                <a:cubicBezTo>
                  <a:pt x="66447" y="56828"/>
                  <a:pt x="66388" y="53776"/>
                  <a:pt x="66269" y="51465"/>
                </a:cubicBezTo>
                <a:cubicBezTo>
                  <a:pt x="66151" y="49154"/>
                  <a:pt x="65736" y="47302"/>
                  <a:pt x="65025" y="45910"/>
                </a:cubicBezTo>
                <a:cubicBezTo>
                  <a:pt x="64314" y="44517"/>
                  <a:pt x="63232" y="43480"/>
                  <a:pt x="61780" y="42799"/>
                </a:cubicBezTo>
                <a:cubicBezTo>
                  <a:pt x="60329" y="42117"/>
                  <a:pt x="58269" y="41539"/>
                  <a:pt x="55603" y="41065"/>
                </a:cubicBezTo>
                <a:lnTo>
                  <a:pt x="55603" y="36354"/>
                </a:lnTo>
                <a:lnTo>
                  <a:pt x="76402" y="35554"/>
                </a:lnTo>
                <a:lnTo>
                  <a:pt x="81824" y="35554"/>
                </a:lnTo>
                <a:lnTo>
                  <a:pt x="80846" y="50043"/>
                </a:lnTo>
                <a:lnTo>
                  <a:pt x="82091" y="50398"/>
                </a:lnTo>
                <a:cubicBezTo>
                  <a:pt x="86476" y="45954"/>
                  <a:pt x="90017" y="42784"/>
                  <a:pt x="92713" y="40888"/>
                </a:cubicBezTo>
                <a:cubicBezTo>
                  <a:pt x="95409" y="38991"/>
                  <a:pt x="98135" y="37525"/>
                  <a:pt x="100890" y="36488"/>
                </a:cubicBezTo>
                <a:cubicBezTo>
                  <a:pt x="103646" y="35451"/>
                  <a:pt x="106564" y="34932"/>
                  <a:pt x="109646" y="34932"/>
                </a:cubicBezTo>
                <a:cubicBezTo>
                  <a:pt x="112845" y="34932"/>
                  <a:pt x="115705" y="35303"/>
                  <a:pt x="118223" y="36043"/>
                </a:cubicBezTo>
                <a:cubicBezTo>
                  <a:pt x="120742" y="36784"/>
                  <a:pt x="122964" y="37925"/>
                  <a:pt x="124890" y="39465"/>
                </a:cubicBezTo>
                <a:cubicBezTo>
                  <a:pt x="126815" y="41006"/>
                  <a:pt x="128401" y="42917"/>
                  <a:pt x="129645" y="45199"/>
                </a:cubicBezTo>
                <a:cubicBezTo>
                  <a:pt x="130889" y="47480"/>
                  <a:pt x="131823" y="50221"/>
                  <a:pt x="132445" y="53421"/>
                </a:cubicBezTo>
                <a:cubicBezTo>
                  <a:pt x="133067" y="56620"/>
                  <a:pt x="133378" y="60680"/>
                  <a:pt x="133378" y="65598"/>
                </a:cubicBezTo>
                <a:lnTo>
                  <a:pt x="133378" y="99108"/>
                </a:lnTo>
                <a:cubicBezTo>
                  <a:pt x="133378" y="103197"/>
                  <a:pt x="133497" y="106160"/>
                  <a:pt x="133734" y="107997"/>
                </a:cubicBezTo>
                <a:cubicBezTo>
                  <a:pt x="133971" y="109834"/>
                  <a:pt x="134386" y="111256"/>
                  <a:pt x="134978" y="112263"/>
                </a:cubicBezTo>
                <a:cubicBezTo>
                  <a:pt x="135571" y="113271"/>
                  <a:pt x="136430" y="114115"/>
                  <a:pt x="137556" y="114796"/>
                </a:cubicBezTo>
                <a:cubicBezTo>
                  <a:pt x="138682" y="115478"/>
                  <a:pt x="140637" y="116204"/>
                  <a:pt x="143422" y="116974"/>
                </a:cubicBezTo>
                <a:lnTo>
                  <a:pt x="143422" y="121330"/>
                </a:lnTo>
                <a:close/>
                <a:moveTo>
                  <a:pt x="182513" y="118663"/>
                </a:moveTo>
                <a:lnTo>
                  <a:pt x="182513" y="137418"/>
                </a:lnTo>
                <a:cubicBezTo>
                  <a:pt x="182513" y="141270"/>
                  <a:pt x="182646" y="144144"/>
                  <a:pt x="182913" y="146040"/>
                </a:cubicBezTo>
                <a:cubicBezTo>
                  <a:pt x="183180" y="147936"/>
                  <a:pt x="183654" y="149432"/>
                  <a:pt x="184335" y="150529"/>
                </a:cubicBezTo>
                <a:cubicBezTo>
                  <a:pt x="185017" y="151625"/>
                  <a:pt x="185994" y="152529"/>
                  <a:pt x="187268" y="153240"/>
                </a:cubicBezTo>
                <a:cubicBezTo>
                  <a:pt x="188542" y="153951"/>
                  <a:pt x="190602" y="154603"/>
                  <a:pt x="193446" y="155195"/>
                </a:cubicBezTo>
                <a:lnTo>
                  <a:pt x="193446" y="159551"/>
                </a:lnTo>
                <a:lnTo>
                  <a:pt x="157180" y="159551"/>
                </a:lnTo>
                <a:lnTo>
                  <a:pt x="157180" y="155195"/>
                </a:lnTo>
                <a:cubicBezTo>
                  <a:pt x="159314" y="154603"/>
                  <a:pt x="161047" y="153995"/>
                  <a:pt x="162380" y="153373"/>
                </a:cubicBezTo>
                <a:cubicBezTo>
                  <a:pt x="163714" y="152751"/>
                  <a:pt x="164736" y="151832"/>
                  <a:pt x="165447" y="150618"/>
                </a:cubicBezTo>
                <a:cubicBezTo>
                  <a:pt x="166158" y="149403"/>
                  <a:pt x="166632" y="147758"/>
                  <a:pt x="166869" y="145684"/>
                </a:cubicBezTo>
                <a:cubicBezTo>
                  <a:pt x="167106" y="143610"/>
                  <a:pt x="167225" y="140855"/>
                  <a:pt x="167225" y="137418"/>
                </a:cubicBezTo>
                <a:lnTo>
                  <a:pt x="167225" y="61154"/>
                </a:lnTo>
                <a:cubicBezTo>
                  <a:pt x="167225" y="56887"/>
                  <a:pt x="167165" y="53850"/>
                  <a:pt x="167047" y="52043"/>
                </a:cubicBezTo>
                <a:cubicBezTo>
                  <a:pt x="166928" y="50235"/>
                  <a:pt x="166691" y="48739"/>
                  <a:pt x="166336" y="47554"/>
                </a:cubicBezTo>
                <a:cubicBezTo>
                  <a:pt x="165980" y="46369"/>
                  <a:pt x="165462" y="45391"/>
                  <a:pt x="164780" y="44621"/>
                </a:cubicBezTo>
                <a:cubicBezTo>
                  <a:pt x="164099" y="43850"/>
                  <a:pt x="163180" y="43199"/>
                  <a:pt x="162025" y="42665"/>
                </a:cubicBezTo>
                <a:cubicBezTo>
                  <a:pt x="160869" y="42132"/>
                  <a:pt x="158958" y="41599"/>
                  <a:pt x="156292" y="41065"/>
                </a:cubicBezTo>
                <a:lnTo>
                  <a:pt x="156292" y="36354"/>
                </a:lnTo>
                <a:lnTo>
                  <a:pt x="177180" y="35554"/>
                </a:lnTo>
                <a:lnTo>
                  <a:pt x="182602" y="35554"/>
                </a:lnTo>
                <a:lnTo>
                  <a:pt x="181446" y="50043"/>
                </a:lnTo>
                <a:lnTo>
                  <a:pt x="182780" y="50398"/>
                </a:lnTo>
                <a:cubicBezTo>
                  <a:pt x="186454" y="46665"/>
                  <a:pt x="189357" y="43954"/>
                  <a:pt x="191490" y="42265"/>
                </a:cubicBezTo>
                <a:cubicBezTo>
                  <a:pt x="193624" y="40577"/>
                  <a:pt x="195831" y="39169"/>
                  <a:pt x="198113" y="38043"/>
                </a:cubicBezTo>
                <a:cubicBezTo>
                  <a:pt x="200394" y="36917"/>
                  <a:pt x="202586" y="36117"/>
                  <a:pt x="204690" y="35643"/>
                </a:cubicBezTo>
                <a:cubicBezTo>
                  <a:pt x="206794" y="35169"/>
                  <a:pt x="209031" y="34932"/>
                  <a:pt x="211401" y="34932"/>
                </a:cubicBezTo>
                <a:cubicBezTo>
                  <a:pt x="221178" y="34932"/>
                  <a:pt x="228689" y="38591"/>
                  <a:pt x="233934" y="45910"/>
                </a:cubicBezTo>
                <a:cubicBezTo>
                  <a:pt x="239178" y="53228"/>
                  <a:pt x="241800" y="63939"/>
                  <a:pt x="241800" y="78042"/>
                </a:cubicBezTo>
                <a:cubicBezTo>
                  <a:pt x="241800" y="87819"/>
                  <a:pt x="240319" y="96041"/>
                  <a:pt x="237356" y="102708"/>
                </a:cubicBezTo>
                <a:cubicBezTo>
                  <a:pt x="234393" y="109374"/>
                  <a:pt x="230082" y="114382"/>
                  <a:pt x="224423" y="117730"/>
                </a:cubicBezTo>
                <a:cubicBezTo>
                  <a:pt x="218764" y="121078"/>
                  <a:pt x="212023" y="122752"/>
                  <a:pt x="204201" y="122752"/>
                </a:cubicBezTo>
                <a:cubicBezTo>
                  <a:pt x="199816" y="122752"/>
                  <a:pt x="195846" y="122381"/>
                  <a:pt x="192290" y="121641"/>
                </a:cubicBezTo>
                <a:cubicBezTo>
                  <a:pt x="188735" y="120900"/>
                  <a:pt x="185476" y="119907"/>
                  <a:pt x="182513" y="118663"/>
                </a:cubicBezTo>
                <a:moveTo>
                  <a:pt x="182513" y="89331"/>
                </a:moveTo>
                <a:cubicBezTo>
                  <a:pt x="182513" y="95019"/>
                  <a:pt x="182869" y="99404"/>
                  <a:pt x="183580" y="102486"/>
                </a:cubicBezTo>
                <a:cubicBezTo>
                  <a:pt x="184291" y="105567"/>
                  <a:pt x="185550" y="108071"/>
                  <a:pt x="187357" y="109997"/>
                </a:cubicBezTo>
                <a:cubicBezTo>
                  <a:pt x="189165" y="111922"/>
                  <a:pt x="191298" y="113359"/>
                  <a:pt x="193757" y="114308"/>
                </a:cubicBezTo>
                <a:cubicBezTo>
                  <a:pt x="196216" y="115256"/>
                  <a:pt x="199461" y="115730"/>
                  <a:pt x="203490" y="115730"/>
                </a:cubicBezTo>
                <a:cubicBezTo>
                  <a:pt x="210660" y="115730"/>
                  <a:pt x="216053" y="112752"/>
                  <a:pt x="219667" y="106797"/>
                </a:cubicBezTo>
                <a:cubicBezTo>
                  <a:pt x="223282" y="100841"/>
                  <a:pt x="225089" y="92056"/>
                  <a:pt x="225089" y="80442"/>
                </a:cubicBezTo>
                <a:cubicBezTo>
                  <a:pt x="225089" y="57213"/>
                  <a:pt x="218304" y="45599"/>
                  <a:pt x="204735" y="45599"/>
                </a:cubicBezTo>
                <a:cubicBezTo>
                  <a:pt x="201416" y="45599"/>
                  <a:pt x="198557" y="46117"/>
                  <a:pt x="196157" y="47154"/>
                </a:cubicBezTo>
                <a:cubicBezTo>
                  <a:pt x="193757" y="48191"/>
                  <a:pt x="191372" y="49865"/>
                  <a:pt x="189002" y="52176"/>
                </a:cubicBezTo>
                <a:cubicBezTo>
                  <a:pt x="186631" y="54487"/>
                  <a:pt x="184957" y="56724"/>
                  <a:pt x="183980" y="58887"/>
                </a:cubicBezTo>
                <a:cubicBezTo>
                  <a:pt x="183002" y="61050"/>
                  <a:pt x="182513" y="63376"/>
                  <a:pt x="182513" y="65865"/>
                </a:cubicBezTo>
                <a:lnTo>
                  <a:pt x="182513" y="89331"/>
                </a:lnTo>
                <a:close/>
                <a:moveTo>
                  <a:pt x="256049" y="36354"/>
                </a:moveTo>
                <a:lnTo>
                  <a:pt x="281381" y="36354"/>
                </a:lnTo>
                <a:lnTo>
                  <a:pt x="281381" y="81597"/>
                </a:lnTo>
                <a:cubicBezTo>
                  <a:pt x="281381" y="88531"/>
                  <a:pt x="281648" y="93804"/>
                  <a:pt x="282181" y="97419"/>
                </a:cubicBezTo>
                <a:cubicBezTo>
                  <a:pt x="282715" y="101034"/>
                  <a:pt x="283515" y="103760"/>
                  <a:pt x="284581" y="105597"/>
                </a:cubicBezTo>
                <a:cubicBezTo>
                  <a:pt x="285648" y="107434"/>
                  <a:pt x="287159" y="108974"/>
                  <a:pt x="289114" y="110219"/>
                </a:cubicBezTo>
                <a:cubicBezTo>
                  <a:pt x="291070" y="111463"/>
                  <a:pt x="293766" y="112085"/>
                  <a:pt x="297203" y="112085"/>
                </a:cubicBezTo>
                <a:cubicBezTo>
                  <a:pt x="299455" y="112085"/>
                  <a:pt x="301618" y="111641"/>
                  <a:pt x="303692" y="110752"/>
                </a:cubicBezTo>
                <a:cubicBezTo>
                  <a:pt x="305766" y="109863"/>
                  <a:pt x="308077" y="108308"/>
                  <a:pt x="310625" y="106086"/>
                </a:cubicBezTo>
                <a:cubicBezTo>
                  <a:pt x="313173" y="103863"/>
                  <a:pt x="314995" y="101656"/>
                  <a:pt x="316091" y="99464"/>
                </a:cubicBezTo>
                <a:cubicBezTo>
                  <a:pt x="317188" y="97271"/>
                  <a:pt x="317736" y="94723"/>
                  <a:pt x="317736" y="91819"/>
                </a:cubicBezTo>
                <a:lnTo>
                  <a:pt x="317736" y="58487"/>
                </a:lnTo>
                <a:cubicBezTo>
                  <a:pt x="317736" y="55109"/>
                  <a:pt x="317647" y="52561"/>
                  <a:pt x="317469" y="50843"/>
                </a:cubicBezTo>
                <a:cubicBezTo>
                  <a:pt x="317291" y="49124"/>
                  <a:pt x="316995" y="47747"/>
                  <a:pt x="316580" y="46710"/>
                </a:cubicBezTo>
                <a:cubicBezTo>
                  <a:pt x="316165" y="45673"/>
                  <a:pt x="315677" y="44828"/>
                  <a:pt x="315114" y="44176"/>
                </a:cubicBezTo>
                <a:cubicBezTo>
                  <a:pt x="314551" y="43525"/>
                  <a:pt x="313751" y="42932"/>
                  <a:pt x="312714" y="42399"/>
                </a:cubicBezTo>
                <a:cubicBezTo>
                  <a:pt x="311677" y="41865"/>
                  <a:pt x="310003" y="41302"/>
                  <a:pt x="307692" y="40710"/>
                </a:cubicBezTo>
                <a:lnTo>
                  <a:pt x="307692" y="36354"/>
                </a:lnTo>
                <a:lnTo>
                  <a:pt x="333024" y="36354"/>
                </a:lnTo>
                <a:lnTo>
                  <a:pt x="333024" y="97064"/>
                </a:lnTo>
                <a:cubicBezTo>
                  <a:pt x="333024" y="101626"/>
                  <a:pt x="333113" y="104915"/>
                  <a:pt x="333291" y="106930"/>
                </a:cubicBezTo>
                <a:cubicBezTo>
                  <a:pt x="333469" y="108945"/>
                  <a:pt x="333854" y="110545"/>
                  <a:pt x="334446" y="111730"/>
                </a:cubicBezTo>
                <a:cubicBezTo>
                  <a:pt x="335039" y="112915"/>
                  <a:pt x="335957" y="113878"/>
                  <a:pt x="337202" y="114619"/>
                </a:cubicBezTo>
                <a:cubicBezTo>
                  <a:pt x="338446" y="115359"/>
                  <a:pt x="340668" y="116056"/>
                  <a:pt x="343868" y="116707"/>
                </a:cubicBezTo>
                <a:lnTo>
                  <a:pt x="343868" y="121330"/>
                </a:lnTo>
                <a:lnTo>
                  <a:pt x="323513" y="122218"/>
                </a:lnTo>
                <a:lnTo>
                  <a:pt x="318091" y="122218"/>
                </a:lnTo>
                <a:lnTo>
                  <a:pt x="318625" y="107641"/>
                </a:lnTo>
                <a:lnTo>
                  <a:pt x="317291" y="107286"/>
                </a:lnTo>
                <a:cubicBezTo>
                  <a:pt x="312373" y="112619"/>
                  <a:pt x="307677" y="116530"/>
                  <a:pt x="303203" y="119018"/>
                </a:cubicBezTo>
                <a:cubicBezTo>
                  <a:pt x="298729" y="121507"/>
                  <a:pt x="294240" y="122752"/>
                  <a:pt x="289737" y="122752"/>
                </a:cubicBezTo>
                <a:cubicBezTo>
                  <a:pt x="284344" y="122752"/>
                  <a:pt x="279900" y="121685"/>
                  <a:pt x="276404" y="119552"/>
                </a:cubicBezTo>
                <a:cubicBezTo>
                  <a:pt x="272908" y="117419"/>
                  <a:pt x="270300" y="114233"/>
                  <a:pt x="268582" y="109997"/>
                </a:cubicBezTo>
                <a:cubicBezTo>
                  <a:pt x="266863" y="105760"/>
                  <a:pt x="266004" y="99789"/>
                  <a:pt x="266004" y="92086"/>
                </a:cubicBezTo>
                <a:lnTo>
                  <a:pt x="266004" y="58487"/>
                </a:lnTo>
                <a:cubicBezTo>
                  <a:pt x="266004" y="53509"/>
                  <a:pt x="265811" y="50087"/>
                  <a:pt x="265426" y="48221"/>
                </a:cubicBezTo>
                <a:cubicBezTo>
                  <a:pt x="265041" y="46354"/>
                  <a:pt x="264300" y="44873"/>
                  <a:pt x="263204" y="43776"/>
                </a:cubicBezTo>
                <a:cubicBezTo>
                  <a:pt x="262108" y="42680"/>
                  <a:pt x="259723" y="41658"/>
                  <a:pt x="256049" y="40710"/>
                </a:cubicBezTo>
                <a:lnTo>
                  <a:pt x="256049" y="36354"/>
                </a:lnTo>
                <a:close/>
                <a:moveTo>
                  <a:pt x="351150" y="40799"/>
                </a:moveTo>
                <a:cubicBezTo>
                  <a:pt x="354113" y="40325"/>
                  <a:pt x="356513" y="39495"/>
                  <a:pt x="358350" y="38310"/>
                </a:cubicBezTo>
                <a:cubicBezTo>
                  <a:pt x="360187" y="37125"/>
                  <a:pt x="361624" y="35599"/>
                  <a:pt x="362661" y="33732"/>
                </a:cubicBezTo>
                <a:cubicBezTo>
                  <a:pt x="363698" y="31866"/>
                  <a:pt x="364512" y="29525"/>
                  <a:pt x="365105" y="26710"/>
                </a:cubicBezTo>
                <a:cubicBezTo>
                  <a:pt x="365697" y="23896"/>
                  <a:pt x="366320" y="19792"/>
                  <a:pt x="366972" y="14400"/>
                </a:cubicBezTo>
                <a:lnTo>
                  <a:pt x="379593" y="14400"/>
                </a:lnTo>
                <a:lnTo>
                  <a:pt x="379593" y="36354"/>
                </a:lnTo>
                <a:lnTo>
                  <a:pt x="408304" y="36354"/>
                </a:lnTo>
                <a:lnTo>
                  <a:pt x="408304" y="45332"/>
                </a:lnTo>
                <a:lnTo>
                  <a:pt x="379593" y="45332"/>
                </a:lnTo>
                <a:lnTo>
                  <a:pt x="379593" y="84886"/>
                </a:lnTo>
                <a:cubicBezTo>
                  <a:pt x="379593" y="90634"/>
                  <a:pt x="379830" y="95212"/>
                  <a:pt x="380304" y="98619"/>
                </a:cubicBezTo>
                <a:cubicBezTo>
                  <a:pt x="380778" y="102026"/>
                  <a:pt x="381667" y="104693"/>
                  <a:pt x="382971" y="106619"/>
                </a:cubicBezTo>
                <a:cubicBezTo>
                  <a:pt x="384275" y="108545"/>
                  <a:pt x="385756" y="109922"/>
                  <a:pt x="387415" y="110752"/>
                </a:cubicBezTo>
                <a:cubicBezTo>
                  <a:pt x="389075" y="111582"/>
                  <a:pt x="391208" y="111996"/>
                  <a:pt x="393815" y="111996"/>
                </a:cubicBezTo>
                <a:cubicBezTo>
                  <a:pt x="396185" y="111996"/>
                  <a:pt x="398408" y="111508"/>
                  <a:pt x="400482" y="110530"/>
                </a:cubicBezTo>
                <a:cubicBezTo>
                  <a:pt x="402556" y="109552"/>
                  <a:pt x="404600" y="108145"/>
                  <a:pt x="406615" y="106308"/>
                </a:cubicBezTo>
                <a:lnTo>
                  <a:pt x="410615" y="111108"/>
                </a:lnTo>
                <a:cubicBezTo>
                  <a:pt x="406407" y="115196"/>
                  <a:pt x="402422" y="118159"/>
                  <a:pt x="398659" y="119996"/>
                </a:cubicBezTo>
                <a:cubicBezTo>
                  <a:pt x="394897" y="121833"/>
                  <a:pt x="391000" y="122752"/>
                  <a:pt x="386971" y="122752"/>
                </a:cubicBezTo>
                <a:cubicBezTo>
                  <a:pt x="379327" y="122752"/>
                  <a:pt x="373638" y="120485"/>
                  <a:pt x="369905" y="115952"/>
                </a:cubicBezTo>
                <a:cubicBezTo>
                  <a:pt x="366172" y="111419"/>
                  <a:pt x="364305" y="104323"/>
                  <a:pt x="364305" y="94664"/>
                </a:cubicBezTo>
                <a:lnTo>
                  <a:pt x="364305" y="45332"/>
                </a:lnTo>
                <a:lnTo>
                  <a:pt x="351150" y="45332"/>
                </a:lnTo>
                <a:lnTo>
                  <a:pt x="351150" y="407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076" cap="flat">
            <a:solidFill>
              <a:srgbClr val="000000"/>
            </a:solidFill>
            <a:round/>
          </a:ln>
        </p:spPr>
      </p:sp>
      <p:sp>
        <p:nvSpPr>
          <p:cNvPr id="157" name="Text Audio">
            <a:extLst xmlns:a="http://schemas.openxmlformats.org/drawingml/2006/main">
              <a:ext uri="{FF2B5EF4-FFF2-40B4-BE49-F238E27FC236}">
                <a16:creationId xmlns:a16="http://schemas.microsoft.com/office/drawing/2014/main" id="{CBFDC5FF-90C8-4927-98B4-3929279F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222" y="182270"/>
            <a:ext cx="445369" cy="128618"/>
          </a:xfrm>
          <a:custGeom xmlns:a="http://schemas.openxmlformats.org/drawingml/2006/main">
            <a:pathLst>
              <a:path w="445369" h="128618">
                <a:moveTo>
                  <a:pt x="70220" y="127196"/>
                </a:moveTo>
                <a:lnTo>
                  <a:pt x="70220" y="122841"/>
                </a:lnTo>
                <a:cubicBezTo>
                  <a:pt x="73183" y="122248"/>
                  <a:pt x="75390" y="121596"/>
                  <a:pt x="76842" y="120885"/>
                </a:cubicBezTo>
                <a:cubicBezTo>
                  <a:pt x="78294" y="120174"/>
                  <a:pt x="79375" y="119181"/>
                  <a:pt x="80086" y="117907"/>
                </a:cubicBezTo>
                <a:cubicBezTo>
                  <a:pt x="80797" y="116633"/>
                  <a:pt x="81153" y="114930"/>
                  <a:pt x="81153" y="112796"/>
                </a:cubicBezTo>
                <a:cubicBezTo>
                  <a:pt x="81153" y="110782"/>
                  <a:pt x="80916" y="108604"/>
                  <a:pt x="80442" y="106263"/>
                </a:cubicBezTo>
                <a:cubicBezTo>
                  <a:pt x="79968" y="103923"/>
                  <a:pt x="79286" y="101301"/>
                  <a:pt x="78398" y="98397"/>
                </a:cubicBezTo>
                <a:lnTo>
                  <a:pt x="75109" y="86931"/>
                </a:lnTo>
                <a:lnTo>
                  <a:pt x="33688" y="86931"/>
                </a:lnTo>
                <a:lnTo>
                  <a:pt x="30666" y="95641"/>
                </a:lnTo>
                <a:cubicBezTo>
                  <a:pt x="29125" y="100027"/>
                  <a:pt x="28118" y="103345"/>
                  <a:pt x="27644" y="105597"/>
                </a:cubicBezTo>
                <a:cubicBezTo>
                  <a:pt x="27170" y="107848"/>
                  <a:pt x="26932" y="109893"/>
                  <a:pt x="26932" y="111730"/>
                </a:cubicBezTo>
                <a:cubicBezTo>
                  <a:pt x="26932" y="115285"/>
                  <a:pt x="27836" y="117893"/>
                  <a:pt x="29644" y="119552"/>
                </a:cubicBezTo>
                <a:cubicBezTo>
                  <a:pt x="31451" y="121211"/>
                  <a:pt x="34221" y="122307"/>
                  <a:pt x="37954" y="122841"/>
                </a:cubicBezTo>
                <a:lnTo>
                  <a:pt x="37954" y="127196"/>
                </a:lnTo>
                <a:lnTo>
                  <a:pt x="0" y="127196"/>
                </a:lnTo>
                <a:lnTo>
                  <a:pt x="0" y="122841"/>
                </a:lnTo>
                <a:cubicBezTo>
                  <a:pt x="3318" y="122307"/>
                  <a:pt x="6207" y="120381"/>
                  <a:pt x="8666" y="117063"/>
                </a:cubicBezTo>
                <a:cubicBezTo>
                  <a:pt x="11126" y="113745"/>
                  <a:pt x="13511" y="109004"/>
                  <a:pt x="15822" y="102841"/>
                </a:cubicBezTo>
                <a:lnTo>
                  <a:pt x="52887" y="4444"/>
                </a:lnTo>
                <a:lnTo>
                  <a:pt x="66931" y="4444"/>
                </a:lnTo>
                <a:lnTo>
                  <a:pt x="97153" y="103552"/>
                </a:lnTo>
                <a:cubicBezTo>
                  <a:pt x="98575" y="108174"/>
                  <a:pt x="99834" y="111700"/>
                  <a:pt x="100930" y="114130"/>
                </a:cubicBezTo>
                <a:cubicBezTo>
                  <a:pt x="102026" y="116559"/>
                  <a:pt x="103345" y="118456"/>
                  <a:pt x="104886" y="119818"/>
                </a:cubicBezTo>
                <a:cubicBezTo>
                  <a:pt x="106426" y="121181"/>
                  <a:pt x="108530" y="122189"/>
                  <a:pt x="111197" y="122841"/>
                </a:cubicBezTo>
                <a:lnTo>
                  <a:pt x="111197" y="127196"/>
                </a:lnTo>
                <a:lnTo>
                  <a:pt x="70220" y="127196"/>
                </a:lnTo>
                <a:moveTo>
                  <a:pt x="36088" y="79198"/>
                </a:moveTo>
                <a:lnTo>
                  <a:pt x="73242" y="79198"/>
                </a:lnTo>
                <a:lnTo>
                  <a:pt x="56354" y="21866"/>
                </a:lnTo>
                <a:lnTo>
                  <a:pt x="36088" y="79198"/>
                </a:lnTo>
                <a:close/>
                <a:moveTo>
                  <a:pt x="116089" y="42221"/>
                </a:moveTo>
                <a:lnTo>
                  <a:pt x="141421" y="42221"/>
                </a:lnTo>
                <a:lnTo>
                  <a:pt x="141421" y="87464"/>
                </a:lnTo>
                <a:cubicBezTo>
                  <a:pt x="141421" y="94397"/>
                  <a:pt x="141688" y="99671"/>
                  <a:pt x="142221" y="103286"/>
                </a:cubicBezTo>
                <a:cubicBezTo>
                  <a:pt x="142754" y="106900"/>
                  <a:pt x="143554" y="109626"/>
                  <a:pt x="144621" y="111463"/>
                </a:cubicBezTo>
                <a:cubicBezTo>
                  <a:pt x="145688" y="113300"/>
                  <a:pt x="147199" y="114841"/>
                  <a:pt x="149154" y="116085"/>
                </a:cubicBezTo>
                <a:cubicBezTo>
                  <a:pt x="151110" y="117330"/>
                  <a:pt x="153806" y="117952"/>
                  <a:pt x="157243" y="117952"/>
                </a:cubicBezTo>
                <a:cubicBezTo>
                  <a:pt x="159495" y="117952"/>
                  <a:pt x="161658" y="117507"/>
                  <a:pt x="163732" y="116619"/>
                </a:cubicBezTo>
                <a:cubicBezTo>
                  <a:pt x="165806" y="115730"/>
                  <a:pt x="168117" y="114174"/>
                  <a:pt x="170665" y="111952"/>
                </a:cubicBezTo>
                <a:cubicBezTo>
                  <a:pt x="173213" y="109730"/>
                  <a:pt x="175035" y="107523"/>
                  <a:pt x="176131" y="105330"/>
                </a:cubicBezTo>
                <a:cubicBezTo>
                  <a:pt x="177227" y="103138"/>
                  <a:pt x="177776" y="100589"/>
                  <a:pt x="177776" y="97686"/>
                </a:cubicBezTo>
                <a:lnTo>
                  <a:pt x="177776" y="64354"/>
                </a:lnTo>
                <a:cubicBezTo>
                  <a:pt x="177776" y="60976"/>
                  <a:pt x="177687" y="58428"/>
                  <a:pt x="177509" y="56709"/>
                </a:cubicBezTo>
                <a:cubicBezTo>
                  <a:pt x="177331" y="54991"/>
                  <a:pt x="177035" y="53613"/>
                  <a:pt x="176620" y="52576"/>
                </a:cubicBezTo>
                <a:cubicBezTo>
                  <a:pt x="176205" y="51539"/>
                  <a:pt x="175716" y="50695"/>
                  <a:pt x="175153" y="50043"/>
                </a:cubicBezTo>
                <a:cubicBezTo>
                  <a:pt x="174590" y="49391"/>
                  <a:pt x="173790" y="48798"/>
                  <a:pt x="172753" y="48265"/>
                </a:cubicBezTo>
                <a:cubicBezTo>
                  <a:pt x="171716" y="47732"/>
                  <a:pt x="170042" y="47169"/>
                  <a:pt x="167731" y="46576"/>
                </a:cubicBezTo>
                <a:lnTo>
                  <a:pt x="167731" y="42221"/>
                </a:lnTo>
                <a:lnTo>
                  <a:pt x="193064" y="42221"/>
                </a:lnTo>
                <a:lnTo>
                  <a:pt x="193064" y="102930"/>
                </a:lnTo>
                <a:cubicBezTo>
                  <a:pt x="193064" y="107493"/>
                  <a:pt x="193153" y="110782"/>
                  <a:pt x="193331" y="112796"/>
                </a:cubicBezTo>
                <a:cubicBezTo>
                  <a:pt x="193508" y="114811"/>
                  <a:pt x="193894" y="116411"/>
                  <a:pt x="194486" y="117596"/>
                </a:cubicBezTo>
                <a:cubicBezTo>
                  <a:pt x="195079" y="118781"/>
                  <a:pt x="195997" y="119744"/>
                  <a:pt x="197242" y="120485"/>
                </a:cubicBezTo>
                <a:cubicBezTo>
                  <a:pt x="198486" y="121226"/>
                  <a:pt x="200708" y="121922"/>
                  <a:pt x="203908" y="122574"/>
                </a:cubicBezTo>
                <a:lnTo>
                  <a:pt x="203908" y="127196"/>
                </a:lnTo>
                <a:lnTo>
                  <a:pt x="183553" y="128085"/>
                </a:lnTo>
                <a:lnTo>
                  <a:pt x="178131" y="128085"/>
                </a:lnTo>
                <a:lnTo>
                  <a:pt x="178664" y="113508"/>
                </a:lnTo>
                <a:lnTo>
                  <a:pt x="177331" y="113152"/>
                </a:lnTo>
                <a:cubicBezTo>
                  <a:pt x="172413" y="118485"/>
                  <a:pt x="167717" y="122396"/>
                  <a:pt x="163243" y="124885"/>
                </a:cubicBezTo>
                <a:cubicBezTo>
                  <a:pt x="158769" y="127374"/>
                  <a:pt x="154280" y="128618"/>
                  <a:pt x="149776" y="128618"/>
                </a:cubicBezTo>
                <a:cubicBezTo>
                  <a:pt x="144384" y="128618"/>
                  <a:pt x="139940" y="127552"/>
                  <a:pt x="136443" y="125418"/>
                </a:cubicBezTo>
                <a:cubicBezTo>
                  <a:pt x="132947" y="123285"/>
                  <a:pt x="130340" y="120100"/>
                  <a:pt x="128622" y="115863"/>
                </a:cubicBezTo>
                <a:cubicBezTo>
                  <a:pt x="126903" y="111626"/>
                  <a:pt x="126044" y="105656"/>
                  <a:pt x="126044" y="97952"/>
                </a:cubicBezTo>
                <a:lnTo>
                  <a:pt x="126044" y="64354"/>
                </a:lnTo>
                <a:cubicBezTo>
                  <a:pt x="126044" y="59376"/>
                  <a:pt x="125851" y="55954"/>
                  <a:pt x="125466" y="54087"/>
                </a:cubicBezTo>
                <a:cubicBezTo>
                  <a:pt x="125081" y="52221"/>
                  <a:pt x="124340" y="50739"/>
                  <a:pt x="123244" y="49643"/>
                </a:cubicBezTo>
                <a:cubicBezTo>
                  <a:pt x="122148" y="48547"/>
                  <a:pt x="119763" y="47524"/>
                  <a:pt x="116089" y="46576"/>
                </a:cubicBezTo>
                <a:lnTo>
                  <a:pt x="116089" y="42221"/>
                </a:lnTo>
                <a:close/>
                <a:moveTo>
                  <a:pt x="278705" y="30577"/>
                </a:moveTo>
                <a:cubicBezTo>
                  <a:pt x="278705" y="24888"/>
                  <a:pt x="278661" y="20918"/>
                  <a:pt x="278572" y="18666"/>
                </a:cubicBezTo>
                <a:cubicBezTo>
                  <a:pt x="278483" y="16414"/>
                  <a:pt x="278246" y="14503"/>
                  <a:pt x="277861" y="12933"/>
                </a:cubicBezTo>
                <a:cubicBezTo>
                  <a:pt x="277476" y="11363"/>
                  <a:pt x="276942" y="10133"/>
                  <a:pt x="276261" y="9244"/>
                </a:cubicBezTo>
                <a:cubicBezTo>
                  <a:pt x="275580" y="8355"/>
                  <a:pt x="274661" y="7644"/>
                  <a:pt x="273506" y="7111"/>
                </a:cubicBezTo>
                <a:cubicBezTo>
                  <a:pt x="272350" y="6578"/>
                  <a:pt x="270261" y="6044"/>
                  <a:pt x="267239" y="5511"/>
                </a:cubicBezTo>
                <a:lnTo>
                  <a:pt x="267239" y="889"/>
                </a:lnTo>
                <a:lnTo>
                  <a:pt x="288749" y="0"/>
                </a:lnTo>
                <a:lnTo>
                  <a:pt x="293994" y="0"/>
                </a:lnTo>
                <a:lnTo>
                  <a:pt x="293994" y="102930"/>
                </a:lnTo>
                <a:cubicBezTo>
                  <a:pt x="293994" y="107552"/>
                  <a:pt x="294083" y="110856"/>
                  <a:pt x="294260" y="112841"/>
                </a:cubicBezTo>
                <a:cubicBezTo>
                  <a:pt x="294438" y="114826"/>
                  <a:pt x="294823" y="116411"/>
                  <a:pt x="295416" y="117596"/>
                </a:cubicBezTo>
                <a:cubicBezTo>
                  <a:pt x="296009" y="118781"/>
                  <a:pt x="296942" y="119744"/>
                  <a:pt x="298216" y="120485"/>
                </a:cubicBezTo>
                <a:cubicBezTo>
                  <a:pt x="299490" y="121226"/>
                  <a:pt x="301727" y="121922"/>
                  <a:pt x="304927" y="122574"/>
                </a:cubicBezTo>
                <a:lnTo>
                  <a:pt x="304927" y="127196"/>
                </a:lnTo>
                <a:lnTo>
                  <a:pt x="283950" y="128085"/>
                </a:lnTo>
                <a:lnTo>
                  <a:pt x="278616" y="128085"/>
                </a:lnTo>
                <a:lnTo>
                  <a:pt x="279683" y="113508"/>
                </a:lnTo>
                <a:lnTo>
                  <a:pt x="278350" y="113152"/>
                </a:lnTo>
                <a:cubicBezTo>
                  <a:pt x="274617" y="117122"/>
                  <a:pt x="271372" y="120100"/>
                  <a:pt x="268617" y="122085"/>
                </a:cubicBezTo>
                <a:cubicBezTo>
                  <a:pt x="265861" y="124070"/>
                  <a:pt x="262928" y="125655"/>
                  <a:pt x="259817" y="126840"/>
                </a:cubicBezTo>
                <a:cubicBezTo>
                  <a:pt x="256706" y="128026"/>
                  <a:pt x="253373" y="128618"/>
                  <a:pt x="249817" y="128618"/>
                </a:cubicBezTo>
                <a:cubicBezTo>
                  <a:pt x="240099" y="128618"/>
                  <a:pt x="232603" y="124929"/>
                  <a:pt x="227329" y="117552"/>
                </a:cubicBezTo>
                <a:cubicBezTo>
                  <a:pt x="222055" y="110174"/>
                  <a:pt x="219418" y="99523"/>
                  <a:pt x="219418" y="85597"/>
                </a:cubicBezTo>
                <a:cubicBezTo>
                  <a:pt x="219418" y="75879"/>
                  <a:pt x="221137" y="67628"/>
                  <a:pt x="224574" y="60843"/>
                </a:cubicBezTo>
                <a:cubicBezTo>
                  <a:pt x="228011" y="54058"/>
                  <a:pt x="232648" y="49006"/>
                  <a:pt x="238484" y="45687"/>
                </a:cubicBezTo>
                <a:cubicBezTo>
                  <a:pt x="244321" y="42369"/>
                  <a:pt x="250884" y="40710"/>
                  <a:pt x="258173" y="40710"/>
                </a:cubicBezTo>
                <a:cubicBezTo>
                  <a:pt x="262084" y="40710"/>
                  <a:pt x="265639" y="41021"/>
                  <a:pt x="268839" y="41643"/>
                </a:cubicBezTo>
                <a:cubicBezTo>
                  <a:pt x="272039" y="42265"/>
                  <a:pt x="275328" y="43288"/>
                  <a:pt x="278705" y="44710"/>
                </a:cubicBezTo>
                <a:lnTo>
                  <a:pt x="278705" y="30577"/>
                </a:lnTo>
                <a:moveTo>
                  <a:pt x="278705" y="74487"/>
                </a:moveTo>
                <a:cubicBezTo>
                  <a:pt x="278705" y="69864"/>
                  <a:pt x="278498" y="66161"/>
                  <a:pt x="278083" y="63376"/>
                </a:cubicBezTo>
                <a:cubicBezTo>
                  <a:pt x="277668" y="60591"/>
                  <a:pt x="276972" y="58250"/>
                  <a:pt x="275994" y="56354"/>
                </a:cubicBezTo>
                <a:cubicBezTo>
                  <a:pt x="275017" y="54458"/>
                  <a:pt x="273698" y="52858"/>
                  <a:pt x="272039" y="51554"/>
                </a:cubicBezTo>
                <a:cubicBezTo>
                  <a:pt x="270380" y="50250"/>
                  <a:pt x="268558" y="49302"/>
                  <a:pt x="266572" y="48710"/>
                </a:cubicBezTo>
                <a:cubicBezTo>
                  <a:pt x="264587" y="48117"/>
                  <a:pt x="262202" y="47821"/>
                  <a:pt x="259417" y="47821"/>
                </a:cubicBezTo>
                <a:cubicBezTo>
                  <a:pt x="251832" y="47821"/>
                  <a:pt x="246055" y="50858"/>
                  <a:pt x="242084" y="56932"/>
                </a:cubicBezTo>
                <a:cubicBezTo>
                  <a:pt x="238114" y="63005"/>
                  <a:pt x="236129" y="71731"/>
                  <a:pt x="236129" y="83109"/>
                </a:cubicBezTo>
                <a:cubicBezTo>
                  <a:pt x="236129" y="94486"/>
                  <a:pt x="237759" y="103138"/>
                  <a:pt x="241018" y="109063"/>
                </a:cubicBezTo>
                <a:cubicBezTo>
                  <a:pt x="244277" y="114989"/>
                  <a:pt x="249225" y="117952"/>
                  <a:pt x="255862" y="117952"/>
                </a:cubicBezTo>
                <a:cubicBezTo>
                  <a:pt x="258469" y="117952"/>
                  <a:pt x="260632" y="117730"/>
                  <a:pt x="262350" y="117285"/>
                </a:cubicBezTo>
                <a:cubicBezTo>
                  <a:pt x="264069" y="116841"/>
                  <a:pt x="265758" y="116130"/>
                  <a:pt x="267417" y="115152"/>
                </a:cubicBezTo>
                <a:cubicBezTo>
                  <a:pt x="269076" y="114174"/>
                  <a:pt x="270765" y="112826"/>
                  <a:pt x="272483" y="111108"/>
                </a:cubicBezTo>
                <a:cubicBezTo>
                  <a:pt x="274202" y="109389"/>
                  <a:pt x="275461" y="107819"/>
                  <a:pt x="276261" y="106397"/>
                </a:cubicBezTo>
                <a:cubicBezTo>
                  <a:pt x="277061" y="104974"/>
                  <a:pt x="277668" y="103345"/>
                  <a:pt x="278083" y="101508"/>
                </a:cubicBezTo>
                <a:cubicBezTo>
                  <a:pt x="278498" y="99671"/>
                  <a:pt x="278705" y="97301"/>
                  <a:pt x="278705" y="94397"/>
                </a:cubicBezTo>
                <a:lnTo>
                  <a:pt x="278705" y="74487"/>
                </a:lnTo>
                <a:close/>
                <a:moveTo>
                  <a:pt x="342976" y="7378"/>
                </a:moveTo>
                <a:lnTo>
                  <a:pt x="342976" y="24621"/>
                </a:lnTo>
                <a:lnTo>
                  <a:pt x="326621" y="24621"/>
                </a:lnTo>
                <a:lnTo>
                  <a:pt x="326621" y="7378"/>
                </a:lnTo>
                <a:lnTo>
                  <a:pt x="342976" y="7378"/>
                </a:lnTo>
                <a:moveTo>
                  <a:pt x="317554" y="122841"/>
                </a:moveTo>
                <a:cubicBezTo>
                  <a:pt x="319865" y="122130"/>
                  <a:pt x="321510" y="121507"/>
                  <a:pt x="322488" y="120974"/>
                </a:cubicBezTo>
                <a:cubicBezTo>
                  <a:pt x="323465" y="120441"/>
                  <a:pt x="324295" y="119700"/>
                  <a:pt x="324976" y="118752"/>
                </a:cubicBezTo>
                <a:cubicBezTo>
                  <a:pt x="325658" y="117804"/>
                  <a:pt x="326191" y="116352"/>
                  <a:pt x="326576" y="114396"/>
                </a:cubicBezTo>
                <a:cubicBezTo>
                  <a:pt x="326962" y="112441"/>
                  <a:pt x="327154" y="109389"/>
                  <a:pt x="327154" y="105241"/>
                </a:cubicBezTo>
                <a:lnTo>
                  <a:pt x="327154" y="66487"/>
                </a:lnTo>
                <a:cubicBezTo>
                  <a:pt x="327154" y="62694"/>
                  <a:pt x="327095" y="59643"/>
                  <a:pt x="326976" y="57332"/>
                </a:cubicBezTo>
                <a:cubicBezTo>
                  <a:pt x="326858" y="55021"/>
                  <a:pt x="326443" y="53169"/>
                  <a:pt x="325732" y="51776"/>
                </a:cubicBezTo>
                <a:cubicBezTo>
                  <a:pt x="325021" y="50384"/>
                  <a:pt x="323939" y="49347"/>
                  <a:pt x="322488" y="48665"/>
                </a:cubicBezTo>
                <a:cubicBezTo>
                  <a:pt x="321036" y="47984"/>
                  <a:pt x="318977" y="47406"/>
                  <a:pt x="316310" y="46932"/>
                </a:cubicBezTo>
                <a:lnTo>
                  <a:pt x="316310" y="42221"/>
                </a:lnTo>
                <a:lnTo>
                  <a:pt x="337021" y="41421"/>
                </a:lnTo>
                <a:lnTo>
                  <a:pt x="342443" y="41421"/>
                </a:lnTo>
                <a:lnTo>
                  <a:pt x="342443" y="104974"/>
                </a:lnTo>
                <a:cubicBezTo>
                  <a:pt x="342443" y="110071"/>
                  <a:pt x="342680" y="113611"/>
                  <a:pt x="343154" y="115596"/>
                </a:cubicBezTo>
                <a:cubicBezTo>
                  <a:pt x="343628" y="117582"/>
                  <a:pt x="344531" y="119093"/>
                  <a:pt x="345865" y="120130"/>
                </a:cubicBezTo>
                <a:cubicBezTo>
                  <a:pt x="347198" y="121167"/>
                  <a:pt x="349376" y="122070"/>
                  <a:pt x="352398" y="122841"/>
                </a:cubicBezTo>
                <a:lnTo>
                  <a:pt x="352398" y="127196"/>
                </a:lnTo>
                <a:lnTo>
                  <a:pt x="317554" y="127196"/>
                </a:lnTo>
                <a:lnTo>
                  <a:pt x="317554" y="122841"/>
                </a:lnTo>
                <a:close/>
                <a:moveTo>
                  <a:pt x="405371" y="128618"/>
                </a:moveTo>
                <a:cubicBezTo>
                  <a:pt x="393045" y="128618"/>
                  <a:pt x="383638" y="124989"/>
                  <a:pt x="377149" y="117730"/>
                </a:cubicBezTo>
                <a:cubicBezTo>
                  <a:pt x="370661" y="110471"/>
                  <a:pt x="367416" y="99730"/>
                  <a:pt x="367416" y="85508"/>
                </a:cubicBezTo>
                <a:cubicBezTo>
                  <a:pt x="367416" y="75731"/>
                  <a:pt x="369120" y="67465"/>
                  <a:pt x="372527" y="60709"/>
                </a:cubicBezTo>
                <a:cubicBezTo>
                  <a:pt x="375935" y="53954"/>
                  <a:pt x="380601" y="48932"/>
                  <a:pt x="386527" y="45643"/>
                </a:cubicBezTo>
                <a:cubicBezTo>
                  <a:pt x="392453" y="42354"/>
                  <a:pt x="399208" y="40710"/>
                  <a:pt x="406793" y="40710"/>
                </a:cubicBezTo>
                <a:cubicBezTo>
                  <a:pt x="419474" y="40710"/>
                  <a:pt x="429074" y="44399"/>
                  <a:pt x="435592" y="51776"/>
                </a:cubicBezTo>
                <a:cubicBezTo>
                  <a:pt x="442110" y="59154"/>
                  <a:pt x="445369" y="69746"/>
                  <a:pt x="445369" y="83553"/>
                </a:cubicBezTo>
                <a:cubicBezTo>
                  <a:pt x="445369" y="93390"/>
                  <a:pt x="443740" y="101686"/>
                  <a:pt x="440481" y="108441"/>
                </a:cubicBezTo>
                <a:cubicBezTo>
                  <a:pt x="437221" y="115196"/>
                  <a:pt x="432599" y="120248"/>
                  <a:pt x="426614" y="123596"/>
                </a:cubicBezTo>
                <a:cubicBezTo>
                  <a:pt x="420629" y="126944"/>
                  <a:pt x="413548" y="128618"/>
                  <a:pt x="405371" y="128618"/>
                </a:cubicBezTo>
                <a:moveTo>
                  <a:pt x="384216" y="83642"/>
                </a:moveTo>
                <a:cubicBezTo>
                  <a:pt x="384216" y="95849"/>
                  <a:pt x="386156" y="105226"/>
                  <a:pt x="390038" y="111774"/>
                </a:cubicBezTo>
                <a:cubicBezTo>
                  <a:pt x="393919" y="118322"/>
                  <a:pt x="399475" y="121596"/>
                  <a:pt x="406704" y="121596"/>
                </a:cubicBezTo>
                <a:cubicBezTo>
                  <a:pt x="410674" y="121596"/>
                  <a:pt x="414052" y="120633"/>
                  <a:pt x="416837" y="118707"/>
                </a:cubicBezTo>
                <a:cubicBezTo>
                  <a:pt x="419622" y="116782"/>
                  <a:pt x="421889" y="114189"/>
                  <a:pt x="423637" y="110930"/>
                </a:cubicBezTo>
                <a:cubicBezTo>
                  <a:pt x="425385" y="107671"/>
                  <a:pt x="426644" y="103893"/>
                  <a:pt x="427414" y="99597"/>
                </a:cubicBezTo>
                <a:cubicBezTo>
                  <a:pt x="428185" y="95301"/>
                  <a:pt x="428570" y="90812"/>
                  <a:pt x="428570" y="86131"/>
                </a:cubicBezTo>
                <a:cubicBezTo>
                  <a:pt x="428570" y="77420"/>
                  <a:pt x="427607" y="70190"/>
                  <a:pt x="425681" y="64442"/>
                </a:cubicBezTo>
                <a:cubicBezTo>
                  <a:pt x="423755" y="58694"/>
                  <a:pt x="421133" y="54472"/>
                  <a:pt x="417815" y="51776"/>
                </a:cubicBezTo>
                <a:cubicBezTo>
                  <a:pt x="414496" y="49080"/>
                  <a:pt x="410704" y="47732"/>
                  <a:pt x="406437" y="47732"/>
                </a:cubicBezTo>
                <a:cubicBezTo>
                  <a:pt x="399267" y="47732"/>
                  <a:pt x="393771" y="50843"/>
                  <a:pt x="389949" y="57065"/>
                </a:cubicBezTo>
                <a:cubicBezTo>
                  <a:pt x="386127" y="63287"/>
                  <a:pt x="384216" y="72146"/>
                  <a:pt x="384216" y="836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Audio">
            <a:extLst xmlns:a="http://schemas.openxmlformats.org/drawingml/2006/main">
              <a:ext uri="{FF2B5EF4-FFF2-40B4-BE49-F238E27FC236}">
                <a16:creationId xmlns:a16="http://schemas.microsoft.com/office/drawing/2014/main" id="{78A5DFD1-B077-4C3E-9B59-A0CCD34D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222" y="182270"/>
            <a:ext cx="445369" cy="128618"/>
          </a:xfrm>
          <a:custGeom xmlns:a="http://schemas.openxmlformats.org/drawingml/2006/main">
            <a:pathLst>
              <a:path w="445369" h="128618" fill="none">
                <a:moveTo>
                  <a:pt x="70220" y="127196"/>
                </a:moveTo>
                <a:lnTo>
                  <a:pt x="70220" y="122841"/>
                </a:lnTo>
                <a:cubicBezTo>
                  <a:pt x="73183" y="122248"/>
                  <a:pt x="75390" y="121596"/>
                  <a:pt x="76842" y="120885"/>
                </a:cubicBezTo>
                <a:cubicBezTo>
                  <a:pt x="78294" y="120174"/>
                  <a:pt x="79375" y="119181"/>
                  <a:pt x="80086" y="117907"/>
                </a:cubicBezTo>
                <a:cubicBezTo>
                  <a:pt x="80797" y="116633"/>
                  <a:pt x="81153" y="114930"/>
                  <a:pt x="81153" y="112796"/>
                </a:cubicBezTo>
                <a:cubicBezTo>
                  <a:pt x="81153" y="110782"/>
                  <a:pt x="80916" y="108604"/>
                  <a:pt x="80442" y="106263"/>
                </a:cubicBezTo>
                <a:cubicBezTo>
                  <a:pt x="79968" y="103923"/>
                  <a:pt x="79286" y="101301"/>
                  <a:pt x="78398" y="98397"/>
                </a:cubicBezTo>
                <a:lnTo>
                  <a:pt x="75109" y="86931"/>
                </a:lnTo>
                <a:lnTo>
                  <a:pt x="33688" y="86931"/>
                </a:lnTo>
                <a:lnTo>
                  <a:pt x="30666" y="95641"/>
                </a:lnTo>
                <a:cubicBezTo>
                  <a:pt x="29125" y="100027"/>
                  <a:pt x="28118" y="103345"/>
                  <a:pt x="27644" y="105597"/>
                </a:cubicBezTo>
                <a:cubicBezTo>
                  <a:pt x="27170" y="107848"/>
                  <a:pt x="26932" y="109893"/>
                  <a:pt x="26932" y="111730"/>
                </a:cubicBezTo>
                <a:cubicBezTo>
                  <a:pt x="26932" y="115285"/>
                  <a:pt x="27836" y="117893"/>
                  <a:pt x="29644" y="119552"/>
                </a:cubicBezTo>
                <a:cubicBezTo>
                  <a:pt x="31451" y="121211"/>
                  <a:pt x="34221" y="122307"/>
                  <a:pt x="37954" y="122841"/>
                </a:cubicBezTo>
                <a:lnTo>
                  <a:pt x="37954" y="127196"/>
                </a:lnTo>
                <a:lnTo>
                  <a:pt x="0" y="127196"/>
                </a:lnTo>
                <a:lnTo>
                  <a:pt x="0" y="122841"/>
                </a:lnTo>
                <a:cubicBezTo>
                  <a:pt x="3318" y="122307"/>
                  <a:pt x="6207" y="120381"/>
                  <a:pt x="8666" y="117063"/>
                </a:cubicBezTo>
                <a:cubicBezTo>
                  <a:pt x="11126" y="113745"/>
                  <a:pt x="13511" y="109004"/>
                  <a:pt x="15822" y="102841"/>
                </a:cubicBezTo>
                <a:lnTo>
                  <a:pt x="52887" y="4444"/>
                </a:lnTo>
                <a:lnTo>
                  <a:pt x="66931" y="4444"/>
                </a:lnTo>
                <a:lnTo>
                  <a:pt x="97153" y="103552"/>
                </a:lnTo>
                <a:cubicBezTo>
                  <a:pt x="98575" y="108174"/>
                  <a:pt x="99834" y="111700"/>
                  <a:pt x="100930" y="114130"/>
                </a:cubicBezTo>
                <a:cubicBezTo>
                  <a:pt x="102026" y="116559"/>
                  <a:pt x="103345" y="118456"/>
                  <a:pt x="104886" y="119818"/>
                </a:cubicBezTo>
                <a:cubicBezTo>
                  <a:pt x="106426" y="121181"/>
                  <a:pt x="108530" y="122189"/>
                  <a:pt x="111197" y="122841"/>
                </a:cubicBezTo>
                <a:lnTo>
                  <a:pt x="111197" y="127196"/>
                </a:lnTo>
                <a:lnTo>
                  <a:pt x="70220" y="127196"/>
                </a:lnTo>
                <a:moveTo>
                  <a:pt x="36088" y="79198"/>
                </a:moveTo>
                <a:lnTo>
                  <a:pt x="73242" y="79198"/>
                </a:lnTo>
                <a:lnTo>
                  <a:pt x="56354" y="21866"/>
                </a:lnTo>
                <a:lnTo>
                  <a:pt x="36088" y="79198"/>
                </a:lnTo>
                <a:close/>
                <a:moveTo>
                  <a:pt x="116089" y="42221"/>
                </a:moveTo>
                <a:lnTo>
                  <a:pt x="141421" y="42221"/>
                </a:lnTo>
                <a:lnTo>
                  <a:pt x="141421" y="87464"/>
                </a:lnTo>
                <a:cubicBezTo>
                  <a:pt x="141421" y="94397"/>
                  <a:pt x="141688" y="99671"/>
                  <a:pt x="142221" y="103286"/>
                </a:cubicBezTo>
                <a:cubicBezTo>
                  <a:pt x="142754" y="106900"/>
                  <a:pt x="143554" y="109626"/>
                  <a:pt x="144621" y="111463"/>
                </a:cubicBezTo>
                <a:cubicBezTo>
                  <a:pt x="145688" y="113300"/>
                  <a:pt x="147199" y="114841"/>
                  <a:pt x="149154" y="116085"/>
                </a:cubicBezTo>
                <a:cubicBezTo>
                  <a:pt x="151110" y="117330"/>
                  <a:pt x="153806" y="117952"/>
                  <a:pt x="157243" y="117952"/>
                </a:cubicBezTo>
                <a:cubicBezTo>
                  <a:pt x="159495" y="117952"/>
                  <a:pt x="161658" y="117507"/>
                  <a:pt x="163732" y="116619"/>
                </a:cubicBezTo>
                <a:cubicBezTo>
                  <a:pt x="165806" y="115730"/>
                  <a:pt x="168117" y="114174"/>
                  <a:pt x="170665" y="111952"/>
                </a:cubicBezTo>
                <a:cubicBezTo>
                  <a:pt x="173213" y="109730"/>
                  <a:pt x="175035" y="107523"/>
                  <a:pt x="176131" y="105330"/>
                </a:cubicBezTo>
                <a:cubicBezTo>
                  <a:pt x="177227" y="103138"/>
                  <a:pt x="177776" y="100589"/>
                  <a:pt x="177776" y="97686"/>
                </a:cubicBezTo>
                <a:lnTo>
                  <a:pt x="177776" y="64354"/>
                </a:lnTo>
                <a:cubicBezTo>
                  <a:pt x="177776" y="60976"/>
                  <a:pt x="177687" y="58428"/>
                  <a:pt x="177509" y="56709"/>
                </a:cubicBezTo>
                <a:cubicBezTo>
                  <a:pt x="177331" y="54991"/>
                  <a:pt x="177035" y="53613"/>
                  <a:pt x="176620" y="52576"/>
                </a:cubicBezTo>
                <a:cubicBezTo>
                  <a:pt x="176205" y="51539"/>
                  <a:pt x="175716" y="50695"/>
                  <a:pt x="175153" y="50043"/>
                </a:cubicBezTo>
                <a:cubicBezTo>
                  <a:pt x="174590" y="49391"/>
                  <a:pt x="173790" y="48798"/>
                  <a:pt x="172753" y="48265"/>
                </a:cubicBezTo>
                <a:cubicBezTo>
                  <a:pt x="171716" y="47732"/>
                  <a:pt x="170042" y="47169"/>
                  <a:pt x="167731" y="46576"/>
                </a:cubicBezTo>
                <a:lnTo>
                  <a:pt x="167731" y="42221"/>
                </a:lnTo>
                <a:lnTo>
                  <a:pt x="193064" y="42221"/>
                </a:lnTo>
                <a:lnTo>
                  <a:pt x="193064" y="102930"/>
                </a:lnTo>
                <a:cubicBezTo>
                  <a:pt x="193064" y="107493"/>
                  <a:pt x="193153" y="110782"/>
                  <a:pt x="193331" y="112796"/>
                </a:cubicBezTo>
                <a:cubicBezTo>
                  <a:pt x="193508" y="114811"/>
                  <a:pt x="193894" y="116411"/>
                  <a:pt x="194486" y="117596"/>
                </a:cubicBezTo>
                <a:cubicBezTo>
                  <a:pt x="195079" y="118781"/>
                  <a:pt x="195997" y="119744"/>
                  <a:pt x="197242" y="120485"/>
                </a:cubicBezTo>
                <a:cubicBezTo>
                  <a:pt x="198486" y="121226"/>
                  <a:pt x="200708" y="121922"/>
                  <a:pt x="203908" y="122574"/>
                </a:cubicBezTo>
                <a:lnTo>
                  <a:pt x="203908" y="127196"/>
                </a:lnTo>
                <a:lnTo>
                  <a:pt x="183553" y="128085"/>
                </a:lnTo>
                <a:lnTo>
                  <a:pt x="178131" y="128085"/>
                </a:lnTo>
                <a:lnTo>
                  <a:pt x="178664" y="113508"/>
                </a:lnTo>
                <a:lnTo>
                  <a:pt x="177331" y="113152"/>
                </a:lnTo>
                <a:cubicBezTo>
                  <a:pt x="172413" y="118485"/>
                  <a:pt x="167717" y="122396"/>
                  <a:pt x="163243" y="124885"/>
                </a:cubicBezTo>
                <a:cubicBezTo>
                  <a:pt x="158769" y="127374"/>
                  <a:pt x="154280" y="128618"/>
                  <a:pt x="149776" y="128618"/>
                </a:cubicBezTo>
                <a:cubicBezTo>
                  <a:pt x="144384" y="128618"/>
                  <a:pt x="139940" y="127552"/>
                  <a:pt x="136443" y="125418"/>
                </a:cubicBezTo>
                <a:cubicBezTo>
                  <a:pt x="132947" y="123285"/>
                  <a:pt x="130340" y="120100"/>
                  <a:pt x="128622" y="115863"/>
                </a:cubicBezTo>
                <a:cubicBezTo>
                  <a:pt x="126903" y="111626"/>
                  <a:pt x="126044" y="105656"/>
                  <a:pt x="126044" y="97952"/>
                </a:cubicBezTo>
                <a:lnTo>
                  <a:pt x="126044" y="64354"/>
                </a:lnTo>
                <a:cubicBezTo>
                  <a:pt x="126044" y="59376"/>
                  <a:pt x="125851" y="55954"/>
                  <a:pt x="125466" y="54087"/>
                </a:cubicBezTo>
                <a:cubicBezTo>
                  <a:pt x="125081" y="52221"/>
                  <a:pt x="124340" y="50739"/>
                  <a:pt x="123244" y="49643"/>
                </a:cubicBezTo>
                <a:cubicBezTo>
                  <a:pt x="122148" y="48547"/>
                  <a:pt x="119763" y="47524"/>
                  <a:pt x="116089" y="46576"/>
                </a:cubicBezTo>
                <a:lnTo>
                  <a:pt x="116089" y="42221"/>
                </a:lnTo>
                <a:close/>
                <a:moveTo>
                  <a:pt x="278705" y="30577"/>
                </a:moveTo>
                <a:cubicBezTo>
                  <a:pt x="278705" y="24888"/>
                  <a:pt x="278661" y="20918"/>
                  <a:pt x="278572" y="18666"/>
                </a:cubicBezTo>
                <a:cubicBezTo>
                  <a:pt x="278483" y="16414"/>
                  <a:pt x="278246" y="14503"/>
                  <a:pt x="277861" y="12933"/>
                </a:cubicBezTo>
                <a:cubicBezTo>
                  <a:pt x="277476" y="11363"/>
                  <a:pt x="276942" y="10133"/>
                  <a:pt x="276261" y="9244"/>
                </a:cubicBezTo>
                <a:cubicBezTo>
                  <a:pt x="275580" y="8355"/>
                  <a:pt x="274661" y="7644"/>
                  <a:pt x="273506" y="7111"/>
                </a:cubicBezTo>
                <a:cubicBezTo>
                  <a:pt x="272350" y="6578"/>
                  <a:pt x="270261" y="6044"/>
                  <a:pt x="267239" y="5511"/>
                </a:cubicBezTo>
                <a:lnTo>
                  <a:pt x="267239" y="889"/>
                </a:lnTo>
                <a:lnTo>
                  <a:pt x="288749" y="0"/>
                </a:lnTo>
                <a:lnTo>
                  <a:pt x="293994" y="0"/>
                </a:lnTo>
                <a:lnTo>
                  <a:pt x="293994" y="102930"/>
                </a:lnTo>
                <a:cubicBezTo>
                  <a:pt x="293994" y="107552"/>
                  <a:pt x="294083" y="110856"/>
                  <a:pt x="294260" y="112841"/>
                </a:cubicBezTo>
                <a:cubicBezTo>
                  <a:pt x="294438" y="114826"/>
                  <a:pt x="294823" y="116411"/>
                  <a:pt x="295416" y="117596"/>
                </a:cubicBezTo>
                <a:cubicBezTo>
                  <a:pt x="296009" y="118781"/>
                  <a:pt x="296942" y="119744"/>
                  <a:pt x="298216" y="120485"/>
                </a:cubicBezTo>
                <a:cubicBezTo>
                  <a:pt x="299490" y="121226"/>
                  <a:pt x="301727" y="121922"/>
                  <a:pt x="304927" y="122574"/>
                </a:cubicBezTo>
                <a:lnTo>
                  <a:pt x="304927" y="127196"/>
                </a:lnTo>
                <a:lnTo>
                  <a:pt x="283950" y="128085"/>
                </a:lnTo>
                <a:lnTo>
                  <a:pt x="278616" y="128085"/>
                </a:lnTo>
                <a:lnTo>
                  <a:pt x="279683" y="113508"/>
                </a:lnTo>
                <a:lnTo>
                  <a:pt x="278350" y="113152"/>
                </a:lnTo>
                <a:cubicBezTo>
                  <a:pt x="274617" y="117122"/>
                  <a:pt x="271372" y="120100"/>
                  <a:pt x="268617" y="122085"/>
                </a:cubicBezTo>
                <a:cubicBezTo>
                  <a:pt x="265861" y="124070"/>
                  <a:pt x="262928" y="125655"/>
                  <a:pt x="259817" y="126840"/>
                </a:cubicBezTo>
                <a:cubicBezTo>
                  <a:pt x="256706" y="128026"/>
                  <a:pt x="253373" y="128618"/>
                  <a:pt x="249817" y="128618"/>
                </a:cubicBezTo>
                <a:cubicBezTo>
                  <a:pt x="240099" y="128618"/>
                  <a:pt x="232603" y="124929"/>
                  <a:pt x="227329" y="117552"/>
                </a:cubicBezTo>
                <a:cubicBezTo>
                  <a:pt x="222055" y="110174"/>
                  <a:pt x="219418" y="99523"/>
                  <a:pt x="219418" y="85597"/>
                </a:cubicBezTo>
                <a:cubicBezTo>
                  <a:pt x="219418" y="75879"/>
                  <a:pt x="221137" y="67628"/>
                  <a:pt x="224574" y="60843"/>
                </a:cubicBezTo>
                <a:cubicBezTo>
                  <a:pt x="228011" y="54058"/>
                  <a:pt x="232648" y="49006"/>
                  <a:pt x="238484" y="45687"/>
                </a:cubicBezTo>
                <a:cubicBezTo>
                  <a:pt x="244321" y="42369"/>
                  <a:pt x="250884" y="40710"/>
                  <a:pt x="258173" y="40710"/>
                </a:cubicBezTo>
                <a:cubicBezTo>
                  <a:pt x="262084" y="40710"/>
                  <a:pt x="265639" y="41021"/>
                  <a:pt x="268839" y="41643"/>
                </a:cubicBezTo>
                <a:cubicBezTo>
                  <a:pt x="272039" y="42265"/>
                  <a:pt x="275328" y="43288"/>
                  <a:pt x="278705" y="44710"/>
                </a:cubicBezTo>
                <a:lnTo>
                  <a:pt x="278705" y="30577"/>
                </a:lnTo>
                <a:moveTo>
                  <a:pt x="278705" y="74487"/>
                </a:moveTo>
                <a:cubicBezTo>
                  <a:pt x="278705" y="69864"/>
                  <a:pt x="278498" y="66161"/>
                  <a:pt x="278083" y="63376"/>
                </a:cubicBezTo>
                <a:cubicBezTo>
                  <a:pt x="277668" y="60591"/>
                  <a:pt x="276972" y="58250"/>
                  <a:pt x="275994" y="56354"/>
                </a:cubicBezTo>
                <a:cubicBezTo>
                  <a:pt x="275017" y="54458"/>
                  <a:pt x="273698" y="52858"/>
                  <a:pt x="272039" y="51554"/>
                </a:cubicBezTo>
                <a:cubicBezTo>
                  <a:pt x="270380" y="50250"/>
                  <a:pt x="268558" y="49302"/>
                  <a:pt x="266572" y="48710"/>
                </a:cubicBezTo>
                <a:cubicBezTo>
                  <a:pt x="264587" y="48117"/>
                  <a:pt x="262202" y="47821"/>
                  <a:pt x="259417" y="47821"/>
                </a:cubicBezTo>
                <a:cubicBezTo>
                  <a:pt x="251832" y="47821"/>
                  <a:pt x="246055" y="50858"/>
                  <a:pt x="242084" y="56932"/>
                </a:cubicBezTo>
                <a:cubicBezTo>
                  <a:pt x="238114" y="63005"/>
                  <a:pt x="236129" y="71731"/>
                  <a:pt x="236129" y="83109"/>
                </a:cubicBezTo>
                <a:cubicBezTo>
                  <a:pt x="236129" y="94486"/>
                  <a:pt x="237759" y="103138"/>
                  <a:pt x="241018" y="109063"/>
                </a:cubicBezTo>
                <a:cubicBezTo>
                  <a:pt x="244277" y="114989"/>
                  <a:pt x="249225" y="117952"/>
                  <a:pt x="255862" y="117952"/>
                </a:cubicBezTo>
                <a:cubicBezTo>
                  <a:pt x="258469" y="117952"/>
                  <a:pt x="260632" y="117730"/>
                  <a:pt x="262350" y="117285"/>
                </a:cubicBezTo>
                <a:cubicBezTo>
                  <a:pt x="264069" y="116841"/>
                  <a:pt x="265758" y="116130"/>
                  <a:pt x="267417" y="115152"/>
                </a:cubicBezTo>
                <a:cubicBezTo>
                  <a:pt x="269076" y="114174"/>
                  <a:pt x="270765" y="112826"/>
                  <a:pt x="272483" y="111108"/>
                </a:cubicBezTo>
                <a:cubicBezTo>
                  <a:pt x="274202" y="109389"/>
                  <a:pt x="275461" y="107819"/>
                  <a:pt x="276261" y="106397"/>
                </a:cubicBezTo>
                <a:cubicBezTo>
                  <a:pt x="277061" y="104974"/>
                  <a:pt x="277668" y="103345"/>
                  <a:pt x="278083" y="101508"/>
                </a:cubicBezTo>
                <a:cubicBezTo>
                  <a:pt x="278498" y="99671"/>
                  <a:pt x="278705" y="97301"/>
                  <a:pt x="278705" y="94397"/>
                </a:cubicBezTo>
                <a:lnTo>
                  <a:pt x="278705" y="74487"/>
                </a:lnTo>
                <a:close/>
                <a:moveTo>
                  <a:pt x="342976" y="7378"/>
                </a:moveTo>
                <a:lnTo>
                  <a:pt x="342976" y="24621"/>
                </a:lnTo>
                <a:lnTo>
                  <a:pt x="326621" y="24621"/>
                </a:lnTo>
                <a:lnTo>
                  <a:pt x="326621" y="7378"/>
                </a:lnTo>
                <a:lnTo>
                  <a:pt x="342976" y="7378"/>
                </a:lnTo>
                <a:moveTo>
                  <a:pt x="317554" y="122841"/>
                </a:moveTo>
                <a:cubicBezTo>
                  <a:pt x="319865" y="122130"/>
                  <a:pt x="321510" y="121507"/>
                  <a:pt x="322488" y="120974"/>
                </a:cubicBezTo>
                <a:cubicBezTo>
                  <a:pt x="323465" y="120441"/>
                  <a:pt x="324295" y="119700"/>
                  <a:pt x="324976" y="118752"/>
                </a:cubicBezTo>
                <a:cubicBezTo>
                  <a:pt x="325658" y="117804"/>
                  <a:pt x="326191" y="116352"/>
                  <a:pt x="326576" y="114396"/>
                </a:cubicBezTo>
                <a:cubicBezTo>
                  <a:pt x="326962" y="112441"/>
                  <a:pt x="327154" y="109389"/>
                  <a:pt x="327154" y="105241"/>
                </a:cubicBezTo>
                <a:lnTo>
                  <a:pt x="327154" y="66487"/>
                </a:lnTo>
                <a:cubicBezTo>
                  <a:pt x="327154" y="62694"/>
                  <a:pt x="327095" y="59643"/>
                  <a:pt x="326976" y="57332"/>
                </a:cubicBezTo>
                <a:cubicBezTo>
                  <a:pt x="326858" y="55021"/>
                  <a:pt x="326443" y="53169"/>
                  <a:pt x="325732" y="51776"/>
                </a:cubicBezTo>
                <a:cubicBezTo>
                  <a:pt x="325021" y="50384"/>
                  <a:pt x="323939" y="49347"/>
                  <a:pt x="322488" y="48665"/>
                </a:cubicBezTo>
                <a:cubicBezTo>
                  <a:pt x="321036" y="47984"/>
                  <a:pt x="318977" y="47406"/>
                  <a:pt x="316310" y="46932"/>
                </a:cubicBezTo>
                <a:lnTo>
                  <a:pt x="316310" y="42221"/>
                </a:lnTo>
                <a:lnTo>
                  <a:pt x="337021" y="41421"/>
                </a:lnTo>
                <a:lnTo>
                  <a:pt x="342443" y="41421"/>
                </a:lnTo>
                <a:lnTo>
                  <a:pt x="342443" y="104974"/>
                </a:lnTo>
                <a:cubicBezTo>
                  <a:pt x="342443" y="110071"/>
                  <a:pt x="342680" y="113611"/>
                  <a:pt x="343154" y="115596"/>
                </a:cubicBezTo>
                <a:cubicBezTo>
                  <a:pt x="343628" y="117582"/>
                  <a:pt x="344531" y="119093"/>
                  <a:pt x="345865" y="120130"/>
                </a:cubicBezTo>
                <a:cubicBezTo>
                  <a:pt x="347198" y="121167"/>
                  <a:pt x="349376" y="122070"/>
                  <a:pt x="352398" y="122841"/>
                </a:cubicBezTo>
                <a:lnTo>
                  <a:pt x="352398" y="127196"/>
                </a:lnTo>
                <a:lnTo>
                  <a:pt x="317554" y="127196"/>
                </a:lnTo>
                <a:lnTo>
                  <a:pt x="317554" y="122841"/>
                </a:lnTo>
                <a:close/>
                <a:moveTo>
                  <a:pt x="405371" y="128618"/>
                </a:moveTo>
                <a:cubicBezTo>
                  <a:pt x="393045" y="128618"/>
                  <a:pt x="383638" y="124989"/>
                  <a:pt x="377149" y="117730"/>
                </a:cubicBezTo>
                <a:cubicBezTo>
                  <a:pt x="370661" y="110471"/>
                  <a:pt x="367416" y="99730"/>
                  <a:pt x="367416" y="85508"/>
                </a:cubicBezTo>
                <a:cubicBezTo>
                  <a:pt x="367416" y="75731"/>
                  <a:pt x="369120" y="67465"/>
                  <a:pt x="372527" y="60709"/>
                </a:cubicBezTo>
                <a:cubicBezTo>
                  <a:pt x="375935" y="53954"/>
                  <a:pt x="380601" y="48932"/>
                  <a:pt x="386527" y="45643"/>
                </a:cubicBezTo>
                <a:cubicBezTo>
                  <a:pt x="392453" y="42354"/>
                  <a:pt x="399208" y="40710"/>
                  <a:pt x="406793" y="40710"/>
                </a:cubicBezTo>
                <a:cubicBezTo>
                  <a:pt x="419474" y="40710"/>
                  <a:pt x="429074" y="44399"/>
                  <a:pt x="435592" y="51776"/>
                </a:cubicBezTo>
                <a:cubicBezTo>
                  <a:pt x="442110" y="59154"/>
                  <a:pt x="445369" y="69746"/>
                  <a:pt x="445369" y="83553"/>
                </a:cubicBezTo>
                <a:cubicBezTo>
                  <a:pt x="445369" y="93390"/>
                  <a:pt x="443740" y="101686"/>
                  <a:pt x="440481" y="108441"/>
                </a:cubicBezTo>
                <a:cubicBezTo>
                  <a:pt x="437221" y="115196"/>
                  <a:pt x="432599" y="120248"/>
                  <a:pt x="426614" y="123596"/>
                </a:cubicBezTo>
                <a:cubicBezTo>
                  <a:pt x="420629" y="126944"/>
                  <a:pt x="413548" y="128618"/>
                  <a:pt x="405371" y="128618"/>
                </a:cubicBezTo>
                <a:moveTo>
                  <a:pt x="384216" y="83642"/>
                </a:moveTo>
                <a:cubicBezTo>
                  <a:pt x="384216" y="95849"/>
                  <a:pt x="386156" y="105226"/>
                  <a:pt x="390038" y="111774"/>
                </a:cubicBezTo>
                <a:cubicBezTo>
                  <a:pt x="393919" y="118322"/>
                  <a:pt x="399475" y="121596"/>
                  <a:pt x="406704" y="121596"/>
                </a:cubicBezTo>
                <a:cubicBezTo>
                  <a:pt x="410674" y="121596"/>
                  <a:pt x="414052" y="120633"/>
                  <a:pt x="416837" y="118707"/>
                </a:cubicBezTo>
                <a:cubicBezTo>
                  <a:pt x="419622" y="116782"/>
                  <a:pt x="421889" y="114189"/>
                  <a:pt x="423637" y="110930"/>
                </a:cubicBezTo>
                <a:cubicBezTo>
                  <a:pt x="425385" y="107671"/>
                  <a:pt x="426644" y="103893"/>
                  <a:pt x="427414" y="99597"/>
                </a:cubicBezTo>
                <a:cubicBezTo>
                  <a:pt x="428185" y="95301"/>
                  <a:pt x="428570" y="90812"/>
                  <a:pt x="428570" y="86131"/>
                </a:cubicBezTo>
                <a:cubicBezTo>
                  <a:pt x="428570" y="77420"/>
                  <a:pt x="427607" y="70190"/>
                  <a:pt x="425681" y="64442"/>
                </a:cubicBezTo>
                <a:cubicBezTo>
                  <a:pt x="423755" y="58694"/>
                  <a:pt x="421133" y="54472"/>
                  <a:pt x="417815" y="51776"/>
                </a:cubicBezTo>
                <a:cubicBezTo>
                  <a:pt x="414496" y="49080"/>
                  <a:pt x="410704" y="47732"/>
                  <a:pt x="406437" y="47732"/>
                </a:cubicBezTo>
                <a:cubicBezTo>
                  <a:pt x="399267" y="47732"/>
                  <a:pt x="393771" y="50843"/>
                  <a:pt x="389949" y="57065"/>
                </a:cubicBezTo>
                <a:cubicBezTo>
                  <a:pt x="386127" y="63287"/>
                  <a:pt x="384216" y="72146"/>
                  <a:pt x="384216" y="8364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076" cap="flat">
            <a:solidFill>
              <a:srgbClr val="000000"/>
            </a:solidFill>
            <a:round/>
          </a:ln>
        </p:spPr>
      </p:sp>
      <p:sp>
        <p:nvSpPr>
          <p:cNvPr id="159" name="Text 𝓔=[ℯ">
            <a:extLst xmlns:a="http://schemas.openxmlformats.org/drawingml/2006/main">
              <a:ext uri="{FF2B5EF4-FFF2-40B4-BE49-F238E27FC236}">
                <a16:creationId xmlns:a16="http://schemas.microsoft.com/office/drawing/2014/main" id="{3BB90FB6-6E9C-4767-BAAB-A2BF6F7B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174" y="180670"/>
            <a:ext cx="485805" cy="169506"/>
          </a:xfrm>
          <a:custGeom xmlns:a="http://schemas.openxmlformats.org/drawingml/2006/main">
            <a:pathLst>
              <a:path w="485805" h="169506">
                <a:moveTo>
                  <a:pt x="81509" y="31021"/>
                </a:moveTo>
                <a:cubicBezTo>
                  <a:pt x="78605" y="26458"/>
                  <a:pt x="75612" y="23096"/>
                  <a:pt x="72531" y="20933"/>
                </a:cubicBezTo>
                <a:cubicBezTo>
                  <a:pt x="69450" y="18770"/>
                  <a:pt x="66042" y="17688"/>
                  <a:pt x="62309" y="17688"/>
                </a:cubicBezTo>
                <a:cubicBezTo>
                  <a:pt x="55672" y="17688"/>
                  <a:pt x="50547" y="19629"/>
                  <a:pt x="46932" y="23510"/>
                </a:cubicBezTo>
                <a:cubicBezTo>
                  <a:pt x="43317" y="27392"/>
                  <a:pt x="41510" y="32532"/>
                  <a:pt x="41510" y="38932"/>
                </a:cubicBezTo>
                <a:cubicBezTo>
                  <a:pt x="41510" y="42725"/>
                  <a:pt x="42399" y="46206"/>
                  <a:pt x="44176" y="49376"/>
                </a:cubicBezTo>
                <a:cubicBezTo>
                  <a:pt x="45954" y="52547"/>
                  <a:pt x="48606" y="54961"/>
                  <a:pt x="52132" y="56620"/>
                </a:cubicBezTo>
                <a:cubicBezTo>
                  <a:pt x="55658" y="58280"/>
                  <a:pt x="59880" y="59109"/>
                  <a:pt x="64798" y="59109"/>
                </a:cubicBezTo>
                <a:cubicBezTo>
                  <a:pt x="70131" y="59109"/>
                  <a:pt x="75405" y="58843"/>
                  <a:pt x="80620" y="58309"/>
                </a:cubicBezTo>
                <a:lnTo>
                  <a:pt x="77509" y="68442"/>
                </a:lnTo>
                <a:lnTo>
                  <a:pt x="66220" y="72709"/>
                </a:lnTo>
                <a:cubicBezTo>
                  <a:pt x="52887" y="72827"/>
                  <a:pt x="42902" y="74975"/>
                  <a:pt x="36266" y="79153"/>
                </a:cubicBezTo>
                <a:cubicBezTo>
                  <a:pt x="29629" y="83331"/>
                  <a:pt x="26310" y="89479"/>
                  <a:pt x="26310" y="97597"/>
                </a:cubicBezTo>
                <a:cubicBezTo>
                  <a:pt x="26310" y="101034"/>
                  <a:pt x="27066" y="104160"/>
                  <a:pt x="28577" y="106974"/>
                </a:cubicBezTo>
                <a:cubicBezTo>
                  <a:pt x="30088" y="109789"/>
                  <a:pt x="32266" y="112011"/>
                  <a:pt x="35110" y="113641"/>
                </a:cubicBezTo>
                <a:cubicBezTo>
                  <a:pt x="37954" y="115270"/>
                  <a:pt x="41214" y="116085"/>
                  <a:pt x="44887" y="116085"/>
                </a:cubicBezTo>
                <a:cubicBezTo>
                  <a:pt x="49865" y="116085"/>
                  <a:pt x="54458" y="115419"/>
                  <a:pt x="58665" y="114085"/>
                </a:cubicBezTo>
                <a:cubicBezTo>
                  <a:pt x="62872" y="112752"/>
                  <a:pt x="66946" y="110826"/>
                  <a:pt x="70887" y="108308"/>
                </a:cubicBezTo>
                <a:cubicBezTo>
                  <a:pt x="74827" y="105789"/>
                  <a:pt x="79731" y="101775"/>
                  <a:pt x="85597" y="96264"/>
                </a:cubicBezTo>
                <a:lnTo>
                  <a:pt x="91375" y="102308"/>
                </a:lnTo>
                <a:lnTo>
                  <a:pt x="91375" y="108708"/>
                </a:lnTo>
                <a:cubicBezTo>
                  <a:pt x="86101" y="112974"/>
                  <a:pt x="81627" y="116322"/>
                  <a:pt x="77953" y="118752"/>
                </a:cubicBezTo>
                <a:cubicBezTo>
                  <a:pt x="74279" y="121181"/>
                  <a:pt x="70383" y="123255"/>
                  <a:pt x="66265" y="124974"/>
                </a:cubicBezTo>
                <a:cubicBezTo>
                  <a:pt x="62146" y="126692"/>
                  <a:pt x="57687" y="127996"/>
                  <a:pt x="52887" y="128885"/>
                </a:cubicBezTo>
                <a:cubicBezTo>
                  <a:pt x="48087" y="129774"/>
                  <a:pt x="43021" y="130218"/>
                  <a:pt x="37688" y="130218"/>
                </a:cubicBezTo>
                <a:cubicBezTo>
                  <a:pt x="28918" y="130218"/>
                  <a:pt x="21703" y="128914"/>
                  <a:pt x="16044" y="126307"/>
                </a:cubicBezTo>
                <a:cubicBezTo>
                  <a:pt x="10385" y="123700"/>
                  <a:pt x="6296" y="120278"/>
                  <a:pt x="3778" y="116041"/>
                </a:cubicBezTo>
                <a:cubicBezTo>
                  <a:pt x="1259" y="111804"/>
                  <a:pt x="0" y="107019"/>
                  <a:pt x="0" y="101686"/>
                </a:cubicBezTo>
                <a:cubicBezTo>
                  <a:pt x="0" y="93212"/>
                  <a:pt x="3022" y="86027"/>
                  <a:pt x="9066" y="80131"/>
                </a:cubicBezTo>
                <a:cubicBezTo>
                  <a:pt x="15111" y="74235"/>
                  <a:pt x="24088" y="69805"/>
                  <a:pt x="35999" y="66842"/>
                </a:cubicBezTo>
                <a:lnTo>
                  <a:pt x="35999" y="65865"/>
                </a:lnTo>
                <a:cubicBezTo>
                  <a:pt x="29540" y="62013"/>
                  <a:pt x="24962" y="58161"/>
                  <a:pt x="22266" y="54309"/>
                </a:cubicBezTo>
                <a:cubicBezTo>
                  <a:pt x="19570" y="50458"/>
                  <a:pt x="18222" y="45747"/>
                  <a:pt x="18222" y="40177"/>
                </a:cubicBezTo>
                <a:cubicBezTo>
                  <a:pt x="18222" y="34251"/>
                  <a:pt x="20473" y="28651"/>
                  <a:pt x="24977" y="23377"/>
                </a:cubicBezTo>
                <a:cubicBezTo>
                  <a:pt x="29481" y="18103"/>
                  <a:pt x="35569" y="13881"/>
                  <a:pt x="43243" y="10711"/>
                </a:cubicBezTo>
                <a:cubicBezTo>
                  <a:pt x="50917" y="7541"/>
                  <a:pt x="58754" y="5955"/>
                  <a:pt x="66753" y="5955"/>
                </a:cubicBezTo>
                <a:cubicBezTo>
                  <a:pt x="71790" y="5955"/>
                  <a:pt x="76072" y="6296"/>
                  <a:pt x="79598" y="6978"/>
                </a:cubicBezTo>
                <a:cubicBezTo>
                  <a:pt x="83123" y="7659"/>
                  <a:pt x="86042" y="8637"/>
                  <a:pt x="88353" y="9911"/>
                </a:cubicBezTo>
                <a:cubicBezTo>
                  <a:pt x="90664" y="11185"/>
                  <a:pt x="92679" y="12622"/>
                  <a:pt x="94397" y="14222"/>
                </a:cubicBezTo>
                <a:cubicBezTo>
                  <a:pt x="96116" y="15822"/>
                  <a:pt x="98308" y="18281"/>
                  <a:pt x="100975" y="21599"/>
                </a:cubicBezTo>
                <a:lnTo>
                  <a:pt x="81509" y="31021"/>
                </a:lnTo>
                <a:close/>
                <a:moveTo>
                  <a:pt x="168325" y="64265"/>
                </a:moveTo>
                <a:lnTo>
                  <a:pt x="168325" y="52443"/>
                </a:lnTo>
                <a:lnTo>
                  <a:pt x="277833" y="52443"/>
                </a:lnTo>
                <a:lnTo>
                  <a:pt x="277833" y="64265"/>
                </a:lnTo>
                <a:lnTo>
                  <a:pt x="168325" y="64265"/>
                </a:lnTo>
                <a:moveTo>
                  <a:pt x="168325" y="101152"/>
                </a:moveTo>
                <a:lnTo>
                  <a:pt x="168325" y="89331"/>
                </a:lnTo>
                <a:lnTo>
                  <a:pt x="277833" y="89331"/>
                </a:lnTo>
                <a:lnTo>
                  <a:pt x="277833" y="101152"/>
                </a:lnTo>
                <a:lnTo>
                  <a:pt x="168325" y="101152"/>
                </a:lnTo>
                <a:moveTo>
                  <a:pt x="281566" y="76798"/>
                </a:moveTo>
                <a:lnTo>
                  <a:pt x="281566" y="76798"/>
                </a:lnTo>
                <a:close/>
                <a:moveTo>
                  <a:pt x="400670" y="169506"/>
                </a:moveTo>
                <a:lnTo>
                  <a:pt x="361027" y="169506"/>
                </a:lnTo>
                <a:lnTo>
                  <a:pt x="361027" y="0"/>
                </a:lnTo>
                <a:lnTo>
                  <a:pt x="400670" y="0"/>
                </a:lnTo>
                <a:lnTo>
                  <a:pt x="400670" y="6844"/>
                </a:lnTo>
                <a:lnTo>
                  <a:pt x="375782" y="6844"/>
                </a:lnTo>
                <a:lnTo>
                  <a:pt x="375782" y="162662"/>
                </a:lnTo>
                <a:lnTo>
                  <a:pt x="400670" y="162662"/>
                </a:lnTo>
                <a:lnTo>
                  <a:pt x="400670" y="169506"/>
                </a:lnTo>
                <a:close/>
                <a:moveTo>
                  <a:pt x="428385" y="91642"/>
                </a:moveTo>
                <a:cubicBezTo>
                  <a:pt x="427911" y="94427"/>
                  <a:pt x="427674" y="97271"/>
                  <a:pt x="427674" y="100175"/>
                </a:cubicBezTo>
                <a:cubicBezTo>
                  <a:pt x="427674" y="105745"/>
                  <a:pt x="428962" y="109819"/>
                  <a:pt x="431540" y="112396"/>
                </a:cubicBezTo>
                <a:cubicBezTo>
                  <a:pt x="434118" y="114974"/>
                  <a:pt x="438103" y="116263"/>
                  <a:pt x="443495" y="116263"/>
                </a:cubicBezTo>
                <a:cubicBezTo>
                  <a:pt x="449066" y="116263"/>
                  <a:pt x="454769" y="114589"/>
                  <a:pt x="460606" y="111241"/>
                </a:cubicBezTo>
                <a:cubicBezTo>
                  <a:pt x="466443" y="107893"/>
                  <a:pt x="473094" y="102575"/>
                  <a:pt x="480561" y="95286"/>
                </a:cubicBezTo>
                <a:lnTo>
                  <a:pt x="485805" y="100175"/>
                </a:lnTo>
                <a:cubicBezTo>
                  <a:pt x="480590" y="105449"/>
                  <a:pt x="476428" y="109508"/>
                  <a:pt x="473317" y="112352"/>
                </a:cubicBezTo>
                <a:cubicBezTo>
                  <a:pt x="470206" y="115196"/>
                  <a:pt x="467035" y="117789"/>
                  <a:pt x="463806" y="120130"/>
                </a:cubicBezTo>
                <a:cubicBezTo>
                  <a:pt x="460576" y="122470"/>
                  <a:pt x="457391" y="124366"/>
                  <a:pt x="454251" y="125818"/>
                </a:cubicBezTo>
                <a:cubicBezTo>
                  <a:pt x="451110" y="127270"/>
                  <a:pt x="447969" y="128381"/>
                  <a:pt x="444829" y="129152"/>
                </a:cubicBezTo>
                <a:cubicBezTo>
                  <a:pt x="441688" y="129922"/>
                  <a:pt x="438399" y="130307"/>
                  <a:pt x="434962" y="130307"/>
                </a:cubicBezTo>
                <a:cubicBezTo>
                  <a:pt x="430577" y="130307"/>
                  <a:pt x="426651" y="129314"/>
                  <a:pt x="423185" y="127329"/>
                </a:cubicBezTo>
                <a:cubicBezTo>
                  <a:pt x="419718" y="125344"/>
                  <a:pt x="416992" y="122426"/>
                  <a:pt x="415007" y="118574"/>
                </a:cubicBezTo>
                <a:cubicBezTo>
                  <a:pt x="413022" y="114722"/>
                  <a:pt x="412030" y="110130"/>
                  <a:pt x="412030" y="104797"/>
                </a:cubicBezTo>
                <a:cubicBezTo>
                  <a:pt x="412030" y="98101"/>
                  <a:pt x="413704" y="91049"/>
                  <a:pt x="417052" y="83642"/>
                </a:cubicBezTo>
                <a:cubicBezTo>
                  <a:pt x="420400" y="76235"/>
                  <a:pt x="425037" y="69316"/>
                  <a:pt x="430962" y="62887"/>
                </a:cubicBezTo>
                <a:cubicBezTo>
                  <a:pt x="436888" y="56457"/>
                  <a:pt x="443318" y="51435"/>
                  <a:pt x="450251" y="47821"/>
                </a:cubicBezTo>
                <a:cubicBezTo>
                  <a:pt x="457184" y="44206"/>
                  <a:pt x="463791" y="42399"/>
                  <a:pt x="470072" y="42399"/>
                </a:cubicBezTo>
                <a:cubicBezTo>
                  <a:pt x="475287" y="42399"/>
                  <a:pt x="479198" y="43702"/>
                  <a:pt x="481805" y="46310"/>
                </a:cubicBezTo>
                <a:cubicBezTo>
                  <a:pt x="484413" y="48917"/>
                  <a:pt x="485716" y="52621"/>
                  <a:pt x="485716" y="57420"/>
                </a:cubicBezTo>
                <a:cubicBezTo>
                  <a:pt x="485716" y="62872"/>
                  <a:pt x="483124" y="68220"/>
                  <a:pt x="477939" y="73464"/>
                </a:cubicBezTo>
                <a:cubicBezTo>
                  <a:pt x="472754" y="78709"/>
                  <a:pt x="465776" y="82975"/>
                  <a:pt x="457006" y="86264"/>
                </a:cubicBezTo>
                <a:cubicBezTo>
                  <a:pt x="448236" y="89553"/>
                  <a:pt x="438695" y="91345"/>
                  <a:pt x="428385" y="91642"/>
                </a:cubicBezTo>
                <a:moveTo>
                  <a:pt x="429451" y="86486"/>
                </a:moveTo>
                <a:cubicBezTo>
                  <a:pt x="433185" y="82575"/>
                  <a:pt x="436473" y="80146"/>
                  <a:pt x="439318" y="79198"/>
                </a:cubicBezTo>
                <a:cubicBezTo>
                  <a:pt x="446429" y="79198"/>
                  <a:pt x="452532" y="78575"/>
                  <a:pt x="457628" y="77331"/>
                </a:cubicBezTo>
                <a:cubicBezTo>
                  <a:pt x="462724" y="76087"/>
                  <a:pt x="466635" y="74161"/>
                  <a:pt x="469361" y="71553"/>
                </a:cubicBezTo>
                <a:cubicBezTo>
                  <a:pt x="472087" y="68946"/>
                  <a:pt x="473450" y="65568"/>
                  <a:pt x="473450" y="61420"/>
                </a:cubicBezTo>
                <a:cubicBezTo>
                  <a:pt x="473450" y="55198"/>
                  <a:pt x="470250" y="52087"/>
                  <a:pt x="463850" y="52087"/>
                </a:cubicBezTo>
                <a:cubicBezTo>
                  <a:pt x="456858" y="52087"/>
                  <a:pt x="450147" y="55258"/>
                  <a:pt x="443718" y="61598"/>
                </a:cubicBezTo>
                <a:cubicBezTo>
                  <a:pt x="437288" y="67939"/>
                  <a:pt x="432533" y="76235"/>
                  <a:pt x="429451" y="864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1">
            <a:extLst xmlns:a="http://schemas.openxmlformats.org/drawingml/2006/main">
              <a:ext uri="{FF2B5EF4-FFF2-40B4-BE49-F238E27FC236}">
                <a16:creationId xmlns:a16="http://schemas.microsoft.com/office/drawing/2014/main" id="{1E4A7A7E-E8D6-4771-AB8A-904992DF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261" y="263210"/>
            <a:ext cx="55024" cy="83574"/>
          </a:xfrm>
          <a:custGeom xmlns:a="http://schemas.openxmlformats.org/drawingml/2006/main">
            <a:pathLst>
              <a:path w="55024" h="83574">
                <a:moveTo>
                  <a:pt x="35558" y="66444"/>
                </a:moveTo>
                <a:cubicBezTo>
                  <a:pt x="35558" y="67785"/>
                  <a:pt x="35601" y="68942"/>
                  <a:pt x="35688" y="69916"/>
                </a:cubicBezTo>
                <a:cubicBezTo>
                  <a:pt x="35774" y="70889"/>
                  <a:pt x="35915" y="71711"/>
                  <a:pt x="36110" y="72381"/>
                </a:cubicBezTo>
                <a:cubicBezTo>
                  <a:pt x="36304" y="73052"/>
                  <a:pt x="36564" y="73625"/>
                  <a:pt x="36888" y="74101"/>
                </a:cubicBezTo>
                <a:cubicBezTo>
                  <a:pt x="37213" y="74577"/>
                  <a:pt x="37591" y="74988"/>
                  <a:pt x="38024" y="75334"/>
                </a:cubicBezTo>
                <a:cubicBezTo>
                  <a:pt x="38543" y="75853"/>
                  <a:pt x="39235" y="76253"/>
                  <a:pt x="40100" y="76534"/>
                </a:cubicBezTo>
                <a:cubicBezTo>
                  <a:pt x="40965" y="76815"/>
                  <a:pt x="42068" y="77053"/>
                  <a:pt x="43409" y="77248"/>
                </a:cubicBezTo>
                <a:cubicBezTo>
                  <a:pt x="44750" y="77442"/>
                  <a:pt x="46362" y="77594"/>
                  <a:pt x="48243" y="77702"/>
                </a:cubicBezTo>
                <a:cubicBezTo>
                  <a:pt x="50125" y="77810"/>
                  <a:pt x="52385" y="77886"/>
                  <a:pt x="55024" y="77929"/>
                </a:cubicBezTo>
                <a:lnTo>
                  <a:pt x="55024" y="83574"/>
                </a:lnTo>
                <a:lnTo>
                  <a:pt x="3569" y="83574"/>
                </a:lnTo>
                <a:lnTo>
                  <a:pt x="3569" y="77929"/>
                </a:lnTo>
                <a:cubicBezTo>
                  <a:pt x="6121" y="77843"/>
                  <a:pt x="8284" y="77745"/>
                  <a:pt x="10057" y="77637"/>
                </a:cubicBezTo>
                <a:cubicBezTo>
                  <a:pt x="11831" y="77529"/>
                  <a:pt x="13345" y="77378"/>
                  <a:pt x="14600" y="77183"/>
                </a:cubicBezTo>
                <a:cubicBezTo>
                  <a:pt x="15854" y="76988"/>
                  <a:pt x="16860" y="76772"/>
                  <a:pt x="17617" y="76534"/>
                </a:cubicBezTo>
                <a:cubicBezTo>
                  <a:pt x="18374" y="76296"/>
                  <a:pt x="19033" y="76004"/>
                  <a:pt x="19596" y="75658"/>
                </a:cubicBezTo>
                <a:cubicBezTo>
                  <a:pt x="20201" y="75269"/>
                  <a:pt x="20721" y="74847"/>
                  <a:pt x="21153" y="74393"/>
                </a:cubicBezTo>
                <a:cubicBezTo>
                  <a:pt x="21586" y="73939"/>
                  <a:pt x="21932" y="73365"/>
                  <a:pt x="22191" y="72673"/>
                </a:cubicBezTo>
                <a:cubicBezTo>
                  <a:pt x="22451" y="71981"/>
                  <a:pt x="22656" y="71138"/>
                  <a:pt x="22808" y="70143"/>
                </a:cubicBezTo>
                <a:cubicBezTo>
                  <a:pt x="22959" y="69148"/>
                  <a:pt x="23035" y="67915"/>
                  <a:pt x="23035" y="66444"/>
                </a:cubicBezTo>
                <a:lnTo>
                  <a:pt x="23035" y="19920"/>
                </a:lnTo>
                <a:cubicBezTo>
                  <a:pt x="23035" y="18233"/>
                  <a:pt x="22710" y="17044"/>
                  <a:pt x="22062" y="16351"/>
                </a:cubicBezTo>
                <a:cubicBezTo>
                  <a:pt x="21413" y="15659"/>
                  <a:pt x="20483" y="15313"/>
                  <a:pt x="19271" y="15313"/>
                </a:cubicBezTo>
                <a:cubicBezTo>
                  <a:pt x="17930" y="15313"/>
                  <a:pt x="15941" y="16005"/>
                  <a:pt x="13302" y="17390"/>
                </a:cubicBezTo>
                <a:cubicBezTo>
                  <a:pt x="10663" y="18774"/>
                  <a:pt x="7246" y="20829"/>
                  <a:pt x="3050" y="23554"/>
                </a:cubicBezTo>
                <a:cubicBezTo>
                  <a:pt x="2487" y="22559"/>
                  <a:pt x="1968" y="21564"/>
                  <a:pt x="1492" y="20569"/>
                </a:cubicBezTo>
                <a:cubicBezTo>
                  <a:pt x="1017" y="19574"/>
                  <a:pt x="519" y="18558"/>
                  <a:pt x="0" y="17519"/>
                </a:cubicBezTo>
                <a:cubicBezTo>
                  <a:pt x="5364" y="14578"/>
                  <a:pt x="10674" y="11647"/>
                  <a:pt x="15930" y="8727"/>
                </a:cubicBezTo>
                <a:cubicBezTo>
                  <a:pt x="21186" y="5807"/>
                  <a:pt x="26517" y="2898"/>
                  <a:pt x="31924" y="0"/>
                </a:cubicBezTo>
                <a:lnTo>
                  <a:pt x="35882" y="0"/>
                </a:lnTo>
                <a:cubicBezTo>
                  <a:pt x="35796" y="2379"/>
                  <a:pt x="35731" y="4510"/>
                  <a:pt x="35688" y="6391"/>
                </a:cubicBezTo>
                <a:cubicBezTo>
                  <a:pt x="35645" y="8273"/>
                  <a:pt x="35612" y="10101"/>
                  <a:pt x="35590" y="11874"/>
                </a:cubicBezTo>
                <a:cubicBezTo>
                  <a:pt x="35569" y="13648"/>
                  <a:pt x="35558" y="15400"/>
                  <a:pt x="35558" y="17130"/>
                </a:cubicBezTo>
                <a:lnTo>
                  <a:pt x="35558" y="664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,ℯ">
            <a:extLst xmlns:a="http://schemas.openxmlformats.org/drawingml/2006/main">
              <a:ext uri="{FF2B5EF4-FFF2-40B4-BE49-F238E27FC236}">
                <a16:creationId xmlns:a16="http://schemas.microsoft.com/office/drawing/2014/main" id="{C79A8DF5-DE42-4ECB-8B66-1FEEA1B1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168" y="223069"/>
            <a:ext cx="146552" cy="110930"/>
          </a:xfrm>
          <a:custGeom xmlns:a="http://schemas.openxmlformats.org/drawingml/2006/main">
            <a:pathLst>
              <a:path w="146552" h="110930">
                <a:moveTo>
                  <a:pt x="25333" y="65776"/>
                </a:moveTo>
                <a:cubicBezTo>
                  <a:pt x="26162" y="69924"/>
                  <a:pt x="26577" y="74013"/>
                  <a:pt x="26577" y="78042"/>
                </a:cubicBezTo>
                <a:cubicBezTo>
                  <a:pt x="26577" y="82190"/>
                  <a:pt x="25866" y="85982"/>
                  <a:pt x="24444" y="89419"/>
                </a:cubicBezTo>
                <a:cubicBezTo>
                  <a:pt x="23022" y="92856"/>
                  <a:pt x="20755" y="96278"/>
                  <a:pt x="17644" y="99686"/>
                </a:cubicBezTo>
                <a:cubicBezTo>
                  <a:pt x="14533" y="103093"/>
                  <a:pt x="10252" y="106841"/>
                  <a:pt x="4800" y="110930"/>
                </a:cubicBezTo>
                <a:lnTo>
                  <a:pt x="0" y="105508"/>
                </a:lnTo>
                <a:cubicBezTo>
                  <a:pt x="3022" y="102663"/>
                  <a:pt x="5215" y="100101"/>
                  <a:pt x="6578" y="97819"/>
                </a:cubicBezTo>
                <a:cubicBezTo>
                  <a:pt x="7940" y="95538"/>
                  <a:pt x="8918" y="92945"/>
                  <a:pt x="9511" y="90042"/>
                </a:cubicBezTo>
                <a:cubicBezTo>
                  <a:pt x="10103" y="87138"/>
                  <a:pt x="10400" y="83494"/>
                  <a:pt x="10400" y="79109"/>
                </a:cubicBezTo>
                <a:cubicBezTo>
                  <a:pt x="10400" y="74605"/>
                  <a:pt x="10192" y="70161"/>
                  <a:pt x="9777" y="65776"/>
                </a:cubicBezTo>
                <a:lnTo>
                  <a:pt x="25333" y="65776"/>
                </a:lnTo>
                <a:close/>
                <a:moveTo>
                  <a:pt x="89131" y="49243"/>
                </a:moveTo>
                <a:cubicBezTo>
                  <a:pt x="88657" y="52028"/>
                  <a:pt x="88420" y="54872"/>
                  <a:pt x="88420" y="57776"/>
                </a:cubicBezTo>
                <a:cubicBezTo>
                  <a:pt x="88420" y="63346"/>
                  <a:pt x="89709" y="67420"/>
                  <a:pt x="92287" y="69998"/>
                </a:cubicBezTo>
                <a:cubicBezTo>
                  <a:pt x="94865" y="72576"/>
                  <a:pt x="98850" y="73864"/>
                  <a:pt x="104242" y="73864"/>
                </a:cubicBezTo>
                <a:cubicBezTo>
                  <a:pt x="109812" y="73864"/>
                  <a:pt x="115516" y="72190"/>
                  <a:pt x="121353" y="68842"/>
                </a:cubicBezTo>
                <a:cubicBezTo>
                  <a:pt x="127190" y="65494"/>
                  <a:pt x="133841" y="60176"/>
                  <a:pt x="141308" y="52887"/>
                </a:cubicBezTo>
                <a:lnTo>
                  <a:pt x="146552" y="57776"/>
                </a:lnTo>
                <a:cubicBezTo>
                  <a:pt x="141337" y="63050"/>
                  <a:pt x="137174" y="67109"/>
                  <a:pt x="134063" y="69953"/>
                </a:cubicBezTo>
                <a:cubicBezTo>
                  <a:pt x="130952" y="72798"/>
                  <a:pt x="127782" y="75390"/>
                  <a:pt x="124553" y="77731"/>
                </a:cubicBezTo>
                <a:cubicBezTo>
                  <a:pt x="121323" y="80072"/>
                  <a:pt x="118138" y="81968"/>
                  <a:pt x="114997" y="83420"/>
                </a:cubicBezTo>
                <a:cubicBezTo>
                  <a:pt x="111857" y="84871"/>
                  <a:pt x="108716" y="85982"/>
                  <a:pt x="105575" y="86753"/>
                </a:cubicBezTo>
                <a:cubicBezTo>
                  <a:pt x="102435" y="87523"/>
                  <a:pt x="99146" y="87908"/>
                  <a:pt x="95709" y="87908"/>
                </a:cubicBezTo>
                <a:cubicBezTo>
                  <a:pt x="91324" y="87908"/>
                  <a:pt x="87398" y="86916"/>
                  <a:pt x="83932" y="84931"/>
                </a:cubicBezTo>
                <a:cubicBezTo>
                  <a:pt x="80465" y="82946"/>
                  <a:pt x="77739" y="80027"/>
                  <a:pt x="75754" y="76175"/>
                </a:cubicBezTo>
                <a:cubicBezTo>
                  <a:pt x="73769" y="72324"/>
                  <a:pt x="72776" y="67731"/>
                  <a:pt x="72776" y="62398"/>
                </a:cubicBezTo>
                <a:cubicBezTo>
                  <a:pt x="72776" y="55702"/>
                  <a:pt x="74450" y="48650"/>
                  <a:pt x="77798" y="41243"/>
                </a:cubicBezTo>
                <a:cubicBezTo>
                  <a:pt x="81146" y="33836"/>
                  <a:pt x="85783" y="26918"/>
                  <a:pt x="91709" y="20488"/>
                </a:cubicBezTo>
                <a:cubicBezTo>
                  <a:pt x="97635" y="14059"/>
                  <a:pt x="104064" y="9037"/>
                  <a:pt x="110997" y="5422"/>
                </a:cubicBezTo>
                <a:cubicBezTo>
                  <a:pt x="117931" y="1807"/>
                  <a:pt x="124538" y="0"/>
                  <a:pt x="130819" y="0"/>
                </a:cubicBezTo>
                <a:cubicBezTo>
                  <a:pt x="136034" y="0"/>
                  <a:pt x="139945" y="1304"/>
                  <a:pt x="142552" y="3911"/>
                </a:cubicBezTo>
                <a:cubicBezTo>
                  <a:pt x="145159" y="6518"/>
                  <a:pt x="146463" y="10222"/>
                  <a:pt x="146463" y="15022"/>
                </a:cubicBezTo>
                <a:cubicBezTo>
                  <a:pt x="146463" y="20473"/>
                  <a:pt x="143870" y="25821"/>
                  <a:pt x="138685" y="31066"/>
                </a:cubicBezTo>
                <a:cubicBezTo>
                  <a:pt x="133500" y="36310"/>
                  <a:pt x="126523" y="40577"/>
                  <a:pt x="117753" y="43865"/>
                </a:cubicBezTo>
                <a:cubicBezTo>
                  <a:pt x="108983" y="47154"/>
                  <a:pt x="99442" y="48947"/>
                  <a:pt x="89131" y="49243"/>
                </a:cubicBezTo>
                <a:moveTo>
                  <a:pt x="90198" y="44088"/>
                </a:moveTo>
                <a:cubicBezTo>
                  <a:pt x="93931" y="40177"/>
                  <a:pt x="97220" y="37747"/>
                  <a:pt x="100064" y="36799"/>
                </a:cubicBezTo>
                <a:cubicBezTo>
                  <a:pt x="107175" y="36799"/>
                  <a:pt x="113279" y="36177"/>
                  <a:pt x="118375" y="34932"/>
                </a:cubicBezTo>
                <a:cubicBezTo>
                  <a:pt x="123471" y="33688"/>
                  <a:pt x="127382" y="31762"/>
                  <a:pt x="130108" y="29155"/>
                </a:cubicBezTo>
                <a:cubicBezTo>
                  <a:pt x="132834" y="26547"/>
                  <a:pt x="134197" y="23170"/>
                  <a:pt x="134197" y="19022"/>
                </a:cubicBezTo>
                <a:cubicBezTo>
                  <a:pt x="134197" y="12800"/>
                  <a:pt x="130997" y="9689"/>
                  <a:pt x="124597" y="9689"/>
                </a:cubicBezTo>
                <a:cubicBezTo>
                  <a:pt x="117605" y="9689"/>
                  <a:pt x="110894" y="12859"/>
                  <a:pt x="104464" y="19199"/>
                </a:cubicBezTo>
                <a:cubicBezTo>
                  <a:pt x="98035" y="25540"/>
                  <a:pt x="93279" y="33836"/>
                  <a:pt x="90198" y="440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2">
            <a:extLst xmlns:a="http://schemas.openxmlformats.org/drawingml/2006/main">
              <a:ext uri="{FF2B5EF4-FFF2-40B4-BE49-F238E27FC236}">
                <a16:creationId xmlns:a16="http://schemas.microsoft.com/office/drawing/2014/main" id="{DBC8924E-A9E3-4EFC-A31E-134C65D7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502" y="262756"/>
            <a:ext cx="56192" cy="84028"/>
          </a:xfrm>
          <a:custGeom xmlns:a="http://schemas.openxmlformats.org/drawingml/2006/main">
            <a:pathLst>
              <a:path w="56192" h="84028">
                <a:moveTo>
                  <a:pt x="38283" y="73452"/>
                </a:moveTo>
                <a:cubicBezTo>
                  <a:pt x="40316" y="73452"/>
                  <a:pt x="41939" y="73376"/>
                  <a:pt x="43150" y="73225"/>
                </a:cubicBezTo>
                <a:cubicBezTo>
                  <a:pt x="44361" y="73073"/>
                  <a:pt x="45367" y="72738"/>
                  <a:pt x="46167" y="72219"/>
                </a:cubicBezTo>
                <a:cubicBezTo>
                  <a:pt x="46967" y="71700"/>
                  <a:pt x="47649" y="70911"/>
                  <a:pt x="48211" y="69851"/>
                </a:cubicBezTo>
                <a:cubicBezTo>
                  <a:pt x="48773" y="68791"/>
                  <a:pt x="49422" y="67331"/>
                  <a:pt x="50158" y="65471"/>
                </a:cubicBezTo>
                <a:lnTo>
                  <a:pt x="56192" y="65471"/>
                </a:lnTo>
                <a:cubicBezTo>
                  <a:pt x="55976" y="68542"/>
                  <a:pt x="55770" y="71635"/>
                  <a:pt x="55576" y="74750"/>
                </a:cubicBezTo>
                <a:cubicBezTo>
                  <a:pt x="55381" y="77864"/>
                  <a:pt x="55175" y="80957"/>
                  <a:pt x="54959" y="84028"/>
                </a:cubicBezTo>
                <a:lnTo>
                  <a:pt x="0" y="84028"/>
                </a:lnTo>
                <a:lnTo>
                  <a:pt x="0" y="80654"/>
                </a:lnTo>
                <a:cubicBezTo>
                  <a:pt x="1038" y="78318"/>
                  <a:pt x="2249" y="76015"/>
                  <a:pt x="3634" y="73744"/>
                </a:cubicBezTo>
                <a:cubicBezTo>
                  <a:pt x="5018" y="71473"/>
                  <a:pt x="6575" y="69169"/>
                  <a:pt x="8306" y="66833"/>
                </a:cubicBezTo>
                <a:cubicBezTo>
                  <a:pt x="10036" y="64498"/>
                  <a:pt x="12004" y="62086"/>
                  <a:pt x="14210" y="59599"/>
                </a:cubicBezTo>
                <a:cubicBezTo>
                  <a:pt x="16416" y="57111"/>
                  <a:pt x="18860" y="54527"/>
                  <a:pt x="21542" y="51845"/>
                </a:cubicBezTo>
                <a:cubicBezTo>
                  <a:pt x="25609" y="47778"/>
                  <a:pt x="28918" y="44307"/>
                  <a:pt x="31470" y="41430"/>
                </a:cubicBezTo>
                <a:cubicBezTo>
                  <a:pt x="34022" y="38554"/>
                  <a:pt x="36034" y="35991"/>
                  <a:pt x="37505" y="33741"/>
                </a:cubicBezTo>
                <a:cubicBezTo>
                  <a:pt x="38975" y="31492"/>
                  <a:pt x="39981" y="29415"/>
                  <a:pt x="40522" y="27512"/>
                </a:cubicBezTo>
                <a:cubicBezTo>
                  <a:pt x="41063" y="25609"/>
                  <a:pt x="41333" y="23576"/>
                  <a:pt x="41333" y="21413"/>
                </a:cubicBezTo>
                <a:cubicBezTo>
                  <a:pt x="41333" y="19207"/>
                  <a:pt x="41019" y="17173"/>
                  <a:pt x="40392" y="15313"/>
                </a:cubicBezTo>
                <a:cubicBezTo>
                  <a:pt x="39765" y="13453"/>
                  <a:pt x="38867" y="11874"/>
                  <a:pt x="37699" y="10577"/>
                </a:cubicBezTo>
                <a:cubicBezTo>
                  <a:pt x="36531" y="9279"/>
                  <a:pt x="35050" y="8262"/>
                  <a:pt x="33255" y="7527"/>
                </a:cubicBezTo>
                <a:cubicBezTo>
                  <a:pt x="31459" y="6791"/>
                  <a:pt x="29394" y="6424"/>
                  <a:pt x="27058" y="6424"/>
                </a:cubicBezTo>
                <a:cubicBezTo>
                  <a:pt x="23035" y="6424"/>
                  <a:pt x="19661" y="7516"/>
                  <a:pt x="16935" y="9701"/>
                </a:cubicBezTo>
                <a:cubicBezTo>
                  <a:pt x="14210" y="11885"/>
                  <a:pt x="12091" y="15054"/>
                  <a:pt x="10577" y="19207"/>
                </a:cubicBezTo>
                <a:lnTo>
                  <a:pt x="2076" y="19207"/>
                </a:lnTo>
                <a:lnTo>
                  <a:pt x="2076" y="6554"/>
                </a:lnTo>
                <a:cubicBezTo>
                  <a:pt x="7613" y="4261"/>
                  <a:pt x="12707" y="2595"/>
                  <a:pt x="17357" y="1557"/>
                </a:cubicBezTo>
                <a:cubicBezTo>
                  <a:pt x="22007" y="519"/>
                  <a:pt x="26193" y="0"/>
                  <a:pt x="29913" y="0"/>
                </a:cubicBezTo>
                <a:cubicBezTo>
                  <a:pt x="34412" y="0"/>
                  <a:pt x="38251" y="508"/>
                  <a:pt x="41430" y="1525"/>
                </a:cubicBezTo>
                <a:cubicBezTo>
                  <a:pt x="44610" y="2541"/>
                  <a:pt x="47194" y="3915"/>
                  <a:pt x="49184" y="5645"/>
                </a:cubicBezTo>
                <a:cubicBezTo>
                  <a:pt x="51174" y="7375"/>
                  <a:pt x="52612" y="9452"/>
                  <a:pt x="53499" y="11874"/>
                </a:cubicBezTo>
                <a:cubicBezTo>
                  <a:pt x="54386" y="14297"/>
                  <a:pt x="54829" y="16914"/>
                  <a:pt x="54829" y="19726"/>
                </a:cubicBezTo>
                <a:cubicBezTo>
                  <a:pt x="54829" y="21413"/>
                  <a:pt x="54710" y="22981"/>
                  <a:pt x="54473" y="24430"/>
                </a:cubicBezTo>
                <a:cubicBezTo>
                  <a:pt x="54235" y="25879"/>
                  <a:pt x="53824" y="27307"/>
                  <a:pt x="53240" y="28712"/>
                </a:cubicBezTo>
                <a:cubicBezTo>
                  <a:pt x="52656" y="30118"/>
                  <a:pt x="51888" y="31535"/>
                  <a:pt x="50936" y="32963"/>
                </a:cubicBezTo>
                <a:cubicBezTo>
                  <a:pt x="49985" y="34390"/>
                  <a:pt x="48795" y="35904"/>
                  <a:pt x="47367" y="37505"/>
                </a:cubicBezTo>
                <a:cubicBezTo>
                  <a:pt x="46286" y="38889"/>
                  <a:pt x="44880" y="40489"/>
                  <a:pt x="43150" y="42306"/>
                </a:cubicBezTo>
                <a:cubicBezTo>
                  <a:pt x="41419" y="44123"/>
                  <a:pt x="39527" y="46070"/>
                  <a:pt x="37472" y="48146"/>
                </a:cubicBezTo>
                <a:cubicBezTo>
                  <a:pt x="35417" y="50222"/>
                  <a:pt x="33265" y="52385"/>
                  <a:pt x="31016" y="54635"/>
                </a:cubicBezTo>
                <a:cubicBezTo>
                  <a:pt x="28767" y="56884"/>
                  <a:pt x="26582" y="59112"/>
                  <a:pt x="24462" y="61318"/>
                </a:cubicBezTo>
                <a:cubicBezTo>
                  <a:pt x="22343" y="63524"/>
                  <a:pt x="20396" y="65666"/>
                  <a:pt x="18623" y="67742"/>
                </a:cubicBezTo>
                <a:cubicBezTo>
                  <a:pt x="16849" y="69818"/>
                  <a:pt x="15400" y="71722"/>
                  <a:pt x="14275" y="73452"/>
                </a:cubicBezTo>
                <a:lnTo>
                  <a:pt x="38283" y="734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,…,ℯ">
            <a:extLst xmlns:a="http://schemas.openxmlformats.org/drawingml/2006/main">
              <a:ext uri="{FF2B5EF4-FFF2-40B4-BE49-F238E27FC236}">
                <a16:creationId xmlns:a16="http://schemas.microsoft.com/office/drawing/2014/main" id="{A04AA3BD-0708-4421-B357-BBC041F2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7549" y="223069"/>
            <a:ext cx="380472" cy="110930"/>
          </a:xfrm>
          <a:custGeom xmlns:a="http://schemas.openxmlformats.org/drawingml/2006/main">
            <a:pathLst>
              <a:path w="380472" h="110930">
                <a:moveTo>
                  <a:pt x="25333" y="65776"/>
                </a:moveTo>
                <a:cubicBezTo>
                  <a:pt x="26162" y="69924"/>
                  <a:pt x="26577" y="74013"/>
                  <a:pt x="26577" y="78042"/>
                </a:cubicBezTo>
                <a:cubicBezTo>
                  <a:pt x="26577" y="82190"/>
                  <a:pt x="25866" y="85982"/>
                  <a:pt x="24444" y="89419"/>
                </a:cubicBezTo>
                <a:cubicBezTo>
                  <a:pt x="23022" y="92856"/>
                  <a:pt x="20755" y="96278"/>
                  <a:pt x="17644" y="99686"/>
                </a:cubicBezTo>
                <a:cubicBezTo>
                  <a:pt x="14533" y="103093"/>
                  <a:pt x="10252" y="106841"/>
                  <a:pt x="4800" y="110930"/>
                </a:cubicBezTo>
                <a:lnTo>
                  <a:pt x="0" y="105508"/>
                </a:lnTo>
                <a:cubicBezTo>
                  <a:pt x="3022" y="102663"/>
                  <a:pt x="5215" y="100101"/>
                  <a:pt x="6578" y="97819"/>
                </a:cubicBezTo>
                <a:cubicBezTo>
                  <a:pt x="7940" y="95538"/>
                  <a:pt x="8918" y="92945"/>
                  <a:pt x="9511" y="90042"/>
                </a:cubicBezTo>
                <a:cubicBezTo>
                  <a:pt x="10103" y="87138"/>
                  <a:pt x="10400" y="83494"/>
                  <a:pt x="10400" y="79109"/>
                </a:cubicBezTo>
                <a:cubicBezTo>
                  <a:pt x="10400" y="74605"/>
                  <a:pt x="10192" y="70161"/>
                  <a:pt x="9777" y="65776"/>
                </a:cubicBezTo>
                <a:lnTo>
                  <a:pt x="25333" y="65776"/>
                </a:lnTo>
                <a:close/>
                <a:moveTo>
                  <a:pt x="105309" y="65776"/>
                </a:moveTo>
                <a:lnTo>
                  <a:pt x="105309" y="86397"/>
                </a:lnTo>
                <a:lnTo>
                  <a:pt x="87354" y="86397"/>
                </a:lnTo>
                <a:lnTo>
                  <a:pt x="87354" y="65776"/>
                </a:lnTo>
                <a:lnTo>
                  <a:pt x="105309" y="65776"/>
                </a:lnTo>
                <a:moveTo>
                  <a:pt x="148863" y="65776"/>
                </a:moveTo>
                <a:lnTo>
                  <a:pt x="148863" y="86397"/>
                </a:lnTo>
                <a:lnTo>
                  <a:pt x="130908" y="86397"/>
                </a:lnTo>
                <a:lnTo>
                  <a:pt x="130908" y="65776"/>
                </a:lnTo>
                <a:lnTo>
                  <a:pt x="148863" y="65776"/>
                </a:lnTo>
                <a:moveTo>
                  <a:pt x="192417" y="65776"/>
                </a:moveTo>
                <a:lnTo>
                  <a:pt x="192417" y="86397"/>
                </a:lnTo>
                <a:lnTo>
                  <a:pt x="174462" y="86397"/>
                </a:lnTo>
                <a:lnTo>
                  <a:pt x="174462" y="65776"/>
                </a:lnTo>
                <a:lnTo>
                  <a:pt x="192417" y="65776"/>
                </a:lnTo>
                <a:close/>
                <a:moveTo>
                  <a:pt x="260162" y="65776"/>
                </a:moveTo>
                <a:cubicBezTo>
                  <a:pt x="260992" y="69924"/>
                  <a:pt x="261407" y="74013"/>
                  <a:pt x="261407" y="78042"/>
                </a:cubicBezTo>
                <a:cubicBezTo>
                  <a:pt x="261407" y="82190"/>
                  <a:pt x="260696" y="85982"/>
                  <a:pt x="259273" y="89419"/>
                </a:cubicBezTo>
                <a:cubicBezTo>
                  <a:pt x="257851" y="92856"/>
                  <a:pt x="255585" y="96278"/>
                  <a:pt x="252474" y="99686"/>
                </a:cubicBezTo>
                <a:cubicBezTo>
                  <a:pt x="249363" y="103093"/>
                  <a:pt x="245081" y="106841"/>
                  <a:pt x="239630" y="110930"/>
                </a:cubicBezTo>
                <a:lnTo>
                  <a:pt x="234830" y="105508"/>
                </a:lnTo>
                <a:cubicBezTo>
                  <a:pt x="237852" y="102663"/>
                  <a:pt x="240044" y="100101"/>
                  <a:pt x="241407" y="97819"/>
                </a:cubicBezTo>
                <a:cubicBezTo>
                  <a:pt x="242770" y="95538"/>
                  <a:pt x="243748" y="92945"/>
                  <a:pt x="244341" y="90042"/>
                </a:cubicBezTo>
                <a:cubicBezTo>
                  <a:pt x="244933" y="87138"/>
                  <a:pt x="245229" y="83494"/>
                  <a:pt x="245229" y="79109"/>
                </a:cubicBezTo>
                <a:cubicBezTo>
                  <a:pt x="245229" y="74605"/>
                  <a:pt x="245022" y="70161"/>
                  <a:pt x="244607" y="65776"/>
                </a:cubicBezTo>
                <a:lnTo>
                  <a:pt x="260162" y="65776"/>
                </a:lnTo>
                <a:close/>
                <a:moveTo>
                  <a:pt x="323051" y="49243"/>
                </a:moveTo>
                <a:cubicBezTo>
                  <a:pt x="322577" y="52028"/>
                  <a:pt x="322340" y="54872"/>
                  <a:pt x="322340" y="57776"/>
                </a:cubicBezTo>
                <a:cubicBezTo>
                  <a:pt x="322340" y="63346"/>
                  <a:pt x="323629" y="67420"/>
                  <a:pt x="326207" y="69998"/>
                </a:cubicBezTo>
                <a:cubicBezTo>
                  <a:pt x="328784" y="72576"/>
                  <a:pt x="332769" y="73864"/>
                  <a:pt x="338162" y="73864"/>
                </a:cubicBezTo>
                <a:cubicBezTo>
                  <a:pt x="343732" y="73864"/>
                  <a:pt x="349435" y="72190"/>
                  <a:pt x="355272" y="68842"/>
                </a:cubicBezTo>
                <a:cubicBezTo>
                  <a:pt x="361109" y="65494"/>
                  <a:pt x="367761" y="60176"/>
                  <a:pt x="375227" y="52887"/>
                </a:cubicBezTo>
                <a:lnTo>
                  <a:pt x="380472" y="57776"/>
                </a:lnTo>
                <a:cubicBezTo>
                  <a:pt x="375257" y="63050"/>
                  <a:pt x="371094" y="67109"/>
                  <a:pt x="367983" y="69953"/>
                </a:cubicBezTo>
                <a:cubicBezTo>
                  <a:pt x="364872" y="72798"/>
                  <a:pt x="361702" y="75390"/>
                  <a:pt x="358472" y="77731"/>
                </a:cubicBezTo>
                <a:cubicBezTo>
                  <a:pt x="355243" y="80072"/>
                  <a:pt x="352058" y="81968"/>
                  <a:pt x="348917" y="83420"/>
                </a:cubicBezTo>
                <a:cubicBezTo>
                  <a:pt x="345776" y="84871"/>
                  <a:pt x="342636" y="85982"/>
                  <a:pt x="339495" y="86753"/>
                </a:cubicBezTo>
                <a:cubicBezTo>
                  <a:pt x="336354" y="87523"/>
                  <a:pt x="333066" y="87908"/>
                  <a:pt x="329629" y="87908"/>
                </a:cubicBezTo>
                <a:cubicBezTo>
                  <a:pt x="325244" y="87908"/>
                  <a:pt x="321318" y="86916"/>
                  <a:pt x="317851" y="84931"/>
                </a:cubicBezTo>
                <a:cubicBezTo>
                  <a:pt x="314385" y="82946"/>
                  <a:pt x="311659" y="80027"/>
                  <a:pt x="309674" y="76175"/>
                </a:cubicBezTo>
                <a:cubicBezTo>
                  <a:pt x="307689" y="72324"/>
                  <a:pt x="306696" y="67731"/>
                  <a:pt x="306696" y="62398"/>
                </a:cubicBezTo>
                <a:cubicBezTo>
                  <a:pt x="306696" y="55702"/>
                  <a:pt x="308370" y="48650"/>
                  <a:pt x="311718" y="41243"/>
                </a:cubicBezTo>
                <a:cubicBezTo>
                  <a:pt x="315066" y="33836"/>
                  <a:pt x="319703" y="26918"/>
                  <a:pt x="325629" y="20488"/>
                </a:cubicBezTo>
                <a:cubicBezTo>
                  <a:pt x="331555" y="14059"/>
                  <a:pt x="337984" y="9037"/>
                  <a:pt x="344917" y="5422"/>
                </a:cubicBezTo>
                <a:cubicBezTo>
                  <a:pt x="351850" y="1807"/>
                  <a:pt x="358457" y="0"/>
                  <a:pt x="364739" y="0"/>
                </a:cubicBezTo>
                <a:cubicBezTo>
                  <a:pt x="369953" y="0"/>
                  <a:pt x="373864" y="1304"/>
                  <a:pt x="376472" y="3911"/>
                </a:cubicBezTo>
                <a:cubicBezTo>
                  <a:pt x="379079" y="6518"/>
                  <a:pt x="380383" y="10222"/>
                  <a:pt x="380383" y="15022"/>
                </a:cubicBezTo>
                <a:cubicBezTo>
                  <a:pt x="380383" y="20473"/>
                  <a:pt x="377790" y="25821"/>
                  <a:pt x="372605" y="31066"/>
                </a:cubicBezTo>
                <a:cubicBezTo>
                  <a:pt x="367420" y="36310"/>
                  <a:pt x="360443" y="40577"/>
                  <a:pt x="351672" y="43865"/>
                </a:cubicBezTo>
                <a:cubicBezTo>
                  <a:pt x="342902" y="47154"/>
                  <a:pt x="333362" y="48947"/>
                  <a:pt x="323051" y="49243"/>
                </a:cubicBezTo>
                <a:moveTo>
                  <a:pt x="324118" y="44088"/>
                </a:moveTo>
                <a:cubicBezTo>
                  <a:pt x="327851" y="40177"/>
                  <a:pt x="331140" y="37747"/>
                  <a:pt x="333984" y="36799"/>
                </a:cubicBezTo>
                <a:cubicBezTo>
                  <a:pt x="341095" y="36799"/>
                  <a:pt x="347199" y="36177"/>
                  <a:pt x="352295" y="34932"/>
                </a:cubicBezTo>
                <a:cubicBezTo>
                  <a:pt x="357391" y="33688"/>
                  <a:pt x="361302" y="31762"/>
                  <a:pt x="364028" y="29155"/>
                </a:cubicBezTo>
                <a:cubicBezTo>
                  <a:pt x="366753" y="26547"/>
                  <a:pt x="368116" y="23170"/>
                  <a:pt x="368116" y="19022"/>
                </a:cubicBezTo>
                <a:cubicBezTo>
                  <a:pt x="368116" y="12800"/>
                  <a:pt x="364916" y="9689"/>
                  <a:pt x="358517" y="9689"/>
                </a:cubicBezTo>
                <a:cubicBezTo>
                  <a:pt x="351524" y="9689"/>
                  <a:pt x="344813" y="12859"/>
                  <a:pt x="338384" y="19199"/>
                </a:cubicBezTo>
                <a:cubicBezTo>
                  <a:pt x="331955" y="25540"/>
                  <a:pt x="327199" y="33836"/>
                  <a:pt x="324118" y="440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𝑘">
            <a:extLst xmlns:a="http://schemas.openxmlformats.org/drawingml/2006/main">
              <a:ext uri="{FF2B5EF4-FFF2-40B4-BE49-F238E27FC236}">
                <a16:creationId xmlns:a16="http://schemas.microsoft.com/office/drawing/2014/main" id="{868683BA-B63C-44A7-8D3B-3DEA2921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505" y="258213"/>
            <a:ext cx="68845" cy="89739"/>
          </a:xfrm>
          <a:custGeom xmlns:a="http://schemas.openxmlformats.org/drawingml/2006/main">
            <a:pathLst>
              <a:path w="68845" h="89739">
                <a:moveTo>
                  <a:pt x="19596" y="55997"/>
                </a:moveTo>
                <a:lnTo>
                  <a:pt x="12458" y="88571"/>
                </a:lnTo>
                <a:lnTo>
                  <a:pt x="0" y="88571"/>
                </a:lnTo>
                <a:lnTo>
                  <a:pt x="15703" y="18882"/>
                </a:lnTo>
                <a:cubicBezTo>
                  <a:pt x="16222" y="16589"/>
                  <a:pt x="16589" y="14783"/>
                  <a:pt x="16806" y="13464"/>
                </a:cubicBezTo>
                <a:cubicBezTo>
                  <a:pt x="17022" y="12145"/>
                  <a:pt x="17130" y="10966"/>
                  <a:pt x="17130" y="9928"/>
                </a:cubicBezTo>
                <a:cubicBezTo>
                  <a:pt x="17130" y="9106"/>
                  <a:pt x="16990" y="8392"/>
                  <a:pt x="16708" y="7786"/>
                </a:cubicBezTo>
                <a:cubicBezTo>
                  <a:pt x="16427" y="7181"/>
                  <a:pt x="15962" y="6694"/>
                  <a:pt x="15313" y="6326"/>
                </a:cubicBezTo>
                <a:cubicBezTo>
                  <a:pt x="14664" y="5959"/>
                  <a:pt x="13799" y="5688"/>
                  <a:pt x="12718" y="5515"/>
                </a:cubicBezTo>
                <a:cubicBezTo>
                  <a:pt x="11636" y="5342"/>
                  <a:pt x="10295" y="5234"/>
                  <a:pt x="8695" y="5191"/>
                </a:cubicBezTo>
                <a:lnTo>
                  <a:pt x="9668" y="779"/>
                </a:lnTo>
                <a:lnTo>
                  <a:pt x="27512" y="0"/>
                </a:lnTo>
                <a:lnTo>
                  <a:pt x="32184" y="0"/>
                </a:lnTo>
                <a:lnTo>
                  <a:pt x="20764" y="50482"/>
                </a:lnTo>
                <a:lnTo>
                  <a:pt x="22581" y="50482"/>
                </a:lnTo>
                <a:cubicBezTo>
                  <a:pt x="24224" y="50482"/>
                  <a:pt x="25998" y="50136"/>
                  <a:pt x="27901" y="49444"/>
                </a:cubicBezTo>
                <a:cubicBezTo>
                  <a:pt x="29805" y="48752"/>
                  <a:pt x="31697" y="47854"/>
                  <a:pt x="33579" y="46751"/>
                </a:cubicBezTo>
                <a:cubicBezTo>
                  <a:pt x="35461" y="45648"/>
                  <a:pt x="37267" y="44404"/>
                  <a:pt x="38997" y="43020"/>
                </a:cubicBezTo>
                <a:cubicBezTo>
                  <a:pt x="40727" y="41636"/>
                  <a:pt x="42252" y="40241"/>
                  <a:pt x="43572" y="38835"/>
                </a:cubicBezTo>
                <a:cubicBezTo>
                  <a:pt x="44891" y="37429"/>
                  <a:pt x="45940" y="36099"/>
                  <a:pt x="46719" y="34844"/>
                </a:cubicBezTo>
                <a:cubicBezTo>
                  <a:pt x="47497" y="33590"/>
                  <a:pt x="47887" y="32530"/>
                  <a:pt x="47887" y="31665"/>
                </a:cubicBezTo>
                <a:cubicBezTo>
                  <a:pt x="47887" y="30627"/>
                  <a:pt x="47540" y="29783"/>
                  <a:pt x="46848" y="29134"/>
                </a:cubicBezTo>
                <a:cubicBezTo>
                  <a:pt x="46156" y="28485"/>
                  <a:pt x="44902" y="28053"/>
                  <a:pt x="43085" y="27836"/>
                </a:cubicBezTo>
                <a:lnTo>
                  <a:pt x="43864" y="23684"/>
                </a:lnTo>
                <a:lnTo>
                  <a:pt x="67223" y="23684"/>
                </a:lnTo>
                <a:lnTo>
                  <a:pt x="68845" y="27707"/>
                </a:lnTo>
                <a:cubicBezTo>
                  <a:pt x="66120" y="30043"/>
                  <a:pt x="63503" y="32206"/>
                  <a:pt x="60994" y="34195"/>
                </a:cubicBezTo>
                <a:cubicBezTo>
                  <a:pt x="58485" y="36185"/>
                  <a:pt x="56030" y="38099"/>
                  <a:pt x="53629" y="39938"/>
                </a:cubicBezTo>
                <a:cubicBezTo>
                  <a:pt x="51228" y="41776"/>
                  <a:pt x="48827" y="43582"/>
                  <a:pt x="46427" y="45356"/>
                </a:cubicBezTo>
                <a:cubicBezTo>
                  <a:pt x="44026" y="47129"/>
                  <a:pt x="41571" y="48968"/>
                  <a:pt x="39062" y="50871"/>
                </a:cubicBezTo>
                <a:cubicBezTo>
                  <a:pt x="40100" y="54159"/>
                  <a:pt x="41160" y="57501"/>
                  <a:pt x="42241" y="60896"/>
                </a:cubicBezTo>
                <a:cubicBezTo>
                  <a:pt x="43323" y="64292"/>
                  <a:pt x="44404" y="67655"/>
                  <a:pt x="45486" y="70986"/>
                </a:cubicBezTo>
                <a:cubicBezTo>
                  <a:pt x="46005" y="72760"/>
                  <a:pt x="46491" y="74285"/>
                  <a:pt x="46946" y="75561"/>
                </a:cubicBezTo>
                <a:cubicBezTo>
                  <a:pt x="47400" y="76837"/>
                  <a:pt x="47887" y="77875"/>
                  <a:pt x="48406" y="78675"/>
                </a:cubicBezTo>
                <a:cubicBezTo>
                  <a:pt x="48925" y="79476"/>
                  <a:pt x="49487" y="80070"/>
                  <a:pt x="50093" y="80460"/>
                </a:cubicBezTo>
                <a:cubicBezTo>
                  <a:pt x="50698" y="80849"/>
                  <a:pt x="51434" y="81044"/>
                  <a:pt x="52299" y="81044"/>
                </a:cubicBezTo>
                <a:cubicBezTo>
                  <a:pt x="52904" y="81044"/>
                  <a:pt x="53532" y="80936"/>
                  <a:pt x="54181" y="80719"/>
                </a:cubicBezTo>
                <a:cubicBezTo>
                  <a:pt x="54829" y="80503"/>
                  <a:pt x="55554" y="80114"/>
                  <a:pt x="56354" y="79551"/>
                </a:cubicBezTo>
                <a:cubicBezTo>
                  <a:pt x="57155" y="78989"/>
                  <a:pt x="58063" y="78221"/>
                  <a:pt x="59079" y="77248"/>
                </a:cubicBezTo>
                <a:cubicBezTo>
                  <a:pt x="60096" y="76275"/>
                  <a:pt x="61253" y="75052"/>
                  <a:pt x="62551" y="73582"/>
                </a:cubicBezTo>
                <a:lnTo>
                  <a:pt x="66963" y="77799"/>
                </a:lnTo>
                <a:cubicBezTo>
                  <a:pt x="64930" y="79876"/>
                  <a:pt x="63038" y="81671"/>
                  <a:pt x="61286" y="83185"/>
                </a:cubicBezTo>
                <a:cubicBezTo>
                  <a:pt x="59534" y="84699"/>
                  <a:pt x="57868" y="85943"/>
                  <a:pt x="56289" y="86916"/>
                </a:cubicBezTo>
                <a:cubicBezTo>
                  <a:pt x="54710" y="87889"/>
                  <a:pt x="53186" y="88603"/>
                  <a:pt x="51715" y="89057"/>
                </a:cubicBezTo>
                <a:cubicBezTo>
                  <a:pt x="50244" y="89511"/>
                  <a:pt x="48752" y="89739"/>
                  <a:pt x="47238" y="89739"/>
                </a:cubicBezTo>
                <a:cubicBezTo>
                  <a:pt x="44512" y="89739"/>
                  <a:pt x="42317" y="89057"/>
                  <a:pt x="40652" y="87695"/>
                </a:cubicBezTo>
                <a:cubicBezTo>
                  <a:pt x="38986" y="86332"/>
                  <a:pt x="37569" y="84385"/>
                  <a:pt x="36402" y="81855"/>
                </a:cubicBezTo>
                <a:cubicBezTo>
                  <a:pt x="35234" y="79324"/>
                  <a:pt x="34163" y="76264"/>
                  <a:pt x="33190" y="72673"/>
                </a:cubicBezTo>
                <a:cubicBezTo>
                  <a:pt x="32216" y="69083"/>
                  <a:pt x="31081" y="65082"/>
                  <a:pt x="29783" y="60669"/>
                </a:cubicBezTo>
                <a:cubicBezTo>
                  <a:pt x="29480" y="59631"/>
                  <a:pt x="29188" y="58798"/>
                  <a:pt x="28907" y="58171"/>
                </a:cubicBezTo>
                <a:cubicBezTo>
                  <a:pt x="28626" y="57544"/>
                  <a:pt x="28269" y="57068"/>
                  <a:pt x="27836" y="56744"/>
                </a:cubicBezTo>
                <a:cubicBezTo>
                  <a:pt x="27404" y="56419"/>
                  <a:pt x="26863" y="56214"/>
                  <a:pt x="26214" y="56127"/>
                </a:cubicBezTo>
                <a:cubicBezTo>
                  <a:pt x="25565" y="56041"/>
                  <a:pt x="24744" y="55997"/>
                  <a:pt x="23749" y="55997"/>
                </a:cubicBezTo>
                <a:lnTo>
                  <a:pt x="19596" y="559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]">
            <a:extLst xmlns:a="http://schemas.openxmlformats.org/drawingml/2006/main">
              <a:ext uri="{FF2B5EF4-FFF2-40B4-BE49-F238E27FC236}">
                <a16:creationId xmlns:a16="http://schemas.microsoft.com/office/drawing/2014/main" id="{9C0C9249-866C-4C3E-A7AA-3AC6F5E3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0730" y="180670"/>
            <a:ext cx="39643" cy="169506"/>
          </a:xfrm>
          <a:custGeom xmlns:a="http://schemas.openxmlformats.org/drawingml/2006/main">
            <a:pathLst>
              <a:path w="39643" h="169506">
                <a:moveTo>
                  <a:pt x="0" y="162662"/>
                </a:moveTo>
                <a:lnTo>
                  <a:pt x="24888" y="162662"/>
                </a:lnTo>
                <a:lnTo>
                  <a:pt x="24888" y="6844"/>
                </a:lnTo>
                <a:lnTo>
                  <a:pt x="0" y="6844"/>
                </a:lnTo>
                <a:lnTo>
                  <a:pt x="0" y="0"/>
                </a:lnTo>
                <a:lnTo>
                  <a:pt x="39643" y="0"/>
                </a:lnTo>
                <a:lnTo>
                  <a:pt x="39643" y="169506"/>
                </a:lnTo>
                <a:lnTo>
                  <a:pt x="0" y="169506"/>
                </a:lnTo>
                <a:lnTo>
                  <a:pt x="0" y="1626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0D3770-D01F-45CC-9628-F3B8DA81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9235" y="4648739"/>
            <a:ext cx="1849514" cy="223908"/>
          </a:xfrm>
          <a:custGeom xmlns:a="http://schemas.openxmlformats.org/drawingml/2006/main">
            <a:pathLst>
              <a:path w="1849514" h="223908" fill="none">
                <a:moveTo>
                  <a:pt x="0" y="223908"/>
                </a:moveTo>
                <a:lnTo>
                  <a:pt x="1849514" y="223908"/>
                </a:lnTo>
                <a:lnTo>
                  <a:pt x="1849514" y="0"/>
                </a:lnTo>
                <a:lnTo>
                  <a:pt x="0" y="0"/>
                </a:lnTo>
                <a:lnTo>
                  <a:pt x="0" y="2239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67" name="Text 𝒚">
            <a:extLst xmlns:a="http://schemas.openxmlformats.org/drawingml/2006/main">
              <a:ext uri="{FF2B5EF4-FFF2-40B4-BE49-F238E27FC236}">
                <a16:creationId xmlns:a16="http://schemas.microsoft.com/office/drawing/2014/main" id="{5B50241A-40D9-4469-9B2D-066AE1B6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322" y="4712520"/>
            <a:ext cx="79236" cy="96459"/>
          </a:xfrm>
          <a:custGeom xmlns:a="http://schemas.openxmlformats.org/drawingml/2006/main">
            <a:pathLst>
              <a:path w="79236" h="96459">
                <a:moveTo>
                  <a:pt x="33176" y="68022"/>
                </a:moveTo>
                <a:cubicBezTo>
                  <a:pt x="32286" y="62593"/>
                  <a:pt x="31140" y="56195"/>
                  <a:pt x="29739" y="48830"/>
                </a:cubicBezTo>
                <a:cubicBezTo>
                  <a:pt x="28337" y="41465"/>
                  <a:pt x="26968" y="34767"/>
                  <a:pt x="25633" y="28737"/>
                </a:cubicBezTo>
                <a:cubicBezTo>
                  <a:pt x="24298" y="22707"/>
                  <a:pt x="23319" y="18624"/>
                  <a:pt x="22696" y="16488"/>
                </a:cubicBezTo>
                <a:cubicBezTo>
                  <a:pt x="22073" y="14352"/>
                  <a:pt x="21472" y="12828"/>
                  <a:pt x="20894" y="11915"/>
                </a:cubicBezTo>
                <a:cubicBezTo>
                  <a:pt x="20315" y="11003"/>
                  <a:pt x="19781" y="10402"/>
                  <a:pt x="19292" y="10113"/>
                </a:cubicBezTo>
                <a:cubicBezTo>
                  <a:pt x="18802" y="9824"/>
                  <a:pt x="18290" y="9679"/>
                  <a:pt x="17756" y="9679"/>
                </a:cubicBezTo>
                <a:cubicBezTo>
                  <a:pt x="16644" y="9679"/>
                  <a:pt x="15620" y="10135"/>
                  <a:pt x="14686" y="11048"/>
                </a:cubicBezTo>
                <a:cubicBezTo>
                  <a:pt x="13751" y="11960"/>
                  <a:pt x="12527" y="13885"/>
                  <a:pt x="11014" y="16822"/>
                </a:cubicBezTo>
                <a:lnTo>
                  <a:pt x="4940" y="14018"/>
                </a:lnTo>
                <a:cubicBezTo>
                  <a:pt x="7521" y="9345"/>
                  <a:pt x="10458" y="5841"/>
                  <a:pt x="13751" y="3505"/>
                </a:cubicBezTo>
                <a:cubicBezTo>
                  <a:pt x="17044" y="1168"/>
                  <a:pt x="20827" y="0"/>
                  <a:pt x="25099" y="0"/>
                </a:cubicBezTo>
                <a:cubicBezTo>
                  <a:pt x="28526" y="0"/>
                  <a:pt x="31296" y="501"/>
                  <a:pt x="33410" y="1502"/>
                </a:cubicBezTo>
                <a:cubicBezTo>
                  <a:pt x="35524" y="2503"/>
                  <a:pt x="37204" y="3883"/>
                  <a:pt x="38450" y="5641"/>
                </a:cubicBezTo>
                <a:cubicBezTo>
                  <a:pt x="39696" y="7399"/>
                  <a:pt x="40697" y="9635"/>
                  <a:pt x="41454" y="12349"/>
                </a:cubicBezTo>
                <a:cubicBezTo>
                  <a:pt x="42077" y="14486"/>
                  <a:pt x="42811" y="18246"/>
                  <a:pt x="43657" y="23631"/>
                </a:cubicBezTo>
                <a:cubicBezTo>
                  <a:pt x="45036" y="32398"/>
                  <a:pt x="46216" y="41009"/>
                  <a:pt x="47195" y="49464"/>
                </a:cubicBezTo>
                <a:cubicBezTo>
                  <a:pt x="52134" y="42388"/>
                  <a:pt x="55928" y="35491"/>
                  <a:pt x="58576" y="28771"/>
                </a:cubicBezTo>
                <a:cubicBezTo>
                  <a:pt x="61224" y="22051"/>
                  <a:pt x="62548" y="16043"/>
                  <a:pt x="62548" y="10747"/>
                </a:cubicBezTo>
                <a:cubicBezTo>
                  <a:pt x="62548" y="9056"/>
                  <a:pt x="62147" y="7777"/>
                  <a:pt x="61346" y="6909"/>
                </a:cubicBezTo>
                <a:cubicBezTo>
                  <a:pt x="60545" y="6041"/>
                  <a:pt x="59144" y="5563"/>
                  <a:pt x="57141" y="5474"/>
                </a:cubicBezTo>
                <a:lnTo>
                  <a:pt x="58076" y="1068"/>
                </a:lnTo>
                <a:lnTo>
                  <a:pt x="76900" y="1068"/>
                </a:lnTo>
                <a:lnTo>
                  <a:pt x="79236" y="5474"/>
                </a:lnTo>
                <a:cubicBezTo>
                  <a:pt x="78346" y="8544"/>
                  <a:pt x="76967" y="12260"/>
                  <a:pt x="75098" y="16622"/>
                </a:cubicBezTo>
                <a:cubicBezTo>
                  <a:pt x="72339" y="23030"/>
                  <a:pt x="68623" y="30217"/>
                  <a:pt x="63950" y="38183"/>
                </a:cubicBezTo>
                <a:cubicBezTo>
                  <a:pt x="59722" y="45348"/>
                  <a:pt x="55116" y="52513"/>
                  <a:pt x="50132" y="59678"/>
                </a:cubicBezTo>
                <a:cubicBezTo>
                  <a:pt x="44302" y="68044"/>
                  <a:pt x="39229" y="74797"/>
                  <a:pt x="34912" y="79937"/>
                </a:cubicBezTo>
                <a:cubicBezTo>
                  <a:pt x="30595" y="85077"/>
                  <a:pt x="26857" y="88871"/>
                  <a:pt x="23697" y="91319"/>
                </a:cubicBezTo>
                <a:cubicBezTo>
                  <a:pt x="21205" y="93188"/>
                  <a:pt x="18824" y="94512"/>
                  <a:pt x="16555" y="95291"/>
                </a:cubicBezTo>
                <a:cubicBezTo>
                  <a:pt x="14285" y="96069"/>
                  <a:pt x="11882" y="96459"/>
                  <a:pt x="9345" y="96459"/>
                </a:cubicBezTo>
                <a:cubicBezTo>
                  <a:pt x="6052" y="96459"/>
                  <a:pt x="2937" y="95969"/>
                  <a:pt x="0" y="94990"/>
                </a:cubicBezTo>
                <a:lnTo>
                  <a:pt x="3338" y="79904"/>
                </a:lnTo>
                <a:lnTo>
                  <a:pt x="10347" y="79904"/>
                </a:lnTo>
                <a:cubicBezTo>
                  <a:pt x="10391" y="81773"/>
                  <a:pt x="10669" y="83153"/>
                  <a:pt x="11181" y="84043"/>
                </a:cubicBezTo>
                <a:cubicBezTo>
                  <a:pt x="11693" y="84933"/>
                  <a:pt x="12616" y="85378"/>
                  <a:pt x="13951" y="85378"/>
                </a:cubicBezTo>
                <a:cubicBezTo>
                  <a:pt x="15020" y="85378"/>
                  <a:pt x="16021" y="85189"/>
                  <a:pt x="16955" y="84810"/>
                </a:cubicBezTo>
                <a:cubicBezTo>
                  <a:pt x="17890" y="84432"/>
                  <a:pt x="19069" y="83687"/>
                  <a:pt x="20493" y="82574"/>
                </a:cubicBezTo>
                <a:cubicBezTo>
                  <a:pt x="21917" y="81461"/>
                  <a:pt x="23709" y="79648"/>
                  <a:pt x="25867" y="77134"/>
                </a:cubicBezTo>
                <a:cubicBezTo>
                  <a:pt x="28025" y="74619"/>
                  <a:pt x="30462" y="71582"/>
                  <a:pt x="33176" y="680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Text ′">
            <a:extLst xmlns:a="http://schemas.openxmlformats.org/drawingml/2006/main">
              <a:ext uri="{FF2B5EF4-FFF2-40B4-BE49-F238E27FC236}">
                <a16:creationId xmlns:a16="http://schemas.microsoft.com/office/drawing/2014/main" id="{0F8E48DB-78F1-454A-8F38-1B9F72C9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208" y="4677926"/>
            <a:ext cx="21999" cy="42972"/>
          </a:xfrm>
          <a:custGeom xmlns:a="http://schemas.openxmlformats.org/drawingml/2006/main">
            <a:pathLst>
              <a:path w="21999" h="42972">
                <a:moveTo>
                  <a:pt x="21999" y="0"/>
                </a:moveTo>
                <a:lnTo>
                  <a:pt x="21999" y="3813"/>
                </a:lnTo>
                <a:lnTo>
                  <a:pt x="5720" y="42972"/>
                </a:lnTo>
                <a:lnTo>
                  <a:pt x="0" y="41261"/>
                </a:lnTo>
                <a:lnTo>
                  <a:pt x="9386" y="0"/>
                </a:lnTo>
                <a:lnTo>
                  <a:pt x="2199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Text =𝒂𝒓𝒈𝒎𝒊𝒏">
            <a:extLst xmlns:a="http://schemas.openxmlformats.org/drawingml/2006/main">
              <a:ext uri="{FF2B5EF4-FFF2-40B4-BE49-F238E27FC236}">
                <a16:creationId xmlns:a16="http://schemas.microsoft.com/office/drawing/2014/main" id="{3A9F7A25-9C44-4850-BF4B-AF397F69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147" y="4686953"/>
            <a:ext cx="644929" cy="122693"/>
          </a:xfrm>
          <a:custGeom xmlns:a="http://schemas.openxmlformats.org/drawingml/2006/main">
            <a:pathLst>
              <a:path w="644929" h="122693">
                <a:moveTo>
                  <a:pt x="0" y="44391"/>
                </a:moveTo>
                <a:lnTo>
                  <a:pt x="0" y="35513"/>
                </a:lnTo>
                <a:lnTo>
                  <a:pt x="82240" y="35513"/>
                </a:lnTo>
                <a:lnTo>
                  <a:pt x="82240" y="44391"/>
                </a:lnTo>
                <a:lnTo>
                  <a:pt x="0" y="44391"/>
                </a:lnTo>
                <a:moveTo>
                  <a:pt x="0" y="72094"/>
                </a:moveTo>
                <a:lnTo>
                  <a:pt x="0" y="63216"/>
                </a:lnTo>
                <a:lnTo>
                  <a:pt x="82240" y="63216"/>
                </a:lnTo>
                <a:lnTo>
                  <a:pt x="82240" y="72094"/>
                </a:lnTo>
                <a:lnTo>
                  <a:pt x="0" y="72094"/>
                </a:lnTo>
                <a:moveTo>
                  <a:pt x="85044" y="53803"/>
                </a:moveTo>
                <a:lnTo>
                  <a:pt x="85044" y="53803"/>
                </a:lnTo>
                <a:close/>
                <a:moveTo>
                  <a:pt x="197286" y="72027"/>
                </a:moveTo>
                <a:cubicBezTo>
                  <a:pt x="196619" y="74831"/>
                  <a:pt x="196285" y="77367"/>
                  <a:pt x="196285" y="79637"/>
                </a:cubicBezTo>
                <a:cubicBezTo>
                  <a:pt x="196285" y="81105"/>
                  <a:pt x="196530" y="82240"/>
                  <a:pt x="197019" y="83041"/>
                </a:cubicBezTo>
                <a:cubicBezTo>
                  <a:pt x="197509" y="83842"/>
                  <a:pt x="198354" y="84243"/>
                  <a:pt x="199556" y="84243"/>
                </a:cubicBezTo>
                <a:cubicBezTo>
                  <a:pt x="200936" y="84243"/>
                  <a:pt x="202426" y="83620"/>
                  <a:pt x="204028" y="82374"/>
                </a:cubicBezTo>
                <a:cubicBezTo>
                  <a:pt x="205631" y="81128"/>
                  <a:pt x="207500" y="79281"/>
                  <a:pt x="209636" y="76833"/>
                </a:cubicBezTo>
                <a:lnTo>
                  <a:pt x="214442" y="81639"/>
                </a:lnTo>
                <a:cubicBezTo>
                  <a:pt x="209769" y="86312"/>
                  <a:pt x="205742" y="89528"/>
                  <a:pt x="202360" y="91285"/>
                </a:cubicBezTo>
                <a:cubicBezTo>
                  <a:pt x="198977" y="93043"/>
                  <a:pt x="195417" y="93922"/>
                  <a:pt x="191679" y="93922"/>
                </a:cubicBezTo>
                <a:cubicBezTo>
                  <a:pt x="187941" y="93922"/>
                  <a:pt x="184981" y="92887"/>
                  <a:pt x="182801" y="90818"/>
                </a:cubicBezTo>
                <a:cubicBezTo>
                  <a:pt x="180620" y="88749"/>
                  <a:pt x="179530" y="86023"/>
                  <a:pt x="179530" y="82641"/>
                </a:cubicBezTo>
                <a:cubicBezTo>
                  <a:pt x="179530" y="81528"/>
                  <a:pt x="179663" y="80460"/>
                  <a:pt x="179930" y="79437"/>
                </a:cubicBezTo>
                <a:lnTo>
                  <a:pt x="178996" y="79303"/>
                </a:lnTo>
                <a:cubicBezTo>
                  <a:pt x="175747" y="83130"/>
                  <a:pt x="172955" y="86012"/>
                  <a:pt x="170618" y="87948"/>
                </a:cubicBezTo>
                <a:cubicBezTo>
                  <a:pt x="168282" y="89884"/>
                  <a:pt x="165801" y="91363"/>
                  <a:pt x="163175" y="92387"/>
                </a:cubicBezTo>
                <a:cubicBezTo>
                  <a:pt x="160550" y="93410"/>
                  <a:pt x="157635" y="93922"/>
                  <a:pt x="154431" y="93922"/>
                </a:cubicBezTo>
                <a:cubicBezTo>
                  <a:pt x="149090" y="93922"/>
                  <a:pt x="145041" y="92109"/>
                  <a:pt x="142281" y="88482"/>
                </a:cubicBezTo>
                <a:cubicBezTo>
                  <a:pt x="139522" y="84855"/>
                  <a:pt x="138143" y="79570"/>
                  <a:pt x="138143" y="72628"/>
                </a:cubicBezTo>
                <a:cubicBezTo>
                  <a:pt x="138143" y="66620"/>
                  <a:pt x="139011" y="60657"/>
                  <a:pt x="140746" y="54738"/>
                </a:cubicBezTo>
                <a:cubicBezTo>
                  <a:pt x="142482" y="48819"/>
                  <a:pt x="144974" y="43712"/>
                  <a:pt x="148223" y="39418"/>
                </a:cubicBezTo>
                <a:cubicBezTo>
                  <a:pt x="151471" y="35123"/>
                  <a:pt x="155554" y="31741"/>
                  <a:pt x="160472" y="29271"/>
                </a:cubicBezTo>
                <a:cubicBezTo>
                  <a:pt x="165389" y="26802"/>
                  <a:pt x="170963" y="25567"/>
                  <a:pt x="177194" y="25567"/>
                </a:cubicBezTo>
                <a:cubicBezTo>
                  <a:pt x="183824" y="25567"/>
                  <a:pt x="189476" y="27169"/>
                  <a:pt x="194149" y="30373"/>
                </a:cubicBezTo>
                <a:lnTo>
                  <a:pt x="200624" y="25567"/>
                </a:lnTo>
                <a:lnTo>
                  <a:pt x="208100" y="26635"/>
                </a:lnTo>
                <a:lnTo>
                  <a:pt x="197286" y="72027"/>
                </a:lnTo>
                <a:moveTo>
                  <a:pt x="184069" y="51333"/>
                </a:moveTo>
                <a:cubicBezTo>
                  <a:pt x="184781" y="48040"/>
                  <a:pt x="185137" y="44747"/>
                  <a:pt x="185137" y="41454"/>
                </a:cubicBezTo>
                <a:cubicBezTo>
                  <a:pt x="185137" y="38517"/>
                  <a:pt x="184581" y="36292"/>
                  <a:pt x="183468" y="34779"/>
                </a:cubicBezTo>
                <a:cubicBezTo>
                  <a:pt x="182356" y="33265"/>
                  <a:pt x="180531" y="32509"/>
                  <a:pt x="177995" y="32509"/>
                </a:cubicBezTo>
                <a:cubicBezTo>
                  <a:pt x="173856" y="32509"/>
                  <a:pt x="170184" y="34589"/>
                  <a:pt x="166980" y="38750"/>
                </a:cubicBezTo>
                <a:cubicBezTo>
                  <a:pt x="163776" y="42911"/>
                  <a:pt x="161195" y="48508"/>
                  <a:pt x="159237" y="55539"/>
                </a:cubicBezTo>
                <a:cubicBezTo>
                  <a:pt x="157279" y="62570"/>
                  <a:pt x="156300" y="68867"/>
                  <a:pt x="156300" y="74430"/>
                </a:cubicBezTo>
                <a:cubicBezTo>
                  <a:pt x="156300" y="77679"/>
                  <a:pt x="156778" y="80104"/>
                  <a:pt x="157735" y="81706"/>
                </a:cubicBezTo>
                <a:cubicBezTo>
                  <a:pt x="158692" y="83308"/>
                  <a:pt x="160171" y="84109"/>
                  <a:pt x="162174" y="84109"/>
                </a:cubicBezTo>
                <a:cubicBezTo>
                  <a:pt x="165111" y="84109"/>
                  <a:pt x="168104" y="82674"/>
                  <a:pt x="171152" y="79804"/>
                </a:cubicBezTo>
                <a:cubicBezTo>
                  <a:pt x="174201" y="76933"/>
                  <a:pt x="176660" y="73562"/>
                  <a:pt x="178529" y="69691"/>
                </a:cubicBezTo>
                <a:cubicBezTo>
                  <a:pt x="180398" y="65819"/>
                  <a:pt x="182067" y="60523"/>
                  <a:pt x="183535" y="53803"/>
                </a:cubicBezTo>
                <a:lnTo>
                  <a:pt x="184069" y="51333"/>
                </a:lnTo>
                <a:close/>
                <a:moveTo>
                  <a:pt x="252278" y="41587"/>
                </a:moveTo>
                <a:cubicBezTo>
                  <a:pt x="256016" y="36336"/>
                  <a:pt x="259932" y="32353"/>
                  <a:pt x="264027" y="29639"/>
                </a:cubicBezTo>
                <a:cubicBezTo>
                  <a:pt x="268121" y="26924"/>
                  <a:pt x="272660" y="25567"/>
                  <a:pt x="277644" y="25567"/>
                </a:cubicBezTo>
                <a:cubicBezTo>
                  <a:pt x="280581" y="25567"/>
                  <a:pt x="283697" y="25989"/>
                  <a:pt x="286990" y="26835"/>
                </a:cubicBezTo>
                <a:lnTo>
                  <a:pt x="283051" y="44792"/>
                </a:lnTo>
                <a:lnTo>
                  <a:pt x="271102" y="44792"/>
                </a:lnTo>
                <a:cubicBezTo>
                  <a:pt x="271102" y="41810"/>
                  <a:pt x="270780" y="39741"/>
                  <a:pt x="270135" y="38583"/>
                </a:cubicBezTo>
                <a:cubicBezTo>
                  <a:pt x="269489" y="37426"/>
                  <a:pt x="268388" y="36848"/>
                  <a:pt x="266830" y="36848"/>
                </a:cubicBezTo>
                <a:cubicBezTo>
                  <a:pt x="265629" y="36848"/>
                  <a:pt x="264316" y="37271"/>
                  <a:pt x="262892" y="38116"/>
                </a:cubicBezTo>
                <a:cubicBezTo>
                  <a:pt x="261468" y="38962"/>
                  <a:pt x="259765" y="40608"/>
                  <a:pt x="257785" y="43056"/>
                </a:cubicBezTo>
                <a:cubicBezTo>
                  <a:pt x="255805" y="45504"/>
                  <a:pt x="254314" y="47840"/>
                  <a:pt x="253313" y="50065"/>
                </a:cubicBezTo>
                <a:cubicBezTo>
                  <a:pt x="252311" y="52290"/>
                  <a:pt x="251432" y="55138"/>
                  <a:pt x="250676" y="58610"/>
                </a:cubicBezTo>
                <a:lnTo>
                  <a:pt x="243133" y="92854"/>
                </a:lnTo>
                <a:lnTo>
                  <a:pt x="223974" y="92854"/>
                </a:lnTo>
                <a:lnTo>
                  <a:pt x="234722" y="46460"/>
                </a:lnTo>
                <a:cubicBezTo>
                  <a:pt x="235389" y="43568"/>
                  <a:pt x="235723" y="41365"/>
                  <a:pt x="235723" y="39852"/>
                </a:cubicBezTo>
                <a:cubicBezTo>
                  <a:pt x="235723" y="38383"/>
                  <a:pt x="235478" y="37248"/>
                  <a:pt x="234989" y="36447"/>
                </a:cubicBezTo>
                <a:cubicBezTo>
                  <a:pt x="234499" y="35646"/>
                  <a:pt x="233654" y="35246"/>
                  <a:pt x="232452" y="35246"/>
                </a:cubicBezTo>
                <a:cubicBezTo>
                  <a:pt x="231073" y="35246"/>
                  <a:pt x="229582" y="35869"/>
                  <a:pt x="227980" y="37115"/>
                </a:cubicBezTo>
                <a:cubicBezTo>
                  <a:pt x="226378" y="38361"/>
                  <a:pt x="224509" y="40208"/>
                  <a:pt x="222372" y="42655"/>
                </a:cubicBezTo>
                <a:lnTo>
                  <a:pt x="217566" y="37849"/>
                </a:lnTo>
                <a:cubicBezTo>
                  <a:pt x="222016" y="33310"/>
                  <a:pt x="225966" y="30128"/>
                  <a:pt x="229415" y="28303"/>
                </a:cubicBezTo>
                <a:cubicBezTo>
                  <a:pt x="232864" y="26479"/>
                  <a:pt x="236502" y="25567"/>
                  <a:pt x="240329" y="25567"/>
                </a:cubicBezTo>
                <a:cubicBezTo>
                  <a:pt x="244023" y="25567"/>
                  <a:pt x="246971" y="26601"/>
                  <a:pt x="249174" y="28671"/>
                </a:cubicBezTo>
                <a:cubicBezTo>
                  <a:pt x="251377" y="30740"/>
                  <a:pt x="252478" y="33466"/>
                  <a:pt x="252478" y="36848"/>
                </a:cubicBezTo>
                <a:cubicBezTo>
                  <a:pt x="252478" y="38049"/>
                  <a:pt x="252233" y="39563"/>
                  <a:pt x="251744" y="41387"/>
                </a:cubicBezTo>
                <a:lnTo>
                  <a:pt x="252278" y="41587"/>
                </a:lnTo>
                <a:close/>
                <a:moveTo>
                  <a:pt x="309185" y="98395"/>
                </a:moveTo>
                <a:cubicBezTo>
                  <a:pt x="307983" y="99863"/>
                  <a:pt x="307149" y="101243"/>
                  <a:pt x="306681" y="102533"/>
                </a:cubicBezTo>
                <a:cubicBezTo>
                  <a:pt x="306214" y="103824"/>
                  <a:pt x="305980" y="105226"/>
                  <a:pt x="305980" y="106739"/>
                </a:cubicBezTo>
                <a:cubicBezTo>
                  <a:pt x="305980" y="109765"/>
                  <a:pt x="307037" y="112023"/>
                  <a:pt x="309151" y="113514"/>
                </a:cubicBezTo>
                <a:cubicBezTo>
                  <a:pt x="311265" y="115005"/>
                  <a:pt x="314436" y="115751"/>
                  <a:pt x="318664" y="115751"/>
                </a:cubicBezTo>
                <a:cubicBezTo>
                  <a:pt x="325472" y="115751"/>
                  <a:pt x="330857" y="113203"/>
                  <a:pt x="334818" y="108107"/>
                </a:cubicBezTo>
                <a:cubicBezTo>
                  <a:pt x="338779" y="103012"/>
                  <a:pt x="342161" y="93700"/>
                  <a:pt x="344964" y="80171"/>
                </a:cubicBezTo>
                <a:lnTo>
                  <a:pt x="344097" y="79570"/>
                </a:lnTo>
                <a:cubicBezTo>
                  <a:pt x="340180" y="84554"/>
                  <a:pt x="336420" y="88192"/>
                  <a:pt x="332815" y="90484"/>
                </a:cubicBezTo>
                <a:cubicBezTo>
                  <a:pt x="329211" y="92776"/>
                  <a:pt x="324894" y="93922"/>
                  <a:pt x="319865" y="93922"/>
                </a:cubicBezTo>
                <a:cubicBezTo>
                  <a:pt x="314881" y="93922"/>
                  <a:pt x="310976" y="92098"/>
                  <a:pt x="308150" y="88448"/>
                </a:cubicBezTo>
                <a:cubicBezTo>
                  <a:pt x="305324" y="84799"/>
                  <a:pt x="303911" y="79526"/>
                  <a:pt x="303911" y="72628"/>
                </a:cubicBezTo>
                <a:cubicBezTo>
                  <a:pt x="303911" y="66531"/>
                  <a:pt x="304801" y="60512"/>
                  <a:pt x="306581" y="54571"/>
                </a:cubicBezTo>
                <a:cubicBezTo>
                  <a:pt x="308361" y="48630"/>
                  <a:pt x="310887" y="43523"/>
                  <a:pt x="314158" y="39251"/>
                </a:cubicBezTo>
                <a:cubicBezTo>
                  <a:pt x="317429" y="34979"/>
                  <a:pt x="321501" y="31630"/>
                  <a:pt x="326374" y="29205"/>
                </a:cubicBezTo>
                <a:cubicBezTo>
                  <a:pt x="331247" y="26779"/>
                  <a:pt x="336820" y="25567"/>
                  <a:pt x="343095" y="25567"/>
                </a:cubicBezTo>
                <a:cubicBezTo>
                  <a:pt x="346255" y="25567"/>
                  <a:pt x="349159" y="25911"/>
                  <a:pt x="351807" y="26601"/>
                </a:cubicBezTo>
                <a:cubicBezTo>
                  <a:pt x="354455" y="27291"/>
                  <a:pt x="357158" y="28548"/>
                  <a:pt x="359917" y="30373"/>
                </a:cubicBezTo>
                <a:lnTo>
                  <a:pt x="365925" y="25567"/>
                </a:lnTo>
                <a:lnTo>
                  <a:pt x="373401" y="26635"/>
                </a:lnTo>
                <a:lnTo>
                  <a:pt x="367661" y="52735"/>
                </a:lnTo>
                <a:cubicBezTo>
                  <a:pt x="366726" y="57007"/>
                  <a:pt x="365880" y="61102"/>
                  <a:pt x="365124" y="65018"/>
                </a:cubicBezTo>
                <a:cubicBezTo>
                  <a:pt x="362721" y="77212"/>
                  <a:pt x="361052" y="85333"/>
                  <a:pt x="360117" y="89383"/>
                </a:cubicBezTo>
                <a:cubicBezTo>
                  <a:pt x="358471" y="96281"/>
                  <a:pt x="356780" y="101488"/>
                  <a:pt x="355044" y="105003"/>
                </a:cubicBezTo>
                <a:cubicBezTo>
                  <a:pt x="353220" y="108697"/>
                  <a:pt x="350861" y="111845"/>
                  <a:pt x="347968" y="114449"/>
                </a:cubicBezTo>
                <a:cubicBezTo>
                  <a:pt x="345076" y="117052"/>
                  <a:pt x="341449" y="119021"/>
                  <a:pt x="337087" y="120356"/>
                </a:cubicBezTo>
                <a:cubicBezTo>
                  <a:pt x="332103" y="121914"/>
                  <a:pt x="326051" y="122693"/>
                  <a:pt x="318931" y="122693"/>
                </a:cubicBezTo>
                <a:cubicBezTo>
                  <a:pt x="309496" y="122693"/>
                  <a:pt x="302420" y="121436"/>
                  <a:pt x="297703" y="118921"/>
                </a:cubicBezTo>
                <a:cubicBezTo>
                  <a:pt x="292986" y="116407"/>
                  <a:pt x="290627" y="112635"/>
                  <a:pt x="290627" y="107607"/>
                </a:cubicBezTo>
                <a:cubicBezTo>
                  <a:pt x="290627" y="104847"/>
                  <a:pt x="291606" y="102244"/>
                  <a:pt x="293564" y="99796"/>
                </a:cubicBezTo>
                <a:cubicBezTo>
                  <a:pt x="295522" y="97349"/>
                  <a:pt x="298415" y="95012"/>
                  <a:pt x="302242" y="92787"/>
                </a:cubicBezTo>
                <a:lnTo>
                  <a:pt x="309185" y="98395"/>
                </a:lnTo>
                <a:moveTo>
                  <a:pt x="349837" y="51267"/>
                </a:moveTo>
                <a:cubicBezTo>
                  <a:pt x="350549" y="47973"/>
                  <a:pt x="350905" y="44769"/>
                  <a:pt x="350905" y="41654"/>
                </a:cubicBezTo>
                <a:cubicBezTo>
                  <a:pt x="350905" y="38583"/>
                  <a:pt x="350349" y="36292"/>
                  <a:pt x="349237" y="34779"/>
                </a:cubicBezTo>
                <a:cubicBezTo>
                  <a:pt x="348124" y="33265"/>
                  <a:pt x="346299" y="32509"/>
                  <a:pt x="343763" y="32509"/>
                </a:cubicBezTo>
                <a:cubicBezTo>
                  <a:pt x="339758" y="32509"/>
                  <a:pt x="336153" y="34512"/>
                  <a:pt x="332949" y="38517"/>
                </a:cubicBezTo>
                <a:cubicBezTo>
                  <a:pt x="329745" y="42522"/>
                  <a:pt x="327130" y="48085"/>
                  <a:pt x="325105" y="55205"/>
                </a:cubicBezTo>
                <a:cubicBezTo>
                  <a:pt x="323080" y="62325"/>
                  <a:pt x="322068" y="68734"/>
                  <a:pt x="322068" y="74430"/>
                </a:cubicBezTo>
                <a:cubicBezTo>
                  <a:pt x="322068" y="77679"/>
                  <a:pt x="322546" y="80104"/>
                  <a:pt x="323503" y="81706"/>
                </a:cubicBezTo>
                <a:cubicBezTo>
                  <a:pt x="324460" y="83308"/>
                  <a:pt x="325940" y="84109"/>
                  <a:pt x="327942" y="84109"/>
                </a:cubicBezTo>
                <a:cubicBezTo>
                  <a:pt x="329856" y="84109"/>
                  <a:pt x="331792" y="83497"/>
                  <a:pt x="333750" y="82274"/>
                </a:cubicBezTo>
                <a:cubicBezTo>
                  <a:pt x="335708" y="81050"/>
                  <a:pt x="337766" y="79158"/>
                  <a:pt x="339925" y="76600"/>
                </a:cubicBezTo>
                <a:cubicBezTo>
                  <a:pt x="342083" y="74041"/>
                  <a:pt x="343896" y="70959"/>
                  <a:pt x="345365" y="67354"/>
                </a:cubicBezTo>
                <a:cubicBezTo>
                  <a:pt x="346834" y="63750"/>
                  <a:pt x="348146" y="59210"/>
                  <a:pt x="349303" y="53737"/>
                </a:cubicBezTo>
                <a:lnTo>
                  <a:pt x="349837" y="51267"/>
                </a:lnTo>
                <a:close/>
                <a:moveTo>
                  <a:pt x="489319" y="71827"/>
                </a:moveTo>
                <a:cubicBezTo>
                  <a:pt x="488829" y="73696"/>
                  <a:pt x="488518" y="75142"/>
                  <a:pt x="488384" y="76166"/>
                </a:cubicBezTo>
                <a:cubicBezTo>
                  <a:pt x="488251" y="77189"/>
                  <a:pt x="488184" y="78346"/>
                  <a:pt x="488184" y="79637"/>
                </a:cubicBezTo>
                <a:cubicBezTo>
                  <a:pt x="488184" y="81372"/>
                  <a:pt x="488473" y="82574"/>
                  <a:pt x="489052" y="83242"/>
                </a:cubicBezTo>
                <a:cubicBezTo>
                  <a:pt x="489630" y="83909"/>
                  <a:pt x="490454" y="84243"/>
                  <a:pt x="491522" y="84243"/>
                </a:cubicBezTo>
                <a:cubicBezTo>
                  <a:pt x="492812" y="84243"/>
                  <a:pt x="494259" y="83631"/>
                  <a:pt x="495861" y="82407"/>
                </a:cubicBezTo>
                <a:cubicBezTo>
                  <a:pt x="497463" y="81183"/>
                  <a:pt x="499354" y="79325"/>
                  <a:pt x="501535" y="76833"/>
                </a:cubicBezTo>
                <a:lnTo>
                  <a:pt x="506341" y="81639"/>
                </a:lnTo>
                <a:cubicBezTo>
                  <a:pt x="501980" y="86090"/>
                  <a:pt x="498075" y="89249"/>
                  <a:pt x="494626" y="91118"/>
                </a:cubicBezTo>
                <a:cubicBezTo>
                  <a:pt x="491177" y="92988"/>
                  <a:pt x="487383" y="93922"/>
                  <a:pt x="483244" y="93922"/>
                </a:cubicBezTo>
                <a:cubicBezTo>
                  <a:pt x="478661" y="93922"/>
                  <a:pt x="475256" y="92787"/>
                  <a:pt x="473031" y="90518"/>
                </a:cubicBezTo>
                <a:cubicBezTo>
                  <a:pt x="470806" y="88248"/>
                  <a:pt x="469693" y="84777"/>
                  <a:pt x="469693" y="80104"/>
                </a:cubicBezTo>
                <a:cubicBezTo>
                  <a:pt x="469693" y="78636"/>
                  <a:pt x="469849" y="76844"/>
                  <a:pt x="470161" y="74731"/>
                </a:cubicBezTo>
                <a:cubicBezTo>
                  <a:pt x="470472" y="72617"/>
                  <a:pt x="470917" y="70425"/>
                  <a:pt x="471496" y="68155"/>
                </a:cubicBezTo>
                <a:lnTo>
                  <a:pt x="474566" y="56540"/>
                </a:lnTo>
                <a:cubicBezTo>
                  <a:pt x="475278" y="53915"/>
                  <a:pt x="475913" y="51144"/>
                  <a:pt x="476469" y="48229"/>
                </a:cubicBezTo>
                <a:cubicBezTo>
                  <a:pt x="477025" y="45314"/>
                  <a:pt x="477303" y="43056"/>
                  <a:pt x="477303" y="41454"/>
                </a:cubicBezTo>
                <a:cubicBezTo>
                  <a:pt x="477303" y="37360"/>
                  <a:pt x="475701" y="35313"/>
                  <a:pt x="472497" y="35313"/>
                </a:cubicBezTo>
                <a:cubicBezTo>
                  <a:pt x="470583" y="35313"/>
                  <a:pt x="468247" y="36536"/>
                  <a:pt x="465488" y="38984"/>
                </a:cubicBezTo>
                <a:cubicBezTo>
                  <a:pt x="462729" y="41432"/>
                  <a:pt x="460448" y="44113"/>
                  <a:pt x="458646" y="47028"/>
                </a:cubicBezTo>
                <a:cubicBezTo>
                  <a:pt x="456843" y="49943"/>
                  <a:pt x="455453" y="53803"/>
                  <a:pt x="454474" y="58610"/>
                </a:cubicBezTo>
                <a:lnTo>
                  <a:pt x="447131" y="92854"/>
                </a:lnTo>
                <a:lnTo>
                  <a:pt x="427906" y="92854"/>
                </a:lnTo>
                <a:lnTo>
                  <a:pt x="437652" y="50399"/>
                </a:lnTo>
                <a:cubicBezTo>
                  <a:pt x="438141" y="48352"/>
                  <a:pt x="438475" y="46672"/>
                  <a:pt x="438653" y="45359"/>
                </a:cubicBezTo>
                <a:cubicBezTo>
                  <a:pt x="438831" y="44046"/>
                  <a:pt x="438920" y="42900"/>
                  <a:pt x="438920" y="41921"/>
                </a:cubicBezTo>
                <a:cubicBezTo>
                  <a:pt x="438920" y="39607"/>
                  <a:pt x="438520" y="37927"/>
                  <a:pt x="437719" y="36881"/>
                </a:cubicBezTo>
                <a:cubicBezTo>
                  <a:pt x="436917" y="35835"/>
                  <a:pt x="435649" y="35313"/>
                  <a:pt x="433914" y="35313"/>
                </a:cubicBezTo>
                <a:cubicBezTo>
                  <a:pt x="431866" y="35313"/>
                  <a:pt x="429452" y="36581"/>
                  <a:pt x="426671" y="39118"/>
                </a:cubicBezTo>
                <a:cubicBezTo>
                  <a:pt x="423889" y="41654"/>
                  <a:pt x="421642" y="44324"/>
                  <a:pt x="419929" y="47128"/>
                </a:cubicBezTo>
                <a:cubicBezTo>
                  <a:pt x="418215" y="49932"/>
                  <a:pt x="416847" y="53759"/>
                  <a:pt x="415823" y="58610"/>
                </a:cubicBezTo>
                <a:lnTo>
                  <a:pt x="408347" y="92854"/>
                </a:lnTo>
                <a:lnTo>
                  <a:pt x="389189" y="92854"/>
                </a:lnTo>
                <a:lnTo>
                  <a:pt x="399936" y="46460"/>
                </a:lnTo>
                <a:cubicBezTo>
                  <a:pt x="400604" y="43568"/>
                  <a:pt x="400937" y="41365"/>
                  <a:pt x="400937" y="39852"/>
                </a:cubicBezTo>
                <a:cubicBezTo>
                  <a:pt x="400937" y="38383"/>
                  <a:pt x="400693" y="37248"/>
                  <a:pt x="400203" y="36447"/>
                </a:cubicBezTo>
                <a:cubicBezTo>
                  <a:pt x="399714" y="35646"/>
                  <a:pt x="398868" y="35246"/>
                  <a:pt x="397666" y="35246"/>
                </a:cubicBezTo>
                <a:cubicBezTo>
                  <a:pt x="396287" y="35246"/>
                  <a:pt x="394796" y="35869"/>
                  <a:pt x="393194" y="37115"/>
                </a:cubicBezTo>
                <a:cubicBezTo>
                  <a:pt x="391592" y="38361"/>
                  <a:pt x="389723" y="40208"/>
                  <a:pt x="387587" y="42655"/>
                </a:cubicBezTo>
                <a:lnTo>
                  <a:pt x="382780" y="37849"/>
                </a:lnTo>
                <a:cubicBezTo>
                  <a:pt x="387231" y="33310"/>
                  <a:pt x="391180" y="30128"/>
                  <a:pt x="394629" y="28303"/>
                </a:cubicBezTo>
                <a:cubicBezTo>
                  <a:pt x="398078" y="26479"/>
                  <a:pt x="401716" y="25567"/>
                  <a:pt x="405543" y="25567"/>
                </a:cubicBezTo>
                <a:cubicBezTo>
                  <a:pt x="409237" y="25567"/>
                  <a:pt x="412185" y="26601"/>
                  <a:pt x="414388" y="28671"/>
                </a:cubicBezTo>
                <a:cubicBezTo>
                  <a:pt x="416591" y="30740"/>
                  <a:pt x="417692" y="33466"/>
                  <a:pt x="417692" y="36848"/>
                </a:cubicBezTo>
                <a:cubicBezTo>
                  <a:pt x="417692" y="37960"/>
                  <a:pt x="417559" y="39029"/>
                  <a:pt x="417292" y="40052"/>
                </a:cubicBezTo>
                <a:lnTo>
                  <a:pt x="418093" y="40453"/>
                </a:lnTo>
                <a:cubicBezTo>
                  <a:pt x="422143" y="35335"/>
                  <a:pt x="426070" y="31574"/>
                  <a:pt x="429875" y="29171"/>
                </a:cubicBezTo>
                <a:cubicBezTo>
                  <a:pt x="433680" y="26768"/>
                  <a:pt x="438097" y="25567"/>
                  <a:pt x="443126" y="25567"/>
                </a:cubicBezTo>
                <a:cubicBezTo>
                  <a:pt x="447576" y="25567"/>
                  <a:pt x="451080" y="26790"/>
                  <a:pt x="453639" y="29238"/>
                </a:cubicBezTo>
                <a:cubicBezTo>
                  <a:pt x="456198" y="31686"/>
                  <a:pt x="457544" y="35068"/>
                  <a:pt x="457678" y="39385"/>
                </a:cubicBezTo>
                <a:cubicBezTo>
                  <a:pt x="461372" y="34667"/>
                  <a:pt x="465099" y="31185"/>
                  <a:pt x="468859" y="28938"/>
                </a:cubicBezTo>
                <a:cubicBezTo>
                  <a:pt x="472619" y="26690"/>
                  <a:pt x="476881" y="25567"/>
                  <a:pt x="481642" y="25567"/>
                </a:cubicBezTo>
                <a:cubicBezTo>
                  <a:pt x="486137" y="25567"/>
                  <a:pt x="489664" y="26835"/>
                  <a:pt x="492223" y="29372"/>
                </a:cubicBezTo>
                <a:cubicBezTo>
                  <a:pt x="494782" y="31908"/>
                  <a:pt x="496061" y="35446"/>
                  <a:pt x="496061" y="39985"/>
                </a:cubicBezTo>
                <a:cubicBezTo>
                  <a:pt x="496061" y="41320"/>
                  <a:pt x="495950" y="42945"/>
                  <a:pt x="495727" y="44858"/>
                </a:cubicBezTo>
                <a:cubicBezTo>
                  <a:pt x="495505" y="46772"/>
                  <a:pt x="495171" y="48597"/>
                  <a:pt x="494726" y="50332"/>
                </a:cubicBezTo>
                <a:lnTo>
                  <a:pt x="489319" y="71827"/>
                </a:lnTo>
                <a:close/>
                <a:moveTo>
                  <a:pt x="552234" y="0"/>
                </a:moveTo>
                <a:lnTo>
                  <a:pt x="548762" y="16355"/>
                </a:lnTo>
                <a:lnTo>
                  <a:pt x="531473" y="16355"/>
                </a:lnTo>
                <a:lnTo>
                  <a:pt x="535145" y="0"/>
                </a:lnTo>
                <a:lnTo>
                  <a:pt x="552234" y="0"/>
                </a:lnTo>
                <a:moveTo>
                  <a:pt x="536947" y="71827"/>
                </a:moveTo>
                <a:cubicBezTo>
                  <a:pt x="536502" y="73696"/>
                  <a:pt x="536202" y="75142"/>
                  <a:pt x="536046" y="76166"/>
                </a:cubicBezTo>
                <a:cubicBezTo>
                  <a:pt x="535890" y="77189"/>
                  <a:pt x="535812" y="78346"/>
                  <a:pt x="535812" y="79637"/>
                </a:cubicBezTo>
                <a:cubicBezTo>
                  <a:pt x="535812" y="81372"/>
                  <a:pt x="536102" y="82574"/>
                  <a:pt x="536680" y="83242"/>
                </a:cubicBezTo>
                <a:cubicBezTo>
                  <a:pt x="537259" y="83909"/>
                  <a:pt x="538082" y="84243"/>
                  <a:pt x="539150" y="84243"/>
                </a:cubicBezTo>
                <a:cubicBezTo>
                  <a:pt x="540441" y="84243"/>
                  <a:pt x="541887" y="83631"/>
                  <a:pt x="543489" y="82407"/>
                </a:cubicBezTo>
                <a:cubicBezTo>
                  <a:pt x="545091" y="81183"/>
                  <a:pt x="546982" y="79325"/>
                  <a:pt x="549163" y="76833"/>
                </a:cubicBezTo>
                <a:lnTo>
                  <a:pt x="553969" y="81639"/>
                </a:lnTo>
                <a:cubicBezTo>
                  <a:pt x="549608" y="86090"/>
                  <a:pt x="545703" y="89249"/>
                  <a:pt x="542254" y="91118"/>
                </a:cubicBezTo>
                <a:cubicBezTo>
                  <a:pt x="538805" y="92988"/>
                  <a:pt x="535011" y="93922"/>
                  <a:pt x="530873" y="93922"/>
                </a:cubicBezTo>
                <a:cubicBezTo>
                  <a:pt x="526155" y="93922"/>
                  <a:pt x="522706" y="92765"/>
                  <a:pt x="520526" y="90451"/>
                </a:cubicBezTo>
                <a:cubicBezTo>
                  <a:pt x="518345" y="88137"/>
                  <a:pt x="517255" y="84643"/>
                  <a:pt x="517255" y="79971"/>
                </a:cubicBezTo>
                <a:cubicBezTo>
                  <a:pt x="517255" y="76989"/>
                  <a:pt x="517744" y="73496"/>
                  <a:pt x="518723" y="69490"/>
                </a:cubicBezTo>
                <a:lnTo>
                  <a:pt x="524331" y="46260"/>
                </a:lnTo>
                <a:cubicBezTo>
                  <a:pt x="525354" y="42032"/>
                  <a:pt x="525866" y="38695"/>
                  <a:pt x="525866" y="36247"/>
                </a:cubicBezTo>
                <a:cubicBezTo>
                  <a:pt x="525866" y="34512"/>
                  <a:pt x="525454" y="33277"/>
                  <a:pt x="524631" y="32542"/>
                </a:cubicBezTo>
                <a:cubicBezTo>
                  <a:pt x="523808" y="31808"/>
                  <a:pt x="522083" y="31307"/>
                  <a:pt x="519458" y="31040"/>
                </a:cubicBezTo>
                <a:lnTo>
                  <a:pt x="520459" y="26635"/>
                </a:lnTo>
                <a:lnTo>
                  <a:pt x="540018" y="25900"/>
                </a:lnTo>
                <a:lnTo>
                  <a:pt x="547628" y="25900"/>
                </a:lnTo>
                <a:lnTo>
                  <a:pt x="536947" y="71827"/>
                </a:lnTo>
                <a:close/>
                <a:moveTo>
                  <a:pt x="564491" y="42655"/>
                </a:moveTo>
                <a:lnTo>
                  <a:pt x="559685" y="37849"/>
                </a:lnTo>
                <a:cubicBezTo>
                  <a:pt x="564135" y="33310"/>
                  <a:pt x="568084" y="30128"/>
                  <a:pt x="571533" y="28303"/>
                </a:cubicBezTo>
                <a:cubicBezTo>
                  <a:pt x="574982" y="26479"/>
                  <a:pt x="578620" y="25567"/>
                  <a:pt x="582447" y="25567"/>
                </a:cubicBezTo>
                <a:cubicBezTo>
                  <a:pt x="586141" y="25567"/>
                  <a:pt x="589089" y="26601"/>
                  <a:pt x="591292" y="28671"/>
                </a:cubicBezTo>
                <a:cubicBezTo>
                  <a:pt x="593495" y="30740"/>
                  <a:pt x="594597" y="33466"/>
                  <a:pt x="594597" y="36848"/>
                </a:cubicBezTo>
                <a:cubicBezTo>
                  <a:pt x="594597" y="37960"/>
                  <a:pt x="594463" y="39029"/>
                  <a:pt x="594196" y="40052"/>
                </a:cubicBezTo>
                <a:lnTo>
                  <a:pt x="594864" y="40586"/>
                </a:lnTo>
                <a:cubicBezTo>
                  <a:pt x="599047" y="35379"/>
                  <a:pt x="603019" y="31574"/>
                  <a:pt x="606779" y="29171"/>
                </a:cubicBezTo>
                <a:cubicBezTo>
                  <a:pt x="610540" y="26768"/>
                  <a:pt x="614934" y="25567"/>
                  <a:pt x="619963" y="25567"/>
                </a:cubicBezTo>
                <a:cubicBezTo>
                  <a:pt x="624547" y="25567"/>
                  <a:pt x="628140" y="26857"/>
                  <a:pt x="630744" y="29438"/>
                </a:cubicBezTo>
                <a:cubicBezTo>
                  <a:pt x="633347" y="32019"/>
                  <a:pt x="634649" y="35535"/>
                  <a:pt x="634649" y="39985"/>
                </a:cubicBezTo>
                <a:cubicBezTo>
                  <a:pt x="634649" y="41409"/>
                  <a:pt x="634504" y="43189"/>
                  <a:pt x="634215" y="45326"/>
                </a:cubicBezTo>
                <a:cubicBezTo>
                  <a:pt x="633926" y="47462"/>
                  <a:pt x="633581" y="49353"/>
                  <a:pt x="633180" y="51000"/>
                </a:cubicBezTo>
                <a:lnTo>
                  <a:pt x="627907" y="71827"/>
                </a:lnTo>
                <a:cubicBezTo>
                  <a:pt x="627150" y="74808"/>
                  <a:pt x="626772" y="77412"/>
                  <a:pt x="626772" y="79637"/>
                </a:cubicBezTo>
                <a:cubicBezTo>
                  <a:pt x="626772" y="81372"/>
                  <a:pt x="627061" y="82574"/>
                  <a:pt x="627640" y="83242"/>
                </a:cubicBezTo>
                <a:cubicBezTo>
                  <a:pt x="628218" y="83909"/>
                  <a:pt x="629041" y="84243"/>
                  <a:pt x="630109" y="84243"/>
                </a:cubicBezTo>
                <a:cubicBezTo>
                  <a:pt x="631400" y="84243"/>
                  <a:pt x="632846" y="83631"/>
                  <a:pt x="634448" y="82407"/>
                </a:cubicBezTo>
                <a:cubicBezTo>
                  <a:pt x="636050" y="81183"/>
                  <a:pt x="637942" y="79325"/>
                  <a:pt x="640122" y="76833"/>
                </a:cubicBezTo>
                <a:lnTo>
                  <a:pt x="644929" y="81639"/>
                </a:lnTo>
                <a:cubicBezTo>
                  <a:pt x="640567" y="86090"/>
                  <a:pt x="636662" y="89249"/>
                  <a:pt x="633213" y="91118"/>
                </a:cubicBezTo>
                <a:cubicBezTo>
                  <a:pt x="629765" y="92988"/>
                  <a:pt x="625971" y="93922"/>
                  <a:pt x="621832" y="93922"/>
                </a:cubicBezTo>
                <a:cubicBezTo>
                  <a:pt x="617115" y="93922"/>
                  <a:pt x="613666" y="92754"/>
                  <a:pt x="611485" y="90418"/>
                </a:cubicBezTo>
                <a:cubicBezTo>
                  <a:pt x="609305" y="88081"/>
                  <a:pt x="608214" y="84643"/>
                  <a:pt x="608214" y="80104"/>
                </a:cubicBezTo>
                <a:cubicBezTo>
                  <a:pt x="608214" y="76855"/>
                  <a:pt x="608860" y="72695"/>
                  <a:pt x="610150" y="67621"/>
                </a:cubicBezTo>
                <a:lnTo>
                  <a:pt x="613087" y="56540"/>
                </a:lnTo>
                <a:cubicBezTo>
                  <a:pt x="613844" y="53692"/>
                  <a:pt x="614489" y="50877"/>
                  <a:pt x="615023" y="48096"/>
                </a:cubicBezTo>
                <a:cubicBezTo>
                  <a:pt x="615557" y="45314"/>
                  <a:pt x="615824" y="43034"/>
                  <a:pt x="615824" y="41254"/>
                </a:cubicBezTo>
                <a:cubicBezTo>
                  <a:pt x="615824" y="39251"/>
                  <a:pt x="615401" y="37760"/>
                  <a:pt x="614556" y="36781"/>
                </a:cubicBezTo>
                <a:cubicBezTo>
                  <a:pt x="613710" y="35802"/>
                  <a:pt x="612509" y="35313"/>
                  <a:pt x="610951" y="35313"/>
                </a:cubicBezTo>
                <a:cubicBezTo>
                  <a:pt x="608771" y="35313"/>
                  <a:pt x="606278" y="36603"/>
                  <a:pt x="603475" y="39184"/>
                </a:cubicBezTo>
                <a:cubicBezTo>
                  <a:pt x="600671" y="41765"/>
                  <a:pt x="598424" y="44491"/>
                  <a:pt x="596733" y="47362"/>
                </a:cubicBezTo>
                <a:cubicBezTo>
                  <a:pt x="595042" y="50232"/>
                  <a:pt x="593707" y="53981"/>
                  <a:pt x="592727" y="58610"/>
                </a:cubicBezTo>
                <a:lnTo>
                  <a:pt x="585251" y="92854"/>
                </a:lnTo>
                <a:lnTo>
                  <a:pt x="566093" y="92854"/>
                </a:lnTo>
                <a:lnTo>
                  <a:pt x="576840" y="46460"/>
                </a:lnTo>
                <a:cubicBezTo>
                  <a:pt x="577508" y="43568"/>
                  <a:pt x="577841" y="41365"/>
                  <a:pt x="577841" y="39852"/>
                </a:cubicBezTo>
                <a:cubicBezTo>
                  <a:pt x="577841" y="38383"/>
                  <a:pt x="577597" y="37248"/>
                  <a:pt x="577107" y="36447"/>
                </a:cubicBezTo>
                <a:cubicBezTo>
                  <a:pt x="576618" y="35646"/>
                  <a:pt x="575772" y="35246"/>
                  <a:pt x="574571" y="35246"/>
                </a:cubicBezTo>
                <a:cubicBezTo>
                  <a:pt x="573191" y="35246"/>
                  <a:pt x="571700" y="35869"/>
                  <a:pt x="570098" y="37115"/>
                </a:cubicBezTo>
                <a:cubicBezTo>
                  <a:pt x="568496" y="38361"/>
                  <a:pt x="566627" y="40208"/>
                  <a:pt x="564491" y="426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𝒚">
            <a:extLst xmlns:a="http://schemas.openxmlformats.org/drawingml/2006/main">
              <a:ext uri="{FF2B5EF4-FFF2-40B4-BE49-F238E27FC236}">
                <a16:creationId xmlns:a16="http://schemas.microsoft.com/office/drawing/2014/main" id="{0FF84026-FDF8-4947-A130-ED3C6B16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793" y="4758655"/>
            <a:ext cx="58135" cy="70771"/>
          </a:xfrm>
          <a:custGeom xmlns:a="http://schemas.openxmlformats.org/drawingml/2006/main">
            <a:pathLst>
              <a:path w="58135" h="70771">
                <a:moveTo>
                  <a:pt x="24341" y="49907"/>
                </a:moveTo>
                <a:cubicBezTo>
                  <a:pt x="23688" y="45923"/>
                  <a:pt x="22847" y="41230"/>
                  <a:pt x="21819" y="35826"/>
                </a:cubicBezTo>
                <a:cubicBezTo>
                  <a:pt x="20790" y="30422"/>
                  <a:pt x="19786" y="25508"/>
                  <a:pt x="18807" y="21084"/>
                </a:cubicBezTo>
                <a:cubicBezTo>
                  <a:pt x="17827" y="16660"/>
                  <a:pt x="17109" y="13664"/>
                  <a:pt x="16652" y="12097"/>
                </a:cubicBezTo>
                <a:cubicBezTo>
                  <a:pt x="16195" y="10530"/>
                  <a:pt x="15754" y="9412"/>
                  <a:pt x="15330" y="8742"/>
                </a:cubicBezTo>
                <a:cubicBezTo>
                  <a:pt x="14905" y="8073"/>
                  <a:pt x="14513" y="7632"/>
                  <a:pt x="14154" y="7420"/>
                </a:cubicBezTo>
                <a:cubicBezTo>
                  <a:pt x="13795" y="7208"/>
                  <a:pt x="13419" y="7102"/>
                  <a:pt x="13028" y="7102"/>
                </a:cubicBezTo>
                <a:cubicBezTo>
                  <a:pt x="12211" y="7102"/>
                  <a:pt x="11460" y="7436"/>
                  <a:pt x="10775" y="8106"/>
                </a:cubicBezTo>
                <a:cubicBezTo>
                  <a:pt x="10089" y="8775"/>
                  <a:pt x="9191" y="10187"/>
                  <a:pt x="8081" y="12342"/>
                </a:cubicBezTo>
                <a:lnTo>
                  <a:pt x="3624" y="10285"/>
                </a:lnTo>
                <a:cubicBezTo>
                  <a:pt x="5518" y="6857"/>
                  <a:pt x="7673" y="4285"/>
                  <a:pt x="10089" y="2571"/>
                </a:cubicBezTo>
                <a:cubicBezTo>
                  <a:pt x="12505" y="857"/>
                  <a:pt x="15281" y="0"/>
                  <a:pt x="18415" y="0"/>
                </a:cubicBezTo>
                <a:cubicBezTo>
                  <a:pt x="20929" y="0"/>
                  <a:pt x="22962" y="367"/>
                  <a:pt x="24513" y="1102"/>
                </a:cubicBezTo>
                <a:cubicBezTo>
                  <a:pt x="26064" y="1837"/>
                  <a:pt x="27296" y="2849"/>
                  <a:pt x="28210" y="4138"/>
                </a:cubicBezTo>
                <a:cubicBezTo>
                  <a:pt x="29125" y="5428"/>
                  <a:pt x="29859" y="7069"/>
                  <a:pt x="30414" y="9061"/>
                </a:cubicBezTo>
                <a:cubicBezTo>
                  <a:pt x="30871" y="10628"/>
                  <a:pt x="31410" y="13387"/>
                  <a:pt x="32030" y="17338"/>
                </a:cubicBezTo>
                <a:cubicBezTo>
                  <a:pt x="33043" y="23770"/>
                  <a:pt x="33908" y="30088"/>
                  <a:pt x="34626" y="36291"/>
                </a:cubicBezTo>
                <a:cubicBezTo>
                  <a:pt x="38250" y="31100"/>
                  <a:pt x="41034" y="26039"/>
                  <a:pt x="42977" y="21109"/>
                </a:cubicBezTo>
                <a:cubicBezTo>
                  <a:pt x="44919" y="16178"/>
                  <a:pt x="45891" y="11771"/>
                  <a:pt x="45891" y="7885"/>
                </a:cubicBezTo>
                <a:cubicBezTo>
                  <a:pt x="45891" y="6644"/>
                  <a:pt x="45597" y="5706"/>
                  <a:pt x="45009" y="5069"/>
                </a:cubicBezTo>
                <a:cubicBezTo>
                  <a:pt x="44421" y="4432"/>
                  <a:pt x="43393" y="4081"/>
                  <a:pt x="41924" y="4016"/>
                </a:cubicBezTo>
                <a:lnTo>
                  <a:pt x="42609" y="784"/>
                </a:lnTo>
                <a:lnTo>
                  <a:pt x="56421" y="784"/>
                </a:lnTo>
                <a:lnTo>
                  <a:pt x="58135" y="4016"/>
                </a:lnTo>
                <a:cubicBezTo>
                  <a:pt x="57482" y="6269"/>
                  <a:pt x="56470" y="8995"/>
                  <a:pt x="55098" y="12195"/>
                </a:cubicBezTo>
                <a:cubicBezTo>
                  <a:pt x="53074" y="16897"/>
                  <a:pt x="50348" y="22170"/>
                  <a:pt x="46919" y="28014"/>
                </a:cubicBezTo>
                <a:cubicBezTo>
                  <a:pt x="43817" y="33271"/>
                  <a:pt x="40438" y="38528"/>
                  <a:pt x="36781" y="43785"/>
                </a:cubicBezTo>
                <a:cubicBezTo>
                  <a:pt x="32504" y="49923"/>
                  <a:pt x="28782" y="54878"/>
                  <a:pt x="25615" y="58649"/>
                </a:cubicBezTo>
                <a:cubicBezTo>
                  <a:pt x="22447" y="62420"/>
                  <a:pt x="19705" y="65204"/>
                  <a:pt x="17387" y="67000"/>
                </a:cubicBezTo>
                <a:cubicBezTo>
                  <a:pt x="15558" y="68371"/>
                  <a:pt x="13811" y="69342"/>
                  <a:pt x="12146" y="69914"/>
                </a:cubicBezTo>
                <a:cubicBezTo>
                  <a:pt x="10481" y="70485"/>
                  <a:pt x="8718" y="70771"/>
                  <a:pt x="6857" y="70771"/>
                </a:cubicBezTo>
                <a:cubicBezTo>
                  <a:pt x="4441" y="70771"/>
                  <a:pt x="2155" y="70412"/>
                  <a:pt x="0" y="69693"/>
                </a:cubicBezTo>
                <a:lnTo>
                  <a:pt x="2449" y="58625"/>
                </a:lnTo>
                <a:lnTo>
                  <a:pt x="7591" y="58625"/>
                </a:lnTo>
                <a:cubicBezTo>
                  <a:pt x="7624" y="59996"/>
                  <a:pt x="7828" y="61008"/>
                  <a:pt x="8204" y="61661"/>
                </a:cubicBezTo>
                <a:cubicBezTo>
                  <a:pt x="8579" y="62314"/>
                  <a:pt x="9257" y="62641"/>
                  <a:pt x="10236" y="62641"/>
                </a:cubicBezTo>
                <a:cubicBezTo>
                  <a:pt x="11020" y="62641"/>
                  <a:pt x="11754" y="62502"/>
                  <a:pt x="12440" y="62224"/>
                </a:cubicBezTo>
                <a:cubicBezTo>
                  <a:pt x="13126" y="61947"/>
                  <a:pt x="13991" y="61400"/>
                  <a:pt x="15036" y="60584"/>
                </a:cubicBezTo>
                <a:cubicBezTo>
                  <a:pt x="16081" y="59767"/>
                  <a:pt x="17395" y="58437"/>
                  <a:pt x="18978" y="56592"/>
                </a:cubicBezTo>
                <a:cubicBezTo>
                  <a:pt x="20562" y="54747"/>
                  <a:pt x="22349" y="52519"/>
                  <a:pt x="24341" y="499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𝓕(𝓔(">
            <a:extLst xmlns:a="http://schemas.openxmlformats.org/drawingml/2006/main">
              <a:ext uri="{FF2B5EF4-FFF2-40B4-BE49-F238E27FC236}">
                <a16:creationId xmlns:a16="http://schemas.microsoft.com/office/drawing/2014/main" id="{E2165262-EDCB-4EC2-8DA4-0B8FC0C2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008" y="4683348"/>
            <a:ext cx="295405" cy="126631"/>
          </a:xfrm>
          <a:custGeom xmlns:a="http://schemas.openxmlformats.org/drawingml/2006/main">
            <a:pathLst>
              <a:path w="295405" h="126631">
                <a:moveTo>
                  <a:pt x="53069" y="67221"/>
                </a:moveTo>
                <a:cubicBezTo>
                  <a:pt x="51556" y="74119"/>
                  <a:pt x="49442" y="79681"/>
                  <a:pt x="46727" y="83909"/>
                </a:cubicBezTo>
                <a:cubicBezTo>
                  <a:pt x="44013" y="88137"/>
                  <a:pt x="40419" y="91463"/>
                  <a:pt x="35947" y="93889"/>
                </a:cubicBezTo>
                <a:cubicBezTo>
                  <a:pt x="31474" y="96314"/>
                  <a:pt x="26345" y="97527"/>
                  <a:pt x="20560" y="97527"/>
                </a:cubicBezTo>
                <a:cubicBezTo>
                  <a:pt x="16199" y="97527"/>
                  <a:pt x="12338" y="96481"/>
                  <a:pt x="8978" y="94389"/>
                </a:cubicBezTo>
                <a:cubicBezTo>
                  <a:pt x="5618" y="92298"/>
                  <a:pt x="2626" y="89227"/>
                  <a:pt x="0" y="85177"/>
                </a:cubicBezTo>
                <a:lnTo>
                  <a:pt x="12616" y="78102"/>
                </a:lnTo>
                <a:cubicBezTo>
                  <a:pt x="13951" y="81840"/>
                  <a:pt x="15565" y="84688"/>
                  <a:pt x="17456" y="86646"/>
                </a:cubicBezTo>
                <a:cubicBezTo>
                  <a:pt x="19347" y="88604"/>
                  <a:pt x="21116" y="89583"/>
                  <a:pt x="22763" y="89583"/>
                </a:cubicBezTo>
                <a:cubicBezTo>
                  <a:pt x="24054" y="89583"/>
                  <a:pt x="25066" y="89405"/>
                  <a:pt x="25800" y="89049"/>
                </a:cubicBezTo>
                <a:cubicBezTo>
                  <a:pt x="26535" y="88693"/>
                  <a:pt x="27247" y="88092"/>
                  <a:pt x="27936" y="87247"/>
                </a:cubicBezTo>
                <a:cubicBezTo>
                  <a:pt x="28626" y="86401"/>
                  <a:pt x="29294" y="85055"/>
                  <a:pt x="29939" y="83208"/>
                </a:cubicBezTo>
                <a:cubicBezTo>
                  <a:pt x="30584" y="81361"/>
                  <a:pt x="31241" y="78925"/>
                  <a:pt x="31908" y="75899"/>
                </a:cubicBezTo>
                <a:lnTo>
                  <a:pt x="38584" y="44258"/>
                </a:lnTo>
                <a:cubicBezTo>
                  <a:pt x="40097" y="37093"/>
                  <a:pt x="41665" y="31241"/>
                  <a:pt x="43290" y="26701"/>
                </a:cubicBezTo>
                <a:cubicBezTo>
                  <a:pt x="44914" y="22162"/>
                  <a:pt x="47039" y="18313"/>
                  <a:pt x="49665" y="15153"/>
                </a:cubicBezTo>
                <a:lnTo>
                  <a:pt x="49264" y="14419"/>
                </a:lnTo>
                <a:cubicBezTo>
                  <a:pt x="43345" y="14419"/>
                  <a:pt x="38728" y="14719"/>
                  <a:pt x="35413" y="15320"/>
                </a:cubicBezTo>
                <a:cubicBezTo>
                  <a:pt x="32097" y="15921"/>
                  <a:pt x="29672" y="16911"/>
                  <a:pt x="28137" y="18290"/>
                </a:cubicBezTo>
                <a:cubicBezTo>
                  <a:pt x="26601" y="19670"/>
                  <a:pt x="25834" y="21628"/>
                  <a:pt x="25834" y="24165"/>
                </a:cubicBezTo>
                <a:cubicBezTo>
                  <a:pt x="25834" y="27235"/>
                  <a:pt x="26924" y="30417"/>
                  <a:pt x="29105" y="33710"/>
                </a:cubicBezTo>
                <a:lnTo>
                  <a:pt x="13417" y="40186"/>
                </a:lnTo>
                <a:cubicBezTo>
                  <a:pt x="11949" y="37382"/>
                  <a:pt x="11014" y="35324"/>
                  <a:pt x="10614" y="34011"/>
                </a:cubicBezTo>
                <a:cubicBezTo>
                  <a:pt x="10213" y="32698"/>
                  <a:pt x="10013" y="31218"/>
                  <a:pt x="10013" y="29572"/>
                </a:cubicBezTo>
                <a:cubicBezTo>
                  <a:pt x="10013" y="28548"/>
                  <a:pt x="10258" y="27347"/>
                  <a:pt x="10747" y="25967"/>
                </a:cubicBezTo>
                <a:cubicBezTo>
                  <a:pt x="11237" y="24588"/>
                  <a:pt x="12116" y="22997"/>
                  <a:pt x="13384" y="21194"/>
                </a:cubicBezTo>
                <a:cubicBezTo>
                  <a:pt x="14652" y="19392"/>
                  <a:pt x="16221" y="17656"/>
                  <a:pt x="18090" y="15987"/>
                </a:cubicBezTo>
                <a:cubicBezTo>
                  <a:pt x="19959" y="14319"/>
                  <a:pt x="22251" y="12683"/>
                  <a:pt x="24966" y="11081"/>
                </a:cubicBezTo>
                <a:cubicBezTo>
                  <a:pt x="27680" y="9479"/>
                  <a:pt x="30262" y="8266"/>
                  <a:pt x="32709" y="7443"/>
                </a:cubicBezTo>
                <a:cubicBezTo>
                  <a:pt x="35157" y="6620"/>
                  <a:pt x="37716" y="6063"/>
                  <a:pt x="40386" y="5774"/>
                </a:cubicBezTo>
                <a:cubicBezTo>
                  <a:pt x="43056" y="5485"/>
                  <a:pt x="47083" y="5340"/>
                  <a:pt x="52468" y="5340"/>
                </a:cubicBezTo>
                <a:lnTo>
                  <a:pt x="101132" y="5340"/>
                </a:lnTo>
                <a:lnTo>
                  <a:pt x="94790" y="27836"/>
                </a:lnTo>
                <a:lnTo>
                  <a:pt x="86179" y="27836"/>
                </a:lnTo>
                <a:cubicBezTo>
                  <a:pt x="86045" y="23964"/>
                  <a:pt x="85756" y="21127"/>
                  <a:pt x="85311" y="19325"/>
                </a:cubicBezTo>
                <a:cubicBezTo>
                  <a:pt x="84866" y="17523"/>
                  <a:pt x="84209" y="16277"/>
                  <a:pt x="83342" y="15587"/>
                </a:cubicBezTo>
                <a:cubicBezTo>
                  <a:pt x="82474" y="14897"/>
                  <a:pt x="81172" y="14552"/>
                  <a:pt x="79437" y="14552"/>
                </a:cubicBezTo>
                <a:lnTo>
                  <a:pt x="64551" y="14552"/>
                </a:lnTo>
                <a:lnTo>
                  <a:pt x="57742" y="45459"/>
                </a:lnTo>
                <a:lnTo>
                  <a:pt x="88115" y="45125"/>
                </a:lnTo>
                <a:lnTo>
                  <a:pt x="86379" y="51267"/>
                </a:lnTo>
                <a:lnTo>
                  <a:pt x="74230" y="56540"/>
                </a:lnTo>
                <a:lnTo>
                  <a:pt x="55539" y="55806"/>
                </a:lnTo>
                <a:lnTo>
                  <a:pt x="53069" y="67221"/>
                </a:lnTo>
                <a:close/>
                <a:moveTo>
                  <a:pt x="125505" y="62682"/>
                </a:moveTo>
                <a:cubicBezTo>
                  <a:pt x="125505" y="78257"/>
                  <a:pt x="128008" y="91096"/>
                  <a:pt x="133015" y="101198"/>
                </a:cubicBezTo>
                <a:cubicBezTo>
                  <a:pt x="138021" y="111300"/>
                  <a:pt x="145665" y="118065"/>
                  <a:pt x="155945" y="121491"/>
                </a:cubicBezTo>
                <a:lnTo>
                  <a:pt x="154342" y="126631"/>
                </a:lnTo>
                <a:cubicBezTo>
                  <a:pt x="141303" y="123205"/>
                  <a:pt x="131313" y="115828"/>
                  <a:pt x="124370" y="104503"/>
                </a:cubicBezTo>
                <a:cubicBezTo>
                  <a:pt x="117428" y="93177"/>
                  <a:pt x="113957" y="79459"/>
                  <a:pt x="113957" y="63349"/>
                </a:cubicBezTo>
                <a:cubicBezTo>
                  <a:pt x="113957" y="47284"/>
                  <a:pt x="117439" y="33566"/>
                  <a:pt x="124404" y="22196"/>
                </a:cubicBezTo>
                <a:cubicBezTo>
                  <a:pt x="131368" y="10825"/>
                  <a:pt x="141348" y="3427"/>
                  <a:pt x="154342" y="0"/>
                </a:cubicBezTo>
                <a:lnTo>
                  <a:pt x="156145" y="5140"/>
                </a:lnTo>
                <a:cubicBezTo>
                  <a:pt x="145731" y="8567"/>
                  <a:pt x="138021" y="15253"/>
                  <a:pt x="133015" y="25199"/>
                </a:cubicBezTo>
                <a:cubicBezTo>
                  <a:pt x="128008" y="35146"/>
                  <a:pt x="125505" y="47640"/>
                  <a:pt x="125505" y="62682"/>
                </a:cubicBezTo>
                <a:close/>
                <a:moveTo>
                  <a:pt x="224793" y="23030"/>
                </a:moveTo>
                <a:cubicBezTo>
                  <a:pt x="222612" y="19603"/>
                  <a:pt x="220365" y="17078"/>
                  <a:pt x="218051" y="15453"/>
                </a:cubicBezTo>
                <a:cubicBezTo>
                  <a:pt x="215737" y="13829"/>
                  <a:pt x="213178" y="13017"/>
                  <a:pt x="210374" y="13017"/>
                </a:cubicBezTo>
                <a:cubicBezTo>
                  <a:pt x="205390" y="13017"/>
                  <a:pt x="201540" y="14474"/>
                  <a:pt x="198826" y="17389"/>
                </a:cubicBezTo>
                <a:cubicBezTo>
                  <a:pt x="196111" y="20304"/>
                  <a:pt x="194754" y="24165"/>
                  <a:pt x="194754" y="28971"/>
                </a:cubicBezTo>
                <a:cubicBezTo>
                  <a:pt x="194754" y="31819"/>
                  <a:pt x="195421" y="34434"/>
                  <a:pt x="196756" y="36815"/>
                </a:cubicBezTo>
                <a:cubicBezTo>
                  <a:pt x="198092" y="39195"/>
                  <a:pt x="200083" y="41009"/>
                  <a:pt x="202731" y="42255"/>
                </a:cubicBezTo>
                <a:cubicBezTo>
                  <a:pt x="205379" y="43501"/>
                  <a:pt x="208550" y="44124"/>
                  <a:pt x="212243" y="44124"/>
                </a:cubicBezTo>
                <a:cubicBezTo>
                  <a:pt x="216248" y="44124"/>
                  <a:pt x="220209" y="43924"/>
                  <a:pt x="224125" y="43523"/>
                </a:cubicBezTo>
                <a:lnTo>
                  <a:pt x="221789" y="51133"/>
                </a:lnTo>
                <a:lnTo>
                  <a:pt x="213311" y="54337"/>
                </a:lnTo>
                <a:cubicBezTo>
                  <a:pt x="203298" y="54426"/>
                  <a:pt x="195800" y="56040"/>
                  <a:pt x="190815" y="59177"/>
                </a:cubicBezTo>
                <a:cubicBezTo>
                  <a:pt x="185831" y="62314"/>
                  <a:pt x="183339" y="66931"/>
                  <a:pt x="183339" y="73028"/>
                </a:cubicBezTo>
                <a:cubicBezTo>
                  <a:pt x="183339" y="75609"/>
                  <a:pt x="183906" y="77957"/>
                  <a:pt x="185041" y="80071"/>
                </a:cubicBezTo>
                <a:cubicBezTo>
                  <a:pt x="186176" y="82185"/>
                  <a:pt x="187812" y="83853"/>
                  <a:pt x="189948" y="85077"/>
                </a:cubicBezTo>
                <a:cubicBezTo>
                  <a:pt x="192084" y="86301"/>
                  <a:pt x="194531" y="86913"/>
                  <a:pt x="197290" y="86913"/>
                </a:cubicBezTo>
                <a:cubicBezTo>
                  <a:pt x="201029" y="86913"/>
                  <a:pt x="204478" y="86412"/>
                  <a:pt x="207637" y="85411"/>
                </a:cubicBezTo>
                <a:cubicBezTo>
                  <a:pt x="210797" y="84410"/>
                  <a:pt x="213856" y="82963"/>
                  <a:pt x="216816" y="81072"/>
                </a:cubicBezTo>
                <a:cubicBezTo>
                  <a:pt x="219775" y="79181"/>
                  <a:pt x="223458" y="76166"/>
                  <a:pt x="227864" y="72027"/>
                </a:cubicBezTo>
                <a:lnTo>
                  <a:pt x="232203" y="76566"/>
                </a:lnTo>
                <a:lnTo>
                  <a:pt x="232203" y="81372"/>
                </a:lnTo>
                <a:cubicBezTo>
                  <a:pt x="228242" y="84577"/>
                  <a:pt x="224882" y="87091"/>
                  <a:pt x="222123" y="88916"/>
                </a:cubicBezTo>
                <a:cubicBezTo>
                  <a:pt x="219364" y="90740"/>
                  <a:pt x="216438" y="92298"/>
                  <a:pt x="213345" y="93588"/>
                </a:cubicBezTo>
                <a:cubicBezTo>
                  <a:pt x="210252" y="94879"/>
                  <a:pt x="206903" y="95858"/>
                  <a:pt x="203298" y="96526"/>
                </a:cubicBezTo>
                <a:cubicBezTo>
                  <a:pt x="199694" y="97193"/>
                  <a:pt x="195889" y="97527"/>
                  <a:pt x="191883" y="97527"/>
                </a:cubicBezTo>
                <a:cubicBezTo>
                  <a:pt x="185297" y="97527"/>
                  <a:pt x="179879" y="96548"/>
                  <a:pt x="175629" y="94590"/>
                </a:cubicBezTo>
                <a:cubicBezTo>
                  <a:pt x="171379" y="92632"/>
                  <a:pt x="168308" y="90062"/>
                  <a:pt x="166417" y="86880"/>
                </a:cubicBezTo>
                <a:cubicBezTo>
                  <a:pt x="164526" y="83698"/>
                  <a:pt x="163580" y="80104"/>
                  <a:pt x="163580" y="76099"/>
                </a:cubicBezTo>
                <a:cubicBezTo>
                  <a:pt x="163580" y="69735"/>
                  <a:pt x="165850" y="64339"/>
                  <a:pt x="170389" y="59911"/>
                </a:cubicBezTo>
                <a:cubicBezTo>
                  <a:pt x="174928" y="55483"/>
                  <a:pt x="181670" y="52157"/>
                  <a:pt x="190615" y="49932"/>
                </a:cubicBezTo>
                <a:lnTo>
                  <a:pt x="190615" y="49197"/>
                </a:lnTo>
                <a:cubicBezTo>
                  <a:pt x="185764" y="46305"/>
                  <a:pt x="182327" y="43412"/>
                  <a:pt x="180302" y="40519"/>
                </a:cubicBezTo>
                <a:cubicBezTo>
                  <a:pt x="178277" y="37627"/>
                  <a:pt x="177264" y="34089"/>
                  <a:pt x="177264" y="29906"/>
                </a:cubicBezTo>
                <a:cubicBezTo>
                  <a:pt x="177264" y="25455"/>
                  <a:pt x="178956" y="21250"/>
                  <a:pt x="182338" y="17289"/>
                </a:cubicBezTo>
                <a:cubicBezTo>
                  <a:pt x="185720" y="13328"/>
                  <a:pt x="190293" y="10158"/>
                  <a:pt x="196056" y="7777"/>
                </a:cubicBezTo>
                <a:cubicBezTo>
                  <a:pt x="201819" y="5396"/>
                  <a:pt x="207704" y="4205"/>
                  <a:pt x="213712" y="4205"/>
                </a:cubicBezTo>
                <a:cubicBezTo>
                  <a:pt x="217495" y="4205"/>
                  <a:pt x="220710" y="4461"/>
                  <a:pt x="223358" y="4973"/>
                </a:cubicBezTo>
                <a:cubicBezTo>
                  <a:pt x="226006" y="5485"/>
                  <a:pt x="228197" y="6219"/>
                  <a:pt x="229933" y="7176"/>
                </a:cubicBezTo>
                <a:cubicBezTo>
                  <a:pt x="231669" y="8133"/>
                  <a:pt x="233182" y="9212"/>
                  <a:pt x="234472" y="10414"/>
                </a:cubicBezTo>
                <a:cubicBezTo>
                  <a:pt x="235763" y="11615"/>
                  <a:pt x="237409" y="13462"/>
                  <a:pt x="239412" y="15954"/>
                </a:cubicBezTo>
                <a:lnTo>
                  <a:pt x="224793" y="23030"/>
                </a:lnTo>
                <a:close/>
                <a:moveTo>
                  <a:pt x="264765" y="62682"/>
                </a:moveTo>
                <a:cubicBezTo>
                  <a:pt x="264765" y="78257"/>
                  <a:pt x="267268" y="91096"/>
                  <a:pt x="272274" y="101198"/>
                </a:cubicBezTo>
                <a:cubicBezTo>
                  <a:pt x="277281" y="111300"/>
                  <a:pt x="284924" y="118065"/>
                  <a:pt x="295204" y="121491"/>
                </a:cubicBezTo>
                <a:lnTo>
                  <a:pt x="293602" y="126631"/>
                </a:lnTo>
                <a:cubicBezTo>
                  <a:pt x="280563" y="123205"/>
                  <a:pt x="270572" y="115828"/>
                  <a:pt x="263630" y="104503"/>
                </a:cubicBezTo>
                <a:cubicBezTo>
                  <a:pt x="256688" y="93177"/>
                  <a:pt x="253216" y="79459"/>
                  <a:pt x="253216" y="63349"/>
                </a:cubicBezTo>
                <a:cubicBezTo>
                  <a:pt x="253216" y="47284"/>
                  <a:pt x="256699" y="33566"/>
                  <a:pt x="263663" y="22196"/>
                </a:cubicBezTo>
                <a:cubicBezTo>
                  <a:pt x="270628" y="10825"/>
                  <a:pt x="280608" y="3427"/>
                  <a:pt x="293602" y="0"/>
                </a:cubicBezTo>
                <a:lnTo>
                  <a:pt x="295405" y="5140"/>
                </a:lnTo>
                <a:cubicBezTo>
                  <a:pt x="284991" y="8567"/>
                  <a:pt x="277281" y="15253"/>
                  <a:pt x="272274" y="25199"/>
                </a:cubicBezTo>
                <a:cubicBezTo>
                  <a:pt x="267268" y="35146"/>
                  <a:pt x="264765" y="47640"/>
                  <a:pt x="264765" y="626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74AAF5-1467-47AB-826B-A27C486A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111" y="4668930"/>
            <a:ext cx="78504" cy="32797"/>
          </a:xfrm>
          <a:custGeom xmlns:a="http://schemas.openxmlformats.org/drawingml/2006/main">
            <a:pathLst>
              <a:path w="78504" h="32797">
                <a:moveTo>
                  <a:pt x="61741" y="0"/>
                </a:moveTo>
                <a:lnTo>
                  <a:pt x="78504" y="14464"/>
                </a:lnTo>
                <a:lnTo>
                  <a:pt x="78504" y="18333"/>
                </a:lnTo>
                <a:lnTo>
                  <a:pt x="61741" y="32797"/>
                </a:lnTo>
                <a:lnTo>
                  <a:pt x="58252" y="28800"/>
                </a:lnTo>
                <a:lnTo>
                  <a:pt x="68871" y="19531"/>
                </a:lnTo>
                <a:lnTo>
                  <a:pt x="48164" y="19531"/>
                </a:lnTo>
                <a:lnTo>
                  <a:pt x="39973" y="19531"/>
                </a:lnTo>
                <a:lnTo>
                  <a:pt x="28216" y="19531"/>
                </a:lnTo>
                <a:lnTo>
                  <a:pt x="8192" y="19531"/>
                </a:lnTo>
                <a:lnTo>
                  <a:pt x="0" y="19531"/>
                </a:lnTo>
                <a:lnTo>
                  <a:pt x="0" y="13266"/>
                </a:lnTo>
                <a:lnTo>
                  <a:pt x="8192" y="13266"/>
                </a:lnTo>
                <a:lnTo>
                  <a:pt x="28216" y="13266"/>
                </a:lnTo>
                <a:lnTo>
                  <a:pt x="39973" y="13266"/>
                </a:lnTo>
                <a:lnTo>
                  <a:pt x="48164" y="13266"/>
                </a:lnTo>
                <a:lnTo>
                  <a:pt x="68871" y="13266"/>
                </a:lnTo>
                <a:lnTo>
                  <a:pt x="58252" y="3997"/>
                </a:lnTo>
                <a:lnTo>
                  <a:pt x="6174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𝒙),𝒚,𝑾)">
            <a:extLst xmlns:a="http://schemas.openxmlformats.org/drawingml/2006/main">
              <a:ext uri="{FF2B5EF4-FFF2-40B4-BE49-F238E27FC236}">
                <a16:creationId xmlns:a16="http://schemas.microsoft.com/office/drawing/2014/main" id="{B69B3042-3901-477C-8DF4-3C3EAAF8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644" y="4683348"/>
            <a:ext cx="524442" cy="126631"/>
          </a:xfrm>
          <a:custGeom xmlns:a="http://schemas.openxmlformats.org/drawingml/2006/main">
            <a:pathLst>
              <a:path w="524442" h="126631">
                <a:moveTo>
                  <a:pt x="46661" y="58743"/>
                </a:moveTo>
                <a:cubicBezTo>
                  <a:pt x="48218" y="68133"/>
                  <a:pt x="49498" y="74864"/>
                  <a:pt x="50499" y="78936"/>
                </a:cubicBezTo>
                <a:cubicBezTo>
                  <a:pt x="51500" y="83008"/>
                  <a:pt x="52535" y="85645"/>
                  <a:pt x="53603" y="86846"/>
                </a:cubicBezTo>
                <a:cubicBezTo>
                  <a:pt x="54226" y="87514"/>
                  <a:pt x="54983" y="87848"/>
                  <a:pt x="55873" y="87848"/>
                </a:cubicBezTo>
                <a:cubicBezTo>
                  <a:pt x="56985" y="87848"/>
                  <a:pt x="58020" y="87414"/>
                  <a:pt x="58977" y="86546"/>
                </a:cubicBezTo>
                <a:cubicBezTo>
                  <a:pt x="59933" y="85678"/>
                  <a:pt x="61168" y="83731"/>
                  <a:pt x="62682" y="80705"/>
                </a:cubicBezTo>
                <a:lnTo>
                  <a:pt x="68756" y="83509"/>
                </a:lnTo>
                <a:cubicBezTo>
                  <a:pt x="66175" y="88226"/>
                  <a:pt x="63249" y="91742"/>
                  <a:pt x="59978" y="94056"/>
                </a:cubicBezTo>
                <a:cubicBezTo>
                  <a:pt x="56707" y="96370"/>
                  <a:pt x="52869" y="97527"/>
                  <a:pt x="48463" y="97527"/>
                </a:cubicBezTo>
                <a:cubicBezTo>
                  <a:pt x="45748" y="97527"/>
                  <a:pt x="43579" y="97182"/>
                  <a:pt x="41955" y="96492"/>
                </a:cubicBezTo>
                <a:cubicBezTo>
                  <a:pt x="40330" y="95802"/>
                  <a:pt x="38951" y="94656"/>
                  <a:pt x="37816" y="93054"/>
                </a:cubicBezTo>
                <a:cubicBezTo>
                  <a:pt x="36681" y="91452"/>
                  <a:pt x="35680" y="89194"/>
                  <a:pt x="34812" y="86279"/>
                </a:cubicBezTo>
                <a:cubicBezTo>
                  <a:pt x="33944" y="83364"/>
                  <a:pt x="33132" y="79548"/>
                  <a:pt x="32375" y="74831"/>
                </a:cubicBezTo>
                <a:lnTo>
                  <a:pt x="31708" y="74831"/>
                </a:lnTo>
                <a:cubicBezTo>
                  <a:pt x="27925" y="80260"/>
                  <a:pt x="24899" y="84399"/>
                  <a:pt x="22629" y="87247"/>
                </a:cubicBezTo>
                <a:cubicBezTo>
                  <a:pt x="20360" y="90095"/>
                  <a:pt x="18413" y="92231"/>
                  <a:pt x="16788" y="93655"/>
                </a:cubicBezTo>
                <a:cubicBezTo>
                  <a:pt x="15164" y="95079"/>
                  <a:pt x="13607" y="96080"/>
                  <a:pt x="12116" y="96659"/>
                </a:cubicBezTo>
                <a:cubicBezTo>
                  <a:pt x="10625" y="97238"/>
                  <a:pt x="8834" y="97527"/>
                  <a:pt x="6742" y="97527"/>
                </a:cubicBezTo>
                <a:cubicBezTo>
                  <a:pt x="5763" y="97527"/>
                  <a:pt x="4573" y="97404"/>
                  <a:pt x="3171" y="97160"/>
                </a:cubicBezTo>
                <a:cubicBezTo>
                  <a:pt x="1769" y="96915"/>
                  <a:pt x="712" y="96659"/>
                  <a:pt x="0" y="96392"/>
                </a:cubicBezTo>
                <a:lnTo>
                  <a:pt x="3137" y="81907"/>
                </a:lnTo>
                <a:lnTo>
                  <a:pt x="9145" y="81907"/>
                </a:lnTo>
                <a:cubicBezTo>
                  <a:pt x="9190" y="82841"/>
                  <a:pt x="9423" y="83542"/>
                  <a:pt x="9846" y="84009"/>
                </a:cubicBezTo>
                <a:cubicBezTo>
                  <a:pt x="10269" y="84477"/>
                  <a:pt x="10814" y="84710"/>
                  <a:pt x="11482" y="84710"/>
                </a:cubicBezTo>
                <a:cubicBezTo>
                  <a:pt x="12283" y="84710"/>
                  <a:pt x="13028" y="84543"/>
                  <a:pt x="13718" y="84209"/>
                </a:cubicBezTo>
                <a:cubicBezTo>
                  <a:pt x="14408" y="83876"/>
                  <a:pt x="15364" y="83130"/>
                  <a:pt x="16588" y="81973"/>
                </a:cubicBezTo>
                <a:cubicBezTo>
                  <a:pt x="17812" y="80816"/>
                  <a:pt x="19359" y="79114"/>
                  <a:pt x="21228" y="76867"/>
                </a:cubicBezTo>
                <a:cubicBezTo>
                  <a:pt x="23097" y="74619"/>
                  <a:pt x="26256" y="70670"/>
                  <a:pt x="30707" y="65018"/>
                </a:cubicBezTo>
                <a:cubicBezTo>
                  <a:pt x="29772" y="59767"/>
                  <a:pt x="28893" y="55238"/>
                  <a:pt x="28070" y="51434"/>
                </a:cubicBezTo>
                <a:cubicBezTo>
                  <a:pt x="27247" y="47629"/>
                  <a:pt x="26501" y="44869"/>
                  <a:pt x="25834" y="43156"/>
                </a:cubicBezTo>
                <a:cubicBezTo>
                  <a:pt x="25166" y="41443"/>
                  <a:pt x="24532" y="40297"/>
                  <a:pt x="23931" y="39718"/>
                </a:cubicBezTo>
                <a:cubicBezTo>
                  <a:pt x="23330" y="39140"/>
                  <a:pt x="22652" y="38851"/>
                  <a:pt x="21895" y="38851"/>
                </a:cubicBezTo>
                <a:cubicBezTo>
                  <a:pt x="21005" y="38851"/>
                  <a:pt x="20226" y="39084"/>
                  <a:pt x="19559" y="39551"/>
                </a:cubicBezTo>
                <a:cubicBezTo>
                  <a:pt x="18891" y="40019"/>
                  <a:pt x="18190" y="40775"/>
                  <a:pt x="17456" y="41821"/>
                </a:cubicBezTo>
                <a:cubicBezTo>
                  <a:pt x="16722" y="42867"/>
                  <a:pt x="15932" y="44258"/>
                  <a:pt x="15086" y="45993"/>
                </a:cubicBezTo>
                <a:lnTo>
                  <a:pt x="9012" y="43189"/>
                </a:lnTo>
                <a:cubicBezTo>
                  <a:pt x="11593" y="38472"/>
                  <a:pt x="14497" y="34957"/>
                  <a:pt x="17723" y="32642"/>
                </a:cubicBezTo>
                <a:cubicBezTo>
                  <a:pt x="20949" y="30328"/>
                  <a:pt x="24632" y="29171"/>
                  <a:pt x="28771" y="29171"/>
                </a:cubicBezTo>
                <a:cubicBezTo>
                  <a:pt x="32331" y="29171"/>
                  <a:pt x="35046" y="29705"/>
                  <a:pt x="36915" y="30773"/>
                </a:cubicBezTo>
                <a:cubicBezTo>
                  <a:pt x="38784" y="31841"/>
                  <a:pt x="40319" y="33699"/>
                  <a:pt x="41521" y="36347"/>
                </a:cubicBezTo>
                <a:cubicBezTo>
                  <a:pt x="42722" y="38995"/>
                  <a:pt x="43857" y="43234"/>
                  <a:pt x="44925" y="49064"/>
                </a:cubicBezTo>
                <a:lnTo>
                  <a:pt x="45593" y="49064"/>
                </a:lnTo>
                <a:cubicBezTo>
                  <a:pt x="48886" y="44436"/>
                  <a:pt x="51445" y="40953"/>
                  <a:pt x="53269" y="38617"/>
                </a:cubicBezTo>
                <a:cubicBezTo>
                  <a:pt x="55094" y="36281"/>
                  <a:pt x="56785" y="34411"/>
                  <a:pt x="58343" y="33010"/>
                </a:cubicBezTo>
                <a:cubicBezTo>
                  <a:pt x="59900" y="31608"/>
                  <a:pt x="61413" y="30618"/>
                  <a:pt x="62882" y="30039"/>
                </a:cubicBezTo>
                <a:cubicBezTo>
                  <a:pt x="64350" y="29461"/>
                  <a:pt x="66086" y="29171"/>
                  <a:pt x="68089" y="29171"/>
                </a:cubicBezTo>
                <a:cubicBezTo>
                  <a:pt x="70314" y="29171"/>
                  <a:pt x="72561" y="29572"/>
                  <a:pt x="74831" y="30373"/>
                </a:cubicBezTo>
                <a:lnTo>
                  <a:pt x="71693" y="44792"/>
                </a:lnTo>
                <a:lnTo>
                  <a:pt x="65685" y="44792"/>
                </a:lnTo>
                <a:cubicBezTo>
                  <a:pt x="65463" y="42922"/>
                  <a:pt x="64640" y="41988"/>
                  <a:pt x="63216" y="41988"/>
                </a:cubicBezTo>
                <a:cubicBezTo>
                  <a:pt x="62593" y="41988"/>
                  <a:pt x="61936" y="42144"/>
                  <a:pt x="61246" y="42455"/>
                </a:cubicBezTo>
                <a:cubicBezTo>
                  <a:pt x="60557" y="42767"/>
                  <a:pt x="59644" y="43468"/>
                  <a:pt x="58509" y="44558"/>
                </a:cubicBezTo>
                <a:cubicBezTo>
                  <a:pt x="57375" y="45648"/>
                  <a:pt x="55962" y="47228"/>
                  <a:pt x="54271" y="49297"/>
                </a:cubicBezTo>
                <a:cubicBezTo>
                  <a:pt x="52579" y="51367"/>
                  <a:pt x="50043" y="54515"/>
                  <a:pt x="46661" y="58743"/>
                </a:cubicBezTo>
                <a:close/>
                <a:moveTo>
                  <a:pt x="137666" y="62682"/>
                </a:moveTo>
                <a:cubicBezTo>
                  <a:pt x="137666" y="47640"/>
                  <a:pt x="135174" y="35146"/>
                  <a:pt x="130190" y="25199"/>
                </a:cubicBezTo>
                <a:cubicBezTo>
                  <a:pt x="125205" y="15253"/>
                  <a:pt x="117484" y="8567"/>
                  <a:pt x="107026" y="5140"/>
                </a:cubicBezTo>
                <a:lnTo>
                  <a:pt x="108829" y="0"/>
                </a:lnTo>
                <a:cubicBezTo>
                  <a:pt x="121823" y="3427"/>
                  <a:pt x="131803" y="10825"/>
                  <a:pt x="138767" y="22196"/>
                </a:cubicBezTo>
                <a:cubicBezTo>
                  <a:pt x="145732" y="33566"/>
                  <a:pt x="149214" y="47284"/>
                  <a:pt x="149214" y="63349"/>
                </a:cubicBezTo>
                <a:cubicBezTo>
                  <a:pt x="149214" y="79459"/>
                  <a:pt x="145743" y="93177"/>
                  <a:pt x="138801" y="104503"/>
                </a:cubicBezTo>
                <a:cubicBezTo>
                  <a:pt x="131858" y="115828"/>
                  <a:pt x="121868" y="123205"/>
                  <a:pt x="108829" y="126631"/>
                </a:cubicBezTo>
                <a:lnTo>
                  <a:pt x="107226" y="121491"/>
                </a:lnTo>
                <a:cubicBezTo>
                  <a:pt x="117506" y="118065"/>
                  <a:pt x="125150" y="111300"/>
                  <a:pt x="130156" y="101198"/>
                </a:cubicBezTo>
                <a:cubicBezTo>
                  <a:pt x="135163" y="91096"/>
                  <a:pt x="137666" y="78257"/>
                  <a:pt x="137666" y="62682"/>
                </a:cubicBezTo>
                <a:close/>
                <a:moveTo>
                  <a:pt x="181549" y="80972"/>
                </a:moveTo>
                <a:cubicBezTo>
                  <a:pt x="182172" y="84087"/>
                  <a:pt x="182483" y="87158"/>
                  <a:pt x="182483" y="90184"/>
                </a:cubicBezTo>
                <a:cubicBezTo>
                  <a:pt x="182483" y="93299"/>
                  <a:pt x="181949" y="96147"/>
                  <a:pt x="180881" y="98728"/>
                </a:cubicBezTo>
                <a:cubicBezTo>
                  <a:pt x="179813" y="101310"/>
                  <a:pt x="178111" y="103880"/>
                  <a:pt x="175774" y="106438"/>
                </a:cubicBezTo>
                <a:cubicBezTo>
                  <a:pt x="173438" y="108997"/>
                  <a:pt x="170223" y="111812"/>
                  <a:pt x="166129" y="114883"/>
                </a:cubicBezTo>
                <a:lnTo>
                  <a:pt x="162524" y="110811"/>
                </a:lnTo>
                <a:cubicBezTo>
                  <a:pt x="164793" y="108675"/>
                  <a:pt x="166440" y="106750"/>
                  <a:pt x="167464" y="105037"/>
                </a:cubicBezTo>
                <a:cubicBezTo>
                  <a:pt x="168487" y="103323"/>
                  <a:pt x="169221" y="101376"/>
                  <a:pt x="169666" y="99196"/>
                </a:cubicBezTo>
                <a:cubicBezTo>
                  <a:pt x="170111" y="97015"/>
                  <a:pt x="170334" y="94278"/>
                  <a:pt x="170334" y="90985"/>
                </a:cubicBezTo>
                <a:cubicBezTo>
                  <a:pt x="170334" y="87603"/>
                  <a:pt x="170178" y="84265"/>
                  <a:pt x="169867" y="80972"/>
                </a:cubicBezTo>
                <a:lnTo>
                  <a:pt x="181549" y="80972"/>
                </a:lnTo>
                <a:close/>
                <a:moveTo>
                  <a:pt x="245536" y="97193"/>
                </a:moveTo>
                <a:cubicBezTo>
                  <a:pt x="244646" y="91764"/>
                  <a:pt x="243500" y="85367"/>
                  <a:pt x="242099" y="78001"/>
                </a:cubicBezTo>
                <a:cubicBezTo>
                  <a:pt x="240697" y="70636"/>
                  <a:pt x="239328" y="63939"/>
                  <a:pt x="237993" y="57909"/>
                </a:cubicBezTo>
                <a:cubicBezTo>
                  <a:pt x="236658" y="51879"/>
                  <a:pt x="235679" y="47795"/>
                  <a:pt x="235056" y="45659"/>
                </a:cubicBezTo>
                <a:cubicBezTo>
                  <a:pt x="234433" y="43523"/>
                  <a:pt x="233832" y="41999"/>
                  <a:pt x="233254" y="41087"/>
                </a:cubicBezTo>
                <a:cubicBezTo>
                  <a:pt x="232675" y="40174"/>
                  <a:pt x="232141" y="39574"/>
                  <a:pt x="231652" y="39284"/>
                </a:cubicBezTo>
                <a:cubicBezTo>
                  <a:pt x="231162" y="38995"/>
                  <a:pt x="230650" y="38851"/>
                  <a:pt x="230116" y="38851"/>
                </a:cubicBezTo>
                <a:cubicBezTo>
                  <a:pt x="229004" y="38851"/>
                  <a:pt x="227980" y="39307"/>
                  <a:pt x="227046" y="40219"/>
                </a:cubicBezTo>
                <a:cubicBezTo>
                  <a:pt x="226111" y="41131"/>
                  <a:pt x="224887" y="43056"/>
                  <a:pt x="223374" y="45993"/>
                </a:cubicBezTo>
                <a:lnTo>
                  <a:pt x="217300" y="43189"/>
                </a:lnTo>
                <a:cubicBezTo>
                  <a:pt x="219881" y="38517"/>
                  <a:pt x="222818" y="35012"/>
                  <a:pt x="226111" y="32676"/>
                </a:cubicBezTo>
                <a:cubicBezTo>
                  <a:pt x="229404" y="30339"/>
                  <a:pt x="233187" y="29171"/>
                  <a:pt x="237459" y="29171"/>
                </a:cubicBezTo>
                <a:cubicBezTo>
                  <a:pt x="240886" y="29171"/>
                  <a:pt x="243656" y="29672"/>
                  <a:pt x="245770" y="30673"/>
                </a:cubicBezTo>
                <a:cubicBezTo>
                  <a:pt x="247884" y="31675"/>
                  <a:pt x="249564" y="33054"/>
                  <a:pt x="250810" y="34812"/>
                </a:cubicBezTo>
                <a:cubicBezTo>
                  <a:pt x="252056" y="36570"/>
                  <a:pt x="253057" y="38806"/>
                  <a:pt x="253814" y="41521"/>
                </a:cubicBezTo>
                <a:cubicBezTo>
                  <a:pt x="254437" y="43657"/>
                  <a:pt x="255171" y="47417"/>
                  <a:pt x="256017" y="52802"/>
                </a:cubicBezTo>
                <a:cubicBezTo>
                  <a:pt x="257396" y="61569"/>
                  <a:pt x="258576" y="70180"/>
                  <a:pt x="259555" y="78636"/>
                </a:cubicBezTo>
                <a:cubicBezTo>
                  <a:pt x="264494" y="71560"/>
                  <a:pt x="268288" y="64662"/>
                  <a:pt x="270936" y="57942"/>
                </a:cubicBezTo>
                <a:cubicBezTo>
                  <a:pt x="273584" y="51222"/>
                  <a:pt x="274908" y="45214"/>
                  <a:pt x="274908" y="39919"/>
                </a:cubicBezTo>
                <a:cubicBezTo>
                  <a:pt x="274908" y="38227"/>
                  <a:pt x="274507" y="36948"/>
                  <a:pt x="273706" y="36080"/>
                </a:cubicBezTo>
                <a:cubicBezTo>
                  <a:pt x="272905" y="35212"/>
                  <a:pt x="271504" y="34734"/>
                  <a:pt x="269501" y="34645"/>
                </a:cubicBezTo>
                <a:lnTo>
                  <a:pt x="270435" y="30239"/>
                </a:lnTo>
                <a:lnTo>
                  <a:pt x="289260" y="30239"/>
                </a:lnTo>
                <a:lnTo>
                  <a:pt x="291596" y="34645"/>
                </a:lnTo>
                <a:cubicBezTo>
                  <a:pt x="290706" y="37716"/>
                  <a:pt x="289327" y="41432"/>
                  <a:pt x="287458" y="45793"/>
                </a:cubicBezTo>
                <a:cubicBezTo>
                  <a:pt x="284698" y="52201"/>
                  <a:pt x="280983" y="59388"/>
                  <a:pt x="276310" y="67354"/>
                </a:cubicBezTo>
                <a:cubicBezTo>
                  <a:pt x="272082" y="74519"/>
                  <a:pt x="267476" y="81684"/>
                  <a:pt x="262492" y="88849"/>
                </a:cubicBezTo>
                <a:cubicBezTo>
                  <a:pt x="256662" y="97215"/>
                  <a:pt x="251589" y="103969"/>
                  <a:pt x="247272" y="109109"/>
                </a:cubicBezTo>
                <a:cubicBezTo>
                  <a:pt x="242955" y="114249"/>
                  <a:pt x="239217" y="118042"/>
                  <a:pt x="236057" y="120490"/>
                </a:cubicBezTo>
                <a:cubicBezTo>
                  <a:pt x="233565" y="122359"/>
                  <a:pt x="231184" y="123683"/>
                  <a:pt x="228915" y="124462"/>
                </a:cubicBezTo>
                <a:cubicBezTo>
                  <a:pt x="226645" y="125241"/>
                  <a:pt x="224242" y="125630"/>
                  <a:pt x="221705" y="125630"/>
                </a:cubicBezTo>
                <a:cubicBezTo>
                  <a:pt x="218412" y="125630"/>
                  <a:pt x="215297" y="125140"/>
                  <a:pt x="212360" y="124161"/>
                </a:cubicBezTo>
                <a:lnTo>
                  <a:pt x="215698" y="109075"/>
                </a:lnTo>
                <a:lnTo>
                  <a:pt x="222707" y="109075"/>
                </a:lnTo>
                <a:cubicBezTo>
                  <a:pt x="222751" y="110944"/>
                  <a:pt x="223029" y="112324"/>
                  <a:pt x="223541" y="113214"/>
                </a:cubicBezTo>
                <a:cubicBezTo>
                  <a:pt x="224053" y="114104"/>
                  <a:pt x="224976" y="114549"/>
                  <a:pt x="226311" y="114549"/>
                </a:cubicBezTo>
                <a:cubicBezTo>
                  <a:pt x="227380" y="114549"/>
                  <a:pt x="228381" y="114360"/>
                  <a:pt x="229315" y="113982"/>
                </a:cubicBezTo>
                <a:cubicBezTo>
                  <a:pt x="230250" y="113603"/>
                  <a:pt x="231429" y="112858"/>
                  <a:pt x="232853" y="111745"/>
                </a:cubicBezTo>
                <a:cubicBezTo>
                  <a:pt x="234277" y="110633"/>
                  <a:pt x="236069" y="108819"/>
                  <a:pt x="238227" y="106305"/>
                </a:cubicBezTo>
                <a:cubicBezTo>
                  <a:pt x="240385" y="103791"/>
                  <a:pt x="242822" y="100753"/>
                  <a:pt x="245536" y="97193"/>
                </a:cubicBezTo>
                <a:close/>
                <a:moveTo>
                  <a:pt x="314437" y="80972"/>
                </a:moveTo>
                <a:cubicBezTo>
                  <a:pt x="315060" y="84087"/>
                  <a:pt x="315372" y="87158"/>
                  <a:pt x="315372" y="90184"/>
                </a:cubicBezTo>
                <a:cubicBezTo>
                  <a:pt x="315372" y="93299"/>
                  <a:pt x="314838" y="96147"/>
                  <a:pt x="313770" y="98728"/>
                </a:cubicBezTo>
                <a:cubicBezTo>
                  <a:pt x="312702" y="101310"/>
                  <a:pt x="310999" y="103880"/>
                  <a:pt x="308663" y="106438"/>
                </a:cubicBezTo>
                <a:cubicBezTo>
                  <a:pt x="306327" y="108997"/>
                  <a:pt x="303111" y="111812"/>
                  <a:pt x="299017" y="114883"/>
                </a:cubicBezTo>
                <a:lnTo>
                  <a:pt x="295412" y="110811"/>
                </a:lnTo>
                <a:cubicBezTo>
                  <a:pt x="297682" y="108675"/>
                  <a:pt x="299329" y="106750"/>
                  <a:pt x="300352" y="105037"/>
                </a:cubicBezTo>
                <a:cubicBezTo>
                  <a:pt x="301376" y="103323"/>
                  <a:pt x="302110" y="101376"/>
                  <a:pt x="302555" y="99196"/>
                </a:cubicBezTo>
                <a:cubicBezTo>
                  <a:pt x="303000" y="97015"/>
                  <a:pt x="303223" y="94278"/>
                  <a:pt x="303223" y="90985"/>
                </a:cubicBezTo>
                <a:cubicBezTo>
                  <a:pt x="303223" y="87603"/>
                  <a:pt x="303067" y="84265"/>
                  <a:pt x="302755" y="80972"/>
                </a:cubicBezTo>
                <a:lnTo>
                  <a:pt x="314437" y="80972"/>
                </a:lnTo>
                <a:close/>
                <a:moveTo>
                  <a:pt x="448783" y="31374"/>
                </a:moveTo>
                <a:cubicBezTo>
                  <a:pt x="450741" y="27591"/>
                  <a:pt x="452187" y="24499"/>
                  <a:pt x="453122" y="22095"/>
                </a:cubicBezTo>
                <a:cubicBezTo>
                  <a:pt x="454056" y="19692"/>
                  <a:pt x="454524" y="17690"/>
                  <a:pt x="454524" y="16088"/>
                </a:cubicBezTo>
                <a:cubicBezTo>
                  <a:pt x="454524" y="14753"/>
                  <a:pt x="454368" y="13684"/>
                  <a:pt x="454056" y="12883"/>
                </a:cubicBezTo>
                <a:cubicBezTo>
                  <a:pt x="453745" y="12082"/>
                  <a:pt x="453166" y="11415"/>
                  <a:pt x="452321" y="10881"/>
                </a:cubicBezTo>
                <a:cubicBezTo>
                  <a:pt x="451475" y="10347"/>
                  <a:pt x="450318" y="9969"/>
                  <a:pt x="448850" y="9746"/>
                </a:cubicBezTo>
                <a:lnTo>
                  <a:pt x="449851" y="5340"/>
                </a:lnTo>
                <a:lnTo>
                  <a:pt x="478221" y="5340"/>
                </a:lnTo>
                <a:lnTo>
                  <a:pt x="477220" y="9746"/>
                </a:lnTo>
                <a:cubicBezTo>
                  <a:pt x="475751" y="10013"/>
                  <a:pt x="474450" y="10547"/>
                  <a:pt x="473315" y="11348"/>
                </a:cubicBezTo>
                <a:cubicBezTo>
                  <a:pt x="472180" y="12149"/>
                  <a:pt x="471101" y="13217"/>
                  <a:pt x="470077" y="14552"/>
                </a:cubicBezTo>
                <a:cubicBezTo>
                  <a:pt x="469054" y="15887"/>
                  <a:pt x="468052" y="17412"/>
                  <a:pt x="467073" y="19125"/>
                </a:cubicBezTo>
                <a:cubicBezTo>
                  <a:pt x="466094" y="20838"/>
                  <a:pt x="464782" y="23230"/>
                  <a:pt x="463135" y="26301"/>
                </a:cubicBezTo>
                <a:lnTo>
                  <a:pt x="424885" y="96926"/>
                </a:lnTo>
                <a:lnTo>
                  <a:pt x="408864" y="96926"/>
                </a:lnTo>
                <a:lnTo>
                  <a:pt x="408731" y="53937"/>
                </a:lnTo>
                <a:lnTo>
                  <a:pt x="408731" y="42589"/>
                </a:lnTo>
                <a:cubicBezTo>
                  <a:pt x="408731" y="39696"/>
                  <a:pt x="408753" y="36670"/>
                  <a:pt x="408798" y="33510"/>
                </a:cubicBezTo>
                <a:lnTo>
                  <a:pt x="407930" y="33510"/>
                </a:lnTo>
                <a:cubicBezTo>
                  <a:pt x="406461" y="36803"/>
                  <a:pt x="404993" y="39874"/>
                  <a:pt x="403524" y="42722"/>
                </a:cubicBezTo>
                <a:lnTo>
                  <a:pt x="376289" y="96926"/>
                </a:lnTo>
                <a:lnTo>
                  <a:pt x="360268" y="96926"/>
                </a:lnTo>
                <a:lnTo>
                  <a:pt x="358933" y="25900"/>
                </a:lnTo>
                <a:cubicBezTo>
                  <a:pt x="358844" y="21673"/>
                  <a:pt x="358521" y="18468"/>
                  <a:pt x="357965" y="16288"/>
                </a:cubicBezTo>
                <a:cubicBezTo>
                  <a:pt x="357409" y="14107"/>
                  <a:pt x="356663" y="12539"/>
                  <a:pt x="355729" y="11582"/>
                </a:cubicBezTo>
                <a:cubicBezTo>
                  <a:pt x="354794" y="10625"/>
                  <a:pt x="353481" y="10013"/>
                  <a:pt x="351790" y="9746"/>
                </a:cubicBezTo>
                <a:lnTo>
                  <a:pt x="352791" y="5340"/>
                </a:lnTo>
                <a:lnTo>
                  <a:pt x="386969" y="5340"/>
                </a:lnTo>
                <a:lnTo>
                  <a:pt x="385968" y="9746"/>
                </a:lnTo>
                <a:cubicBezTo>
                  <a:pt x="384588" y="9924"/>
                  <a:pt x="383454" y="10236"/>
                  <a:pt x="382563" y="10681"/>
                </a:cubicBezTo>
                <a:cubicBezTo>
                  <a:pt x="381673" y="11126"/>
                  <a:pt x="380950" y="11737"/>
                  <a:pt x="380394" y="12516"/>
                </a:cubicBezTo>
                <a:cubicBezTo>
                  <a:pt x="379838" y="13295"/>
                  <a:pt x="379426" y="14263"/>
                  <a:pt x="379159" y="15420"/>
                </a:cubicBezTo>
                <a:cubicBezTo>
                  <a:pt x="378892" y="16577"/>
                  <a:pt x="378747" y="17645"/>
                  <a:pt x="378725" y="18624"/>
                </a:cubicBezTo>
                <a:cubicBezTo>
                  <a:pt x="378703" y="19603"/>
                  <a:pt x="378670" y="22407"/>
                  <a:pt x="378625" y="27035"/>
                </a:cubicBezTo>
                <a:lnTo>
                  <a:pt x="378358" y="52134"/>
                </a:lnTo>
                <a:cubicBezTo>
                  <a:pt x="378314" y="56540"/>
                  <a:pt x="378091" y="63638"/>
                  <a:pt x="377690" y="73429"/>
                </a:cubicBezTo>
                <a:lnTo>
                  <a:pt x="378558" y="73429"/>
                </a:lnTo>
                <a:cubicBezTo>
                  <a:pt x="380071" y="70002"/>
                  <a:pt x="383320" y="63305"/>
                  <a:pt x="388304" y="53336"/>
                </a:cubicBezTo>
                <a:lnTo>
                  <a:pt x="412402" y="5340"/>
                </a:lnTo>
                <a:lnTo>
                  <a:pt x="427021" y="5340"/>
                </a:lnTo>
                <a:lnTo>
                  <a:pt x="427088" y="49064"/>
                </a:lnTo>
                <a:lnTo>
                  <a:pt x="427155" y="55005"/>
                </a:lnTo>
                <a:cubicBezTo>
                  <a:pt x="427155" y="61235"/>
                  <a:pt x="426999" y="67376"/>
                  <a:pt x="426688" y="73429"/>
                </a:cubicBezTo>
                <a:lnTo>
                  <a:pt x="427555" y="73429"/>
                </a:lnTo>
                <a:cubicBezTo>
                  <a:pt x="429647" y="69068"/>
                  <a:pt x="433407" y="61524"/>
                  <a:pt x="438837" y="50799"/>
                </a:cubicBezTo>
                <a:lnTo>
                  <a:pt x="448783" y="31374"/>
                </a:lnTo>
                <a:close/>
                <a:moveTo>
                  <a:pt x="512894" y="62682"/>
                </a:moveTo>
                <a:cubicBezTo>
                  <a:pt x="512894" y="47640"/>
                  <a:pt x="510402" y="35146"/>
                  <a:pt x="505417" y="25199"/>
                </a:cubicBezTo>
                <a:cubicBezTo>
                  <a:pt x="500433" y="15253"/>
                  <a:pt x="492712" y="8567"/>
                  <a:pt x="482254" y="5140"/>
                </a:cubicBezTo>
                <a:lnTo>
                  <a:pt x="484056" y="0"/>
                </a:lnTo>
                <a:cubicBezTo>
                  <a:pt x="497051" y="3427"/>
                  <a:pt x="507031" y="10825"/>
                  <a:pt x="513995" y="22196"/>
                </a:cubicBezTo>
                <a:cubicBezTo>
                  <a:pt x="520960" y="33566"/>
                  <a:pt x="524442" y="47284"/>
                  <a:pt x="524442" y="63349"/>
                </a:cubicBezTo>
                <a:cubicBezTo>
                  <a:pt x="524442" y="79459"/>
                  <a:pt x="520971" y="93177"/>
                  <a:pt x="514029" y="104503"/>
                </a:cubicBezTo>
                <a:cubicBezTo>
                  <a:pt x="507086" y="115828"/>
                  <a:pt x="497095" y="123205"/>
                  <a:pt x="484056" y="126631"/>
                </a:cubicBezTo>
                <a:lnTo>
                  <a:pt x="482454" y="121491"/>
                </a:lnTo>
                <a:cubicBezTo>
                  <a:pt x="492734" y="118065"/>
                  <a:pt x="500378" y="111300"/>
                  <a:pt x="505384" y="101198"/>
                </a:cubicBezTo>
                <a:cubicBezTo>
                  <a:pt x="510391" y="91096"/>
                  <a:pt x="512894" y="78257"/>
                  <a:pt x="512894" y="626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EF60A5-50D4-41C9-92E1-1B5D81D4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342" y="373559"/>
            <a:ext cx="212075" cy="414138"/>
          </a:xfrm>
          <a:custGeom xmlns:a="http://schemas.openxmlformats.org/drawingml/2006/main">
            <a:pathLst>
              <a:path w="212075" h="414138">
                <a:moveTo>
                  <a:pt x="0" y="308101"/>
                </a:moveTo>
                <a:lnTo>
                  <a:pt x="69251" y="308101"/>
                </a:lnTo>
                <a:lnTo>
                  <a:pt x="69251" y="0"/>
                </a:lnTo>
                <a:lnTo>
                  <a:pt x="142825" y="0"/>
                </a:lnTo>
                <a:lnTo>
                  <a:pt x="142825" y="308101"/>
                </a:lnTo>
                <a:lnTo>
                  <a:pt x="212075" y="308101"/>
                </a:lnTo>
                <a:lnTo>
                  <a:pt x="106038" y="414138"/>
                </a:lnTo>
                <a:lnTo>
                  <a:pt x="0" y="3081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10732E-832E-406E-BA0F-A0BFA0E7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888" y="1068037"/>
            <a:ext cx="1510922" cy="212075"/>
          </a:xfrm>
          <a:custGeom xmlns:a="http://schemas.openxmlformats.org/drawingml/2006/main">
            <a:pathLst>
              <a:path w="1510922" h="212075">
                <a:moveTo>
                  <a:pt x="1404884" y="212075"/>
                </a:moveTo>
                <a:lnTo>
                  <a:pt x="1404884" y="142825"/>
                </a:lnTo>
                <a:lnTo>
                  <a:pt x="0" y="142825"/>
                </a:lnTo>
                <a:lnTo>
                  <a:pt x="0" y="69251"/>
                </a:lnTo>
                <a:lnTo>
                  <a:pt x="1404884" y="69251"/>
                </a:lnTo>
                <a:lnTo>
                  <a:pt x="1404884" y="0"/>
                </a:lnTo>
                <a:lnTo>
                  <a:pt x="1510922" y="106038"/>
                </a:lnTo>
                <a:lnTo>
                  <a:pt x="1404884" y="2120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CC2313-C009-4F77-A0B2-650D1A2B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234" y="1423923"/>
            <a:ext cx="211165" cy="727245"/>
          </a:xfrm>
          <a:custGeom xmlns:a="http://schemas.openxmlformats.org/drawingml/2006/main">
            <a:pathLst>
              <a:path w="211165" h="727245">
                <a:moveTo>
                  <a:pt x="0" y="621662"/>
                </a:moveTo>
                <a:lnTo>
                  <a:pt x="66596" y="621662"/>
                </a:lnTo>
                <a:lnTo>
                  <a:pt x="66596" y="0"/>
                </a:lnTo>
                <a:lnTo>
                  <a:pt x="144493" y="0"/>
                </a:lnTo>
                <a:lnTo>
                  <a:pt x="144493" y="621662"/>
                </a:lnTo>
                <a:lnTo>
                  <a:pt x="211165" y="621662"/>
                </a:lnTo>
                <a:lnTo>
                  <a:pt x="105582" y="727245"/>
                </a:lnTo>
                <a:lnTo>
                  <a:pt x="0" y="6216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884089-773C-422C-9BE8-C61A3DE2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752" y="4093521"/>
            <a:ext cx="212075" cy="192961"/>
          </a:xfrm>
          <a:custGeom xmlns:a="http://schemas.openxmlformats.org/drawingml/2006/main">
            <a:pathLst>
              <a:path w="212075" h="192961">
                <a:moveTo>
                  <a:pt x="0" y="96481"/>
                </a:moveTo>
                <a:lnTo>
                  <a:pt x="64624" y="96481"/>
                </a:lnTo>
                <a:lnTo>
                  <a:pt x="64624" y="0"/>
                </a:lnTo>
                <a:lnTo>
                  <a:pt x="147451" y="0"/>
                </a:lnTo>
                <a:lnTo>
                  <a:pt x="147451" y="96481"/>
                </a:lnTo>
                <a:lnTo>
                  <a:pt x="212075" y="96481"/>
                </a:lnTo>
                <a:lnTo>
                  <a:pt x="106038" y="192961"/>
                </a:lnTo>
                <a:lnTo>
                  <a:pt x="0" y="964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3B21A-C109-4F8D-A7A6-EF7C1568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322" y="2978078"/>
            <a:ext cx="797330" cy="782767"/>
          </a:xfrm>
          <a:custGeom xmlns:a="http://schemas.openxmlformats.org/drawingml/2006/main">
            <a:pathLst>
              <a:path w="797330" h="782767" fill="none">
                <a:moveTo>
                  <a:pt x="0" y="391383"/>
                </a:moveTo>
                <a:cubicBezTo>
                  <a:pt x="0" y="175212"/>
                  <a:pt x="178474" y="0"/>
                  <a:pt x="398665" y="0"/>
                </a:cubicBezTo>
                <a:cubicBezTo>
                  <a:pt x="618856" y="0"/>
                  <a:pt x="797330" y="175212"/>
                  <a:pt x="797330" y="391383"/>
                </a:cubicBezTo>
                <a:cubicBezTo>
                  <a:pt x="797330" y="607554"/>
                  <a:pt x="618856" y="782767"/>
                  <a:pt x="398665" y="782767"/>
                </a:cubicBezTo>
                <a:cubicBezTo>
                  <a:pt x="178474" y="782767"/>
                  <a:pt x="0" y="607554"/>
                  <a:pt x="0" y="39138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755" cap="flat">
            <a:solidFill>
              <a:srgbClr val="8FAADC"/>
            </a:solidFill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D578E1-8220-4F09-8F50-F2C2B9EA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281" y="3029959"/>
            <a:ext cx="710861" cy="686286"/>
          </a:xfrm>
          <a:custGeom xmlns:a="http://schemas.openxmlformats.org/drawingml/2006/main">
            <a:pathLst>
              <a:path w="710861" h="686286" fill="none">
                <a:moveTo>
                  <a:pt x="0" y="343143"/>
                </a:moveTo>
                <a:cubicBezTo>
                  <a:pt x="0" y="153595"/>
                  <a:pt x="159132" y="0"/>
                  <a:pt x="355431" y="0"/>
                </a:cubicBezTo>
                <a:cubicBezTo>
                  <a:pt x="551729" y="0"/>
                  <a:pt x="710861" y="153595"/>
                  <a:pt x="710861" y="343143"/>
                </a:cubicBezTo>
                <a:cubicBezTo>
                  <a:pt x="710861" y="532691"/>
                  <a:pt x="551729" y="686286"/>
                  <a:pt x="355431" y="686286"/>
                </a:cubicBezTo>
                <a:cubicBezTo>
                  <a:pt x="159132" y="686286"/>
                  <a:pt x="0" y="532691"/>
                  <a:pt x="0" y="3431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755" cap="flat">
            <a:solidFill>
              <a:srgbClr val="00B050"/>
            </a:solidFill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04B599-8F6D-4A31-ADC8-4750EADE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803" y="3083661"/>
            <a:ext cx="603458" cy="583434"/>
          </a:xfrm>
          <a:custGeom xmlns:a="http://schemas.openxmlformats.org/drawingml/2006/main">
            <a:pathLst>
              <a:path w="603458" h="583434" fill="none">
                <a:moveTo>
                  <a:pt x="0" y="291717"/>
                </a:moveTo>
                <a:cubicBezTo>
                  <a:pt x="0" y="130613"/>
                  <a:pt x="135088" y="0"/>
                  <a:pt x="301729" y="0"/>
                </a:cubicBezTo>
                <a:cubicBezTo>
                  <a:pt x="468371" y="0"/>
                  <a:pt x="603458" y="130613"/>
                  <a:pt x="603458" y="291717"/>
                </a:cubicBezTo>
                <a:cubicBezTo>
                  <a:pt x="603458" y="452821"/>
                  <a:pt x="468371" y="583434"/>
                  <a:pt x="301729" y="583434"/>
                </a:cubicBezTo>
                <a:cubicBezTo>
                  <a:pt x="135088" y="583434"/>
                  <a:pt x="0" y="452821"/>
                  <a:pt x="0" y="29171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8FAADC"/>
            </a:solidFill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883380-B770-4159-9FA1-37126AB6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684" y="3134632"/>
            <a:ext cx="499696" cy="482403"/>
          </a:xfrm>
          <a:custGeom xmlns:a="http://schemas.openxmlformats.org/drawingml/2006/main">
            <a:pathLst>
              <a:path w="499696" h="482403" fill="none">
                <a:moveTo>
                  <a:pt x="0" y="241201"/>
                </a:moveTo>
                <a:cubicBezTo>
                  <a:pt x="0" y="108010"/>
                  <a:pt x="111878" y="0"/>
                  <a:pt x="249848" y="0"/>
                </a:cubicBezTo>
                <a:cubicBezTo>
                  <a:pt x="387818" y="0"/>
                  <a:pt x="499696" y="108010"/>
                  <a:pt x="499696" y="241201"/>
                </a:cubicBezTo>
                <a:cubicBezTo>
                  <a:pt x="499696" y="374393"/>
                  <a:pt x="387818" y="482403"/>
                  <a:pt x="249848" y="482403"/>
                </a:cubicBezTo>
                <a:cubicBezTo>
                  <a:pt x="111878" y="482403"/>
                  <a:pt x="0" y="374393"/>
                  <a:pt x="0" y="2412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755" cap="flat">
            <a:solidFill>
              <a:srgbClr val="00B050"/>
            </a:solidFill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78FDF0-6585-4E42-AB9A-8592FE35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373" y="3176501"/>
            <a:ext cx="412318" cy="398665"/>
          </a:xfrm>
          <a:custGeom xmlns:a="http://schemas.openxmlformats.org/drawingml/2006/main">
            <a:pathLst>
              <a:path w="412318" h="398665" fill="none">
                <a:moveTo>
                  <a:pt x="0" y="199332"/>
                </a:moveTo>
                <a:cubicBezTo>
                  <a:pt x="0" y="89275"/>
                  <a:pt x="92309" y="0"/>
                  <a:pt x="206159" y="0"/>
                </a:cubicBezTo>
                <a:cubicBezTo>
                  <a:pt x="320009" y="0"/>
                  <a:pt x="412318" y="89275"/>
                  <a:pt x="412318" y="199332"/>
                </a:cubicBezTo>
                <a:cubicBezTo>
                  <a:pt x="412318" y="309390"/>
                  <a:pt x="320009" y="398665"/>
                  <a:pt x="206159" y="398665"/>
                </a:cubicBezTo>
                <a:cubicBezTo>
                  <a:pt x="92309" y="398665"/>
                  <a:pt x="0" y="309390"/>
                  <a:pt x="0" y="1993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755" cap="flat">
            <a:solidFill>
              <a:srgbClr val="8FAADC"/>
            </a:solidFill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173D5D-9B9C-4B8A-AEDF-B2025E39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344" y="3225651"/>
            <a:ext cx="310376" cy="299454"/>
          </a:xfrm>
          <a:custGeom xmlns:a="http://schemas.openxmlformats.org/drawingml/2006/main">
            <a:pathLst>
              <a:path w="310376" h="299454" fill="none">
                <a:moveTo>
                  <a:pt x="0" y="149727"/>
                </a:moveTo>
                <a:cubicBezTo>
                  <a:pt x="0" y="67051"/>
                  <a:pt x="69478" y="0"/>
                  <a:pt x="155188" y="0"/>
                </a:cubicBezTo>
                <a:cubicBezTo>
                  <a:pt x="240898" y="0"/>
                  <a:pt x="310376" y="67051"/>
                  <a:pt x="310376" y="149727"/>
                </a:cubicBezTo>
                <a:cubicBezTo>
                  <a:pt x="310376" y="232403"/>
                  <a:pt x="240898" y="299454"/>
                  <a:pt x="155188" y="299454"/>
                </a:cubicBezTo>
                <a:cubicBezTo>
                  <a:pt x="69478" y="299454"/>
                  <a:pt x="0" y="232403"/>
                  <a:pt x="0" y="14972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B050"/>
            </a:solidFill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2D2E2A-77FE-4219-9B6A-AB742A43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394" y="2890624"/>
            <a:ext cx="79187" cy="947815"/>
          </a:xfrm>
          <a:custGeom xmlns:a="http://schemas.openxmlformats.org/drawingml/2006/main">
            <a:pathLst>
              <a:path w="79187" h="947815">
                <a:moveTo>
                  <a:pt x="62121" y="72436"/>
                </a:moveTo>
                <a:lnTo>
                  <a:pt x="62429" y="72934"/>
                </a:lnTo>
                <a:lnTo>
                  <a:pt x="62766" y="73403"/>
                </a:lnTo>
                <a:lnTo>
                  <a:pt x="63130" y="73842"/>
                </a:lnTo>
                <a:lnTo>
                  <a:pt x="63518" y="74252"/>
                </a:lnTo>
                <a:lnTo>
                  <a:pt x="63929" y="74632"/>
                </a:lnTo>
                <a:lnTo>
                  <a:pt x="64361" y="74981"/>
                </a:lnTo>
                <a:lnTo>
                  <a:pt x="64812" y="75299"/>
                </a:lnTo>
                <a:lnTo>
                  <a:pt x="65281" y="75585"/>
                </a:lnTo>
                <a:lnTo>
                  <a:pt x="65766" y="75840"/>
                </a:lnTo>
                <a:lnTo>
                  <a:pt x="66265" y="76063"/>
                </a:lnTo>
                <a:lnTo>
                  <a:pt x="66776" y="76252"/>
                </a:lnTo>
                <a:lnTo>
                  <a:pt x="67297" y="76409"/>
                </a:lnTo>
                <a:lnTo>
                  <a:pt x="67828" y="76532"/>
                </a:lnTo>
                <a:lnTo>
                  <a:pt x="68365" y="76621"/>
                </a:lnTo>
                <a:lnTo>
                  <a:pt x="68907" y="76675"/>
                </a:lnTo>
                <a:lnTo>
                  <a:pt x="69453" y="76695"/>
                </a:lnTo>
                <a:lnTo>
                  <a:pt x="70000" y="76679"/>
                </a:lnTo>
                <a:lnTo>
                  <a:pt x="70547" y="76628"/>
                </a:lnTo>
                <a:lnTo>
                  <a:pt x="71092" y="76541"/>
                </a:lnTo>
                <a:lnTo>
                  <a:pt x="71634" y="76417"/>
                </a:lnTo>
                <a:lnTo>
                  <a:pt x="72169" y="76256"/>
                </a:lnTo>
                <a:lnTo>
                  <a:pt x="72698" y="76057"/>
                </a:lnTo>
                <a:lnTo>
                  <a:pt x="73217" y="75821"/>
                </a:lnTo>
                <a:lnTo>
                  <a:pt x="73726" y="75546"/>
                </a:lnTo>
                <a:lnTo>
                  <a:pt x="74223" y="75237"/>
                </a:lnTo>
                <a:lnTo>
                  <a:pt x="74692" y="74901"/>
                </a:lnTo>
                <a:lnTo>
                  <a:pt x="75132" y="74537"/>
                </a:lnTo>
                <a:lnTo>
                  <a:pt x="75542" y="74149"/>
                </a:lnTo>
                <a:lnTo>
                  <a:pt x="75921" y="73738"/>
                </a:lnTo>
                <a:lnTo>
                  <a:pt x="76270" y="73305"/>
                </a:lnTo>
                <a:lnTo>
                  <a:pt x="76588" y="72853"/>
                </a:lnTo>
                <a:lnTo>
                  <a:pt x="76875" y="72383"/>
                </a:lnTo>
                <a:lnTo>
                  <a:pt x="77130" y="71897"/>
                </a:lnTo>
                <a:lnTo>
                  <a:pt x="77352" y="71397"/>
                </a:lnTo>
                <a:lnTo>
                  <a:pt x="77542" y="70884"/>
                </a:lnTo>
                <a:lnTo>
                  <a:pt x="77698" y="70360"/>
                </a:lnTo>
                <a:lnTo>
                  <a:pt x="77821" y="69827"/>
                </a:lnTo>
                <a:lnTo>
                  <a:pt x="77910" y="69287"/>
                </a:lnTo>
                <a:lnTo>
                  <a:pt x="77965" y="68741"/>
                </a:lnTo>
                <a:lnTo>
                  <a:pt x="77985" y="68191"/>
                </a:lnTo>
                <a:lnTo>
                  <a:pt x="77969" y="67640"/>
                </a:lnTo>
                <a:lnTo>
                  <a:pt x="77918" y="67088"/>
                </a:lnTo>
                <a:lnTo>
                  <a:pt x="77830" y="66537"/>
                </a:lnTo>
                <a:lnTo>
                  <a:pt x="77706" y="65989"/>
                </a:lnTo>
                <a:lnTo>
                  <a:pt x="77545" y="65447"/>
                </a:lnTo>
                <a:lnTo>
                  <a:pt x="77346" y="64911"/>
                </a:lnTo>
                <a:lnTo>
                  <a:pt x="77110" y="64383"/>
                </a:lnTo>
                <a:lnTo>
                  <a:pt x="76836" y="63865"/>
                </a:lnTo>
                <a:lnTo>
                  <a:pt x="39593" y="0"/>
                </a:lnTo>
                <a:lnTo>
                  <a:pt x="2351" y="63865"/>
                </a:lnTo>
                <a:lnTo>
                  <a:pt x="2077" y="64383"/>
                </a:lnTo>
                <a:lnTo>
                  <a:pt x="1840" y="64911"/>
                </a:lnTo>
                <a:lnTo>
                  <a:pt x="1642" y="65447"/>
                </a:lnTo>
                <a:lnTo>
                  <a:pt x="1481" y="65989"/>
                </a:lnTo>
                <a:lnTo>
                  <a:pt x="1357" y="66537"/>
                </a:lnTo>
                <a:lnTo>
                  <a:pt x="1269" y="67088"/>
                </a:lnTo>
                <a:lnTo>
                  <a:pt x="1218" y="67640"/>
                </a:lnTo>
                <a:lnTo>
                  <a:pt x="1202" y="68191"/>
                </a:lnTo>
                <a:lnTo>
                  <a:pt x="1222" y="68741"/>
                </a:lnTo>
                <a:lnTo>
                  <a:pt x="1277" y="69287"/>
                </a:lnTo>
                <a:lnTo>
                  <a:pt x="1366" y="69827"/>
                </a:lnTo>
                <a:lnTo>
                  <a:pt x="1489" y="70360"/>
                </a:lnTo>
                <a:lnTo>
                  <a:pt x="1645" y="70884"/>
                </a:lnTo>
                <a:lnTo>
                  <a:pt x="1835" y="71397"/>
                </a:lnTo>
                <a:lnTo>
                  <a:pt x="2057" y="71897"/>
                </a:lnTo>
                <a:lnTo>
                  <a:pt x="2312" y="72383"/>
                </a:lnTo>
                <a:lnTo>
                  <a:pt x="2599" y="72853"/>
                </a:lnTo>
                <a:lnTo>
                  <a:pt x="2917" y="73305"/>
                </a:lnTo>
                <a:lnTo>
                  <a:pt x="3266" y="73738"/>
                </a:lnTo>
                <a:lnTo>
                  <a:pt x="3645" y="74149"/>
                </a:lnTo>
                <a:lnTo>
                  <a:pt x="4055" y="74537"/>
                </a:lnTo>
                <a:lnTo>
                  <a:pt x="4495" y="74901"/>
                </a:lnTo>
                <a:lnTo>
                  <a:pt x="4963" y="75237"/>
                </a:lnTo>
                <a:lnTo>
                  <a:pt x="5461" y="75546"/>
                </a:lnTo>
                <a:lnTo>
                  <a:pt x="5970" y="75821"/>
                </a:lnTo>
                <a:lnTo>
                  <a:pt x="6489" y="76057"/>
                </a:lnTo>
                <a:lnTo>
                  <a:pt x="7018" y="76256"/>
                </a:lnTo>
                <a:lnTo>
                  <a:pt x="7553" y="76417"/>
                </a:lnTo>
                <a:lnTo>
                  <a:pt x="8095" y="76541"/>
                </a:lnTo>
                <a:lnTo>
                  <a:pt x="8640" y="76628"/>
                </a:lnTo>
                <a:lnTo>
                  <a:pt x="9187" y="76679"/>
                </a:lnTo>
                <a:lnTo>
                  <a:pt x="9734" y="76695"/>
                </a:lnTo>
                <a:lnTo>
                  <a:pt x="10280" y="76675"/>
                </a:lnTo>
                <a:lnTo>
                  <a:pt x="10822" y="76621"/>
                </a:lnTo>
                <a:lnTo>
                  <a:pt x="11359" y="76532"/>
                </a:lnTo>
                <a:lnTo>
                  <a:pt x="11889" y="76409"/>
                </a:lnTo>
                <a:lnTo>
                  <a:pt x="12411" y="76252"/>
                </a:lnTo>
                <a:lnTo>
                  <a:pt x="12922" y="76063"/>
                </a:lnTo>
                <a:lnTo>
                  <a:pt x="13421" y="75840"/>
                </a:lnTo>
                <a:lnTo>
                  <a:pt x="13906" y="75585"/>
                </a:lnTo>
                <a:lnTo>
                  <a:pt x="14375" y="75299"/>
                </a:lnTo>
                <a:lnTo>
                  <a:pt x="14826" y="74981"/>
                </a:lnTo>
                <a:lnTo>
                  <a:pt x="15258" y="74632"/>
                </a:lnTo>
                <a:lnTo>
                  <a:pt x="15669" y="74252"/>
                </a:lnTo>
                <a:lnTo>
                  <a:pt x="16057" y="73842"/>
                </a:lnTo>
                <a:lnTo>
                  <a:pt x="16421" y="73403"/>
                </a:lnTo>
                <a:lnTo>
                  <a:pt x="16758" y="72934"/>
                </a:lnTo>
                <a:lnTo>
                  <a:pt x="17066" y="72436"/>
                </a:lnTo>
                <a:lnTo>
                  <a:pt x="31025" y="48522"/>
                </a:lnTo>
                <a:lnTo>
                  <a:pt x="31096" y="899414"/>
                </a:lnTo>
                <a:lnTo>
                  <a:pt x="17066" y="875379"/>
                </a:lnTo>
                <a:lnTo>
                  <a:pt x="16758" y="874890"/>
                </a:lnTo>
                <a:lnTo>
                  <a:pt x="16421" y="874428"/>
                </a:lnTo>
                <a:lnTo>
                  <a:pt x="16057" y="873995"/>
                </a:lnTo>
                <a:lnTo>
                  <a:pt x="15669" y="873590"/>
                </a:lnTo>
                <a:lnTo>
                  <a:pt x="15258" y="873214"/>
                </a:lnTo>
                <a:lnTo>
                  <a:pt x="14826" y="872868"/>
                </a:lnTo>
                <a:lnTo>
                  <a:pt x="14375" y="872551"/>
                </a:lnTo>
                <a:lnTo>
                  <a:pt x="13906" y="872266"/>
                </a:lnTo>
                <a:lnTo>
                  <a:pt x="13421" y="872012"/>
                </a:lnTo>
                <a:lnTo>
                  <a:pt x="12922" y="871790"/>
                </a:lnTo>
                <a:lnTo>
                  <a:pt x="12411" y="871601"/>
                </a:lnTo>
                <a:lnTo>
                  <a:pt x="11889" y="871444"/>
                </a:lnTo>
                <a:lnTo>
                  <a:pt x="11359" y="871321"/>
                </a:lnTo>
                <a:lnTo>
                  <a:pt x="10822" y="871232"/>
                </a:lnTo>
                <a:lnTo>
                  <a:pt x="10280" y="871178"/>
                </a:lnTo>
                <a:lnTo>
                  <a:pt x="9734" y="871159"/>
                </a:lnTo>
                <a:lnTo>
                  <a:pt x="9187" y="871176"/>
                </a:lnTo>
                <a:lnTo>
                  <a:pt x="8640" y="871230"/>
                </a:lnTo>
                <a:lnTo>
                  <a:pt x="8095" y="871320"/>
                </a:lnTo>
                <a:lnTo>
                  <a:pt x="7553" y="871448"/>
                </a:lnTo>
                <a:lnTo>
                  <a:pt x="7018" y="871613"/>
                </a:lnTo>
                <a:lnTo>
                  <a:pt x="6489" y="871818"/>
                </a:lnTo>
                <a:lnTo>
                  <a:pt x="5970" y="872062"/>
                </a:lnTo>
                <a:lnTo>
                  <a:pt x="5461" y="872345"/>
                </a:lnTo>
                <a:lnTo>
                  <a:pt x="4963" y="872654"/>
                </a:lnTo>
                <a:lnTo>
                  <a:pt x="4495" y="872990"/>
                </a:lnTo>
                <a:lnTo>
                  <a:pt x="4055" y="873354"/>
                </a:lnTo>
                <a:lnTo>
                  <a:pt x="3645" y="873742"/>
                </a:lnTo>
                <a:lnTo>
                  <a:pt x="3266" y="874153"/>
                </a:lnTo>
                <a:lnTo>
                  <a:pt x="2917" y="874586"/>
                </a:lnTo>
                <a:lnTo>
                  <a:pt x="2599" y="875038"/>
                </a:lnTo>
                <a:lnTo>
                  <a:pt x="2312" y="875508"/>
                </a:lnTo>
                <a:lnTo>
                  <a:pt x="2057" y="875994"/>
                </a:lnTo>
                <a:lnTo>
                  <a:pt x="1835" y="876494"/>
                </a:lnTo>
                <a:lnTo>
                  <a:pt x="1645" y="877007"/>
                </a:lnTo>
                <a:lnTo>
                  <a:pt x="1489" y="877531"/>
                </a:lnTo>
                <a:lnTo>
                  <a:pt x="1366" y="878064"/>
                </a:lnTo>
                <a:lnTo>
                  <a:pt x="1277" y="878604"/>
                </a:lnTo>
                <a:lnTo>
                  <a:pt x="1222" y="879150"/>
                </a:lnTo>
                <a:lnTo>
                  <a:pt x="1202" y="879699"/>
                </a:lnTo>
                <a:lnTo>
                  <a:pt x="1218" y="880251"/>
                </a:lnTo>
                <a:lnTo>
                  <a:pt x="1269" y="880803"/>
                </a:lnTo>
                <a:lnTo>
                  <a:pt x="1357" y="881354"/>
                </a:lnTo>
                <a:lnTo>
                  <a:pt x="1481" y="881902"/>
                </a:lnTo>
                <a:lnTo>
                  <a:pt x="1642" y="882444"/>
                </a:lnTo>
                <a:lnTo>
                  <a:pt x="1840" y="882980"/>
                </a:lnTo>
                <a:lnTo>
                  <a:pt x="2077" y="883508"/>
                </a:lnTo>
                <a:lnTo>
                  <a:pt x="2351" y="884026"/>
                </a:lnTo>
                <a:lnTo>
                  <a:pt x="39593" y="947815"/>
                </a:lnTo>
                <a:lnTo>
                  <a:pt x="76836" y="884026"/>
                </a:lnTo>
                <a:lnTo>
                  <a:pt x="77110" y="883508"/>
                </a:lnTo>
                <a:lnTo>
                  <a:pt x="77346" y="882980"/>
                </a:lnTo>
                <a:lnTo>
                  <a:pt x="77545" y="882444"/>
                </a:lnTo>
                <a:lnTo>
                  <a:pt x="77706" y="881902"/>
                </a:lnTo>
                <a:lnTo>
                  <a:pt x="77830" y="881354"/>
                </a:lnTo>
                <a:lnTo>
                  <a:pt x="77918" y="880803"/>
                </a:lnTo>
                <a:lnTo>
                  <a:pt x="77969" y="880251"/>
                </a:lnTo>
                <a:lnTo>
                  <a:pt x="77985" y="879699"/>
                </a:lnTo>
                <a:lnTo>
                  <a:pt x="77965" y="879150"/>
                </a:lnTo>
                <a:lnTo>
                  <a:pt x="77910" y="878604"/>
                </a:lnTo>
                <a:lnTo>
                  <a:pt x="77821" y="878064"/>
                </a:lnTo>
                <a:lnTo>
                  <a:pt x="77698" y="877531"/>
                </a:lnTo>
                <a:lnTo>
                  <a:pt x="77542" y="877007"/>
                </a:lnTo>
                <a:lnTo>
                  <a:pt x="77352" y="876494"/>
                </a:lnTo>
                <a:lnTo>
                  <a:pt x="77130" y="875994"/>
                </a:lnTo>
                <a:lnTo>
                  <a:pt x="76875" y="875508"/>
                </a:lnTo>
                <a:lnTo>
                  <a:pt x="76588" y="875038"/>
                </a:lnTo>
                <a:lnTo>
                  <a:pt x="76270" y="874586"/>
                </a:lnTo>
                <a:lnTo>
                  <a:pt x="75921" y="874153"/>
                </a:lnTo>
                <a:lnTo>
                  <a:pt x="75542" y="873742"/>
                </a:lnTo>
                <a:lnTo>
                  <a:pt x="75132" y="873354"/>
                </a:lnTo>
                <a:lnTo>
                  <a:pt x="74692" y="872990"/>
                </a:lnTo>
                <a:lnTo>
                  <a:pt x="74223" y="872654"/>
                </a:lnTo>
                <a:lnTo>
                  <a:pt x="73726" y="872345"/>
                </a:lnTo>
                <a:lnTo>
                  <a:pt x="73217" y="872062"/>
                </a:lnTo>
                <a:lnTo>
                  <a:pt x="72698" y="871818"/>
                </a:lnTo>
                <a:lnTo>
                  <a:pt x="72169" y="871613"/>
                </a:lnTo>
                <a:lnTo>
                  <a:pt x="71634" y="871448"/>
                </a:lnTo>
                <a:lnTo>
                  <a:pt x="71092" y="871320"/>
                </a:lnTo>
                <a:lnTo>
                  <a:pt x="70547" y="871230"/>
                </a:lnTo>
                <a:lnTo>
                  <a:pt x="70000" y="871176"/>
                </a:lnTo>
                <a:lnTo>
                  <a:pt x="69453" y="871159"/>
                </a:lnTo>
                <a:lnTo>
                  <a:pt x="68907" y="871178"/>
                </a:lnTo>
                <a:lnTo>
                  <a:pt x="68365" y="871232"/>
                </a:lnTo>
                <a:lnTo>
                  <a:pt x="67828" y="871321"/>
                </a:lnTo>
                <a:lnTo>
                  <a:pt x="67297" y="871444"/>
                </a:lnTo>
                <a:lnTo>
                  <a:pt x="66776" y="871601"/>
                </a:lnTo>
                <a:lnTo>
                  <a:pt x="66265" y="871790"/>
                </a:lnTo>
                <a:lnTo>
                  <a:pt x="65766" y="872012"/>
                </a:lnTo>
                <a:lnTo>
                  <a:pt x="65281" y="872266"/>
                </a:lnTo>
                <a:lnTo>
                  <a:pt x="64812" y="872551"/>
                </a:lnTo>
                <a:lnTo>
                  <a:pt x="64361" y="872868"/>
                </a:lnTo>
                <a:lnTo>
                  <a:pt x="63929" y="873214"/>
                </a:lnTo>
                <a:lnTo>
                  <a:pt x="63518" y="873590"/>
                </a:lnTo>
                <a:lnTo>
                  <a:pt x="63130" y="873995"/>
                </a:lnTo>
                <a:lnTo>
                  <a:pt x="62766" y="874428"/>
                </a:lnTo>
                <a:lnTo>
                  <a:pt x="62429" y="874890"/>
                </a:lnTo>
                <a:lnTo>
                  <a:pt x="62121" y="875379"/>
                </a:lnTo>
                <a:lnTo>
                  <a:pt x="48162" y="899293"/>
                </a:lnTo>
                <a:lnTo>
                  <a:pt x="48091" y="48401"/>
                </a:lnTo>
                <a:lnTo>
                  <a:pt x="62121" y="724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DCD3D0-B51B-4E0F-80D1-696EB1C7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584" y="3338363"/>
            <a:ext cx="964578" cy="51198"/>
          </a:xfrm>
          <a:custGeom xmlns:a="http://schemas.openxmlformats.org/drawingml/2006/main">
            <a:pathLst>
              <a:path w="964578" h="51198">
                <a:moveTo>
                  <a:pt x="0" y="25637"/>
                </a:moveTo>
                <a:lnTo>
                  <a:pt x="51198" y="51198"/>
                </a:lnTo>
                <a:lnTo>
                  <a:pt x="51198" y="34132"/>
                </a:lnTo>
                <a:lnTo>
                  <a:pt x="913379" y="34132"/>
                </a:lnTo>
                <a:lnTo>
                  <a:pt x="913379" y="51198"/>
                </a:lnTo>
                <a:lnTo>
                  <a:pt x="964578" y="25637"/>
                </a:lnTo>
                <a:lnTo>
                  <a:pt x="913379" y="0"/>
                </a:lnTo>
                <a:lnTo>
                  <a:pt x="913379" y="17066"/>
                </a:lnTo>
                <a:lnTo>
                  <a:pt x="51198" y="17066"/>
                </a:lnTo>
                <a:lnTo>
                  <a:pt x="51198" y="0"/>
                </a:lnTo>
                <a:lnTo>
                  <a:pt x="0" y="256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216772-9C75-4F6E-9F77-413CE647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622" y="2858388"/>
            <a:ext cx="172027" cy="232099"/>
          </a:xfrm>
          <a:custGeom xmlns:a="http://schemas.openxmlformats.org/drawingml/2006/main">
            <a:pathLst>
              <a:path w="172027" h="232099" fill="none">
                <a:moveTo>
                  <a:pt x="0" y="232099"/>
                </a:moveTo>
                <a:lnTo>
                  <a:pt x="172027" y="232099"/>
                </a:lnTo>
                <a:lnTo>
                  <a:pt x="172027" y="0"/>
                </a:lnTo>
                <a:lnTo>
                  <a:pt x="0" y="0"/>
                </a:lnTo>
                <a:lnTo>
                  <a:pt x="0" y="2320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87" name="Text 𝑦">
            <a:extLst xmlns:a="http://schemas.openxmlformats.org/drawingml/2006/main">
              <a:ext uri="{FF2B5EF4-FFF2-40B4-BE49-F238E27FC236}">
                <a16:creationId xmlns:a16="http://schemas.microsoft.com/office/drawing/2014/main" id="{CCB76588-79D4-4A9F-BFB6-3A619F8B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177" y="2949612"/>
            <a:ext cx="73931" cy="93864"/>
          </a:xfrm>
          <a:custGeom xmlns:a="http://schemas.openxmlformats.org/drawingml/2006/main">
            <a:pathLst>
              <a:path w="73931" h="93864">
                <a:moveTo>
                  <a:pt x="32132" y="64931"/>
                </a:moveTo>
                <a:cubicBezTo>
                  <a:pt x="30843" y="57154"/>
                  <a:pt x="29088" y="47776"/>
                  <a:pt x="26866" y="36799"/>
                </a:cubicBezTo>
                <a:cubicBezTo>
                  <a:pt x="24510" y="25066"/>
                  <a:pt x="22955" y="17799"/>
                  <a:pt x="22199" y="15000"/>
                </a:cubicBezTo>
                <a:cubicBezTo>
                  <a:pt x="21266" y="11622"/>
                  <a:pt x="20288" y="9466"/>
                  <a:pt x="19266" y="8533"/>
                </a:cubicBezTo>
                <a:cubicBezTo>
                  <a:pt x="18644" y="7955"/>
                  <a:pt x="17866" y="7666"/>
                  <a:pt x="16933" y="7666"/>
                </a:cubicBezTo>
                <a:cubicBezTo>
                  <a:pt x="15511" y="7666"/>
                  <a:pt x="14177" y="8244"/>
                  <a:pt x="12933" y="9400"/>
                </a:cubicBezTo>
                <a:cubicBezTo>
                  <a:pt x="11689" y="10555"/>
                  <a:pt x="10155" y="12555"/>
                  <a:pt x="8333" y="15400"/>
                </a:cubicBezTo>
                <a:lnTo>
                  <a:pt x="4000" y="12533"/>
                </a:lnTo>
                <a:cubicBezTo>
                  <a:pt x="7066" y="7955"/>
                  <a:pt x="9933" y="4722"/>
                  <a:pt x="12600" y="2833"/>
                </a:cubicBezTo>
                <a:cubicBezTo>
                  <a:pt x="15266" y="944"/>
                  <a:pt x="18244" y="0"/>
                  <a:pt x="21533" y="0"/>
                </a:cubicBezTo>
                <a:cubicBezTo>
                  <a:pt x="23355" y="0"/>
                  <a:pt x="24910" y="244"/>
                  <a:pt x="26199" y="733"/>
                </a:cubicBezTo>
                <a:cubicBezTo>
                  <a:pt x="27088" y="1089"/>
                  <a:pt x="27977" y="1678"/>
                  <a:pt x="28866" y="2500"/>
                </a:cubicBezTo>
                <a:cubicBezTo>
                  <a:pt x="29755" y="3322"/>
                  <a:pt x="30543" y="4467"/>
                  <a:pt x="31232" y="5933"/>
                </a:cubicBezTo>
                <a:cubicBezTo>
                  <a:pt x="31921" y="7400"/>
                  <a:pt x="32521" y="9044"/>
                  <a:pt x="33032" y="10866"/>
                </a:cubicBezTo>
                <a:cubicBezTo>
                  <a:pt x="33543" y="12688"/>
                  <a:pt x="34110" y="15311"/>
                  <a:pt x="34732" y="18733"/>
                </a:cubicBezTo>
                <a:cubicBezTo>
                  <a:pt x="35799" y="24466"/>
                  <a:pt x="36832" y="30499"/>
                  <a:pt x="37832" y="36832"/>
                </a:cubicBezTo>
                <a:cubicBezTo>
                  <a:pt x="38832" y="43165"/>
                  <a:pt x="39688" y="49043"/>
                  <a:pt x="40399" y="54465"/>
                </a:cubicBezTo>
                <a:cubicBezTo>
                  <a:pt x="44710" y="48243"/>
                  <a:pt x="48365" y="42154"/>
                  <a:pt x="51365" y="36199"/>
                </a:cubicBezTo>
                <a:cubicBezTo>
                  <a:pt x="54365" y="30243"/>
                  <a:pt x="56520" y="25066"/>
                  <a:pt x="57832" y="20666"/>
                </a:cubicBezTo>
                <a:cubicBezTo>
                  <a:pt x="59143" y="16266"/>
                  <a:pt x="59798" y="12688"/>
                  <a:pt x="59798" y="9933"/>
                </a:cubicBezTo>
                <a:cubicBezTo>
                  <a:pt x="59798" y="7844"/>
                  <a:pt x="59354" y="6422"/>
                  <a:pt x="58465" y="5666"/>
                </a:cubicBezTo>
                <a:cubicBezTo>
                  <a:pt x="57576" y="4911"/>
                  <a:pt x="56065" y="4467"/>
                  <a:pt x="53932" y="4333"/>
                </a:cubicBezTo>
                <a:lnTo>
                  <a:pt x="54598" y="1067"/>
                </a:lnTo>
                <a:lnTo>
                  <a:pt x="72131" y="1067"/>
                </a:lnTo>
                <a:lnTo>
                  <a:pt x="73931" y="4400"/>
                </a:lnTo>
                <a:cubicBezTo>
                  <a:pt x="70553" y="13644"/>
                  <a:pt x="65976" y="23533"/>
                  <a:pt x="60198" y="34066"/>
                </a:cubicBezTo>
                <a:cubicBezTo>
                  <a:pt x="54509" y="44376"/>
                  <a:pt x="47999" y="54643"/>
                  <a:pt x="40665" y="64865"/>
                </a:cubicBezTo>
                <a:cubicBezTo>
                  <a:pt x="33643" y="74598"/>
                  <a:pt x="27799" y="81642"/>
                  <a:pt x="23133" y="85997"/>
                </a:cubicBezTo>
                <a:cubicBezTo>
                  <a:pt x="19888" y="88975"/>
                  <a:pt x="16755" y="91108"/>
                  <a:pt x="13733" y="92397"/>
                </a:cubicBezTo>
                <a:cubicBezTo>
                  <a:pt x="11333" y="93375"/>
                  <a:pt x="8778" y="93864"/>
                  <a:pt x="6066" y="93864"/>
                </a:cubicBezTo>
                <a:cubicBezTo>
                  <a:pt x="5133" y="93864"/>
                  <a:pt x="4055" y="93786"/>
                  <a:pt x="2833" y="93630"/>
                </a:cubicBezTo>
                <a:cubicBezTo>
                  <a:pt x="1611" y="93475"/>
                  <a:pt x="667" y="93264"/>
                  <a:pt x="0" y="92997"/>
                </a:cubicBezTo>
                <a:lnTo>
                  <a:pt x="2867" y="80064"/>
                </a:lnTo>
                <a:lnTo>
                  <a:pt x="8133" y="80064"/>
                </a:lnTo>
                <a:cubicBezTo>
                  <a:pt x="8133" y="82909"/>
                  <a:pt x="9111" y="84331"/>
                  <a:pt x="11066" y="84331"/>
                </a:cubicBezTo>
                <a:cubicBezTo>
                  <a:pt x="13644" y="84331"/>
                  <a:pt x="16644" y="82720"/>
                  <a:pt x="20066" y="79498"/>
                </a:cubicBezTo>
                <a:cubicBezTo>
                  <a:pt x="23488" y="76275"/>
                  <a:pt x="27510" y="71420"/>
                  <a:pt x="32132" y="649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E4C3EA-9A33-470C-8A5F-39315021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005" y="3348072"/>
            <a:ext cx="153823" cy="221177"/>
          </a:xfrm>
          <a:custGeom xmlns:a="http://schemas.openxmlformats.org/drawingml/2006/main">
            <a:pathLst>
              <a:path w="153823" h="221177" fill="none">
                <a:moveTo>
                  <a:pt x="0" y="221177"/>
                </a:moveTo>
                <a:lnTo>
                  <a:pt x="153823" y="221177"/>
                </a:lnTo>
                <a:lnTo>
                  <a:pt x="153823" y="0"/>
                </a:lnTo>
                <a:lnTo>
                  <a:pt x="0" y="0"/>
                </a:lnTo>
                <a:lnTo>
                  <a:pt x="0" y="2211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89" name="Text 𝑥">
            <a:extLst xmlns:a="http://schemas.openxmlformats.org/drawingml/2006/main">
              <a:ext uri="{FF2B5EF4-FFF2-40B4-BE49-F238E27FC236}">
                <a16:creationId xmlns:a16="http://schemas.microsoft.com/office/drawing/2014/main" id="{65BB3190-D5A9-4569-9822-D3E8E049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487" y="3439761"/>
            <a:ext cx="68665" cy="65931"/>
          </a:xfrm>
          <a:custGeom xmlns:a="http://schemas.openxmlformats.org/drawingml/2006/main">
            <a:pathLst>
              <a:path w="68665" h="65931">
                <a:moveTo>
                  <a:pt x="29799" y="34732"/>
                </a:moveTo>
                <a:cubicBezTo>
                  <a:pt x="29132" y="31221"/>
                  <a:pt x="28444" y="27844"/>
                  <a:pt x="27732" y="24599"/>
                </a:cubicBezTo>
                <a:cubicBezTo>
                  <a:pt x="27021" y="21355"/>
                  <a:pt x="26288" y="18333"/>
                  <a:pt x="25533" y="15533"/>
                </a:cubicBezTo>
                <a:cubicBezTo>
                  <a:pt x="24777" y="12733"/>
                  <a:pt x="24155" y="10900"/>
                  <a:pt x="23666" y="10033"/>
                </a:cubicBezTo>
                <a:cubicBezTo>
                  <a:pt x="23177" y="9166"/>
                  <a:pt x="22655" y="8566"/>
                  <a:pt x="22099" y="8233"/>
                </a:cubicBezTo>
                <a:cubicBezTo>
                  <a:pt x="21544" y="7900"/>
                  <a:pt x="20844" y="7733"/>
                  <a:pt x="19999" y="7733"/>
                </a:cubicBezTo>
                <a:cubicBezTo>
                  <a:pt x="19066" y="7733"/>
                  <a:pt x="18222" y="7944"/>
                  <a:pt x="17466" y="8366"/>
                </a:cubicBezTo>
                <a:cubicBezTo>
                  <a:pt x="16711" y="8789"/>
                  <a:pt x="15888" y="9522"/>
                  <a:pt x="15000" y="10566"/>
                </a:cubicBezTo>
                <a:cubicBezTo>
                  <a:pt x="14111" y="11611"/>
                  <a:pt x="12933" y="13244"/>
                  <a:pt x="11466" y="15466"/>
                </a:cubicBezTo>
                <a:lnTo>
                  <a:pt x="7133" y="12600"/>
                </a:lnTo>
                <a:cubicBezTo>
                  <a:pt x="9933" y="8378"/>
                  <a:pt x="12622" y="5222"/>
                  <a:pt x="15200" y="3133"/>
                </a:cubicBezTo>
                <a:cubicBezTo>
                  <a:pt x="17777" y="1044"/>
                  <a:pt x="20822" y="0"/>
                  <a:pt x="24333" y="0"/>
                </a:cubicBezTo>
                <a:cubicBezTo>
                  <a:pt x="25710" y="0"/>
                  <a:pt x="26921" y="156"/>
                  <a:pt x="27966" y="467"/>
                </a:cubicBezTo>
                <a:cubicBezTo>
                  <a:pt x="29010" y="778"/>
                  <a:pt x="29932" y="1256"/>
                  <a:pt x="30732" y="1900"/>
                </a:cubicBezTo>
                <a:cubicBezTo>
                  <a:pt x="31532" y="2544"/>
                  <a:pt x="32243" y="3378"/>
                  <a:pt x="32866" y="4400"/>
                </a:cubicBezTo>
                <a:cubicBezTo>
                  <a:pt x="33488" y="5422"/>
                  <a:pt x="34088" y="6811"/>
                  <a:pt x="34666" y="8566"/>
                </a:cubicBezTo>
                <a:cubicBezTo>
                  <a:pt x="35243" y="10322"/>
                  <a:pt x="35788" y="12500"/>
                  <a:pt x="36299" y="15100"/>
                </a:cubicBezTo>
                <a:cubicBezTo>
                  <a:pt x="36810" y="17699"/>
                  <a:pt x="37266" y="20399"/>
                  <a:pt x="37665" y="23199"/>
                </a:cubicBezTo>
                <a:lnTo>
                  <a:pt x="38332" y="23199"/>
                </a:lnTo>
                <a:cubicBezTo>
                  <a:pt x="42599" y="17199"/>
                  <a:pt x="45832" y="12811"/>
                  <a:pt x="48032" y="10033"/>
                </a:cubicBezTo>
                <a:cubicBezTo>
                  <a:pt x="50232" y="7255"/>
                  <a:pt x="52087" y="5189"/>
                  <a:pt x="53598" y="3833"/>
                </a:cubicBezTo>
                <a:cubicBezTo>
                  <a:pt x="55109" y="2478"/>
                  <a:pt x="56565" y="1522"/>
                  <a:pt x="57965" y="967"/>
                </a:cubicBezTo>
                <a:cubicBezTo>
                  <a:pt x="59365" y="411"/>
                  <a:pt x="61220" y="133"/>
                  <a:pt x="63531" y="133"/>
                </a:cubicBezTo>
                <a:cubicBezTo>
                  <a:pt x="65620" y="133"/>
                  <a:pt x="67331" y="400"/>
                  <a:pt x="68665" y="933"/>
                </a:cubicBezTo>
                <a:lnTo>
                  <a:pt x="65998" y="13000"/>
                </a:lnTo>
                <a:lnTo>
                  <a:pt x="61331" y="13000"/>
                </a:lnTo>
                <a:cubicBezTo>
                  <a:pt x="61065" y="11133"/>
                  <a:pt x="60287" y="10200"/>
                  <a:pt x="58998" y="10200"/>
                </a:cubicBezTo>
                <a:cubicBezTo>
                  <a:pt x="58598" y="10200"/>
                  <a:pt x="58176" y="10266"/>
                  <a:pt x="57732" y="10400"/>
                </a:cubicBezTo>
                <a:cubicBezTo>
                  <a:pt x="57287" y="10533"/>
                  <a:pt x="56743" y="10822"/>
                  <a:pt x="56098" y="11266"/>
                </a:cubicBezTo>
                <a:cubicBezTo>
                  <a:pt x="55454" y="11711"/>
                  <a:pt x="54509" y="12577"/>
                  <a:pt x="53265" y="13866"/>
                </a:cubicBezTo>
                <a:cubicBezTo>
                  <a:pt x="52021" y="15155"/>
                  <a:pt x="50621" y="16733"/>
                  <a:pt x="49065" y="18599"/>
                </a:cubicBezTo>
                <a:cubicBezTo>
                  <a:pt x="47510" y="20466"/>
                  <a:pt x="45910" y="22422"/>
                  <a:pt x="44265" y="24466"/>
                </a:cubicBezTo>
                <a:lnTo>
                  <a:pt x="39732" y="30132"/>
                </a:lnTo>
                <a:cubicBezTo>
                  <a:pt x="40532" y="34399"/>
                  <a:pt x="41288" y="38088"/>
                  <a:pt x="41999" y="41199"/>
                </a:cubicBezTo>
                <a:cubicBezTo>
                  <a:pt x="42710" y="44310"/>
                  <a:pt x="43343" y="46899"/>
                  <a:pt x="43899" y="48965"/>
                </a:cubicBezTo>
                <a:cubicBezTo>
                  <a:pt x="44454" y="51032"/>
                  <a:pt x="44943" y="52665"/>
                  <a:pt x="45365" y="53865"/>
                </a:cubicBezTo>
                <a:cubicBezTo>
                  <a:pt x="45787" y="55065"/>
                  <a:pt x="46243" y="55965"/>
                  <a:pt x="46732" y="56565"/>
                </a:cubicBezTo>
                <a:cubicBezTo>
                  <a:pt x="47221" y="57165"/>
                  <a:pt x="47721" y="57587"/>
                  <a:pt x="48232" y="57832"/>
                </a:cubicBezTo>
                <a:cubicBezTo>
                  <a:pt x="48743" y="58076"/>
                  <a:pt x="49332" y="58198"/>
                  <a:pt x="49998" y="58198"/>
                </a:cubicBezTo>
                <a:cubicBezTo>
                  <a:pt x="51198" y="58198"/>
                  <a:pt x="52365" y="57732"/>
                  <a:pt x="53498" y="56798"/>
                </a:cubicBezTo>
                <a:cubicBezTo>
                  <a:pt x="54632" y="55865"/>
                  <a:pt x="56265" y="53754"/>
                  <a:pt x="58398" y="50465"/>
                </a:cubicBezTo>
                <a:lnTo>
                  <a:pt x="62731" y="53332"/>
                </a:lnTo>
                <a:cubicBezTo>
                  <a:pt x="59620" y="57954"/>
                  <a:pt x="56809" y="61209"/>
                  <a:pt x="54298" y="63098"/>
                </a:cubicBezTo>
                <a:cubicBezTo>
                  <a:pt x="51787" y="64987"/>
                  <a:pt x="48798" y="65931"/>
                  <a:pt x="45332" y="65931"/>
                </a:cubicBezTo>
                <a:cubicBezTo>
                  <a:pt x="43421" y="65931"/>
                  <a:pt x="41799" y="65587"/>
                  <a:pt x="40465" y="64898"/>
                </a:cubicBezTo>
                <a:cubicBezTo>
                  <a:pt x="39132" y="64209"/>
                  <a:pt x="37977" y="63109"/>
                  <a:pt x="36999" y="61598"/>
                </a:cubicBezTo>
                <a:cubicBezTo>
                  <a:pt x="36021" y="60087"/>
                  <a:pt x="35154" y="57732"/>
                  <a:pt x="34399" y="54532"/>
                </a:cubicBezTo>
                <a:cubicBezTo>
                  <a:pt x="33021" y="48843"/>
                  <a:pt x="32177" y="44487"/>
                  <a:pt x="31866" y="41465"/>
                </a:cubicBezTo>
                <a:lnTo>
                  <a:pt x="31199" y="41465"/>
                </a:lnTo>
                <a:cubicBezTo>
                  <a:pt x="26488" y="48087"/>
                  <a:pt x="22988" y="52843"/>
                  <a:pt x="20699" y="55732"/>
                </a:cubicBezTo>
                <a:cubicBezTo>
                  <a:pt x="18411" y="58620"/>
                  <a:pt x="16522" y="60754"/>
                  <a:pt x="15033" y="62131"/>
                </a:cubicBezTo>
                <a:cubicBezTo>
                  <a:pt x="13544" y="63509"/>
                  <a:pt x="12100" y="64476"/>
                  <a:pt x="10700" y="65031"/>
                </a:cubicBezTo>
                <a:cubicBezTo>
                  <a:pt x="9300" y="65587"/>
                  <a:pt x="7444" y="65865"/>
                  <a:pt x="5133" y="65865"/>
                </a:cubicBezTo>
                <a:cubicBezTo>
                  <a:pt x="3044" y="65865"/>
                  <a:pt x="1333" y="65598"/>
                  <a:pt x="0" y="65065"/>
                </a:cubicBezTo>
                <a:lnTo>
                  <a:pt x="2667" y="52998"/>
                </a:lnTo>
                <a:lnTo>
                  <a:pt x="7333" y="52998"/>
                </a:lnTo>
                <a:cubicBezTo>
                  <a:pt x="7600" y="54865"/>
                  <a:pt x="8378" y="55798"/>
                  <a:pt x="9666" y="55798"/>
                </a:cubicBezTo>
                <a:cubicBezTo>
                  <a:pt x="10289" y="55798"/>
                  <a:pt x="10944" y="55632"/>
                  <a:pt x="11633" y="55298"/>
                </a:cubicBezTo>
                <a:cubicBezTo>
                  <a:pt x="12322" y="54965"/>
                  <a:pt x="13311" y="54165"/>
                  <a:pt x="14600" y="52898"/>
                </a:cubicBezTo>
                <a:cubicBezTo>
                  <a:pt x="15888" y="51632"/>
                  <a:pt x="17666" y="49643"/>
                  <a:pt x="19933" y="46932"/>
                </a:cubicBezTo>
                <a:cubicBezTo>
                  <a:pt x="22199" y="44221"/>
                  <a:pt x="25488" y="40154"/>
                  <a:pt x="29799" y="347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7D3038-FA0E-4162-87CE-6E2EB6C7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981" y="3359905"/>
            <a:ext cx="8192" cy="8192"/>
          </a:xfrm>
          <a:custGeom xmlns:a="http://schemas.openxmlformats.org/drawingml/2006/main">
            <a:pathLst>
              <a:path w="8192" h="8192">
                <a:moveTo>
                  <a:pt x="0" y="4096"/>
                </a:moveTo>
                <a:cubicBezTo>
                  <a:pt x="0" y="1820"/>
                  <a:pt x="1820" y="0"/>
                  <a:pt x="4096" y="0"/>
                </a:cubicBezTo>
                <a:cubicBezTo>
                  <a:pt x="6371" y="0"/>
                  <a:pt x="8192" y="1820"/>
                  <a:pt x="8192" y="4096"/>
                </a:cubicBezTo>
                <a:cubicBezTo>
                  <a:pt x="8192" y="6371"/>
                  <a:pt x="6371" y="8192"/>
                  <a:pt x="4096" y="8192"/>
                </a:cubicBezTo>
                <a:cubicBezTo>
                  <a:pt x="1820" y="8192"/>
                  <a:pt x="0" y="6371"/>
                  <a:pt x="0" y="40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A60CAB-4CA8-44C7-97A6-4C6CFB54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981" y="3359905"/>
            <a:ext cx="8192" cy="8192"/>
          </a:xfrm>
          <a:custGeom xmlns:a="http://schemas.openxmlformats.org/drawingml/2006/main">
            <a:pathLst>
              <a:path w="8192" h="8192" fill="none">
                <a:moveTo>
                  <a:pt x="0" y="4096"/>
                </a:moveTo>
                <a:cubicBezTo>
                  <a:pt x="0" y="1820"/>
                  <a:pt x="1820" y="0"/>
                  <a:pt x="4096" y="0"/>
                </a:cubicBezTo>
                <a:cubicBezTo>
                  <a:pt x="6371" y="0"/>
                  <a:pt x="8192" y="1820"/>
                  <a:pt x="8192" y="4096"/>
                </a:cubicBezTo>
                <a:cubicBezTo>
                  <a:pt x="8192" y="6371"/>
                  <a:pt x="6371" y="8192"/>
                  <a:pt x="4096" y="8192"/>
                </a:cubicBezTo>
                <a:cubicBezTo>
                  <a:pt x="1820" y="8192"/>
                  <a:pt x="0" y="6371"/>
                  <a:pt x="0" y="409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585" cap="flat">
            <a:solidFill>
              <a:srgbClr val="000000"/>
            </a:solidFill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77C92-E29A-4152-B9EA-574ECE79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808" y="3292095"/>
            <a:ext cx="121663" cy="69326"/>
          </a:xfrm>
          <a:custGeom xmlns:a="http://schemas.openxmlformats.org/drawingml/2006/main">
            <a:pathLst>
              <a:path w="121663" h="69326" fill="none">
                <a:moveTo>
                  <a:pt x="0" y="69326"/>
                </a:moveTo>
                <a:lnTo>
                  <a:pt x="1216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55" cap="flat">
            <a:solidFill>
              <a:srgbClr val="181717"/>
            </a:solidFill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8D551-15C2-4C66-B5AB-2949B33E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851" y="3284814"/>
            <a:ext cx="40731" cy="233692"/>
          </a:xfrm>
          <a:custGeom xmlns:a="http://schemas.openxmlformats.org/drawingml/2006/main">
            <a:pathLst>
              <a:path w="40731" h="233692" fill="none">
                <a:moveTo>
                  <a:pt x="0" y="0"/>
                </a:moveTo>
                <a:lnTo>
                  <a:pt x="40731" y="233692"/>
                </a:lnTo>
              </a:path>
            </a:pathLst>
          </a:custGeom>
          <a:noFill xmlns:a="http://schemas.openxmlformats.org/drawingml/2006/main"/>
          <a:ln xmlns:a="http://schemas.openxmlformats.org/drawingml/2006/main" w="22755" cap="flat">
            <a:solidFill>
              <a:srgbClr val="181717"/>
            </a:solidFill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3063E1-ECD5-496F-9B4F-A02931CF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618" y="3444098"/>
            <a:ext cx="103459" cy="71905"/>
          </a:xfrm>
          <a:custGeom xmlns:a="http://schemas.openxmlformats.org/drawingml/2006/main">
            <a:pathLst>
              <a:path w="103459" h="71905" fill="none">
                <a:moveTo>
                  <a:pt x="0" y="71905"/>
                </a:moveTo>
                <a:lnTo>
                  <a:pt x="1034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55" cap="flat">
            <a:solidFill>
              <a:srgbClr val="181717"/>
            </a:solidFill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2333A2-26F7-48D1-BDFF-DE32EDEC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8" y="3262969"/>
            <a:ext cx="44675" cy="192506"/>
          </a:xfrm>
          <a:custGeom xmlns:a="http://schemas.openxmlformats.org/drawingml/2006/main">
            <a:pathLst>
              <a:path w="44675" h="192506" fill="none">
                <a:moveTo>
                  <a:pt x="0" y="192506"/>
                </a:moveTo>
                <a:lnTo>
                  <a:pt x="44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55" cap="flat">
            <a:solidFill>
              <a:srgbClr val="181717"/>
            </a:solidFill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8202CF-A4DF-4B29-B005-871A0C52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237" y="3269340"/>
            <a:ext cx="71374" cy="215109"/>
          </a:xfrm>
          <a:custGeom xmlns:a="http://schemas.openxmlformats.org/drawingml/2006/main">
            <a:pathLst>
              <a:path w="71374" h="215109" fill="none">
                <a:moveTo>
                  <a:pt x="0" y="0"/>
                </a:moveTo>
                <a:lnTo>
                  <a:pt x="71374" y="215109"/>
                </a:lnTo>
              </a:path>
            </a:pathLst>
          </a:custGeom>
          <a:noFill xmlns:a="http://schemas.openxmlformats.org/drawingml/2006/main"/>
          <a:ln xmlns:a="http://schemas.openxmlformats.org/drawingml/2006/main" w="22755" cap="flat">
            <a:solidFill>
              <a:srgbClr val="181717"/>
            </a:solidFill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7069E7-AC5B-4F5D-BB2B-F79DAACB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372" y="3269340"/>
            <a:ext cx="93674" cy="218750"/>
          </a:xfrm>
          <a:custGeom xmlns:a="http://schemas.openxmlformats.org/drawingml/2006/main">
            <a:pathLst>
              <a:path w="93674" h="218750">
                <a:moveTo>
                  <a:pt x="93674" y="75546"/>
                </a:moveTo>
                <a:lnTo>
                  <a:pt x="83055" y="0"/>
                </a:lnTo>
                <a:lnTo>
                  <a:pt x="28975" y="53853"/>
                </a:lnTo>
                <a:lnTo>
                  <a:pt x="50530" y="61081"/>
                </a:lnTo>
                <a:lnTo>
                  <a:pt x="0" y="211468"/>
                </a:lnTo>
                <a:lnTo>
                  <a:pt x="21541" y="218750"/>
                </a:lnTo>
                <a:lnTo>
                  <a:pt x="72089" y="68309"/>
                </a:lnTo>
                <a:lnTo>
                  <a:pt x="93674" y="75546"/>
                </a:lnTo>
                <a:close/>
              </a:path>
            </a:pathLst>
          </a:custGeom>
          <a:solidFill xmlns:a="http://schemas.openxmlformats.org/drawingml/2006/main">
            <a:srgbClr val="18171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38615C-8BC6-422C-9355-4F63F8A6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590" y="3091398"/>
            <a:ext cx="1270630" cy="541565"/>
          </a:xfrm>
          <a:custGeom xmlns:a="http://schemas.openxmlformats.org/drawingml/2006/main">
            <a:pathLst>
              <a:path w="1270630" h="541565" fill="none">
                <a:moveTo>
                  <a:pt x="0" y="541565"/>
                </a:moveTo>
                <a:lnTo>
                  <a:pt x="1270630" y="541565"/>
                </a:lnTo>
                <a:lnTo>
                  <a:pt x="1270630" y="0"/>
                </a:lnTo>
                <a:lnTo>
                  <a:pt x="0" y="0"/>
                </a:lnTo>
                <a:lnTo>
                  <a:pt x="0" y="5415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99" name="Text ∆𝒇">
            <a:extLst xmlns:a="http://schemas.openxmlformats.org/drawingml/2006/main">
              <a:ext uri="{FF2B5EF4-FFF2-40B4-BE49-F238E27FC236}">
                <a16:creationId xmlns:a16="http://schemas.microsoft.com/office/drawing/2014/main" id="{6903FCC0-994A-401C-B183-751ECE55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0825" y="3169082"/>
            <a:ext cx="205021" cy="167373"/>
          </a:xfrm>
          <a:custGeom xmlns:a="http://schemas.openxmlformats.org/drawingml/2006/main">
            <a:pathLst>
              <a:path w="205021" h="167373">
                <a:moveTo>
                  <a:pt x="0" y="127640"/>
                </a:moveTo>
                <a:lnTo>
                  <a:pt x="0" y="121952"/>
                </a:lnTo>
                <a:lnTo>
                  <a:pt x="46487" y="4889"/>
                </a:lnTo>
                <a:lnTo>
                  <a:pt x="59643" y="4889"/>
                </a:lnTo>
                <a:lnTo>
                  <a:pt x="97153" y="121952"/>
                </a:lnTo>
                <a:lnTo>
                  <a:pt x="97153" y="127640"/>
                </a:lnTo>
                <a:lnTo>
                  <a:pt x="0" y="127640"/>
                </a:lnTo>
                <a:moveTo>
                  <a:pt x="15733" y="113419"/>
                </a:moveTo>
                <a:lnTo>
                  <a:pt x="77598" y="113419"/>
                </a:lnTo>
                <a:lnTo>
                  <a:pt x="49598" y="24533"/>
                </a:lnTo>
                <a:lnTo>
                  <a:pt x="15733" y="113419"/>
                </a:lnTo>
                <a:close/>
                <a:moveTo>
                  <a:pt x="127691" y="50576"/>
                </a:moveTo>
                <a:lnTo>
                  <a:pt x="129290" y="43376"/>
                </a:lnTo>
                <a:cubicBezTo>
                  <a:pt x="133379" y="43317"/>
                  <a:pt x="136268" y="43021"/>
                  <a:pt x="137957" y="42488"/>
                </a:cubicBezTo>
                <a:cubicBezTo>
                  <a:pt x="139646" y="41954"/>
                  <a:pt x="141038" y="40976"/>
                  <a:pt x="142135" y="39554"/>
                </a:cubicBezTo>
                <a:cubicBezTo>
                  <a:pt x="143231" y="38132"/>
                  <a:pt x="144283" y="35495"/>
                  <a:pt x="145290" y="31643"/>
                </a:cubicBezTo>
                <a:cubicBezTo>
                  <a:pt x="146771" y="26014"/>
                  <a:pt x="148638" y="21347"/>
                  <a:pt x="150890" y="17644"/>
                </a:cubicBezTo>
                <a:cubicBezTo>
                  <a:pt x="153142" y="13940"/>
                  <a:pt x="156075" y="10711"/>
                  <a:pt x="159690" y="7955"/>
                </a:cubicBezTo>
                <a:cubicBezTo>
                  <a:pt x="163304" y="5200"/>
                  <a:pt x="167526" y="3185"/>
                  <a:pt x="172356" y="1911"/>
                </a:cubicBezTo>
                <a:cubicBezTo>
                  <a:pt x="177185" y="637"/>
                  <a:pt x="182504" y="0"/>
                  <a:pt x="188311" y="0"/>
                </a:cubicBezTo>
                <a:cubicBezTo>
                  <a:pt x="194237" y="0"/>
                  <a:pt x="199807" y="533"/>
                  <a:pt x="205021" y="1600"/>
                </a:cubicBezTo>
                <a:lnTo>
                  <a:pt x="201022" y="19377"/>
                </a:lnTo>
                <a:lnTo>
                  <a:pt x="189555" y="19377"/>
                </a:lnTo>
                <a:cubicBezTo>
                  <a:pt x="189318" y="15703"/>
                  <a:pt x="188726" y="13096"/>
                  <a:pt x="187778" y="11555"/>
                </a:cubicBezTo>
                <a:cubicBezTo>
                  <a:pt x="186829" y="10014"/>
                  <a:pt x="185348" y="9244"/>
                  <a:pt x="183333" y="9244"/>
                </a:cubicBezTo>
                <a:cubicBezTo>
                  <a:pt x="180963" y="9244"/>
                  <a:pt x="179037" y="10074"/>
                  <a:pt x="177556" y="11733"/>
                </a:cubicBezTo>
                <a:cubicBezTo>
                  <a:pt x="176074" y="13392"/>
                  <a:pt x="174830" y="15644"/>
                  <a:pt x="173822" y="18488"/>
                </a:cubicBezTo>
                <a:cubicBezTo>
                  <a:pt x="172815" y="21333"/>
                  <a:pt x="171808" y="25066"/>
                  <a:pt x="170800" y="29688"/>
                </a:cubicBezTo>
                <a:lnTo>
                  <a:pt x="168578" y="39465"/>
                </a:lnTo>
                <a:lnTo>
                  <a:pt x="187600" y="39465"/>
                </a:lnTo>
                <a:lnTo>
                  <a:pt x="185200" y="50576"/>
                </a:lnTo>
                <a:lnTo>
                  <a:pt x="166089" y="50576"/>
                </a:lnTo>
                <a:lnTo>
                  <a:pt x="150001" y="124885"/>
                </a:lnTo>
                <a:cubicBezTo>
                  <a:pt x="146860" y="139285"/>
                  <a:pt x="141794" y="149966"/>
                  <a:pt x="134801" y="156928"/>
                </a:cubicBezTo>
                <a:cubicBezTo>
                  <a:pt x="127809" y="163891"/>
                  <a:pt x="119069" y="167373"/>
                  <a:pt x="108580" y="167373"/>
                </a:cubicBezTo>
                <a:cubicBezTo>
                  <a:pt x="106032" y="167373"/>
                  <a:pt x="103988" y="167224"/>
                  <a:pt x="102447" y="166928"/>
                </a:cubicBezTo>
                <a:lnTo>
                  <a:pt x="104580" y="156973"/>
                </a:lnTo>
                <a:cubicBezTo>
                  <a:pt x="105765" y="157151"/>
                  <a:pt x="106832" y="157240"/>
                  <a:pt x="107780" y="157240"/>
                </a:cubicBezTo>
                <a:cubicBezTo>
                  <a:pt x="111158" y="157240"/>
                  <a:pt x="113958" y="155373"/>
                  <a:pt x="116180" y="151640"/>
                </a:cubicBezTo>
                <a:cubicBezTo>
                  <a:pt x="118402" y="147906"/>
                  <a:pt x="120372" y="142307"/>
                  <a:pt x="122091" y="134840"/>
                </a:cubicBezTo>
                <a:lnTo>
                  <a:pt x="141112" y="50576"/>
                </a:lnTo>
                <a:lnTo>
                  <a:pt x="127691" y="505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𝒗">
            <a:extLst xmlns:a="http://schemas.openxmlformats.org/drawingml/2006/main">
              <a:ext uri="{FF2B5EF4-FFF2-40B4-BE49-F238E27FC236}">
                <a16:creationId xmlns:a16="http://schemas.microsoft.com/office/drawing/2014/main" id="{1054A216-B25D-42B8-9A8A-9D7CAB9C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599" y="3268634"/>
            <a:ext cx="74555" cy="66444"/>
          </a:xfrm>
          <a:custGeom xmlns:a="http://schemas.openxmlformats.org/drawingml/2006/main">
            <a:pathLst>
              <a:path w="74555" h="66444">
                <a:moveTo>
                  <a:pt x="23684" y="66444"/>
                </a:moveTo>
                <a:cubicBezTo>
                  <a:pt x="21391" y="66444"/>
                  <a:pt x="19509" y="66131"/>
                  <a:pt x="18039" y="65503"/>
                </a:cubicBezTo>
                <a:cubicBezTo>
                  <a:pt x="16568" y="64876"/>
                  <a:pt x="15497" y="63989"/>
                  <a:pt x="14827" y="62843"/>
                </a:cubicBezTo>
                <a:cubicBezTo>
                  <a:pt x="14156" y="61697"/>
                  <a:pt x="13713" y="60356"/>
                  <a:pt x="13496" y="58820"/>
                </a:cubicBezTo>
                <a:cubicBezTo>
                  <a:pt x="13280" y="57284"/>
                  <a:pt x="13172" y="55608"/>
                  <a:pt x="13172" y="53791"/>
                </a:cubicBezTo>
                <a:cubicBezTo>
                  <a:pt x="13172" y="51282"/>
                  <a:pt x="13323" y="48633"/>
                  <a:pt x="13626" y="45843"/>
                </a:cubicBezTo>
                <a:cubicBezTo>
                  <a:pt x="13929" y="43052"/>
                  <a:pt x="14318" y="40251"/>
                  <a:pt x="14794" y="37440"/>
                </a:cubicBezTo>
                <a:lnTo>
                  <a:pt x="18752" y="19077"/>
                </a:lnTo>
                <a:cubicBezTo>
                  <a:pt x="19012" y="17952"/>
                  <a:pt x="19228" y="16925"/>
                  <a:pt x="19401" y="15995"/>
                </a:cubicBezTo>
                <a:cubicBezTo>
                  <a:pt x="19574" y="15065"/>
                  <a:pt x="19661" y="14318"/>
                  <a:pt x="19661" y="13756"/>
                </a:cubicBezTo>
                <a:cubicBezTo>
                  <a:pt x="19661" y="12458"/>
                  <a:pt x="19390" y="11431"/>
                  <a:pt x="18850" y="10674"/>
                </a:cubicBezTo>
                <a:cubicBezTo>
                  <a:pt x="18309" y="9917"/>
                  <a:pt x="17195" y="9538"/>
                  <a:pt x="15508" y="9538"/>
                </a:cubicBezTo>
                <a:cubicBezTo>
                  <a:pt x="12826" y="9538"/>
                  <a:pt x="8998" y="11809"/>
                  <a:pt x="4023" y="16351"/>
                </a:cubicBezTo>
                <a:lnTo>
                  <a:pt x="0" y="11809"/>
                </a:lnTo>
                <a:cubicBezTo>
                  <a:pt x="2033" y="9257"/>
                  <a:pt x="5072" y="6651"/>
                  <a:pt x="9117" y="3991"/>
                </a:cubicBezTo>
                <a:cubicBezTo>
                  <a:pt x="13161" y="1330"/>
                  <a:pt x="17649" y="0"/>
                  <a:pt x="22581" y="0"/>
                </a:cubicBezTo>
                <a:cubicBezTo>
                  <a:pt x="26820" y="0"/>
                  <a:pt x="30097" y="1168"/>
                  <a:pt x="32411" y="3504"/>
                </a:cubicBezTo>
                <a:cubicBezTo>
                  <a:pt x="34725" y="5840"/>
                  <a:pt x="35882" y="8781"/>
                  <a:pt x="35882" y="12329"/>
                </a:cubicBezTo>
                <a:cubicBezTo>
                  <a:pt x="35882" y="14491"/>
                  <a:pt x="35645" y="16741"/>
                  <a:pt x="35169" y="19077"/>
                </a:cubicBezTo>
                <a:lnTo>
                  <a:pt x="30951" y="38867"/>
                </a:lnTo>
                <a:cubicBezTo>
                  <a:pt x="30562" y="41160"/>
                  <a:pt x="30237" y="43388"/>
                  <a:pt x="29978" y="45551"/>
                </a:cubicBezTo>
                <a:cubicBezTo>
                  <a:pt x="29718" y="47713"/>
                  <a:pt x="29588" y="49638"/>
                  <a:pt x="29588" y="51326"/>
                </a:cubicBezTo>
                <a:cubicBezTo>
                  <a:pt x="29588" y="52969"/>
                  <a:pt x="29697" y="54310"/>
                  <a:pt x="29913" y="55348"/>
                </a:cubicBezTo>
                <a:cubicBezTo>
                  <a:pt x="30129" y="56387"/>
                  <a:pt x="30410" y="56906"/>
                  <a:pt x="30756" y="56906"/>
                </a:cubicBezTo>
                <a:cubicBezTo>
                  <a:pt x="31968" y="56906"/>
                  <a:pt x="33536" y="56343"/>
                  <a:pt x="35461" y="55219"/>
                </a:cubicBezTo>
                <a:cubicBezTo>
                  <a:pt x="37386" y="54094"/>
                  <a:pt x="39462" y="52537"/>
                  <a:pt x="41690" y="50547"/>
                </a:cubicBezTo>
                <a:cubicBezTo>
                  <a:pt x="43918" y="48557"/>
                  <a:pt x="46145" y="46221"/>
                  <a:pt x="48373" y="43539"/>
                </a:cubicBezTo>
                <a:cubicBezTo>
                  <a:pt x="50601" y="40857"/>
                  <a:pt x="52612" y="37959"/>
                  <a:pt x="54408" y="34844"/>
                </a:cubicBezTo>
                <a:cubicBezTo>
                  <a:pt x="56203" y="31730"/>
                  <a:pt x="57652" y="28431"/>
                  <a:pt x="58755" y="24949"/>
                </a:cubicBezTo>
                <a:cubicBezTo>
                  <a:pt x="59858" y="21467"/>
                  <a:pt x="60410" y="17952"/>
                  <a:pt x="60410" y="14405"/>
                </a:cubicBezTo>
                <a:cubicBezTo>
                  <a:pt x="60410" y="12675"/>
                  <a:pt x="60074" y="11334"/>
                  <a:pt x="59404" y="10382"/>
                </a:cubicBezTo>
                <a:cubicBezTo>
                  <a:pt x="58733" y="9430"/>
                  <a:pt x="57684" y="8954"/>
                  <a:pt x="56257" y="8954"/>
                </a:cubicBezTo>
                <a:cubicBezTo>
                  <a:pt x="54656" y="8954"/>
                  <a:pt x="53175" y="9549"/>
                  <a:pt x="51812" y="10739"/>
                </a:cubicBezTo>
                <a:cubicBezTo>
                  <a:pt x="50450" y="11928"/>
                  <a:pt x="49054" y="13518"/>
                  <a:pt x="47627" y="15508"/>
                </a:cubicBezTo>
                <a:lnTo>
                  <a:pt x="43085" y="11874"/>
                </a:lnTo>
                <a:cubicBezTo>
                  <a:pt x="45810" y="8111"/>
                  <a:pt x="48849" y="5191"/>
                  <a:pt x="52201" y="3115"/>
                </a:cubicBezTo>
                <a:cubicBezTo>
                  <a:pt x="55554" y="1038"/>
                  <a:pt x="59285" y="0"/>
                  <a:pt x="63394" y="0"/>
                </a:cubicBezTo>
                <a:cubicBezTo>
                  <a:pt x="67461" y="0"/>
                  <a:pt x="70337" y="1049"/>
                  <a:pt x="72024" y="3147"/>
                </a:cubicBezTo>
                <a:cubicBezTo>
                  <a:pt x="73711" y="5245"/>
                  <a:pt x="74555" y="8046"/>
                  <a:pt x="74555" y="11550"/>
                </a:cubicBezTo>
                <a:cubicBezTo>
                  <a:pt x="74555" y="13583"/>
                  <a:pt x="74166" y="15930"/>
                  <a:pt x="73387" y="18590"/>
                </a:cubicBezTo>
                <a:cubicBezTo>
                  <a:pt x="72608" y="21250"/>
                  <a:pt x="71484" y="24051"/>
                  <a:pt x="70013" y="26993"/>
                </a:cubicBezTo>
                <a:cubicBezTo>
                  <a:pt x="68542" y="29934"/>
                  <a:pt x="66812" y="32963"/>
                  <a:pt x="64822" y="36077"/>
                </a:cubicBezTo>
                <a:cubicBezTo>
                  <a:pt x="62832" y="39192"/>
                  <a:pt x="60626" y="42209"/>
                  <a:pt x="58204" y="45129"/>
                </a:cubicBezTo>
                <a:cubicBezTo>
                  <a:pt x="55781" y="48049"/>
                  <a:pt x="53196" y="50806"/>
                  <a:pt x="50450" y="53402"/>
                </a:cubicBezTo>
                <a:cubicBezTo>
                  <a:pt x="47703" y="55997"/>
                  <a:pt x="44848" y="58258"/>
                  <a:pt x="41884" y="60183"/>
                </a:cubicBezTo>
                <a:cubicBezTo>
                  <a:pt x="38921" y="62108"/>
                  <a:pt x="35915" y="63632"/>
                  <a:pt x="32865" y="64757"/>
                </a:cubicBezTo>
                <a:cubicBezTo>
                  <a:pt x="29816" y="65882"/>
                  <a:pt x="26755" y="66444"/>
                  <a:pt x="23684" y="664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≈">
            <a:extLst xmlns:a="http://schemas.openxmlformats.org/drawingml/2006/main">
              <a:ext uri="{FF2B5EF4-FFF2-40B4-BE49-F238E27FC236}">
                <a16:creationId xmlns:a16="http://schemas.microsoft.com/office/drawing/2014/main" id="{A573225B-8791-49D5-A7D1-7399BFD2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267" y="3211836"/>
            <a:ext cx="107463" cy="66309"/>
          </a:xfrm>
          <a:custGeom xmlns:a="http://schemas.openxmlformats.org/drawingml/2006/main">
            <a:pathLst>
              <a:path w="107463" h="66309">
                <a:moveTo>
                  <a:pt x="0" y="59731"/>
                </a:moveTo>
                <a:cubicBezTo>
                  <a:pt x="3022" y="52739"/>
                  <a:pt x="7022" y="46917"/>
                  <a:pt x="12000" y="42265"/>
                </a:cubicBezTo>
                <a:cubicBezTo>
                  <a:pt x="16977" y="37614"/>
                  <a:pt x="22873" y="35288"/>
                  <a:pt x="29688" y="35288"/>
                </a:cubicBezTo>
                <a:cubicBezTo>
                  <a:pt x="36799" y="35288"/>
                  <a:pt x="45273" y="38399"/>
                  <a:pt x="55109" y="44621"/>
                </a:cubicBezTo>
                <a:cubicBezTo>
                  <a:pt x="64946" y="50843"/>
                  <a:pt x="72413" y="53954"/>
                  <a:pt x="77509" y="53954"/>
                </a:cubicBezTo>
                <a:cubicBezTo>
                  <a:pt x="82546" y="53954"/>
                  <a:pt x="86753" y="52621"/>
                  <a:pt x="90131" y="49954"/>
                </a:cubicBezTo>
                <a:cubicBezTo>
                  <a:pt x="93508" y="47287"/>
                  <a:pt x="96915" y="43139"/>
                  <a:pt x="100352" y="37510"/>
                </a:cubicBezTo>
                <a:lnTo>
                  <a:pt x="107463" y="42310"/>
                </a:lnTo>
                <a:cubicBezTo>
                  <a:pt x="104915" y="47584"/>
                  <a:pt x="100886" y="52902"/>
                  <a:pt x="95375" y="58265"/>
                </a:cubicBezTo>
                <a:cubicBezTo>
                  <a:pt x="89864" y="63628"/>
                  <a:pt x="83168" y="66309"/>
                  <a:pt x="75287" y="66309"/>
                </a:cubicBezTo>
                <a:cubicBezTo>
                  <a:pt x="67702" y="66309"/>
                  <a:pt x="59035" y="63198"/>
                  <a:pt x="49287" y="56976"/>
                </a:cubicBezTo>
                <a:cubicBezTo>
                  <a:pt x="39540" y="50754"/>
                  <a:pt x="32088" y="47643"/>
                  <a:pt x="26932" y="47643"/>
                </a:cubicBezTo>
                <a:cubicBezTo>
                  <a:pt x="22607" y="47643"/>
                  <a:pt x="18814" y="49006"/>
                  <a:pt x="15555" y="51732"/>
                </a:cubicBezTo>
                <a:cubicBezTo>
                  <a:pt x="12296" y="54458"/>
                  <a:pt x="9422" y="58428"/>
                  <a:pt x="6933" y="63642"/>
                </a:cubicBezTo>
                <a:lnTo>
                  <a:pt x="0" y="59731"/>
                </a:lnTo>
                <a:moveTo>
                  <a:pt x="0" y="24444"/>
                </a:moveTo>
                <a:cubicBezTo>
                  <a:pt x="3022" y="17451"/>
                  <a:pt x="7022" y="11629"/>
                  <a:pt x="12000" y="6978"/>
                </a:cubicBezTo>
                <a:cubicBezTo>
                  <a:pt x="16977" y="2326"/>
                  <a:pt x="22873" y="0"/>
                  <a:pt x="29688" y="0"/>
                </a:cubicBezTo>
                <a:cubicBezTo>
                  <a:pt x="36799" y="0"/>
                  <a:pt x="45273" y="3111"/>
                  <a:pt x="55109" y="9333"/>
                </a:cubicBezTo>
                <a:cubicBezTo>
                  <a:pt x="64946" y="15555"/>
                  <a:pt x="72413" y="18666"/>
                  <a:pt x="77509" y="18666"/>
                </a:cubicBezTo>
                <a:cubicBezTo>
                  <a:pt x="82546" y="18666"/>
                  <a:pt x="86753" y="17333"/>
                  <a:pt x="90131" y="14666"/>
                </a:cubicBezTo>
                <a:cubicBezTo>
                  <a:pt x="93508" y="12000"/>
                  <a:pt x="96915" y="7852"/>
                  <a:pt x="100352" y="2222"/>
                </a:cubicBezTo>
                <a:lnTo>
                  <a:pt x="107463" y="7022"/>
                </a:lnTo>
                <a:cubicBezTo>
                  <a:pt x="104915" y="12296"/>
                  <a:pt x="100886" y="17614"/>
                  <a:pt x="95375" y="22977"/>
                </a:cubicBezTo>
                <a:cubicBezTo>
                  <a:pt x="89864" y="28340"/>
                  <a:pt x="83168" y="31021"/>
                  <a:pt x="75287" y="31021"/>
                </a:cubicBezTo>
                <a:cubicBezTo>
                  <a:pt x="67702" y="31021"/>
                  <a:pt x="59035" y="27910"/>
                  <a:pt x="49287" y="21688"/>
                </a:cubicBezTo>
                <a:cubicBezTo>
                  <a:pt x="39540" y="15466"/>
                  <a:pt x="32088" y="12355"/>
                  <a:pt x="26932" y="12355"/>
                </a:cubicBezTo>
                <a:cubicBezTo>
                  <a:pt x="22607" y="12355"/>
                  <a:pt x="18814" y="13718"/>
                  <a:pt x="15555" y="16444"/>
                </a:cubicBezTo>
                <a:cubicBezTo>
                  <a:pt x="12296" y="19170"/>
                  <a:pt x="9422" y="23140"/>
                  <a:pt x="6933" y="28355"/>
                </a:cubicBezTo>
                <a:lnTo>
                  <a:pt x="0" y="244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𝑱">
            <a:extLst xmlns:a="http://schemas.openxmlformats.org/drawingml/2006/main">
              <a:ext uri="{FF2B5EF4-FFF2-40B4-BE49-F238E27FC236}">
                <a16:creationId xmlns:a16="http://schemas.microsoft.com/office/drawing/2014/main" id="{3FC11A07-F7DD-4B38-9319-F59FD034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277" y="3387468"/>
            <a:ext cx="87997" cy="155640"/>
          </a:xfrm>
          <a:custGeom xmlns:a="http://schemas.openxmlformats.org/drawingml/2006/main">
            <a:pathLst>
              <a:path w="87997" h="155640">
                <a:moveTo>
                  <a:pt x="55021" y="113774"/>
                </a:moveTo>
                <a:cubicBezTo>
                  <a:pt x="51880" y="127937"/>
                  <a:pt x="46606" y="138455"/>
                  <a:pt x="39199" y="145329"/>
                </a:cubicBezTo>
                <a:cubicBezTo>
                  <a:pt x="31792" y="152203"/>
                  <a:pt x="21955" y="155640"/>
                  <a:pt x="9689" y="155640"/>
                </a:cubicBezTo>
                <a:cubicBezTo>
                  <a:pt x="6429" y="155640"/>
                  <a:pt x="3200" y="155195"/>
                  <a:pt x="0" y="154306"/>
                </a:cubicBezTo>
                <a:lnTo>
                  <a:pt x="2578" y="143818"/>
                </a:lnTo>
                <a:cubicBezTo>
                  <a:pt x="4711" y="144410"/>
                  <a:pt x="6844" y="144707"/>
                  <a:pt x="8977" y="144707"/>
                </a:cubicBezTo>
                <a:cubicBezTo>
                  <a:pt x="12474" y="144707"/>
                  <a:pt x="15259" y="143877"/>
                  <a:pt x="17333" y="142218"/>
                </a:cubicBezTo>
                <a:cubicBezTo>
                  <a:pt x="19407" y="140559"/>
                  <a:pt x="21185" y="137936"/>
                  <a:pt x="22666" y="134351"/>
                </a:cubicBezTo>
                <a:cubicBezTo>
                  <a:pt x="24147" y="130766"/>
                  <a:pt x="25747" y="125152"/>
                  <a:pt x="27466" y="117507"/>
                </a:cubicBezTo>
                <a:lnTo>
                  <a:pt x="48265" y="23999"/>
                </a:lnTo>
                <a:cubicBezTo>
                  <a:pt x="49036" y="20562"/>
                  <a:pt x="49421" y="17096"/>
                  <a:pt x="49421" y="13600"/>
                </a:cubicBezTo>
                <a:cubicBezTo>
                  <a:pt x="49421" y="11111"/>
                  <a:pt x="48843" y="9289"/>
                  <a:pt x="47687" y="8133"/>
                </a:cubicBezTo>
                <a:cubicBezTo>
                  <a:pt x="46532" y="6978"/>
                  <a:pt x="44650" y="6222"/>
                  <a:pt x="42043" y="5866"/>
                </a:cubicBezTo>
                <a:lnTo>
                  <a:pt x="43288" y="0"/>
                </a:lnTo>
                <a:lnTo>
                  <a:pt x="87997" y="0"/>
                </a:lnTo>
                <a:lnTo>
                  <a:pt x="86753" y="5866"/>
                </a:lnTo>
                <a:cubicBezTo>
                  <a:pt x="83375" y="6815"/>
                  <a:pt x="80886" y="8474"/>
                  <a:pt x="79286" y="10844"/>
                </a:cubicBezTo>
                <a:cubicBezTo>
                  <a:pt x="77686" y="13214"/>
                  <a:pt x="76175" y="17599"/>
                  <a:pt x="74753" y="23999"/>
                </a:cubicBezTo>
                <a:lnTo>
                  <a:pt x="55021" y="1137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𝟎">
            <a:extLst xmlns:a="http://schemas.openxmlformats.org/drawingml/2006/main">
              <a:ext uri="{FF2B5EF4-FFF2-40B4-BE49-F238E27FC236}">
                <a16:creationId xmlns:a16="http://schemas.microsoft.com/office/drawing/2014/main" id="{38C7DA8B-8374-471F-A3D7-18F23CAC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810" y="3456506"/>
            <a:ext cx="64043" cy="90647"/>
          </a:xfrm>
          <a:custGeom xmlns:a="http://schemas.openxmlformats.org/drawingml/2006/main">
            <a:pathLst>
              <a:path w="64043" h="90647">
                <a:moveTo>
                  <a:pt x="31211" y="90647"/>
                </a:moveTo>
                <a:cubicBezTo>
                  <a:pt x="20569" y="90647"/>
                  <a:pt x="12707" y="86959"/>
                  <a:pt x="7624" y="79584"/>
                </a:cubicBezTo>
                <a:cubicBezTo>
                  <a:pt x="2541" y="72208"/>
                  <a:pt x="0" y="61059"/>
                  <a:pt x="0" y="46135"/>
                </a:cubicBezTo>
                <a:cubicBezTo>
                  <a:pt x="0" y="31167"/>
                  <a:pt x="2833" y="19736"/>
                  <a:pt x="8500" y="11842"/>
                </a:cubicBezTo>
                <a:cubicBezTo>
                  <a:pt x="14167" y="3947"/>
                  <a:pt x="22126" y="0"/>
                  <a:pt x="32379" y="0"/>
                </a:cubicBezTo>
                <a:cubicBezTo>
                  <a:pt x="43020" y="0"/>
                  <a:pt x="50958" y="3623"/>
                  <a:pt x="56192" y="10869"/>
                </a:cubicBezTo>
                <a:cubicBezTo>
                  <a:pt x="61426" y="18114"/>
                  <a:pt x="64043" y="29199"/>
                  <a:pt x="64043" y="44123"/>
                </a:cubicBezTo>
                <a:cubicBezTo>
                  <a:pt x="64043" y="59436"/>
                  <a:pt x="61264" y="71019"/>
                  <a:pt x="55705" y="78870"/>
                </a:cubicBezTo>
                <a:cubicBezTo>
                  <a:pt x="50147" y="86721"/>
                  <a:pt x="41982" y="90647"/>
                  <a:pt x="31211" y="90647"/>
                </a:cubicBezTo>
                <a:moveTo>
                  <a:pt x="19726" y="44253"/>
                </a:moveTo>
                <a:cubicBezTo>
                  <a:pt x="19726" y="53770"/>
                  <a:pt x="20147" y="61340"/>
                  <a:pt x="20991" y="66963"/>
                </a:cubicBezTo>
                <a:cubicBezTo>
                  <a:pt x="21834" y="72587"/>
                  <a:pt x="23165" y="76729"/>
                  <a:pt x="24981" y="79389"/>
                </a:cubicBezTo>
                <a:cubicBezTo>
                  <a:pt x="26798" y="82049"/>
                  <a:pt x="29221" y="83380"/>
                  <a:pt x="32249" y="83380"/>
                </a:cubicBezTo>
                <a:cubicBezTo>
                  <a:pt x="33893" y="83380"/>
                  <a:pt x="35331" y="82979"/>
                  <a:pt x="36564" y="82179"/>
                </a:cubicBezTo>
                <a:cubicBezTo>
                  <a:pt x="37797" y="81379"/>
                  <a:pt x="38900" y="80124"/>
                  <a:pt x="39873" y="78416"/>
                </a:cubicBezTo>
                <a:cubicBezTo>
                  <a:pt x="40846" y="76707"/>
                  <a:pt x="41679" y="74436"/>
                  <a:pt x="42371" y="71603"/>
                </a:cubicBezTo>
                <a:cubicBezTo>
                  <a:pt x="43063" y="68769"/>
                  <a:pt x="43561" y="65244"/>
                  <a:pt x="43864" y="61026"/>
                </a:cubicBezTo>
                <a:cubicBezTo>
                  <a:pt x="44166" y="56808"/>
                  <a:pt x="44318" y="52104"/>
                  <a:pt x="44318" y="46913"/>
                </a:cubicBezTo>
                <a:cubicBezTo>
                  <a:pt x="44318" y="39170"/>
                  <a:pt x="44026" y="32660"/>
                  <a:pt x="43442" y="27382"/>
                </a:cubicBezTo>
                <a:cubicBezTo>
                  <a:pt x="42858" y="22105"/>
                  <a:pt x="42025" y="18039"/>
                  <a:pt x="40944" y="15184"/>
                </a:cubicBezTo>
                <a:cubicBezTo>
                  <a:pt x="39862" y="12329"/>
                  <a:pt x="38586" y="10295"/>
                  <a:pt x="37115" y="9084"/>
                </a:cubicBezTo>
                <a:cubicBezTo>
                  <a:pt x="35645" y="7873"/>
                  <a:pt x="33936" y="7267"/>
                  <a:pt x="31989" y="7267"/>
                </a:cubicBezTo>
                <a:cubicBezTo>
                  <a:pt x="28918" y="7267"/>
                  <a:pt x="26495" y="8619"/>
                  <a:pt x="24722" y="11323"/>
                </a:cubicBezTo>
                <a:cubicBezTo>
                  <a:pt x="22948" y="14026"/>
                  <a:pt x="21672" y="18049"/>
                  <a:pt x="20894" y="23392"/>
                </a:cubicBezTo>
                <a:cubicBezTo>
                  <a:pt x="20115" y="28734"/>
                  <a:pt x="19726" y="35688"/>
                  <a:pt x="19726" y="442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Text (𝟎,𝒌𝒓)">
            <a:extLst xmlns:a="http://schemas.openxmlformats.org/drawingml/2006/main">
              <a:ext uri="{FF2B5EF4-FFF2-40B4-BE49-F238E27FC236}">
                <a16:creationId xmlns:a16="http://schemas.microsoft.com/office/drawing/2014/main" id="{CA9DF4BD-0C44-4B6C-B83D-231B5ED8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467" y="3380357"/>
            <a:ext cx="505022" cy="168617"/>
          </a:xfrm>
          <a:custGeom xmlns:a="http://schemas.openxmlformats.org/drawingml/2006/main">
            <a:pathLst>
              <a:path w="505022" h="168617">
                <a:moveTo>
                  <a:pt x="15377" y="83464"/>
                </a:moveTo>
                <a:cubicBezTo>
                  <a:pt x="15377" y="104204"/>
                  <a:pt x="18711" y="121300"/>
                  <a:pt x="25377" y="134751"/>
                </a:cubicBezTo>
                <a:cubicBezTo>
                  <a:pt x="32043" y="148203"/>
                  <a:pt x="42221" y="157210"/>
                  <a:pt x="55909" y="161773"/>
                </a:cubicBezTo>
                <a:lnTo>
                  <a:pt x="53776" y="168617"/>
                </a:lnTo>
                <a:cubicBezTo>
                  <a:pt x="36414" y="164054"/>
                  <a:pt x="23110" y="154232"/>
                  <a:pt x="13866" y="139151"/>
                </a:cubicBezTo>
                <a:cubicBezTo>
                  <a:pt x="4622" y="124070"/>
                  <a:pt x="0" y="105804"/>
                  <a:pt x="0" y="84353"/>
                </a:cubicBezTo>
                <a:cubicBezTo>
                  <a:pt x="0" y="62961"/>
                  <a:pt x="4637" y="44695"/>
                  <a:pt x="13911" y="29555"/>
                </a:cubicBezTo>
                <a:cubicBezTo>
                  <a:pt x="23184" y="14414"/>
                  <a:pt x="36473" y="4563"/>
                  <a:pt x="53776" y="0"/>
                </a:cubicBezTo>
                <a:lnTo>
                  <a:pt x="56176" y="6844"/>
                </a:lnTo>
                <a:cubicBezTo>
                  <a:pt x="42310" y="11407"/>
                  <a:pt x="32043" y="20310"/>
                  <a:pt x="25377" y="33554"/>
                </a:cubicBezTo>
                <a:cubicBezTo>
                  <a:pt x="18711" y="46799"/>
                  <a:pt x="15377" y="63435"/>
                  <a:pt x="15377" y="83464"/>
                </a:cubicBezTo>
                <a:close/>
                <a:moveTo>
                  <a:pt x="113788" y="129863"/>
                </a:moveTo>
                <a:cubicBezTo>
                  <a:pt x="99211" y="129863"/>
                  <a:pt x="88441" y="124811"/>
                  <a:pt x="81478" y="114708"/>
                </a:cubicBezTo>
                <a:cubicBezTo>
                  <a:pt x="74515" y="104604"/>
                  <a:pt x="71034" y="89331"/>
                  <a:pt x="71034" y="68887"/>
                </a:cubicBezTo>
                <a:cubicBezTo>
                  <a:pt x="71034" y="48384"/>
                  <a:pt x="74915" y="32725"/>
                  <a:pt x="82678" y="21910"/>
                </a:cubicBezTo>
                <a:cubicBezTo>
                  <a:pt x="90441" y="11096"/>
                  <a:pt x="101344" y="5689"/>
                  <a:pt x="115388" y="5689"/>
                </a:cubicBezTo>
                <a:cubicBezTo>
                  <a:pt x="129966" y="5689"/>
                  <a:pt x="140839" y="10652"/>
                  <a:pt x="148009" y="20577"/>
                </a:cubicBezTo>
                <a:cubicBezTo>
                  <a:pt x="155180" y="30503"/>
                  <a:pt x="158765" y="45687"/>
                  <a:pt x="158765" y="66131"/>
                </a:cubicBezTo>
                <a:cubicBezTo>
                  <a:pt x="158765" y="87108"/>
                  <a:pt x="154957" y="102975"/>
                  <a:pt x="147343" y="113730"/>
                </a:cubicBezTo>
                <a:cubicBezTo>
                  <a:pt x="139728" y="124485"/>
                  <a:pt x="128543" y="129863"/>
                  <a:pt x="113788" y="129863"/>
                </a:cubicBezTo>
                <a:moveTo>
                  <a:pt x="98055" y="66309"/>
                </a:moveTo>
                <a:cubicBezTo>
                  <a:pt x="98055" y="79346"/>
                  <a:pt x="98633" y="89716"/>
                  <a:pt x="99789" y="97419"/>
                </a:cubicBezTo>
                <a:cubicBezTo>
                  <a:pt x="100944" y="105123"/>
                  <a:pt x="102766" y="110797"/>
                  <a:pt x="105255" y="114441"/>
                </a:cubicBezTo>
                <a:cubicBezTo>
                  <a:pt x="107744" y="118085"/>
                  <a:pt x="111062" y="119907"/>
                  <a:pt x="115210" y="119907"/>
                </a:cubicBezTo>
                <a:cubicBezTo>
                  <a:pt x="117462" y="119907"/>
                  <a:pt x="119433" y="119359"/>
                  <a:pt x="121121" y="118263"/>
                </a:cubicBezTo>
                <a:cubicBezTo>
                  <a:pt x="122810" y="117167"/>
                  <a:pt x="124321" y="115448"/>
                  <a:pt x="125655" y="113108"/>
                </a:cubicBezTo>
                <a:cubicBezTo>
                  <a:pt x="126988" y="110767"/>
                  <a:pt x="128129" y="107656"/>
                  <a:pt x="129077" y="103775"/>
                </a:cubicBezTo>
                <a:cubicBezTo>
                  <a:pt x="130025" y="99893"/>
                  <a:pt x="130706" y="95064"/>
                  <a:pt x="131121" y="89286"/>
                </a:cubicBezTo>
                <a:cubicBezTo>
                  <a:pt x="131536" y="83508"/>
                  <a:pt x="131743" y="77064"/>
                  <a:pt x="131743" y="69953"/>
                </a:cubicBezTo>
                <a:cubicBezTo>
                  <a:pt x="131743" y="59346"/>
                  <a:pt x="131343" y="50428"/>
                  <a:pt x="130543" y="43199"/>
                </a:cubicBezTo>
                <a:cubicBezTo>
                  <a:pt x="129743" y="35969"/>
                  <a:pt x="128603" y="30399"/>
                  <a:pt x="127121" y="26488"/>
                </a:cubicBezTo>
                <a:cubicBezTo>
                  <a:pt x="125640" y="22577"/>
                  <a:pt x="123892" y="19792"/>
                  <a:pt x="121877" y="18133"/>
                </a:cubicBezTo>
                <a:cubicBezTo>
                  <a:pt x="119862" y="16474"/>
                  <a:pt x="117521" y="15644"/>
                  <a:pt x="114855" y="15644"/>
                </a:cubicBezTo>
                <a:cubicBezTo>
                  <a:pt x="110648" y="15644"/>
                  <a:pt x="107329" y="17496"/>
                  <a:pt x="104900" y="21199"/>
                </a:cubicBezTo>
                <a:cubicBezTo>
                  <a:pt x="102470" y="24903"/>
                  <a:pt x="100722" y="30414"/>
                  <a:pt x="99655" y="37732"/>
                </a:cubicBezTo>
                <a:cubicBezTo>
                  <a:pt x="98589" y="45050"/>
                  <a:pt x="98055" y="54576"/>
                  <a:pt x="98055" y="66309"/>
                </a:cubicBezTo>
                <a:close/>
                <a:moveTo>
                  <a:pt x="197146" y="107819"/>
                </a:moveTo>
                <a:cubicBezTo>
                  <a:pt x="197975" y="111967"/>
                  <a:pt x="198390" y="116056"/>
                  <a:pt x="198390" y="120085"/>
                </a:cubicBezTo>
                <a:cubicBezTo>
                  <a:pt x="198390" y="124233"/>
                  <a:pt x="197679" y="128026"/>
                  <a:pt x="196257" y="131463"/>
                </a:cubicBezTo>
                <a:cubicBezTo>
                  <a:pt x="194834" y="134899"/>
                  <a:pt x="192568" y="138322"/>
                  <a:pt x="189457" y="141729"/>
                </a:cubicBezTo>
                <a:cubicBezTo>
                  <a:pt x="186346" y="145136"/>
                  <a:pt x="182065" y="148884"/>
                  <a:pt x="176613" y="152973"/>
                </a:cubicBezTo>
                <a:lnTo>
                  <a:pt x="171813" y="147551"/>
                </a:lnTo>
                <a:cubicBezTo>
                  <a:pt x="174835" y="144707"/>
                  <a:pt x="177028" y="142144"/>
                  <a:pt x="178391" y="139862"/>
                </a:cubicBezTo>
                <a:cubicBezTo>
                  <a:pt x="179753" y="137581"/>
                  <a:pt x="180731" y="134988"/>
                  <a:pt x="181324" y="132085"/>
                </a:cubicBezTo>
                <a:cubicBezTo>
                  <a:pt x="181916" y="129181"/>
                  <a:pt x="182213" y="125537"/>
                  <a:pt x="182213" y="121152"/>
                </a:cubicBezTo>
                <a:cubicBezTo>
                  <a:pt x="182213" y="116648"/>
                  <a:pt x="182005" y="112204"/>
                  <a:pt x="181590" y="107819"/>
                </a:cubicBezTo>
                <a:lnTo>
                  <a:pt x="197146" y="107819"/>
                </a:lnTo>
                <a:close/>
                <a:moveTo>
                  <a:pt x="281278" y="75998"/>
                </a:moveTo>
                <a:lnTo>
                  <a:pt x="283056" y="75998"/>
                </a:lnTo>
                <a:cubicBezTo>
                  <a:pt x="285189" y="75998"/>
                  <a:pt x="287204" y="75612"/>
                  <a:pt x="289100" y="74842"/>
                </a:cubicBezTo>
                <a:cubicBezTo>
                  <a:pt x="291411" y="73894"/>
                  <a:pt x="294255" y="72205"/>
                  <a:pt x="297633" y="69776"/>
                </a:cubicBezTo>
                <a:cubicBezTo>
                  <a:pt x="302196" y="66398"/>
                  <a:pt x="305426" y="63761"/>
                  <a:pt x="307322" y="61865"/>
                </a:cubicBezTo>
                <a:cubicBezTo>
                  <a:pt x="309218" y="59968"/>
                  <a:pt x="310536" y="58176"/>
                  <a:pt x="311277" y="56487"/>
                </a:cubicBezTo>
                <a:cubicBezTo>
                  <a:pt x="312018" y="54798"/>
                  <a:pt x="312388" y="53065"/>
                  <a:pt x="312388" y="51287"/>
                </a:cubicBezTo>
                <a:cubicBezTo>
                  <a:pt x="312388" y="49924"/>
                  <a:pt x="312018" y="48769"/>
                  <a:pt x="311277" y="47821"/>
                </a:cubicBezTo>
                <a:cubicBezTo>
                  <a:pt x="310536" y="46873"/>
                  <a:pt x="309218" y="46310"/>
                  <a:pt x="307322" y="46132"/>
                </a:cubicBezTo>
                <a:lnTo>
                  <a:pt x="308744" y="40265"/>
                </a:lnTo>
                <a:lnTo>
                  <a:pt x="340387" y="40265"/>
                </a:lnTo>
                <a:lnTo>
                  <a:pt x="342610" y="46043"/>
                </a:lnTo>
                <a:cubicBezTo>
                  <a:pt x="338936" y="50073"/>
                  <a:pt x="333988" y="54458"/>
                  <a:pt x="327766" y="59198"/>
                </a:cubicBezTo>
                <a:lnTo>
                  <a:pt x="307766" y="74220"/>
                </a:lnTo>
                <a:lnTo>
                  <a:pt x="316921" y="106663"/>
                </a:lnTo>
                <a:cubicBezTo>
                  <a:pt x="317988" y="110515"/>
                  <a:pt x="318981" y="113122"/>
                  <a:pt x="319899" y="114485"/>
                </a:cubicBezTo>
                <a:cubicBezTo>
                  <a:pt x="320818" y="115848"/>
                  <a:pt x="322106" y="116530"/>
                  <a:pt x="323766" y="116530"/>
                </a:cubicBezTo>
                <a:cubicBezTo>
                  <a:pt x="325306" y="116530"/>
                  <a:pt x="327054" y="115745"/>
                  <a:pt x="329010" y="114174"/>
                </a:cubicBezTo>
                <a:cubicBezTo>
                  <a:pt x="330965" y="112604"/>
                  <a:pt x="333276" y="110248"/>
                  <a:pt x="335943" y="107108"/>
                </a:cubicBezTo>
                <a:lnTo>
                  <a:pt x="342343" y="113508"/>
                </a:lnTo>
                <a:cubicBezTo>
                  <a:pt x="336832" y="119433"/>
                  <a:pt x="331854" y="123641"/>
                  <a:pt x="327410" y="126129"/>
                </a:cubicBezTo>
                <a:cubicBezTo>
                  <a:pt x="322966" y="128618"/>
                  <a:pt x="318403" y="129863"/>
                  <a:pt x="313722" y="129863"/>
                </a:cubicBezTo>
                <a:cubicBezTo>
                  <a:pt x="307855" y="129863"/>
                  <a:pt x="303292" y="128470"/>
                  <a:pt x="300033" y="125685"/>
                </a:cubicBezTo>
                <a:cubicBezTo>
                  <a:pt x="296774" y="122900"/>
                  <a:pt x="294404" y="118130"/>
                  <a:pt x="292922" y="111374"/>
                </a:cubicBezTo>
                <a:lnTo>
                  <a:pt x="288211" y="90042"/>
                </a:lnTo>
                <a:cubicBezTo>
                  <a:pt x="287915" y="88619"/>
                  <a:pt x="287530" y="87494"/>
                  <a:pt x="287056" y="86664"/>
                </a:cubicBezTo>
                <a:cubicBezTo>
                  <a:pt x="286582" y="85834"/>
                  <a:pt x="285959" y="85242"/>
                  <a:pt x="285189" y="84886"/>
                </a:cubicBezTo>
                <a:cubicBezTo>
                  <a:pt x="284419" y="84531"/>
                  <a:pt x="283263" y="84353"/>
                  <a:pt x="281723" y="84353"/>
                </a:cubicBezTo>
                <a:lnTo>
                  <a:pt x="279500" y="84353"/>
                </a:lnTo>
                <a:lnTo>
                  <a:pt x="269812" y="128440"/>
                </a:lnTo>
                <a:lnTo>
                  <a:pt x="244302" y="128440"/>
                </a:lnTo>
                <a:lnTo>
                  <a:pt x="266790" y="27999"/>
                </a:lnTo>
                <a:cubicBezTo>
                  <a:pt x="268093" y="22192"/>
                  <a:pt x="268745" y="17955"/>
                  <a:pt x="268745" y="15288"/>
                </a:cubicBezTo>
                <a:cubicBezTo>
                  <a:pt x="268745" y="13985"/>
                  <a:pt x="268612" y="12963"/>
                  <a:pt x="268345" y="12222"/>
                </a:cubicBezTo>
                <a:cubicBezTo>
                  <a:pt x="268079" y="11481"/>
                  <a:pt x="267679" y="10874"/>
                  <a:pt x="267145" y="10400"/>
                </a:cubicBezTo>
                <a:cubicBezTo>
                  <a:pt x="266612" y="9926"/>
                  <a:pt x="265901" y="9555"/>
                  <a:pt x="265012" y="9289"/>
                </a:cubicBezTo>
                <a:cubicBezTo>
                  <a:pt x="264123" y="9022"/>
                  <a:pt x="262375" y="8711"/>
                  <a:pt x="259768" y="8355"/>
                </a:cubicBezTo>
                <a:lnTo>
                  <a:pt x="261190" y="2578"/>
                </a:lnTo>
                <a:lnTo>
                  <a:pt x="287767" y="1156"/>
                </a:lnTo>
                <a:lnTo>
                  <a:pt x="297811" y="1156"/>
                </a:lnTo>
                <a:lnTo>
                  <a:pt x="281278" y="75998"/>
                </a:lnTo>
                <a:close/>
                <a:moveTo>
                  <a:pt x="395433" y="60176"/>
                </a:moveTo>
                <a:cubicBezTo>
                  <a:pt x="400410" y="53184"/>
                  <a:pt x="405625" y="47880"/>
                  <a:pt x="411077" y="44265"/>
                </a:cubicBezTo>
                <a:cubicBezTo>
                  <a:pt x="416528" y="40651"/>
                  <a:pt x="422573" y="38843"/>
                  <a:pt x="429209" y="38843"/>
                </a:cubicBezTo>
                <a:cubicBezTo>
                  <a:pt x="433120" y="38843"/>
                  <a:pt x="437268" y="39406"/>
                  <a:pt x="441654" y="40532"/>
                </a:cubicBezTo>
                <a:lnTo>
                  <a:pt x="436409" y="64442"/>
                </a:lnTo>
                <a:lnTo>
                  <a:pt x="420499" y="64442"/>
                </a:lnTo>
                <a:cubicBezTo>
                  <a:pt x="420499" y="60472"/>
                  <a:pt x="420069" y="57717"/>
                  <a:pt x="419210" y="56176"/>
                </a:cubicBezTo>
                <a:cubicBezTo>
                  <a:pt x="418351" y="54635"/>
                  <a:pt x="416884" y="53865"/>
                  <a:pt x="414810" y="53865"/>
                </a:cubicBezTo>
                <a:cubicBezTo>
                  <a:pt x="413210" y="53865"/>
                  <a:pt x="411462" y="54428"/>
                  <a:pt x="409566" y="55554"/>
                </a:cubicBezTo>
                <a:cubicBezTo>
                  <a:pt x="407669" y="56680"/>
                  <a:pt x="405403" y="58872"/>
                  <a:pt x="402766" y="62131"/>
                </a:cubicBezTo>
                <a:cubicBezTo>
                  <a:pt x="400129" y="65391"/>
                  <a:pt x="398144" y="68502"/>
                  <a:pt x="396810" y="71464"/>
                </a:cubicBezTo>
                <a:cubicBezTo>
                  <a:pt x="395477" y="74427"/>
                  <a:pt x="394307" y="78220"/>
                  <a:pt x="393299" y="82842"/>
                </a:cubicBezTo>
                <a:lnTo>
                  <a:pt x="383255" y="128440"/>
                </a:lnTo>
                <a:lnTo>
                  <a:pt x="357745" y="128440"/>
                </a:lnTo>
                <a:lnTo>
                  <a:pt x="372056" y="66665"/>
                </a:lnTo>
                <a:cubicBezTo>
                  <a:pt x="372945" y="62813"/>
                  <a:pt x="373389" y="59880"/>
                  <a:pt x="373389" y="57865"/>
                </a:cubicBezTo>
                <a:cubicBezTo>
                  <a:pt x="373389" y="55909"/>
                  <a:pt x="373063" y="54398"/>
                  <a:pt x="372411" y="53332"/>
                </a:cubicBezTo>
                <a:cubicBezTo>
                  <a:pt x="371759" y="52265"/>
                  <a:pt x="370634" y="51732"/>
                  <a:pt x="369034" y="51732"/>
                </a:cubicBezTo>
                <a:cubicBezTo>
                  <a:pt x="367197" y="51732"/>
                  <a:pt x="365211" y="52561"/>
                  <a:pt x="363078" y="54221"/>
                </a:cubicBezTo>
                <a:cubicBezTo>
                  <a:pt x="360945" y="55880"/>
                  <a:pt x="358456" y="58339"/>
                  <a:pt x="355612" y="61598"/>
                </a:cubicBezTo>
                <a:lnTo>
                  <a:pt x="349212" y="55198"/>
                </a:lnTo>
                <a:cubicBezTo>
                  <a:pt x="355138" y="49154"/>
                  <a:pt x="360397" y="44917"/>
                  <a:pt x="364989" y="42488"/>
                </a:cubicBezTo>
                <a:cubicBezTo>
                  <a:pt x="369582" y="40058"/>
                  <a:pt x="374426" y="38843"/>
                  <a:pt x="379522" y="38843"/>
                </a:cubicBezTo>
                <a:cubicBezTo>
                  <a:pt x="384441" y="38843"/>
                  <a:pt x="388366" y="40221"/>
                  <a:pt x="391300" y="42976"/>
                </a:cubicBezTo>
                <a:cubicBezTo>
                  <a:pt x="394233" y="45732"/>
                  <a:pt x="395699" y="49361"/>
                  <a:pt x="395699" y="53865"/>
                </a:cubicBezTo>
                <a:cubicBezTo>
                  <a:pt x="395699" y="55465"/>
                  <a:pt x="395374" y="57480"/>
                  <a:pt x="394722" y="59909"/>
                </a:cubicBezTo>
                <a:lnTo>
                  <a:pt x="395433" y="60176"/>
                </a:lnTo>
                <a:close/>
                <a:moveTo>
                  <a:pt x="489645" y="83464"/>
                </a:moveTo>
                <a:cubicBezTo>
                  <a:pt x="489645" y="63435"/>
                  <a:pt x="486327" y="46799"/>
                  <a:pt x="479690" y="33554"/>
                </a:cubicBezTo>
                <a:cubicBezTo>
                  <a:pt x="473053" y="20310"/>
                  <a:pt x="462772" y="11407"/>
                  <a:pt x="448846" y="6844"/>
                </a:cubicBezTo>
                <a:lnTo>
                  <a:pt x="451246" y="0"/>
                </a:lnTo>
                <a:cubicBezTo>
                  <a:pt x="468549" y="4563"/>
                  <a:pt x="481838" y="14414"/>
                  <a:pt x="491112" y="29555"/>
                </a:cubicBezTo>
                <a:cubicBezTo>
                  <a:pt x="500385" y="44695"/>
                  <a:pt x="505022" y="62961"/>
                  <a:pt x="505022" y="84353"/>
                </a:cubicBezTo>
                <a:cubicBezTo>
                  <a:pt x="505022" y="105804"/>
                  <a:pt x="500400" y="124070"/>
                  <a:pt x="491156" y="139151"/>
                </a:cubicBezTo>
                <a:cubicBezTo>
                  <a:pt x="481912" y="154232"/>
                  <a:pt x="468609" y="164054"/>
                  <a:pt x="451246" y="168617"/>
                </a:cubicBezTo>
                <a:lnTo>
                  <a:pt x="449113" y="161773"/>
                </a:lnTo>
                <a:cubicBezTo>
                  <a:pt x="462801" y="157210"/>
                  <a:pt x="472979" y="148203"/>
                  <a:pt x="479645" y="134751"/>
                </a:cubicBezTo>
                <a:cubicBezTo>
                  <a:pt x="486312" y="121300"/>
                  <a:pt x="489645" y="104204"/>
                  <a:pt x="489645" y="834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1B3F41-D160-4F68-B178-BB003A10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450" y="881447"/>
            <a:ext cx="178398" cy="972997"/>
          </a:xfrm>
          <a:custGeom xmlns:a="http://schemas.openxmlformats.org/drawingml/2006/main">
            <a:pathLst>
              <a:path w="178398" h="972997" fill="none">
                <a:moveTo>
                  <a:pt x="0" y="972997"/>
                </a:moveTo>
                <a:lnTo>
                  <a:pt x="178398" y="972997"/>
                </a:lnTo>
                <a:lnTo>
                  <a:pt x="178398" y="0"/>
                </a:lnTo>
                <a:lnTo>
                  <a:pt x="0" y="0"/>
                </a:lnTo>
                <a:lnTo>
                  <a:pt x="0" y="9729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206" name="Text 𝐓">
            <a:extLst xmlns:a="http://schemas.openxmlformats.org/drawingml/2006/main">
              <a:ext uri="{FF2B5EF4-FFF2-40B4-BE49-F238E27FC236}">
                <a16:creationId xmlns:a16="http://schemas.microsoft.com/office/drawing/2014/main" id="{0F8DBD4E-0F60-4F06-A6AF-94ABFF35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42" y="1722188"/>
            <a:ext cx="90997" cy="78464"/>
          </a:xfrm>
          <a:custGeom xmlns:a="http://schemas.openxmlformats.org/drawingml/2006/main">
            <a:pathLst>
              <a:path w="90997" h="78464">
                <a:moveTo>
                  <a:pt x="90997" y="57598"/>
                </a:moveTo>
                <a:lnTo>
                  <a:pt x="86597" y="57598"/>
                </a:lnTo>
                <a:cubicBezTo>
                  <a:pt x="86286" y="55732"/>
                  <a:pt x="85875" y="54254"/>
                  <a:pt x="85364" y="53165"/>
                </a:cubicBezTo>
                <a:cubicBezTo>
                  <a:pt x="84853" y="52076"/>
                  <a:pt x="84131" y="51265"/>
                  <a:pt x="83197" y="50732"/>
                </a:cubicBezTo>
                <a:cubicBezTo>
                  <a:pt x="82264" y="50198"/>
                  <a:pt x="81075" y="49865"/>
                  <a:pt x="79631" y="49732"/>
                </a:cubicBezTo>
                <a:cubicBezTo>
                  <a:pt x="78186" y="49598"/>
                  <a:pt x="76398" y="49532"/>
                  <a:pt x="74264" y="49532"/>
                </a:cubicBezTo>
                <a:lnTo>
                  <a:pt x="7800" y="49532"/>
                </a:lnTo>
                <a:lnTo>
                  <a:pt x="7800" y="54932"/>
                </a:lnTo>
                <a:cubicBezTo>
                  <a:pt x="7800" y="57643"/>
                  <a:pt x="8155" y="59798"/>
                  <a:pt x="8866" y="61398"/>
                </a:cubicBezTo>
                <a:cubicBezTo>
                  <a:pt x="9577" y="62998"/>
                  <a:pt x="10922" y="64398"/>
                  <a:pt x="12900" y="65598"/>
                </a:cubicBezTo>
                <a:cubicBezTo>
                  <a:pt x="14877" y="66798"/>
                  <a:pt x="18377" y="68042"/>
                  <a:pt x="23399" y="69331"/>
                </a:cubicBezTo>
                <a:lnTo>
                  <a:pt x="23399" y="78464"/>
                </a:lnTo>
                <a:lnTo>
                  <a:pt x="0" y="78464"/>
                </a:lnTo>
                <a:lnTo>
                  <a:pt x="0" y="0"/>
                </a:lnTo>
                <a:lnTo>
                  <a:pt x="23399" y="0"/>
                </a:lnTo>
                <a:lnTo>
                  <a:pt x="23399" y="9133"/>
                </a:lnTo>
                <a:cubicBezTo>
                  <a:pt x="20022" y="10066"/>
                  <a:pt x="17433" y="10877"/>
                  <a:pt x="15633" y="11566"/>
                </a:cubicBezTo>
                <a:cubicBezTo>
                  <a:pt x="13833" y="12255"/>
                  <a:pt x="12344" y="13111"/>
                  <a:pt x="11166" y="14133"/>
                </a:cubicBezTo>
                <a:cubicBezTo>
                  <a:pt x="9989" y="15155"/>
                  <a:pt x="9133" y="16344"/>
                  <a:pt x="8600" y="17699"/>
                </a:cubicBezTo>
                <a:cubicBezTo>
                  <a:pt x="8066" y="19055"/>
                  <a:pt x="7800" y="21177"/>
                  <a:pt x="7800" y="24066"/>
                </a:cubicBezTo>
                <a:lnTo>
                  <a:pt x="7800" y="28866"/>
                </a:lnTo>
                <a:lnTo>
                  <a:pt x="74264" y="28866"/>
                </a:lnTo>
                <a:cubicBezTo>
                  <a:pt x="77731" y="28866"/>
                  <a:pt x="80142" y="28688"/>
                  <a:pt x="81497" y="28332"/>
                </a:cubicBezTo>
                <a:cubicBezTo>
                  <a:pt x="82853" y="27977"/>
                  <a:pt x="83942" y="27277"/>
                  <a:pt x="84764" y="26233"/>
                </a:cubicBezTo>
                <a:cubicBezTo>
                  <a:pt x="85586" y="25188"/>
                  <a:pt x="86197" y="23377"/>
                  <a:pt x="86597" y="20799"/>
                </a:cubicBezTo>
                <a:lnTo>
                  <a:pt x="90997" y="20799"/>
                </a:lnTo>
                <a:lnTo>
                  <a:pt x="90997" y="575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Text 𝐫">
            <a:extLst xmlns:a="http://schemas.openxmlformats.org/drawingml/2006/main">
              <a:ext uri="{FF2B5EF4-FFF2-40B4-BE49-F238E27FC236}">
                <a16:creationId xmlns:a16="http://schemas.microsoft.com/office/drawing/2014/main" id="{2C92E7DC-2E20-41DB-918F-52FADC27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1" y="1654631"/>
            <a:ext cx="67198" cy="56265"/>
          </a:xfrm>
          <a:custGeom xmlns:a="http://schemas.openxmlformats.org/drawingml/2006/main">
            <a:pathLst>
              <a:path w="67198" h="56265">
                <a:moveTo>
                  <a:pt x="10600" y="30532"/>
                </a:moveTo>
                <a:lnTo>
                  <a:pt x="10800" y="29666"/>
                </a:lnTo>
                <a:cubicBezTo>
                  <a:pt x="6978" y="26421"/>
                  <a:pt x="4222" y="23088"/>
                  <a:pt x="2533" y="19666"/>
                </a:cubicBezTo>
                <a:cubicBezTo>
                  <a:pt x="844" y="16244"/>
                  <a:pt x="0" y="12533"/>
                  <a:pt x="0" y="8533"/>
                </a:cubicBezTo>
                <a:cubicBezTo>
                  <a:pt x="0" y="5822"/>
                  <a:pt x="289" y="2978"/>
                  <a:pt x="867" y="0"/>
                </a:cubicBezTo>
                <a:lnTo>
                  <a:pt x="19266" y="0"/>
                </a:lnTo>
                <a:lnTo>
                  <a:pt x="19266" y="12066"/>
                </a:lnTo>
                <a:cubicBezTo>
                  <a:pt x="16688" y="12822"/>
                  <a:pt x="14711" y="13811"/>
                  <a:pt x="13333" y="15033"/>
                </a:cubicBezTo>
                <a:cubicBezTo>
                  <a:pt x="11955" y="16255"/>
                  <a:pt x="11266" y="17888"/>
                  <a:pt x="11266" y="19933"/>
                </a:cubicBezTo>
                <a:cubicBezTo>
                  <a:pt x="11266" y="20910"/>
                  <a:pt x="11566" y="21988"/>
                  <a:pt x="12166" y="23166"/>
                </a:cubicBezTo>
                <a:cubicBezTo>
                  <a:pt x="12766" y="24344"/>
                  <a:pt x="13611" y="25433"/>
                  <a:pt x="14700" y="26433"/>
                </a:cubicBezTo>
                <a:cubicBezTo>
                  <a:pt x="15788" y="27432"/>
                  <a:pt x="16899" y="28144"/>
                  <a:pt x="18033" y="28566"/>
                </a:cubicBezTo>
                <a:cubicBezTo>
                  <a:pt x="19166" y="28988"/>
                  <a:pt x="20310" y="29266"/>
                  <a:pt x="21466" y="29399"/>
                </a:cubicBezTo>
                <a:cubicBezTo>
                  <a:pt x="22622" y="29532"/>
                  <a:pt x="24355" y="29599"/>
                  <a:pt x="26666" y="29599"/>
                </a:cubicBezTo>
                <a:lnTo>
                  <a:pt x="47932" y="29599"/>
                </a:lnTo>
                <a:cubicBezTo>
                  <a:pt x="52154" y="29599"/>
                  <a:pt x="55109" y="29444"/>
                  <a:pt x="56798" y="29132"/>
                </a:cubicBezTo>
                <a:cubicBezTo>
                  <a:pt x="58487" y="28821"/>
                  <a:pt x="59809" y="28199"/>
                  <a:pt x="60765" y="27266"/>
                </a:cubicBezTo>
                <a:cubicBezTo>
                  <a:pt x="61720" y="26333"/>
                  <a:pt x="62398" y="24755"/>
                  <a:pt x="62798" y="22533"/>
                </a:cubicBezTo>
                <a:lnTo>
                  <a:pt x="67198" y="22533"/>
                </a:lnTo>
                <a:lnTo>
                  <a:pt x="67198" y="55398"/>
                </a:lnTo>
                <a:lnTo>
                  <a:pt x="62798" y="55398"/>
                </a:lnTo>
                <a:cubicBezTo>
                  <a:pt x="62220" y="53265"/>
                  <a:pt x="61465" y="51787"/>
                  <a:pt x="60531" y="50965"/>
                </a:cubicBezTo>
                <a:cubicBezTo>
                  <a:pt x="59598" y="50143"/>
                  <a:pt x="58332" y="49587"/>
                  <a:pt x="56732" y="49298"/>
                </a:cubicBezTo>
                <a:cubicBezTo>
                  <a:pt x="55132" y="49010"/>
                  <a:pt x="52221" y="48865"/>
                  <a:pt x="47999" y="48865"/>
                </a:cubicBezTo>
                <a:lnTo>
                  <a:pt x="20599" y="48865"/>
                </a:lnTo>
                <a:cubicBezTo>
                  <a:pt x="17311" y="48865"/>
                  <a:pt x="14877" y="48921"/>
                  <a:pt x="13300" y="49032"/>
                </a:cubicBezTo>
                <a:cubicBezTo>
                  <a:pt x="11722" y="49143"/>
                  <a:pt x="10455" y="49410"/>
                  <a:pt x="9500" y="49832"/>
                </a:cubicBezTo>
                <a:cubicBezTo>
                  <a:pt x="8544" y="50254"/>
                  <a:pt x="7766" y="50898"/>
                  <a:pt x="7166" y="51765"/>
                </a:cubicBezTo>
                <a:cubicBezTo>
                  <a:pt x="6566" y="52632"/>
                  <a:pt x="6044" y="54132"/>
                  <a:pt x="5600" y="56265"/>
                </a:cubicBezTo>
                <a:lnTo>
                  <a:pt x="1067" y="56265"/>
                </a:lnTo>
                <a:lnTo>
                  <a:pt x="533" y="37999"/>
                </a:lnTo>
                <a:lnTo>
                  <a:pt x="533" y="29599"/>
                </a:lnTo>
                <a:lnTo>
                  <a:pt x="10600" y="30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Text 𝐚">
            <a:extLst xmlns:a="http://schemas.openxmlformats.org/drawingml/2006/main">
              <a:ext uri="{FF2B5EF4-FFF2-40B4-BE49-F238E27FC236}">
                <a16:creationId xmlns:a16="http://schemas.microsoft.com/office/drawing/2014/main" id="{0C942C11-BEBF-4971-B656-CAAC1CE5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1" y="1581853"/>
            <a:ext cx="68265" cy="65331"/>
          </a:xfrm>
          <a:custGeom xmlns:a="http://schemas.openxmlformats.org/drawingml/2006/main">
            <a:pathLst>
              <a:path w="68265" h="65331">
                <a:moveTo>
                  <a:pt x="58465" y="24199"/>
                </a:moveTo>
                <a:lnTo>
                  <a:pt x="58132" y="25199"/>
                </a:lnTo>
                <a:cubicBezTo>
                  <a:pt x="61687" y="28844"/>
                  <a:pt x="64265" y="32388"/>
                  <a:pt x="65865" y="35832"/>
                </a:cubicBezTo>
                <a:cubicBezTo>
                  <a:pt x="67465" y="39277"/>
                  <a:pt x="68265" y="42932"/>
                  <a:pt x="68265" y="46799"/>
                </a:cubicBezTo>
                <a:cubicBezTo>
                  <a:pt x="68265" y="52487"/>
                  <a:pt x="66765" y="56998"/>
                  <a:pt x="63765" y="60331"/>
                </a:cubicBezTo>
                <a:cubicBezTo>
                  <a:pt x="60765" y="63665"/>
                  <a:pt x="56754" y="65331"/>
                  <a:pt x="51732" y="65331"/>
                </a:cubicBezTo>
                <a:cubicBezTo>
                  <a:pt x="45199" y="65331"/>
                  <a:pt x="40054" y="62120"/>
                  <a:pt x="36299" y="55698"/>
                </a:cubicBezTo>
                <a:cubicBezTo>
                  <a:pt x="32543" y="49276"/>
                  <a:pt x="30177" y="39532"/>
                  <a:pt x="29199" y="26466"/>
                </a:cubicBezTo>
                <a:lnTo>
                  <a:pt x="22866" y="26466"/>
                </a:lnTo>
                <a:cubicBezTo>
                  <a:pt x="18733" y="26466"/>
                  <a:pt x="15544" y="26932"/>
                  <a:pt x="13300" y="27866"/>
                </a:cubicBezTo>
                <a:cubicBezTo>
                  <a:pt x="11055" y="28799"/>
                  <a:pt x="9477" y="29999"/>
                  <a:pt x="8566" y="31466"/>
                </a:cubicBezTo>
                <a:cubicBezTo>
                  <a:pt x="7655" y="32932"/>
                  <a:pt x="7200" y="34688"/>
                  <a:pt x="7200" y="36732"/>
                </a:cubicBezTo>
                <a:cubicBezTo>
                  <a:pt x="7200" y="38777"/>
                  <a:pt x="7555" y="40543"/>
                  <a:pt x="8266" y="42032"/>
                </a:cubicBezTo>
                <a:cubicBezTo>
                  <a:pt x="8977" y="43521"/>
                  <a:pt x="10322" y="44865"/>
                  <a:pt x="12300" y="46065"/>
                </a:cubicBezTo>
                <a:cubicBezTo>
                  <a:pt x="14277" y="47265"/>
                  <a:pt x="17022" y="48154"/>
                  <a:pt x="20533" y="48732"/>
                </a:cubicBezTo>
                <a:lnTo>
                  <a:pt x="20533" y="61331"/>
                </a:lnTo>
                <a:lnTo>
                  <a:pt x="8400" y="61331"/>
                </a:lnTo>
                <a:cubicBezTo>
                  <a:pt x="6133" y="56220"/>
                  <a:pt x="4433" y="51898"/>
                  <a:pt x="3300" y="48365"/>
                </a:cubicBezTo>
                <a:cubicBezTo>
                  <a:pt x="2167" y="44832"/>
                  <a:pt x="1333" y="41543"/>
                  <a:pt x="800" y="38499"/>
                </a:cubicBezTo>
                <a:cubicBezTo>
                  <a:pt x="267" y="35454"/>
                  <a:pt x="0" y="32532"/>
                  <a:pt x="0" y="29732"/>
                </a:cubicBezTo>
                <a:cubicBezTo>
                  <a:pt x="0" y="24355"/>
                  <a:pt x="711" y="20055"/>
                  <a:pt x="2133" y="16833"/>
                </a:cubicBezTo>
                <a:cubicBezTo>
                  <a:pt x="3555" y="13611"/>
                  <a:pt x="5866" y="11200"/>
                  <a:pt x="9066" y="9600"/>
                </a:cubicBezTo>
                <a:cubicBezTo>
                  <a:pt x="12266" y="8000"/>
                  <a:pt x="16688" y="7200"/>
                  <a:pt x="22333" y="7200"/>
                </a:cubicBezTo>
                <a:lnTo>
                  <a:pt x="48332" y="7200"/>
                </a:lnTo>
                <a:cubicBezTo>
                  <a:pt x="52109" y="7200"/>
                  <a:pt x="54787" y="7089"/>
                  <a:pt x="56365" y="6866"/>
                </a:cubicBezTo>
                <a:cubicBezTo>
                  <a:pt x="57943" y="6644"/>
                  <a:pt x="59087" y="6300"/>
                  <a:pt x="59798" y="5833"/>
                </a:cubicBezTo>
                <a:cubicBezTo>
                  <a:pt x="60509" y="5366"/>
                  <a:pt x="61065" y="4767"/>
                  <a:pt x="61465" y="4033"/>
                </a:cubicBezTo>
                <a:cubicBezTo>
                  <a:pt x="61865" y="3300"/>
                  <a:pt x="62309" y="1955"/>
                  <a:pt x="62798" y="0"/>
                </a:cubicBezTo>
                <a:lnTo>
                  <a:pt x="67198" y="0"/>
                </a:lnTo>
                <a:lnTo>
                  <a:pt x="67198" y="24799"/>
                </a:lnTo>
                <a:lnTo>
                  <a:pt x="58465" y="24199"/>
                </a:lnTo>
                <a:moveTo>
                  <a:pt x="35732" y="26399"/>
                </a:moveTo>
                <a:cubicBezTo>
                  <a:pt x="35910" y="33288"/>
                  <a:pt x="37199" y="38388"/>
                  <a:pt x="39599" y="41699"/>
                </a:cubicBezTo>
                <a:cubicBezTo>
                  <a:pt x="41999" y="45010"/>
                  <a:pt x="45510" y="46665"/>
                  <a:pt x="50132" y="46665"/>
                </a:cubicBezTo>
                <a:cubicBezTo>
                  <a:pt x="52887" y="46665"/>
                  <a:pt x="54987" y="45910"/>
                  <a:pt x="56432" y="44399"/>
                </a:cubicBezTo>
                <a:cubicBezTo>
                  <a:pt x="57876" y="42888"/>
                  <a:pt x="58598" y="40799"/>
                  <a:pt x="58598" y="38132"/>
                </a:cubicBezTo>
                <a:cubicBezTo>
                  <a:pt x="58598" y="36088"/>
                  <a:pt x="58054" y="34154"/>
                  <a:pt x="56965" y="32332"/>
                </a:cubicBezTo>
                <a:cubicBezTo>
                  <a:pt x="55876" y="30510"/>
                  <a:pt x="54421" y="29066"/>
                  <a:pt x="52598" y="27999"/>
                </a:cubicBezTo>
                <a:cubicBezTo>
                  <a:pt x="50776" y="26932"/>
                  <a:pt x="48843" y="26399"/>
                  <a:pt x="46799" y="26399"/>
                </a:cubicBezTo>
                <a:lnTo>
                  <a:pt x="35732" y="263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𝐧">
            <a:extLst xmlns:a="http://schemas.openxmlformats.org/drawingml/2006/main">
              <a:ext uri="{FF2B5EF4-FFF2-40B4-BE49-F238E27FC236}">
                <a16:creationId xmlns:a16="http://schemas.microsoft.com/office/drawing/2014/main" id="{1A287C04-7B13-4B47-A9AF-AB1B047A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1" y="1498305"/>
            <a:ext cx="67198" cy="73331"/>
          </a:xfrm>
          <a:custGeom xmlns:a="http://schemas.openxmlformats.org/drawingml/2006/main">
            <a:pathLst>
              <a:path w="67198" h="73331">
                <a:moveTo>
                  <a:pt x="67198" y="0"/>
                </a:moveTo>
                <a:lnTo>
                  <a:pt x="67198" y="32332"/>
                </a:lnTo>
                <a:lnTo>
                  <a:pt x="62798" y="32332"/>
                </a:lnTo>
                <a:cubicBezTo>
                  <a:pt x="62309" y="30288"/>
                  <a:pt x="61587" y="28866"/>
                  <a:pt x="60631" y="28066"/>
                </a:cubicBezTo>
                <a:cubicBezTo>
                  <a:pt x="59676" y="27266"/>
                  <a:pt x="58387" y="26721"/>
                  <a:pt x="56765" y="26433"/>
                </a:cubicBezTo>
                <a:cubicBezTo>
                  <a:pt x="55143" y="26144"/>
                  <a:pt x="52221" y="25999"/>
                  <a:pt x="47998" y="25999"/>
                </a:cubicBezTo>
                <a:lnTo>
                  <a:pt x="30199" y="25999"/>
                </a:lnTo>
                <a:cubicBezTo>
                  <a:pt x="26955" y="25999"/>
                  <a:pt x="24144" y="26088"/>
                  <a:pt x="21766" y="26266"/>
                </a:cubicBezTo>
                <a:cubicBezTo>
                  <a:pt x="19388" y="26444"/>
                  <a:pt x="17544" y="26755"/>
                  <a:pt x="16233" y="27199"/>
                </a:cubicBezTo>
                <a:cubicBezTo>
                  <a:pt x="14922" y="27644"/>
                  <a:pt x="13855" y="28199"/>
                  <a:pt x="13033" y="28866"/>
                </a:cubicBezTo>
                <a:cubicBezTo>
                  <a:pt x="12211" y="29532"/>
                  <a:pt x="11577" y="30310"/>
                  <a:pt x="11133" y="31199"/>
                </a:cubicBezTo>
                <a:cubicBezTo>
                  <a:pt x="10689" y="32088"/>
                  <a:pt x="10466" y="33332"/>
                  <a:pt x="10466" y="34932"/>
                </a:cubicBezTo>
                <a:cubicBezTo>
                  <a:pt x="10466" y="36621"/>
                  <a:pt x="10989" y="38377"/>
                  <a:pt x="12033" y="40199"/>
                </a:cubicBezTo>
                <a:cubicBezTo>
                  <a:pt x="13077" y="42021"/>
                  <a:pt x="14522" y="43554"/>
                  <a:pt x="16366" y="44799"/>
                </a:cubicBezTo>
                <a:cubicBezTo>
                  <a:pt x="18211" y="46043"/>
                  <a:pt x="20177" y="46665"/>
                  <a:pt x="22266" y="46665"/>
                </a:cubicBezTo>
                <a:lnTo>
                  <a:pt x="47932" y="46665"/>
                </a:lnTo>
                <a:cubicBezTo>
                  <a:pt x="52154" y="46665"/>
                  <a:pt x="55087" y="46532"/>
                  <a:pt x="56732" y="46265"/>
                </a:cubicBezTo>
                <a:cubicBezTo>
                  <a:pt x="58376" y="45999"/>
                  <a:pt x="59676" y="45454"/>
                  <a:pt x="60631" y="44632"/>
                </a:cubicBezTo>
                <a:cubicBezTo>
                  <a:pt x="61587" y="43810"/>
                  <a:pt x="62309" y="42354"/>
                  <a:pt x="62798" y="40265"/>
                </a:cubicBezTo>
                <a:lnTo>
                  <a:pt x="67198" y="40265"/>
                </a:lnTo>
                <a:lnTo>
                  <a:pt x="67198" y="72464"/>
                </a:lnTo>
                <a:lnTo>
                  <a:pt x="62798" y="72464"/>
                </a:lnTo>
                <a:cubicBezTo>
                  <a:pt x="62220" y="70331"/>
                  <a:pt x="61465" y="68853"/>
                  <a:pt x="60531" y="68031"/>
                </a:cubicBezTo>
                <a:cubicBezTo>
                  <a:pt x="59598" y="67209"/>
                  <a:pt x="58332" y="66653"/>
                  <a:pt x="56732" y="66365"/>
                </a:cubicBezTo>
                <a:cubicBezTo>
                  <a:pt x="55132" y="66076"/>
                  <a:pt x="52221" y="65931"/>
                  <a:pt x="47999" y="65931"/>
                </a:cubicBezTo>
                <a:lnTo>
                  <a:pt x="20599" y="65931"/>
                </a:lnTo>
                <a:cubicBezTo>
                  <a:pt x="17311" y="65931"/>
                  <a:pt x="14877" y="65987"/>
                  <a:pt x="13300" y="66098"/>
                </a:cubicBezTo>
                <a:cubicBezTo>
                  <a:pt x="11722" y="66209"/>
                  <a:pt x="10455" y="66476"/>
                  <a:pt x="9500" y="66898"/>
                </a:cubicBezTo>
                <a:cubicBezTo>
                  <a:pt x="8544" y="67320"/>
                  <a:pt x="7766" y="67965"/>
                  <a:pt x="7166" y="68831"/>
                </a:cubicBezTo>
                <a:cubicBezTo>
                  <a:pt x="6566" y="69698"/>
                  <a:pt x="6044" y="71198"/>
                  <a:pt x="5600" y="73331"/>
                </a:cubicBezTo>
                <a:lnTo>
                  <a:pt x="1067" y="73331"/>
                </a:lnTo>
                <a:lnTo>
                  <a:pt x="533" y="55065"/>
                </a:lnTo>
                <a:lnTo>
                  <a:pt x="533" y="46665"/>
                </a:lnTo>
                <a:lnTo>
                  <a:pt x="10133" y="47665"/>
                </a:lnTo>
                <a:lnTo>
                  <a:pt x="10333" y="46865"/>
                </a:lnTo>
                <a:cubicBezTo>
                  <a:pt x="6511" y="42599"/>
                  <a:pt x="3833" y="38854"/>
                  <a:pt x="2300" y="35632"/>
                </a:cubicBezTo>
                <a:cubicBezTo>
                  <a:pt x="767" y="32410"/>
                  <a:pt x="0" y="29132"/>
                  <a:pt x="0" y="25799"/>
                </a:cubicBezTo>
                <a:cubicBezTo>
                  <a:pt x="0" y="22155"/>
                  <a:pt x="522" y="19133"/>
                  <a:pt x="1567" y="16733"/>
                </a:cubicBezTo>
                <a:cubicBezTo>
                  <a:pt x="2611" y="14333"/>
                  <a:pt x="4133" y="12388"/>
                  <a:pt x="6133" y="10900"/>
                </a:cubicBezTo>
                <a:cubicBezTo>
                  <a:pt x="8133" y="9411"/>
                  <a:pt x="10577" y="8344"/>
                  <a:pt x="13466" y="7700"/>
                </a:cubicBezTo>
                <a:cubicBezTo>
                  <a:pt x="16355" y="7055"/>
                  <a:pt x="19710" y="6733"/>
                  <a:pt x="23533" y="6733"/>
                </a:cubicBezTo>
                <a:lnTo>
                  <a:pt x="47932" y="6733"/>
                </a:lnTo>
                <a:cubicBezTo>
                  <a:pt x="52154" y="6733"/>
                  <a:pt x="55065" y="6600"/>
                  <a:pt x="56665" y="6333"/>
                </a:cubicBezTo>
                <a:cubicBezTo>
                  <a:pt x="58265" y="6066"/>
                  <a:pt x="59543" y="5511"/>
                  <a:pt x="60498" y="4667"/>
                </a:cubicBezTo>
                <a:cubicBezTo>
                  <a:pt x="61454" y="3822"/>
                  <a:pt x="62220" y="2267"/>
                  <a:pt x="62798" y="0"/>
                </a:cubicBezTo>
                <a:lnTo>
                  <a:pt x="671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Text 𝐬">
            <a:extLst xmlns:a="http://schemas.openxmlformats.org/drawingml/2006/main">
              <a:ext uri="{FF2B5EF4-FFF2-40B4-BE49-F238E27FC236}">
                <a16:creationId xmlns:a16="http://schemas.microsoft.com/office/drawing/2014/main" id="{E68D4F9F-0104-4667-B83D-02786818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1" y="1434929"/>
            <a:ext cx="68265" cy="51798"/>
          </a:xfrm>
          <a:custGeom xmlns:a="http://schemas.openxmlformats.org/drawingml/2006/main">
            <a:pathLst>
              <a:path w="68265" h="51798">
                <a:moveTo>
                  <a:pt x="49198" y="42865"/>
                </a:moveTo>
                <a:cubicBezTo>
                  <a:pt x="53243" y="41799"/>
                  <a:pt x="56276" y="40110"/>
                  <a:pt x="58298" y="37799"/>
                </a:cubicBezTo>
                <a:cubicBezTo>
                  <a:pt x="60320" y="35488"/>
                  <a:pt x="61331" y="32399"/>
                  <a:pt x="61331" y="28532"/>
                </a:cubicBezTo>
                <a:cubicBezTo>
                  <a:pt x="61331" y="25199"/>
                  <a:pt x="60576" y="22677"/>
                  <a:pt x="59065" y="20966"/>
                </a:cubicBezTo>
                <a:cubicBezTo>
                  <a:pt x="57554" y="19255"/>
                  <a:pt x="55354" y="18399"/>
                  <a:pt x="52465" y="18399"/>
                </a:cubicBezTo>
                <a:cubicBezTo>
                  <a:pt x="50643" y="18399"/>
                  <a:pt x="49087" y="18788"/>
                  <a:pt x="47799" y="19566"/>
                </a:cubicBezTo>
                <a:cubicBezTo>
                  <a:pt x="46510" y="20344"/>
                  <a:pt x="45276" y="21633"/>
                  <a:pt x="44099" y="23433"/>
                </a:cubicBezTo>
                <a:cubicBezTo>
                  <a:pt x="42921" y="25233"/>
                  <a:pt x="41376" y="28310"/>
                  <a:pt x="39465" y="32666"/>
                </a:cubicBezTo>
                <a:cubicBezTo>
                  <a:pt x="36754" y="38888"/>
                  <a:pt x="33766" y="43399"/>
                  <a:pt x="30499" y="46199"/>
                </a:cubicBezTo>
                <a:cubicBezTo>
                  <a:pt x="27232" y="48998"/>
                  <a:pt x="23555" y="50398"/>
                  <a:pt x="19466" y="50398"/>
                </a:cubicBezTo>
                <a:cubicBezTo>
                  <a:pt x="15466" y="50398"/>
                  <a:pt x="12000" y="49243"/>
                  <a:pt x="9066" y="46932"/>
                </a:cubicBezTo>
                <a:cubicBezTo>
                  <a:pt x="6133" y="44621"/>
                  <a:pt x="3889" y="41321"/>
                  <a:pt x="2333" y="37032"/>
                </a:cubicBezTo>
                <a:cubicBezTo>
                  <a:pt x="778" y="32743"/>
                  <a:pt x="0" y="27844"/>
                  <a:pt x="0" y="22333"/>
                </a:cubicBezTo>
                <a:cubicBezTo>
                  <a:pt x="0" y="19088"/>
                  <a:pt x="133" y="15911"/>
                  <a:pt x="400" y="12800"/>
                </a:cubicBezTo>
                <a:cubicBezTo>
                  <a:pt x="667" y="9689"/>
                  <a:pt x="1244" y="5666"/>
                  <a:pt x="2133" y="733"/>
                </a:cubicBezTo>
                <a:lnTo>
                  <a:pt x="17666" y="733"/>
                </a:lnTo>
                <a:lnTo>
                  <a:pt x="17666" y="9533"/>
                </a:lnTo>
                <a:cubicBezTo>
                  <a:pt x="14822" y="10555"/>
                  <a:pt x="12622" y="11677"/>
                  <a:pt x="11066" y="12900"/>
                </a:cubicBezTo>
                <a:cubicBezTo>
                  <a:pt x="9511" y="14122"/>
                  <a:pt x="8433" y="15466"/>
                  <a:pt x="7833" y="16933"/>
                </a:cubicBezTo>
                <a:cubicBezTo>
                  <a:pt x="7233" y="18399"/>
                  <a:pt x="6933" y="20155"/>
                  <a:pt x="6933" y="22199"/>
                </a:cubicBezTo>
                <a:cubicBezTo>
                  <a:pt x="6933" y="25133"/>
                  <a:pt x="7600" y="27466"/>
                  <a:pt x="8933" y="29199"/>
                </a:cubicBezTo>
                <a:cubicBezTo>
                  <a:pt x="10266" y="30932"/>
                  <a:pt x="12133" y="31799"/>
                  <a:pt x="14533" y="31799"/>
                </a:cubicBezTo>
                <a:cubicBezTo>
                  <a:pt x="16222" y="31799"/>
                  <a:pt x="17666" y="31488"/>
                  <a:pt x="18866" y="30866"/>
                </a:cubicBezTo>
                <a:cubicBezTo>
                  <a:pt x="20066" y="30244"/>
                  <a:pt x="21233" y="29132"/>
                  <a:pt x="22366" y="27532"/>
                </a:cubicBezTo>
                <a:cubicBezTo>
                  <a:pt x="23499" y="25933"/>
                  <a:pt x="25021" y="22844"/>
                  <a:pt x="26932" y="18266"/>
                </a:cubicBezTo>
                <a:cubicBezTo>
                  <a:pt x="29688" y="11644"/>
                  <a:pt x="32677" y="6944"/>
                  <a:pt x="35899" y="4167"/>
                </a:cubicBezTo>
                <a:cubicBezTo>
                  <a:pt x="39121" y="1389"/>
                  <a:pt x="42999" y="0"/>
                  <a:pt x="47532" y="0"/>
                </a:cubicBezTo>
                <a:cubicBezTo>
                  <a:pt x="54198" y="0"/>
                  <a:pt x="59320" y="2378"/>
                  <a:pt x="62898" y="7133"/>
                </a:cubicBezTo>
                <a:cubicBezTo>
                  <a:pt x="66476" y="11889"/>
                  <a:pt x="68265" y="18622"/>
                  <a:pt x="68265" y="27332"/>
                </a:cubicBezTo>
                <a:cubicBezTo>
                  <a:pt x="68265" y="34666"/>
                  <a:pt x="67220" y="42821"/>
                  <a:pt x="65131" y="51798"/>
                </a:cubicBezTo>
                <a:lnTo>
                  <a:pt x="49198" y="51798"/>
                </a:lnTo>
                <a:lnTo>
                  <a:pt x="49198" y="428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Text 𝐥">
            <a:extLst xmlns:a="http://schemas.openxmlformats.org/drawingml/2006/main">
              <a:ext uri="{FF2B5EF4-FFF2-40B4-BE49-F238E27FC236}">
                <a16:creationId xmlns:a16="http://schemas.microsoft.com/office/drawing/2014/main" id="{C29A8A5D-CF6B-4260-AD18-01F72452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75" y="1390081"/>
            <a:ext cx="95464" cy="33466"/>
          </a:xfrm>
          <a:custGeom xmlns:a="http://schemas.openxmlformats.org/drawingml/2006/main">
            <a:pathLst>
              <a:path w="95464" h="33466">
                <a:moveTo>
                  <a:pt x="76198" y="6666"/>
                </a:moveTo>
                <a:cubicBezTo>
                  <a:pt x="80420" y="6666"/>
                  <a:pt x="83331" y="6533"/>
                  <a:pt x="84931" y="6266"/>
                </a:cubicBezTo>
                <a:cubicBezTo>
                  <a:pt x="86531" y="6000"/>
                  <a:pt x="87808" y="5455"/>
                  <a:pt x="88764" y="4633"/>
                </a:cubicBezTo>
                <a:cubicBezTo>
                  <a:pt x="89719" y="3811"/>
                  <a:pt x="90486" y="2267"/>
                  <a:pt x="91064" y="0"/>
                </a:cubicBezTo>
                <a:lnTo>
                  <a:pt x="95464" y="0"/>
                </a:lnTo>
                <a:lnTo>
                  <a:pt x="95464" y="32666"/>
                </a:lnTo>
                <a:lnTo>
                  <a:pt x="91064" y="32666"/>
                </a:lnTo>
                <a:cubicBezTo>
                  <a:pt x="90486" y="30399"/>
                  <a:pt x="89731" y="28844"/>
                  <a:pt x="88797" y="27999"/>
                </a:cubicBezTo>
                <a:cubicBezTo>
                  <a:pt x="87864" y="27155"/>
                  <a:pt x="86608" y="26599"/>
                  <a:pt x="85031" y="26333"/>
                </a:cubicBezTo>
                <a:cubicBezTo>
                  <a:pt x="83453" y="26066"/>
                  <a:pt x="80509" y="25933"/>
                  <a:pt x="76198" y="25933"/>
                </a:cubicBezTo>
                <a:lnTo>
                  <a:pt x="24199" y="25933"/>
                </a:lnTo>
                <a:cubicBezTo>
                  <a:pt x="19488" y="25933"/>
                  <a:pt x="16100" y="25999"/>
                  <a:pt x="14033" y="26133"/>
                </a:cubicBezTo>
                <a:cubicBezTo>
                  <a:pt x="11966" y="26266"/>
                  <a:pt x="10411" y="26544"/>
                  <a:pt x="9366" y="26966"/>
                </a:cubicBezTo>
                <a:cubicBezTo>
                  <a:pt x="8322" y="27388"/>
                  <a:pt x="7500" y="28010"/>
                  <a:pt x="6900" y="28832"/>
                </a:cubicBezTo>
                <a:cubicBezTo>
                  <a:pt x="6300" y="29655"/>
                  <a:pt x="5778" y="31199"/>
                  <a:pt x="5333" y="33466"/>
                </a:cubicBezTo>
                <a:lnTo>
                  <a:pt x="933" y="33466"/>
                </a:lnTo>
                <a:lnTo>
                  <a:pt x="0" y="15000"/>
                </a:lnTo>
                <a:lnTo>
                  <a:pt x="0" y="6666"/>
                </a:lnTo>
                <a:lnTo>
                  <a:pt x="76198" y="66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Text 𝐚">
            <a:extLst xmlns:a="http://schemas.openxmlformats.org/drawingml/2006/main">
              <a:ext uri="{FF2B5EF4-FFF2-40B4-BE49-F238E27FC236}">
                <a16:creationId xmlns:a16="http://schemas.microsoft.com/office/drawing/2014/main" id="{8A255452-D261-4B4D-9629-AF71F7CE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1" y="1313983"/>
            <a:ext cx="68265" cy="65331"/>
          </a:xfrm>
          <a:custGeom xmlns:a="http://schemas.openxmlformats.org/drawingml/2006/main">
            <a:pathLst>
              <a:path w="68265" h="65331">
                <a:moveTo>
                  <a:pt x="58465" y="24199"/>
                </a:moveTo>
                <a:lnTo>
                  <a:pt x="58132" y="25199"/>
                </a:lnTo>
                <a:cubicBezTo>
                  <a:pt x="61687" y="28844"/>
                  <a:pt x="64265" y="32388"/>
                  <a:pt x="65865" y="35832"/>
                </a:cubicBezTo>
                <a:cubicBezTo>
                  <a:pt x="67465" y="39277"/>
                  <a:pt x="68265" y="42932"/>
                  <a:pt x="68265" y="46799"/>
                </a:cubicBezTo>
                <a:cubicBezTo>
                  <a:pt x="68265" y="52487"/>
                  <a:pt x="66765" y="56998"/>
                  <a:pt x="63765" y="60331"/>
                </a:cubicBezTo>
                <a:cubicBezTo>
                  <a:pt x="60765" y="63665"/>
                  <a:pt x="56754" y="65331"/>
                  <a:pt x="51732" y="65331"/>
                </a:cubicBezTo>
                <a:cubicBezTo>
                  <a:pt x="45199" y="65331"/>
                  <a:pt x="40054" y="62120"/>
                  <a:pt x="36299" y="55698"/>
                </a:cubicBezTo>
                <a:cubicBezTo>
                  <a:pt x="32543" y="49276"/>
                  <a:pt x="30177" y="39532"/>
                  <a:pt x="29199" y="26466"/>
                </a:cubicBezTo>
                <a:lnTo>
                  <a:pt x="22866" y="26466"/>
                </a:lnTo>
                <a:cubicBezTo>
                  <a:pt x="18733" y="26466"/>
                  <a:pt x="15544" y="26932"/>
                  <a:pt x="13300" y="27866"/>
                </a:cubicBezTo>
                <a:cubicBezTo>
                  <a:pt x="11055" y="28799"/>
                  <a:pt x="9477" y="29999"/>
                  <a:pt x="8566" y="31466"/>
                </a:cubicBezTo>
                <a:cubicBezTo>
                  <a:pt x="7655" y="32932"/>
                  <a:pt x="7200" y="34688"/>
                  <a:pt x="7200" y="36732"/>
                </a:cubicBezTo>
                <a:cubicBezTo>
                  <a:pt x="7200" y="38777"/>
                  <a:pt x="7555" y="40543"/>
                  <a:pt x="8266" y="42032"/>
                </a:cubicBezTo>
                <a:cubicBezTo>
                  <a:pt x="8977" y="43521"/>
                  <a:pt x="10322" y="44865"/>
                  <a:pt x="12300" y="46065"/>
                </a:cubicBezTo>
                <a:cubicBezTo>
                  <a:pt x="14277" y="47265"/>
                  <a:pt x="17022" y="48154"/>
                  <a:pt x="20533" y="48732"/>
                </a:cubicBezTo>
                <a:lnTo>
                  <a:pt x="20533" y="61331"/>
                </a:lnTo>
                <a:lnTo>
                  <a:pt x="8400" y="61331"/>
                </a:lnTo>
                <a:cubicBezTo>
                  <a:pt x="6133" y="56220"/>
                  <a:pt x="4433" y="51898"/>
                  <a:pt x="3300" y="48365"/>
                </a:cubicBezTo>
                <a:cubicBezTo>
                  <a:pt x="2167" y="44832"/>
                  <a:pt x="1333" y="41543"/>
                  <a:pt x="800" y="38499"/>
                </a:cubicBezTo>
                <a:cubicBezTo>
                  <a:pt x="267" y="35454"/>
                  <a:pt x="0" y="32532"/>
                  <a:pt x="0" y="29732"/>
                </a:cubicBezTo>
                <a:cubicBezTo>
                  <a:pt x="0" y="24355"/>
                  <a:pt x="711" y="20055"/>
                  <a:pt x="2133" y="16833"/>
                </a:cubicBezTo>
                <a:cubicBezTo>
                  <a:pt x="3555" y="13611"/>
                  <a:pt x="5866" y="11200"/>
                  <a:pt x="9066" y="9600"/>
                </a:cubicBezTo>
                <a:cubicBezTo>
                  <a:pt x="12266" y="8000"/>
                  <a:pt x="16688" y="7200"/>
                  <a:pt x="22333" y="7200"/>
                </a:cubicBezTo>
                <a:lnTo>
                  <a:pt x="48332" y="7200"/>
                </a:lnTo>
                <a:cubicBezTo>
                  <a:pt x="52109" y="7200"/>
                  <a:pt x="54787" y="7089"/>
                  <a:pt x="56365" y="6866"/>
                </a:cubicBezTo>
                <a:cubicBezTo>
                  <a:pt x="57943" y="6644"/>
                  <a:pt x="59087" y="6300"/>
                  <a:pt x="59798" y="5833"/>
                </a:cubicBezTo>
                <a:cubicBezTo>
                  <a:pt x="60509" y="5366"/>
                  <a:pt x="61065" y="4767"/>
                  <a:pt x="61465" y="4033"/>
                </a:cubicBezTo>
                <a:cubicBezTo>
                  <a:pt x="61865" y="3300"/>
                  <a:pt x="62309" y="1955"/>
                  <a:pt x="62798" y="0"/>
                </a:cubicBezTo>
                <a:lnTo>
                  <a:pt x="67198" y="0"/>
                </a:lnTo>
                <a:lnTo>
                  <a:pt x="67198" y="24799"/>
                </a:lnTo>
                <a:lnTo>
                  <a:pt x="58465" y="24199"/>
                </a:lnTo>
                <a:moveTo>
                  <a:pt x="35732" y="26399"/>
                </a:moveTo>
                <a:cubicBezTo>
                  <a:pt x="35910" y="33288"/>
                  <a:pt x="37199" y="38388"/>
                  <a:pt x="39599" y="41699"/>
                </a:cubicBezTo>
                <a:cubicBezTo>
                  <a:pt x="41999" y="45010"/>
                  <a:pt x="45510" y="46665"/>
                  <a:pt x="50132" y="46665"/>
                </a:cubicBezTo>
                <a:cubicBezTo>
                  <a:pt x="52887" y="46665"/>
                  <a:pt x="54987" y="45910"/>
                  <a:pt x="56432" y="44399"/>
                </a:cubicBezTo>
                <a:cubicBezTo>
                  <a:pt x="57876" y="42888"/>
                  <a:pt x="58598" y="40799"/>
                  <a:pt x="58598" y="38132"/>
                </a:cubicBezTo>
                <a:cubicBezTo>
                  <a:pt x="58598" y="36088"/>
                  <a:pt x="58054" y="34154"/>
                  <a:pt x="56965" y="32332"/>
                </a:cubicBezTo>
                <a:cubicBezTo>
                  <a:pt x="55876" y="30510"/>
                  <a:pt x="54421" y="29066"/>
                  <a:pt x="52598" y="27999"/>
                </a:cubicBezTo>
                <a:cubicBezTo>
                  <a:pt x="50776" y="26932"/>
                  <a:pt x="48843" y="26399"/>
                  <a:pt x="46799" y="26399"/>
                </a:cubicBezTo>
                <a:lnTo>
                  <a:pt x="35732" y="263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Text 𝐭">
            <a:extLst xmlns:a="http://schemas.openxmlformats.org/drawingml/2006/main">
              <a:ext uri="{FF2B5EF4-FFF2-40B4-BE49-F238E27FC236}">
                <a16:creationId xmlns:a16="http://schemas.microsoft.com/office/drawing/2014/main" id="{39F9AD7C-FBE4-4AC1-A308-30F83F88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41" y="1257574"/>
            <a:ext cx="83864" cy="48865"/>
          </a:xfrm>
          <a:custGeom xmlns:a="http://schemas.openxmlformats.org/drawingml/2006/main">
            <a:pathLst>
              <a:path w="83864" h="48865">
                <a:moveTo>
                  <a:pt x="74798" y="0"/>
                </a:moveTo>
                <a:cubicBezTo>
                  <a:pt x="78131" y="3911"/>
                  <a:pt x="80475" y="7466"/>
                  <a:pt x="81831" y="10666"/>
                </a:cubicBezTo>
                <a:cubicBezTo>
                  <a:pt x="83186" y="13866"/>
                  <a:pt x="83864" y="17244"/>
                  <a:pt x="83864" y="20799"/>
                </a:cubicBezTo>
                <a:cubicBezTo>
                  <a:pt x="83864" y="27421"/>
                  <a:pt x="82075" y="32366"/>
                  <a:pt x="78498" y="35632"/>
                </a:cubicBezTo>
                <a:cubicBezTo>
                  <a:pt x="74920" y="38899"/>
                  <a:pt x="69509" y="40532"/>
                  <a:pt x="62265" y="40532"/>
                </a:cubicBezTo>
                <a:lnTo>
                  <a:pt x="24999" y="40532"/>
                </a:lnTo>
                <a:lnTo>
                  <a:pt x="24999" y="48865"/>
                </a:lnTo>
                <a:lnTo>
                  <a:pt x="20399" y="48865"/>
                </a:lnTo>
                <a:cubicBezTo>
                  <a:pt x="19955" y="46154"/>
                  <a:pt x="19288" y="44154"/>
                  <a:pt x="18399" y="42865"/>
                </a:cubicBezTo>
                <a:cubicBezTo>
                  <a:pt x="17511" y="41576"/>
                  <a:pt x="16322" y="40577"/>
                  <a:pt x="14833" y="39865"/>
                </a:cubicBezTo>
                <a:cubicBezTo>
                  <a:pt x="13344" y="39154"/>
                  <a:pt x="11400" y="38588"/>
                  <a:pt x="9000" y="38165"/>
                </a:cubicBezTo>
                <a:cubicBezTo>
                  <a:pt x="6600" y="37743"/>
                  <a:pt x="3600" y="37421"/>
                  <a:pt x="0" y="37199"/>
                </a:cubicBezTo>
                <a:lnTo>
                  <a:pt x="0" y="21266"/>
                </a:lnTo>
                <a:lnTo>
                  <a:pt x="16666" y="21266"/>
                </a:lnTo>
                <a:lnTo>
                  <a:pt x="16666" y="2267"/>
                </a:lnTo>
                <a:lnTo>
                  <a:pt x="24999" y="2267"/>
                </a:lnTo>
                <a:lnTo>
                  <a:pt x="24999" y="21266"/>
                </a:lnTo>
                <a:lnTo>
                  <a:pt x="55065" y="21266"/>
                </a:lnTo>
                <a:cubicBezTo>
                  <a:pt x="60087" y="21266"/>
                  <a:pt x="63798" y="21033"/>
                  <a:pt x="66198" y="20566"/>
                </a:cubicBezTo>
                <a:cubicBezTo>
                  <a:pt x="68598" y="20099"/>
                  <a:pt x="70364" y="19311"/>
                  <a:pt x="71498" y="18199"/>
                </a:cubicBezTo>
                <a:cubicBezTo>
                  <a:pt x="72631" y="17088"/>
                  <a:pt x="73198" y="15711"/>
                  <a:pt x="73198" y="14066"/>
                </a:cubicBezTo>
                <a:cubicBezTo>
                  <a:pt x="73198" y="11889"/>
                  <a:pt x="72820" y="10022"/>
                  <a:pt x="72064" y="8466"/>
                </a:cubicBezTo>
                <a:cubicBezTo>
                  <a:pt x="71309" y="6911"/>
                  <a:pt x="70353" y="5489"/>
                  <a:pt x="69198" y="4200"/>
                </a:cubicBezTo>
                <a:lnTo>
                  <a:pt x="747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Text 𝐢">
            <a:extLst xmlns:a="http://schemas.openxmlformats.org/drawingml/2006/main">
              <a:ext uri="{FF2B5EF4-FFF2-40B4-BE49-F238E27FC236}">
                <a16:creationId xmlns:a16="http://schemas.microsoft.com/office/drawing/2014/main" id="{EC16DF4B-53B1-4526-AAC6-0E639F5D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208" y="1218825"/>
            <a:ext cx="92730" cy="33332"/>
          </a:xfrm>
          <a:custGeom xmlns:a="http://schemas.openxmlformats.org/drawingml/2006/main">
            <a:pathLst>
              <a:path w="92730" h="33332">
                <a:moveTo>
                  <a:pt x="0" y="7200"/>
                </a:moveTo>
                <a:lnTo>
                  <a:pt x="16333" y="7200"/>
                </a:lnTo>
                <a:lnTo>
                  <a:pt x="16333" y="25466"/>
                </a:lnTo>
                <a:lnTo>
                  <a:pt x="0" y="25466"/>
                </a:lnTo>
                <a:lnTo>
                  <a:pt x="0" y="7200"/>
                </a:lnTo>
                <a:moveTo>
                  <a:pt x="88331" y="32532"/>
                </a:moveTo>
                <a:cubicBezTo>
                  <a:pt x="87753" y="30355"/>
                  <a:pt x="86997" y="28855"/>
                  <a:pt x="86064" y="28032"/>
                </a:cubicBezTo>
                <a:cubicBezTo>
                  <a:pt x="85131" y="27210"/>
                  <a:pt x="83864" y="26655"/>
                  <a:pt x="82264" y="26366"/>
                </a:cubicBezTo>
                <a:cubicBezTo>
                  <a:pt x="80664" y="26077"/>
                  <a:pt x="77753" y="25933"/>
                  <a:pt x="73531" y="25933"/>
                </a:cubicBezTo>
                <a:lnTo>
                  <a:pt x="42532" y="25933"/>
                </a:lnTo>
                <a:cubicBezTo>
                  <a:pt x="39421" y="25933"/>
                  <a:pt x="37210" y="26133"/>
                  <a:pt x="35899" y="26533"/>
                </a:cubicBezTo>
                <a:cubicBezTo>
                  <a:pt x="34588" y="26932"/>
                  <a:pt x="33588" y="27588"/>
                  <a:pt x="32899" y="28499"/>
                </a:cubicBezTo>
                <a:cubicBezTo>
                  <a:pt x="32210" y="29410"/>
                  <a:pt x="31621" y="31021"/>
                  <a:pt x="31132" y="33332"/>
                </a:cubicBezTo>
                <a:lnTo>
                  <a:pt x="26599" y="33332"/>
                </a:lnTo>
                <a:lnTo>
                  <a:pt x="26066" y="15000"/>
                </a:lnTo>
                <a:lnTo>
                  <a:pt x="26066" y="6666"/>
                </a:lnTo>
                <a:lnTo>
                  <a:pt x="73464" y="6666"/>
                </a:lnTo>
                <a:cubicBezTo>
                  <a:pt x="77731" y="6666"/>
                  <a:pt x="80653" y="6544"/>
                  <a:pt x="82231" y="6300"/>
                </a:cubicBezTo>
                <a:cubicBezTo>
                  <a:pt x="83808" y="6055"/>
                  <a:pt x="85075" y="5511"/>
                  <a:pt x="86031" y="4667"/>
                </a:cubicBezTo>
                <a:cubicBezTo>
                  <a:pt x="86986" y="3822"/>
                  <a:pt x="87753" y="2267"/>
                  <a:pt x="88331" y="0"/>
                </a:cubicBezTo>
                <a:lnTo>
                  <a:pt x="92730" y="0"/>
                </a:lnTo>
                <a:lnTo>
                  <a:pt x="92730" y="32532"/>
                </a:lnTo>
                <a:lnTo>
                  <a:pt x="88331" y="32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Text 𝐨">
            <a:extLst xmlns:a="http://schemas.openxmlformats.org/drawingml/2006/main">
              <a:ext uri="{FF2B5EF4-FFF2-40B4-BE49-F238E27FC236}">
                <a16:creationId xmlns:a16="http://schemas.microsoft.com/office/drawing/2014/main" id="{93BE79E1-3836-4322-B3CB-E57671F5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1" y="1140442"/>
            <a:ext cx="68265" cy="65598"/>
          </a:xfrm>
          <a:custGeom xmlns:a="http://schemas.openxmlformats.org/drawingml/2006/main">
            <a:pathLst>
              <a:path w="68265" h="65598">
                <a:moveTo>
                  <a:pt x="68265" y="33599"/>
                </a:moveTo>
                <a:cubicBezTo>
                  <a:pt x="68265" y="44043"/>
                  <a:pt x="65409" y="51987"/>
                  <a:pt x="59698" y="57432"/>
                </a:cubicBezTo>
                <a:cubicBezTo>
                  <a:pt x="53987" y="62876"/>
                  <a:pt x="45621" y="65598"/>
                  <a:pt x="34599" y="65598"/>
                </a:cubicBezTo>
                <a:cubicBezTo>
                  <a:pt x="26777" y="65598"/>
                  <a:pt x="20266" y="64165"/>
                  <a:pt x="15066" y="61298"/>
                </a:cubicBezTo>
                <a:cubicBezTo>
                  <a:pt x="9866" y="58432"/>
                  <a:pt x="6055" y="54532"/>
                  <a:pt x="3633" y="49598"/>
                </a:cubicBezTo>
                <a:cubicBezTo>
                  <a:pt x="1211" y="44665"/>
                  <a:pt x="0" y="38977"/>
                  <a:pt x="0" y="32532"/>
                </a:cubicBezTo>
                <a:cubicBezTo>
                  <a:pt x="0" y="21777"/>
                  <a:pt x="2833" y="13666"/>
                  <a:pt x="8500" y="8200"/>
                </a:cubicBezTo>
                <a:cubicBezTo>
                  <a:pt x="14166" y="2733"/>
                  <a:pt x="22466" y="0"/>
                  <a:pt x="33399" y="0"/>
                </a:cubicBezTo>
                <a:cubicBezTo>
                  <a:pt x="44687" y="0"/>
                  <a:pt x="53321" y="2889"/>
                  <a:pt x="59298" y="8666"/>
                </a:cubicBezTo>
                <a:cubicBezTo>
                  <a:pt x="65276" y="14444"/>
                  <a:pt x="68265" y="22755"/>
                  <a:pt x="68265" y="33599"/>
                </a:cubicBezTo>
                <a:moveTo>
                  <a:pt x="33132" y="45332"/>
                </a:moveTo>
                <a:cubicBezTo>
                  <a:pt x="42554" y="45332"/>
                  <a:pt x="49610" y="44276"/>
                  <a:pt x="54298" y="42165"/>
                </a:cubicBezTo>
                <a:cubicBezTo>
                  <a:pt x="58987" y="40054"/>
                  <a:pt x="61331" y="36866"/>
                  <a:pt x="61331" y="32599"/>
                </a:cubicBezTo>
                <a:cubicBezTo>
                  <a:pt x="61331" y="28377"/>
                  <a:pt x="59276" y="25266"/>
                  <a:pt x="55165" y="23266"/>
                </a:cubicBezTo>
                <a:cubicBezTo>
                  <a:pt x="51054" y="21266"/>
                  <a:pt x="44487" y="20266"/>
                  <a:pt x="35466" y="20266"/>
                </a:cubicBezTo>
                <a:cubicBezTo>
                  <a:pt x="25910" y="20266"/>
                  <a:pt x="18766" y="21322"/>
                  <a:pt x="14033" y="23433"/>
                </a:cubicBezTo>
                <a:cubicBezTo>
                  <a:pt x="9300" y="25544"/>
                  <a:pt x="6933" y="28666"/>
                  <a:pt x="6933" y="32799"/>
                </a:cubicBezTo>
                <a:cubicBezTo>
                  <a:pt x="6933" y="37199"/>
                  <a:pt x="9033" y="40388"/>
                  <a:pt x="13233" y="42365"/>
                </a:cubicBezTo>
                <a:cubicBezTo>
                  <a:pt x="17433" y="44343"/>
                  <a:pt x="24066" y="45332"/>
                  <a:pt x="33132" y="453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Text 𝐧">
            <a:extLst xmlns:a="http://schemas.openxmlformats.org/drawingml/2006/main">
              <a:ext uri="{FF2B5EF4-FFF2-40B4-BE49-F238E27FC236}">
                <a16:creationId xmlns:a16="http://schemas.microsoft.com/office/drawing/2014/main" id="{6A0FD54D-516A-4242-A6DB-2359A5AA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1" y="1054176"/>
            <a:ext cx="67198" cy="73331"/>
          </a:xfrm>
          <a:custGeom xmlns:a="http://schemas.openxmlformats.org/drawingml/2006/main">
            <a:pathLst>
              <a:path w="67198" h="73331">
                <a:moveTo>
                  <a:pt x="67198" y="0"/>
                </a:moveTo>
                <a:lnTo>
                  <a:pt x="67198" y="32332"/>
                </a:lnTo>
                <a:lnTo>
                  <a:pt x="62798" y="32332"/>
                </a:lnTo>
                <a:cubicBezTo>
                  <a:pt x="62309" y="30288"/>
                  <a:pt x="61587" y="28866"/>
                  <a:pt x="60631" y="28066"/>
                </a:cubicBezTo>
                <a:cubicBezTo>
                  <a:pt x="59676" y="27266"/>
                  <a:pt x="58387" y="26721"/>
                  <a:pt x="56765" y="26433"/>
                </a:cubicBezTo>
                <a:cubicBezTo>
                  <a:pt x="55143" y="26144"/>
                  <a:pt x="52221" y="25999"/>
                  <a:pt x="47998" y="25999"/>
                </a:cubicBezTo>
                <a:lnTo>
                  <a:pt x="30199" y="25999"/>
                </a:lnTo>
                <a:cubicBezTo>
                  <a:pt x="26955" y="25999"/>
                  <a:pt x="24144" y="26088"/>
                  <a:pt x="21766" y="26266"/>
                </a:cubicBezTo>
                <a:cubicBezTo>
                  <a:pt x="19388" y="26444"/>
                  <a:pt x="17544" y="26755"/>
                  <a:pt x="16233" y="27199"/>
                </a:cubicBezTo>
                <a:cubicBezTo>
                  <a:pt x="14922" y="27644"/>
                  <a:pt x="13855" y="28199"/>
                  <a:pt x="13033" y="28866"/>
                </a:cubicBezTo>
                <a:cubicBezTo>
                  <a:pt x="12211" y="29532"/>
                  <a:pt x="11577" y="30310"/>
                  <a:pt x="11133" y="31199"/>
                </a:cubicBezTo>
                <a:cubicBezTo>
                  <a:pt x="10689" y="32088"/>
                  <a:pt x="10466" y="33332"/>
                  <a:pt x="10466" y="34932"/>
                </a:cubicBezTo>
                <a:cubicBezTo>
                  <a:pt x="10466" y="36621"/>
                  <a:pt x="10989" y="38377"/>
                  <a:pt x="12033" y="40199"/>
                </a:cubicBezTo>
                <a:cubicBezTo>
                  <a:pt x="13077" y="42021"/>
                  <a:pt x="14522" y="43554"/>
                  <a:pt x="16366" y="44799"/>
                </a:cubicBezTo>
                <a:cubicBezTo>
                  <a:pt x="18211" y="46043"/>
                  <a:pt x="20177" y="46665"/>
                  <a:pt x="22266" y="46665"/>
                </a:cubicBezTo>
                <a:lnTo>
                  <a:pt x="47932" y="46665"/>
                </a:lnTo>
                <a:cubicBezTo>
                  <a:pt x="52154" y="46665"/>
                  <a:pt x="55087" y="46532"/>
                  <a:pt x="56732" y="46265"/>
                </a:cubicBezTo>
                <a:cubicBezTo>
                  <a:pt x="58376" y="45999"/>
                  <a:pt x="59676" y="45454"/>
                  <a:pt x="60631" y="44632"/>
                </a:cubicBezTo>
                <a:cubicBezTo>
                  <a:pt x="61587" y="43810"/>
                  <a:pt x="62309" y="42354"/>
                  <a:pt x="62798" y="40265"/>
                </a:cubicBezTo>
                <a:lnTo>
                  <a:pt x="67198" y="40265"/>
                </a:lnTo>
                <a:lnTo>
                  <a:pt x="67198" y="72464"/>
                </a:lnTo>
                <a:lnTo>
                  <a:pt x="62798" y="72464"/>
                </a:lnTo>
                <a:cubicBezTo>
                  <a:pt x="62220" y="70331"/>
                  <a:pt x="61465" y="68853"/>
                  <a:pt x="60531" y="68031"/>
                </a:cubicBezTo>
                <a:cubicBezTo>
                  <a:pt x="59598" y="67209"/>
                  <a:pt x="58332" y="66653"/>
                  <a:pt x="56732" y="66365"/>
                </a:cubicBezTo>
                <a:cubicBezTo>
                  <a:pt x="55132" y="66076"/>
                  <a:pt x="52221" y="65931"/>
                  <a:pt x="47999" y="65931"/>
                </a:cubicBezTo>
                <a:lnTo>
                  <a:pt x="20599" y="65931"/>
                </a:lnTo>
                <a:cubicBezTo>
                  <a:pt x="17311" y="65931"/>
                  <a:pt x="14877" y="65987"/>
                  <a:pt x="13300" y="66098"/>
                </a:cubicBezTo>
                <a:cubicBezTo>
                  <a:pt x="11722" y="66209"/>
                  <a:pt x="10455" y="66476"/>
                  <a:pt x="9500" y="66898"/>
                </a:cubicBezTo>
                <a:cubicBezTo>
                  <a:pt x="8544" y="67320"/>
                  <a:pt x="7766" y="67965"/>
                  <a:pt x="7166" y="68831"/>
                </a:cubicBezTo>
                <a:cubicBezTo>
                  <a:pt x="6566" y="69698"/>
                  <a:pt x="6044" y="71198"/>
                  <a:pt x="5600" y="73331"/>
                </a:cubicBezTo>
                <a:lnTo>
                  <a:pt x="1067" y="73331"/>
                </a:lnTo>
                <a:lnTo>
                  <a:pt x="533" y="55065"/>
                </a:lnTo>
                <a:lnTo>
                  <a:pt x="533" y="46665"/>
                </a:lnTo>
                <a:lnTo>
                  <a:pt x="10133" y="47665"/>
                </a:lnTo>
                <a:lnTo>
                  <a:pt x="10333" y="46865"/>
                </a:lnTo>
                <a:cubicBezTo>
                  <a:pt x="6511" y="42599"/>
                  <a:pt x="3833" y="38854"/>
                  <a:pt x="2300" y="35632"/>
                </a:cubicBezTo>
                <a:cubicBezTo>
                  <a:pt x="767" y="32410"/>
                  <a:pt x="0" y="29132"/>
                  <a:pt x="0" y="25799"/>
                </a:cubicBezTo>
                <a:cubicBezTo>
                  <a:pt x="0" y="22155"/>
                  <a:pt x="522" y="19133"/>
                  <a:pt x="1567" y="16733"/>
                </a:cubicBezTo>
                <a:cubicBezTo>
                  <a:pt x="2611" y="14333"/>
                  <a:pt x="4133" y="12388"/>
                  <a:pt x="6133" y="10900"/>
                </a:cubicBezTo>
                <a:cubicBezTo>
                  <a:pt x="8133" y="9411"/>
                  <a:pt x="10577" y="8344"/>
                  <a:pt x="13466" y="7700"/>
                </a:cubicBezTo>
                <a:cubicBezTo>
                  <a:pt x="16355" y="7055"/>
                  <a:pt x="19710" y="6733"/>
                  <a:pt x="23533" y="6733"/>
                </a:cubicBezTo>
                <a:lnTo>
                  <a:pt x="47932" y="6733"/>
                </a:lnTo>
                <a:cubicBezTo>
                  <a:pt x="52154" y="6733"/>
                  <a:pt x="55065" y="6600"/>
                  <a:pt x="56665" y="6333"/>
                </a:cubicBezTo>
                <a:cubicBezTo>
                  <a:pt x="58265" y="6066"/>
                  <a:pt x="59543" y="5511"/>
                  <a:pt x="60498" y="4667"/>
                </a:cubicBezTo>
                <a:cubicBezTo>
                  <a:pt x="61454" y="3822"/>
                  <a:pt x="62220" y="2267"/>
                  <a:pt x="62798" y="0"/>
                </a:cubicBezTo>
                <a:lnTo>
                  <a:pt x="671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Text 𝐚">
            <a:extLst xmlns:a="http://schemas.openxmlformats.org/drawingml/2006/main">
              <a:ext uri="{FF2B5EF4-FFF2-40B4-BE49-F238E27FC236}">
                <a16:creationId xmlns:a16="http://schemas.microsoft.com/office/drawing/2014/main" id="{F16605A1-41FE-417A-B48A-48CF33D2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1" y="978667"/>
            <a:ext cx="68265" cy="65331"/>
          </a:xfrm>
          <a:custGeom xmlns:a="http://schemas.openxmlformats.org/drawingml/2006/main">
            <a:pathLst>
              <a:path w="68265" h="65331">
                <a:moveTo>
                  <a:pt x="58465" y="24199"/>
                </a:moveTo>
                <a:lnTo>
                  <a:pt x="58132" y="25199"/>
                </a:lnTo>
                <a:cubicBezTo>
                  <a:pt x="61687" y="28844"/>
                  <a:pt x="64265" y="32388"/>
                  <a:pt x="65865" y="35832"/>
                </a:cubicBezTo>
                <a:cubicBezTo>
                  <a:pt x="67465" y="39277"/>
                  <a:pt x="68265" y="42932"/>
                  <a:pt x="68265" y="46799"/>
                </a:cubicBezTo>
                <a:cubicBezTo>
                  <a:pt x="68265" y="52487"/>
                  <a:pt x="66765" y="56998"/>
                  <a:pt x="63765" y="60331"/>
                </a:cubicBezTo>
                <a:cubicBezTo>
                  <a:pt x="60765" y="63665"/>
                  <a:pt x="56754" y="65331"/>
                  <a:pt x="51732" y="65331"/>
                </a:cubicBezTo>
                <a:cubicBezTo>
                  <a:pt x="45199" y="65331"/>
                  <a:pt x="40054" y="62120"/>
                  <a:pt x="36299" y="55698"/>
                </a:cubicBezTo>
                <a:cubicBezTo>
                  <a:pt x="32543" y="49276"/>
                  <a:pt x="30177" y="39532"/>
                  <a:pt x="29199" y="26466"/>
                </a:cubicBezTo>
                <a:lnTo>
                  <a:pt x="22866" y="26466"/>
                </a:lnTo>
                <a:cubicBezTo>
                  <a:pt x="18733" y="26466"/>
                  <a:pt x="15544" y="26932"/>
                  <a:pt x="13300" y="27866"/>
                </a:cubicBezTo>
                <a:cubicBezTo>
                  <a:pt x="11055" y="28799"/>
                  <a:pt x="9477" y="29999"/>
                  <a:pt x="8566" y="31466"/>
                </a:cubicBezTo>
                <a:cubicBezTo>
                  <a:pt x="7655" y="32932"/>
                  <a:pt x="7200" y="34688"/>
                  <a:pt x="7200" y="36732"/>
                </a:cubicBezTo>
                <a:cubicBezTo>
                  <a:pt x="7200" y="38777"/>
                  <a:pt x="7555" y="40543"/>
                  <a:pt x="8266" y="42032"/>
                </a:cubicBezTo>
                <a:cubicBezTo>
                  <a:pt x="8977" y="43521"/>
                  <a:pt x="10322" y="44865"/>
                  <a:pt x="12300" y="46065"/>
                </a:cubicBezTo>
                <a:cubicBezTo>
                  <a:pt x="14277" y="47265"/>
                  <a:pt x="17022" y="48154"/>
                  <a:pt x="20533" y="48732"/>
                </a:cubicBezTo>
                <a:lnTo>
                  <a:pt x="20533" y="61331"/>
                </a:lnTo>
                <a:lnTo>
                  <a:pt x="8400" y="61331"/>
                </a:lnTo>
                <a:cubicBezTo>
                  <a:pt x="6133" y="56220"/>
                  <a:pt x="4433" y="51898"/>
                  <a:pt x="3300" y="48365"/>
                </a:cubicBezTo>
                <a:cubicBezTo>
                  <a:pt x="2167" y="44832"/>
                  <a:pt x="1333" y="41543"/>
                  <a:pt x="800" y="38499"/>
                </a:cubicBezTo>
                <a:cubicBezTo>
                  <a:pt x="267" y="35454"/>
                  <a:pt x="0" y="32532"/>
                  <a:pt x="0" y="29732"/>
                </a:cubicBezTo>
                <a:cubicBezTo>
                  <a:pt x="0" y="24355"/>
                  <a:pt x="711" y="20055"/>
                  <a:pt x="2133" y="16833"/>
                </a:cubicBezTo>
                <a:cubicBezTo>
                  <a:pt x="3555" y="13611"/>
                  <a:pt x="5866" y="11200"/>
                  <a:pt x="9066" y="9600"/>
                </a:cubicBezTo>
                <a:cubicBezTo>
                  <a:pt x="12266" y="8000"/>
                  <a:pt x="16688" y="7200"/>
                  <a:pt x="22333" y="7200"/>
                </a:cubicBezTo>
                <a:lnTo>
                  <a:pt x="48332" y="7200"/>
                </a:lnTo>
                <a:cubicBezTo>
                  <a:pt x="52109" y="7200"/>
                  <a:pt x="54787" y="7089"/>
                  <a:pt x="56365" y="6866"/>
                </a:cubicBezTo>
                <a:cubicBezTo>
                  <a:pt x="57943" y="6644"/>
                  <a:pt x="59087" y="6300"/>
                  <a:pt x="59798" y="5833"/>
                </a:cubicBezTo>
                <a:cubicBezTo>
                  <a:pt x="60509" y="5366"/>
                  <a:pt x="61065" y="4767"/>
                  <a:pt x="61465" y="4033"/>
                </a:cubicBezTo>
                <a:cubicBezTo>
                  <a:pt x="61865" y="3300"/>
                  <a:pt x="62309" y="1955"/>
                  <a:pt x="62798" y="0"/>
                </a:cubicBezTo>
                <a:lnTo>
                  <a:pt x="67198" y="0"/>
                </a:lnTo>
                <a:lnTo>
                  <a:pt x="67198" y="24799"/>
                </a:lnTo>
                <a:lnTo>
                  <a:pt x="58465" y="24199"/>
                </a:lnTo>
                <a:moveTo>
                  <a:pt x="35732" y="26399"/>
                </a:moveTo>
                <a:cubicBezTo>
                  <a:pt x="35910" y="33288"/>
                  <a:pt x="37199" y="38388"/>
                  <a:pt x="39599" y="41699"/>
                </a:cubicBezTo>
                <a:cubicBezTo>
                  <a:pt x="41999" y="45010"/>
                  <a:pt x="45510" y="46665"/>
                  <a:pt x="50132" y="46665"/>
                </a:cubicBezTo>
                <a:cubicBezTo>
                  <a:pt x="52887" y="46665"/>
                  <a:pt x="54987" y="45910"/>
                  <a:pt x="56432" y="44399"/>
                </a:cubicBezTo>
                <a:cubicBezTo>
                  <a:pt x="57876" y="42888"/>
                  <a:pt x="58598" y="40799"/>
                  <a:pt x="58598" y="38132"/>
                </a:cubicBezTo>
                <a:cubicBezTo>
                  <a:pt x="58598" y="36088"/>
                  <a:pt x="58054" y="34154"/>
                  <a:pt x="56965" y="32332"/>
                </a:cubicBezTo>
                <a:cubicBezTo>
                  <a:pt x="55876" y="30510"/>
                  <a:pt x="54421" y="29066"/>
                  <a:pt x="52598" y="27999"/>
                </a:cubicBezTo>
                <a:cubicBezTo>
                  <a:pt x="50776" y="26932"/>
                  <a:pt x="48843" y="26399"/>
                  <a:pt x="46799" y="26399"/>
                </a:cubicBezTo>
                <a:lnTo>
                  <a:pt x="35732" y="263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Text 𝐥">
            <a:extLst xmlns:a="http://schemas.openxmlformats.org/drawingml/2006/main">
              <a:ext uri="{FF2B5EF4-FFF2-40B4-BE49-F238E27FC236}">
                <a16:creationId xmlns:a16="http://schemas.microsoft.com/office/drawing/2014/main" id="{C4AFCEDE-0046-4329-8B34-F40E7F5D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75" y="935575"/>
            <a:ext cx="95464" cy="33466"/>
          </a:xfrm>
          <a:custGeom xmlns:a="http://schemas.openxmlformats.org/drawingml/2006/main">
            <a:pathLst>
              <a:path w="95464" h="33466">
                <a:moveTo>
                  <a:pt x="76198" y="6666"/>
                </a:moveTo>
                <a:cubicBezTo>
                  <a:pt x="80420" y="6666"/>
                  <a:pt x="83331" y="6533"/>
                  <a:pt x="84931" y="6266"/>
                </a:cubicBezTo>
                <a:cubicBezTo>
                  <a:pt x="86531" y="6000"/>
                  <a:pt x="87808" y="5455"/>
                  <a:pt x="88764" y="4633"/>
                </a:cubicBezTo>
                <a:cubicBezTo>
                  <a:pt x="89719" y="3811"/>
                  <a:pt x="90486" y="2267"/>
                  <a:pt x="91064" y="0"/>
                </a:cubicBezTo>
                <a:lnTo>
                  <a:pt x="95464" y="0"/>
                </a:lnTo>
                <a:lnTo>
                  <a:pt x="95464" y="32666"/>
                </a:lnTo>
                <a:lnTo>
                  <a:pt x="91064" y="32666"/>
                </a:lnTo>
                <a:cubicBezTo>
                  <a:pt x="90486" y="30399"/>
                  <a:pt x="89731" y="28844"/>
                  <a:pt x="88797" y="27999"/>
                </a:cubicBezTo>
                <a:cubicBezTo>
                  <a:pt x="87864" y="27155"/>
                  <a:pt x="86608" y="26599"/>
                  <a:pt x="85031" y="26333"/>
                </a:cubicBezTo>
                <a:cubicBezTo>
                  <a:pt x="83453" y="26066"/>
                  <a:pt x="80509" y="25933"/>
                  <a:pt x="76198" y="25933"/>
                </a:cubicBezTo>
                <a:lnTo>
                  <a:pt x="24199" y="25933"/>
                </a:lnTo>
                <a:cubicBezTo>
                  <a:pt x="19488" y="25933"/>
                  <a:pt x="16100" y="25999"/>
                  <a:pt x="14033" y="26133"/>
                </a:cubicBezTo>
                <a:cubicBezTo>
                  <a:pt x="11966" y="26266"/>
                  <a:pt x="10411" y="26544"/>
                  <a:pt x="9366" y="26966"/>
                </a:cubicBezTo>
                <a:cubicBezTo>
                  <a:pt x="8322" y="27388"/>
                  <a:pt x="7500" y="28010"/>
                  <a:pt x="6900" y="28832"/>
                </a:cubicBezTo>
                <a:cubicBezTo>
                  <a:pt x="6300" y="29655"/>
                  <a:pt x="5778" y="31199"/>
                  <a:pt x="5333" y="33466"/>
                </a:cubicBezTo>
                <a:lnTo>
                  <a:pt x="933" y="33466"/>
                </a:lnTo>
                <a:lnTo>
                  <a:pt x="0" y="15000"/>
                </a:lnTo>
                <a:lnTo>
                  <a:pt x="0" y="6666"/>
                </a:lnTo>
                <a:lnTo>
                  <a:pt x="76198" y="66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ED46C7-0E18-489C-9ED8-6263C0AA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450" y="1901774"/>
            <a:ext cx="178398" cy="947512"/>
          </a:xfrm>
          <a:custGeom xmlns:a="http://schemas.openxmlformats.org/drawingml/2006/main">
            <a:pathLst>
              <a:path w="178398" h="947512" fill="none">
                <a:moveTo>
                  <a:pt x="0" y="947512"/>
                </a:moveTo>
                <a:lnTo>
                  <a:pt x="178398" y="947512"/>
                </a:lnTo>
                <a:lnTo>
                  <a:pt x="178398" y="0"/>
                </a:lnTo>
                <a:lnTo>
                  <a:pt x="0" y="0"/>
                </a:lnTo>
                <a:lnTo>
                  <a:pt x="0" y="9475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220" name="Text 𝐑">
            <a:extLst xmlns:a="http://schemas.openxmlformats.org/drawingml/2006/main">
              <a:ext uri="{FF2B5EF4-FFF2-40B4-BE49-F238E27FC236}">
                <a16:creationId xmlns:a16="http://schemas.microsoft.com/office/drawing/2014/main" id="{B8D28F17-846E-4DD0-A982-5424B7F7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42" y="2624336"/>
            <a:ext cx="90997" cy="84131"/>
          </a:xfrm>
          <a:custGeom xmlns:a="http://schemas.openxmlformats.org/drawingml/2006/main">
            <a:pathLst>
              <a:path w="90997" h="84131">
                <a:moveTo>
                  <a:pt x="90997" y="49132"/>
                </a:moveTo>
                <a:lnTo>
                  <a:pt x="90997" y="84131"/>
                </a:lnTo>
                <a:lnTo>
                  <a:pt x="86597" y="84131"/>
                </a:lnTo>
                <a:cubicBezTo>
                  <a:pt x="85975" y="81731"/>
                  <a:pt x="85264" y="80097"/>
                  <a:pt x="84464" y="79231"/>
                </a:cubicBezTo>
                <a:cubicBezTo>
                  <a:pt x="83664" y="78364"/>
                  <a:pt x="82609" y="77775"/>
                  <a:pt x="81297" y="77464"/>
                </a:cubicBezTo>
                <a:cubicBezTo>
                  <a:pt x="79986" y="77153"/>
                  <a:pt x="77642" y="76998"/>
                  <a:pt x="74264" y="76998"/>
                </a:cubicBezTo>
                <a:lnTo>
                  <a:pt x="16799" y="76998"/>
                </a:lnTo>
                <a:cubicBezTo>
                  <a:pt x="13422" y="76998"/>
                  <a:pt x="11077" y="77142"/>
                  <a:pt x="9766" y="77431"/>
                </a:cubicBezTo>
                <a:cubicBezTo>
                  <a:pt x="8455" y="77720"/>
                  <a:pt x="7400" y="78309"/>
                  <a:pt x="6600" y="79198"/>
                </a:cubicBezTo>
                <a:cubicBezTo>
                  <a:pt x="5800" y="80086"/>
                  <a:pt x="5067" y="81731"/>
                  <a:pt x="4400" y="84131"/>
                </a:cubicBezTo>
                <a:lnTo>
                  <a:pt x="0" y="84131"/>
                </a:lnTo>
                <a:lnTo>
                  <a:pt x="0" y="45265"/>
                </a:lnTo>
                <a:cubicBezTo>
                  <a:pt x="0" y="38865"/>
                  <a:pt x="578" y="33543"/>
                  <a:pt x="1733" y="29299"/>
                </a:cubicBezTo>
                <a:cubicBezTo>
                  <a:pt x="2889" y="25055"/>
                  <a:pt x="4478" y="21677"/>
                  <a:pt x="6500" y="19166"/>
                </a:cubicBezTo>
                <a:cubicBezTo>
                  <a:pt x="8522" y="16655"/>
                  <a:pt x="11022" y="14733"/>
                  <a:pt x="14000" y="13400"/>
                </a:cubicBezTo>
                <a:cubicBezTo>
                  <a:pt x="16977" y="12066"/>
                  <a:pt x="20488" y="11400"/>
                  <a:pt x="24533" y="11400"/>
                </a:cubicBezTo>
                <a:cubicBezTo>
                  <a:pt x="28888" y="11400"/>
                  <a:pt x="32621" y="12166"/>
                  <a:pt x="35732" y="13700"/>
                </a:cubicBezTo>
                <a:cubicBezTo>
                  <a:pt x="38843" y="15233"/>
                  <a:pt x="41432" y="17299"/>
                  <a:pt x="43499" y="19899"/>
                </a:cubicBezTo>
                <a:cubicBezTo>
                  <a:pt x="45565" y="22499"/>
                  <a:pt x="47510" y="25977"/>
                  <a:pt x="49332" y="30332"/>
                </a:cubicBezTo>
                <a:lnTo>
                  <a:pt x="49998" y="30332"/>
                </a:lnTo>
                <a:cubicBezTo>
                  <a:pt x="51421" y="27044"/>
                  <a:pt x="53321" y="24321"/>
                  <a:pt x="55698" y="22166"/>
                </a:cubicBezTo>
                <a:cubicBezTo>
                  <a:pt x="58076" y="20010"/>
                  <a:pt x="61087" y="18066"/>
                  <a:pt x="64731" y="16333"/>
                </a:cubicBezTo>
                <a:lnTo>
                  <a:pt x="73798" y="12133"/>
                </a:lnTo>
                <a:cubicBezTo>
                  <a:pt x="77842" y="10266"/>
                  <a:pt x="80875" y="8411"/>
                  <a:pt x="82897" y="6566"/>
                </a:cubicBezTo>
                <a:cubicBezTo>
                  <a:pt x="84920" y="4722"/>
                  <a:pt x="86153" y="2533"/>
                  <a:pt x="86597" y="0"/>
                </a:cubicBezTo>
                <a:lnTo>
                  <a:pt x="90997" y="0"/>
                </a:lnTo>
                <a:lnTo>
                  <a:pt x="90997" y="25666"/>
                </a:lnTo>
                <a:cubicBezTo>
                  <a:pt x="87442" y="28244"/>
                  <a:pt x="82153" y="31155"/>
                  <a:pt x="75131" y="34399"/>
                </a:cubicBezTo>
                <a:lnTo>
                  <a:pt x="63731" y="39599"/>
                </a:lnTo>
                <a:cubicBezTo>
                  <a:pt x="60354" y="41154"/>
                  <a:pt x="57954" y="42488"/>
                  <a:pt x="56532" y="43599"/>
                </a:cubicBezTo>
                <a:cubicBezTo>
                  <a:pt x="55109" y="44710"/>
                  <a:pt x="54132" y="45854"/>
                  <a:pt x="53598" y="47032"/>
                </a:cubicBezTo>
                <a:cubicBezTo>
                  <a:pt x="53065" y="48210"/>
                  <a:pt x="52798" y="50021"/>
                  <a:pt x="52798" y="52465"/>
                </a:cubicBezTo>
                <a:lnTo>
                  <a:pt x="52798" y="56332"/>
                </a:lnTo>
                <a:lnTo>
                  <a:pt x="74264" y="56332"/>
                </a:lnTo>
                <a:cubicBezTo>
                  <a:pt x="77598" y="56332"/>
                  <a:pt x="79931" y="56176"/>
                  <a:pt x="81264" y="55865"/>
                </a:cubicBezTo>
                <a:cubicBezTo>
                  <a:pt x="82597" y="55554"/>
                  <a:pt x="83664" y="54954"/>
                  <a:pt x="84464" y="54065"/>
                </a:cubicBezTo>
                <a:cubicBezTo>
                  <a:pt x="85264" y="53176"/>
                  <a:pt x="85975" y="51532"/>
                  <a:pt x="86597" y="49132"/>
                </a:cubicBezTo>
                <a:lnTo>
                  <a:pt x="90997" y="49132"/>
                </a:lnTo>
                <a:moveTo>
                  <a:pt x="7933" y="56332"/>
                </a:moveTo>
                <a:lnTo>
                  <a:pt x="44999" y="56332"/>
                </a:lnTo>
                <a:lnTo>
                  <a:pt x="44999" y="49732"/>
                </a:lnTo>
                <a:cubicBezTo>
                  <a:pt x="44999" y="45199"/>
                  <a:pt x="44199" y="41610"/>
                  <a:pt x="42599" y="38965"/>
                </a:cubicBezTo>
                <a:cubicBezTo>
                  <a:pt x="40999" y="36321"/>
                  <a:pt x="38832" y="34477"/>
                  <a:pt x="36099" y="33432"/>
                </a:cubicBezTo>
                <a:cubicBezTo>
                  <a:pt x="33366" y="32388"/>
                  <a:pt x="29977" y="31866"/>
                  <a:pt x="25933" y="31866"/>
                </a:cubicBezTo>
                <a:cubicBezTo>
                  <a:pt x="19888" y="31866"/>
                  <a:pt x="15355" y="33288"/>
                  <a:pt x="12333" y="36132"/>
                </a:cubicBezTo>
                <a:cubicBezTo>
                  <a:pt x="9311" y="38977"/>
                  <a:pt x="7800" y="43199"/>
                  <a:pt x="7800" y="48798"/>
                </a:cubicBezTo>
                <a:cubicBezTo>
                  <a:pt x="7800" y="52621"/>
                  <a:pt x="7844" y="55132"/>
                  <a:pt x="7933" y="563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Text 𝐨">
            <a:extLst xmlns:a="http://schemas.openxmlformats.org/drawingml/2006/main">
              <a:ext uri="{FF2B5EF4-FFF2-40B4-BE49-F238E27FC236}">
                <a16:creationId xmlns:a16="http://schemas.microsoft.com/office/drawing/2014/main" id="{D310A876-DE52-45E9-971C-E84FED2F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1" y="2550226"/>
            <a:ext cx="68265" cy="65598"/>
          </a:xfrm>
          <a:custGeom xmlns:a="http://schemas.openxmlformats.org/drawingml/2006/main">
            <a:pathLst>
              <a:path w="68265" h="65598">
                <a:moveTo>
                  <a:pt x="68265" y="33599"/>
                </a:moveTo>
                <a:cubicBezTo>
                  <a:pt x="68265" y="44043"/>
                  <a:pt x="65409" y="51987"/>
                  <a:pt x="59698" y="57432"/>
                </a:cubicBezTo>
                <a:cubicBezTo>
                  <a:pt x="53987" y="62876"/>
                  <a:pt x="45621" y="65598"/>
                  <a:pt x="34599" y="65598"/>
                </a:cubicBezTo>
                <a:cubicBezTo>
                  <a:pt x="26777" y="65598"/>
                  <a:pt x="20266" y="64165"/>
                  <a:pt x="15066" y="61298"/>
                </a:cubicBezTo>
                <a:cubicBezTo>
                  <a:pt x="9866" y="58432"/>
                  <a:pt x="6055" y="54532"/>
                  <a:pt x="3633" y="49598"/>
                </a:cubicBezTo>
                <a:cubicBezTo>
                  <a:pt x="1211" y="44665"/>
                  <a:pt x="0" y="38977"/>
                  <a:pt x="0" y="32532"/>
                </a:cubicBezTo>
                <a:cubicBezTo>
                  <a:pt x="0" y="21777"/>
                  <a:pt x="2833" y="13666"/>
                  <a:pt x="8500" y="8200"/>
                </a:cubicBezTo>
                <a:cubicBezTo>
                  <a:pt x="14166" y="2733"/>
                  <a:pt x="22466" y="0"/>
                  <a:pt x="33399" y="0"/>
                </a:cubicBezTo>
                <a:cubicBezTo>
                  <a:pt x="44687" y="0"/>
                  <a:pt x="53321" y="2889"/>
                  <a:pt x="59298" y="8666"/>
                </a:cubicBezTo>
                <a:cubicBezTo>
                  <a:pt x="65276" y="14444"/>
                  <a:pt x="68265" y="22755"/>
                  <a:pt x="68265" y="33599"/>
                </a:cubicBezTo>
                <a:moveTo>
                  <a:pt x="33132" y="45332"/>
                </a:moveTo>
                <a:cubicBezTo>
                  <a:pt x="42554" y="45332"/>
                  <a:pt x="49610" y="44276"/>
                  <a:pt x="54298" y="42165"/>
                </a:cubicBezTo>
                <a:cubicBezTo>
                  <a:pt x="58987" y="40054"/>
                  <a:pt x="61331" y="36866"/>
                  <a:pt x="61331" y="32599"/>
                </a:cubicBezTo>
                <a:cubicBezTo>
                  <a:pt x="61331" y="28377"/>
                  <a:pt x="59276" y="25266"/>
                  <a:pt x="55165" y="23266"/>
                </a:cubicBezTo>
                <a:cubicBezTo>
                  <a:pt x="51054" y="21266"/>
                  <a:pt x="44487" y="20266"/>
                  <a:pt x="35466" y="20266"/>
                </a:cubicBezTo>
                <a:cubicBezTo>
                  <a:pt x="25910" y="20266"/>
                  <a:pt x="18766" y="21322"/>
                  <a:pt x="14033" y="23433"/>
                </a:cubicBezTo>
                <a:cubicBezTo>
                  <a:pt x="9300" y="25544"/>
                  <a:pt x="6933" y="28666"/>
                  <a:pt x="6933" y="32799"/>
                </a:cubicBezTo>
                <a:cubicBezTo>
                  <a:pt x="6933" y="37199"/>
                  <a:pt x="9033" y="40388"/>
                  <a:pt x="13233" y="42365"/>
                </a:cubicBezTo>
                <a:cubicBezTo>
                  <a:pt x="17433" y="44343"/>
                  <a:pt x="24066" y="45332"/>
                  <a:pt x="33132" y="453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Text 𝐭">
            <a:extLst xmlns:a="http://schemas.openxmlformats.org/drawingml/2006/main">
              <a:ext uri="{FF2B5EF4-FFF2-40B4-BE49-F238E27FC236}">
                <a16:creationId xmlns:a16="http://schemas.microsoft.com/office/drawing/2014/main" id="{A2DDD07A-333F-4EE8-B25A-6A8F1682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41" y="2490826"/>
            <a:ext cx="83864" cy="48865"/>
          </a:xfrm>
          <a:custGeom xmlns:a="http://schemas.openxmlformats.org/drawingml/2006/main">
            <a:pathLst>
              <a:path w="83864" h="48865">
                <a:moveTo>
                  <a:pt x="74798" y="0"/>
                </a:moveTo>
                <a:cubicBezTo>
                  <a:pt x="78131" y="3911"/>
                  <a:pt x="80475" y="7466"/>
                  <a:pt x="81831" y="10666"/>
                </a:cubicBezTo>
                <a:cubicBezTo>
                  <a:pt x="83186" y="13866"/>
                  <a:pt x="83864" y="17244"/>
                  <a:pt x="83864" y="20799"/>
                </a:cubicBezTo>
                <a:cubicBezTo>
                  <a:pt x="83864" y="27421"/>
                  <a:pt x="82075" y="32366"/>
                  <a:pt x="78498" y="35632"/>
                </a:cubicBezTo>
                <a:cubicBezTo>
                  <a:pt x="74920" y="38899"/>
                  <a:pt x="69509" y="40532"/>
                  <a:pt x="62265" y="40532"/>
                </a:cubicBezTo>
                <a:lnTo>
                  <a:pt x="24999" y="40532"/>
                </a:lnTo>
                <a:lnTo>
                  <a:pt x="24999" y="48865"/>
                </a:lnTo>
                <a:lnTo>
                  <a:pt x="20399" y="48865"/>
                </a:lnTo>
                <a:cubicBezTo>
                  <a:pt x="19955" y="46154"/>
                  <a:pt x="19288" y="44154"/>
                  <a:pt x="18399" y="42865"/>
                </a:cubicBezTo>
                <a:cubicBezTo>
                  <a:pt x="17511" y="41576"/>
                  <a:pt x="16322" y="40577"/>
                  <a:pt x="14833" y="39865"/>
                </a:cubicBezTo>
                <a:cubicBezTo>
                  <a:pt x="13344" y="39154"/>
                  <a:pt x="11400" y="38588"/>
                  <a:pt x="9000" y="38165"/>
                </a:cubicBezTo>
                <a:cubicBezTo>
                  <a:pt x="6600" y="37743"/>
                  <a:pt x="3600" y="37421"/>
                  <a:pt x="0" y="37199"/>
                </a:cubicBezTo>
                <a:lnTo>
                  <a:pt x="0" y="21266"/>
                </a:lnTo>
                <a:lnTo>
                  <a:pt x="16666" y="21266"/>
                </a:lnTo>
                <a:lnTo>
                  <a:pt x="16666" y="2267"/>
                </a:lnTo>
                <a:lnTo>
                  <a:pt x="24999" y="2267"/>
                </a:lnTo>
                <a:lnTo>
                  <a:pt x="24999" y="21266"/>
                </a:lnTo>
                <a:lnTo>
                  <a:pt x="55065" y="21266"/>
                </a:lnTo>
                <a:cubicBezTo>
                  <a:pt x="60087" y="21266"/>
                  <a:pt x="63798" y="21033"/>
                  <a:pt x="66198" y="20566"/>
                </a:cubicBezTo>
                <a:cubicBezTo>
                  <a:pt x="68598" y="20099"/>
                  <a:pt x="70364" y="19311"/>
                  <a:pt x="71498" y="18199"/>
                </a:cubicBezTo>
                <a:cubicBezTo>
                  <a:pt x="72631" y="17088"/>
                  <a:pt x="73198" y="15711"/>
                  <a:pt x="73198" y="14066"/>
                </a:cubicBezTo>
                <a:cubicBezTo>
                  <a:pt x="73198" y="11889"/>
                  <a:pt x="72820" y="10022"/>
                  <a:pt x="72064" y="8466"/>
                </a:cubicBezTo>
                <a:cubicBezTo>
                  <a:pt x="71309" y="6911"/>
                  <a:pt x="70353" y="5489"/>
                  <a:pt x="69198" y="4200"/>
                </a:cubicBezTo>
                <a:lnTo>
                  <a:pt x="747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Text 𝐚">
            <a:extLst xmlns:a="http://schemas.openxmlformats.org/drawingml/2006/main">
              <a:ext uri="{FF2B5EF4-FFF2-40B4-BE49-F238E27FC236}">
                <a16:creationId xmlns:a16="http://schemas.microsoft.com/office/drawing/2014/main" id="{63D91FDB-9C1B-422E-9C71-502AE0EE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1" y="2420945"/>
            <a:ext cx="68265" cy="65331"/>
          </a:xfrm>
          <a:custGeom xmlns:a="http://schemas.openxmlformats.org/drawingml/2006/main">
            <a:pathLst>
              <a:path w="68265" h="65331">
                <a:moveTo>
                  <a:pt x="58465" y="24199"/>
                </a:moveTo>
                <a:lnTo>
                  <a:pt x="58132" y="25199"/>
                </a:lnTo>
                <a:cubicBezTo>
                  <a:pt x="61687" y="28844"/>
                  <a:pt x="64265" y="32388"/>
                  <a:pt x="65865" y="35832"/>
                </a:cubicBezTo>
                <a:cubicBezTo>
                  <a:pt x="67465" y="39277"/>
                  <a:pt x="68265" y="42932"/>
                  <a:pt x="68265" y="46799"/>
                </a:cubicBezTo>
                <a:cubicBezTo>
                  <a:pt x="68265" y="52487"/>
                  <a:pt x="66765" y="56998"/>
                  <a:pt x="63765" y="60331"/>
                </a:cubicBezTo>
                <a:cubicBezTo>
                  <a:pt x="60765" y="63665"/>
                  <a:pt x="56754" y="65331"/>
                  <a:pt x="51732" y="65331"/>
                </a:cubicBezTo>
                <a:cubicBezTo>
                  <a:pt x="45199" y="65331"/>
                  <a:pt x="40054" y="62120"/>
                  <a:pt x="36299" y="55698"/>
                </a:cubicBezTo>
                <a:cubicBezTo>
                  <a:pt x="32543" y="49276"/>
                  <a:pt x="30177" y="39532"/>
                  <a:pt x="29199" y="26466"/>
                </a:cubicBezTo>
                <a:lnTo>
                  <a:pt x="22866" y="26466"/>
                </a:lnTo>
                <a:cubicBezTo>
                  <a:pt x="18733" y="26466"/>
                  <a:pt x="15544" y="26932"/>
                  <a:pt x="13300" y="27866"/>
                </a:cubicBezTo>
                <a:cubicBezTo>
                  <a:pt x="11055" y="28799"/>
                  <a:pt x="9477" y="29999"/>
                  <a:pt x="8566" y="31466"/>
                </a:cubicBezTo>
                <a:cubicBezTo>
                  <a:pt x="7655" y="32932"/>
                  <a:pt x="7200" y="34688"/>
                  <a:pt x="7200" y="36732"/>
                </a:cubicBezTo>
                <a:cubicBezTo>
                  <a:pt x="7200" y="38777"/>
                  <a:pt x="7555" y="40543"/>
                  <a:pt x="8266" y="42032"/>
                </a:cubicBezTo>
                <a:cubicBezTo>
                  <a:pt x="8977" y="43521"/>
                  <a:pt x="10322" y="44865"/>
                  <a:pt x="12300" y="46065"/>
                </a:cubicBezTo>
                <a:cubicBezTo>
                  <a:pt x="14277" y="47265"/>
                  <a:pt x="17022" y="48154"/>
                  <a:pt x="20533" y="48732"/>
                </a:cubicBezTo>
                <a:lnTo>
                  <a:pt x="20533" y="61331"/>
                </a:lnTo>
                <a:lnTo>
                  <a:pt x="8400" y="61331"/>
                </a:lnTo>
                <a:cubicBezTo>
                  <a:pt x="6133" y="56220"/>
                  <a:pt x="4433" y="51898"/>
                  <a:pt x="3300" y="48365"/>
                </a:cubicBezTo>
                <a:cubicBezTo>
                  <a:pt x="2167" y="44832"/>
                  <a:pt x="1333" y="41543"/>
                  <a:pt x="800" y="38499"/>
                </a:cubicBezTo>
                <a:cubicBezTo>
                  <a:pt x="267" y="35454"/>
                  <a:pt x="0" y="32532"/>
                  <a:pt x="0" y="29732"/>
                </a:cubicBezTo>
                <a:cubicBezTo>
                  <a:pt x="0" y="24355"/>
                  <a:pt x="711" y="20055"/>
                  <a:pt x="2133" y="16833"/>
                </a:cubicBezTo>
                <a:cubicBezTo>
                  <a:pt x="3555" y="13611"/>
                  <a:pt x="5866" y="11200"/>
                  <a:pt x="9066" y="9600"/>
                </a:cubicBezTo>
                <a:cubicBezTo>
                  <a:pt x="12266" y="8000"/>
                  <a:pt x="16688" y="7200"/>
                  <a:pt x="22333" y="7200"/>
                </a:cubicBezTo>
                <a:lnTo>
                  <a:pt x="48332" y="7200"/>
                </a:lnTo>
                <a:cubicBezTo>
                  <a:pt x="52109" y="7200"/>
                  <a:pt x="54787" y="7089"/>
                  <a:pt x="56365" y="6866"/>
                </a:cubicBezTo>
                <a:cubicBezTo>
                  <a:pt x="57943" y="6644"/>
                  <a:pt x="59087" y="6300"/>
                  <a:pt x="59798" y="5833"/>
                </a:cubicBezTo>
                <a:cubicBezTo>
                  <a:pt x="60509" y="5366"/>
                  <a:pt x="61065" y="4767"/>
                  <a:pt x="61465" y="4033"/>
                </a:cubicBezTo>
                <a:cubicBezTo>
                  <a:pt x="61865" y="3300"/>
                  <a:pt x="62309" y="1955"/>
                  <a:pt x="62798" y="0"/>
                </a:cubicBezTo>
                <a:lnTo>
                  <a:pt x="67198" y="0"/>
                </a:lnTo>
                <a:lnTo>
                  <a:pt x="67198" y="24799"/>
                </a:lnTo>
                <a:lnTo>
                  <a:pt x="58465" y="24199"/>
                </a:lnTo>
                <a:moveTo>
                  <a:pt x="35732" y="26399"/>
                </a:moveTo>
                <a:cubicBezTo>
                  <a:pt x="35910" y="33288"/>
                  <a:pt x="37199" y="38388"/>
                  <a:pt x="39599" y="41699"/>
                </a:cubicBezTo>
                <a:cubicBezTo>
                  <a:pt x="41999" y="45010"/>
                  <a:pt x="45510" y="46665"/>
                  <a:pt x="50132" y="46665"/>
                </a:cubicBezTo>
                <a:cubicBezTo>
                  <a:pt x="52887" y="46665"/>
                  <a:pt x="54987" y="45910"/>
                  <a:pt x="56432" y="44399"/>
                </a:cubicBezTo>
                <a:cubicBezTo>
                  <a:pt x="57876" y="42888"/>
                  <a:pt x="58598" y="40799"/>
                  <a:pt x="58598" y="38132"/>
                </a:cubicBezTo>
                <a:cubicBezTo>
                  <a:pt x="58598" y="36088"/>
                  <a:pt x="58054" y="34154"/>
                  <a:pt x="56965" y="32332"/>
                </a:cubicBezTo>
                <a:cubicBezTo>
                  <a:pt x="55876" y="30510"/>
                  <a:pt x="54421" y="29066"/>
                  <a:pt x="52598" y="27999"/>
                </a:cubicBezTo>
                <a:cubicBezTo>
                  <a:pt x="50776" y="26932"/>
                  <a:pt x="48843" y="26399"/>
                  <a:pt x="46799" y="26399"/>
                </a:cubicBezTo>
                <a:lnTo>
                  <a:pt x="35732" y="263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Text 𝐭">
            <a:extLst xmlns:a="http://schemas.openxmlformats.org/drawingml/2006/main">
              <a:ext uri="{FF2B5EF4-FFF2-40B4-BE49-F238E27FC236}">
                <a16:creationId xmlns:a16="http://schemas.microsoft.com/office/drawing/2014/main" id="{78B87093-6DC1-4DF6-9C27-D445C726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41" y="2363854"/>
            <a:ext cx="83864" cy="48865"/>
          </a:xfrm>
          <a:custGeom xmlns:a="http://schemas.openxmlformats.org/drawingml/2006/main">
            <a:pathLst>
              <a:path w="83864" h="48865">
                <a:moveTo>
                  <a:pt x="74798" y="0"/>
                </a:moveTo>
                <a:cubicBezTo>
                  <a:pt x="78131" y="3911"/>
                  <a:pt x="80475" y="7466"/>
                  <a:pt x="81831" y="10666"/>
                </a:cubicBezTo>
                <a:cubicBezTo>
                  <a:pt x="83186" y="13866"/>
                  <a:pt x="83864" y="17244"/>
                  <a:pt x="83864" y="20799"/>
                </a:cubicBezTo>
                <a:cubicBezTo>
                  <a:pt x="83864" y="27421"/>
                  <a:pt x="82075" y="32366"/>
                  <a:pt x="78498" y="35632"/>
                </a:cubicBezTo>
                <a:cubicBezTo>
                  <a:pt x="74920" y="38899"/>
                  <a:pt x="69509" y="40532"/>
                  <a:pt x="62265" y="40532"/>
                </a:cubicBezTo>
                <a:lnTo>
                  <a:pt x="24999" y="40532"/>
                </a:lnTo>
                <a:lnTo>
                  <a:pt x="24999" y="48865"/>
                </a:lnTo>
                <a:lnTo>
                  <a:pt x="20399" y="48865"/>
                </a:lnTo>
                <a:cubicBezTo>
                  <a:pt x="19955" y="46154"/>
                  <a:pt x="19288" y="44154"/>
                  <a:pt x="18399" y="42865"/>
                </a:cubicBezTo>
                <a:cubicBezTo>
                  <a:pt x="17511" y="41576"/>
                  <a:pt x="16322" y="40577"/>
                  <a:pt x="14833" y="39865"/>
                </a:cubicBezTo>
                <a:cubicBezTo>
                  <a:pt x="13344" y="39154"/>
                  <a:pt x="11400" y="38588"/>
                  <a:pt x="9000" y="38165"/>
                </a:cubicBezTo>
                <a:cubicBezTo>
                  <a:pt x="6600" y="37743"/>
                  <a:pt x="3600" y="37421"/>
                  <a:pt x="0" y="37199"/>
                </a:cubicBezTo>
                <a:lnTo>
                  <a:pt x="0" y="21266"/>
                </a:lnTo>
                <a:lnTo>
                  <a:pt x="16666" y="21266"/>
                </a:lnTo>
                <a:lnTo>
                  <a:pt x="16666" y="2267"/>
                </a:lnTo>
                <a:lnTo>
                  <a:pt x="24999" y="2267"/>
                </a:lnTo>
                <a:lnTo>
                  <a:pt x="24999" y="21266"/>
                </a:lnTo>
                <a:lnTo>
                  <a:pt x="55065" y="21266"/>
                </a:lnTo>
                <a:cubicBezTo>
                  <a:pt x="60087" y="21266"/>
                  <a:pt x="63798" y="21033"/>
                  <a:pt x="66198" y="20566"/>
                </a:cubicBezTo>
                <a:cubicBezTo>
                  <a:pt x="68598" y="20099"/>
                  <a:pt x="70364" y="19311"/>
                  <a:pt x="71498" y="18199"/>
                </a:cubicBezTo>
                <a:cubicBezTo>
                  <a:pt x="72631" y="17088"/>
                  <a:pt x="73198" y="15711"/>
                  <a:pt x="73198" y="14066"/>
                </a:cubicBezTo>
                <a:cubicBezTo>
                  <a:pt x="73198" y="11889"/>
                  <a:pt x="72820" y="10022"/>
                  <a:pt x="72064" y="8466"/>
                </a:cubicBezTo>
                <a:cubicBezTo>
                  <a:pt x="71309" y="6911"/>
                  <a:pt x="70353" y="5489"/>
                  <a:pt x="69198" y="4200"/>
                </a:cubicBezTo>
                <a:lnTo>
                  <a:pt x="747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Text 𝐢">
            <a:extLst xmlns:a="http://schemas.openxmlformats.org/drawingml/2006/main">
              <a:ext uri="{FF2B5EF4-FFF2-40B4-BE49-F238E27FC236}">
                <a16:creationId xmlns:a16="http://schemas.microsoft.com/office/drawing/2014/main" id="{DB58950B-4B42-464C-A642-600E9F5E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208" y="2325106"/>
            <a:ext cx="92730" cy="33332"/>
          </a:xfrm>
          <a:custGeom xmlns:a="http://schemas.openxmlformats.org/drawingml/2006/main">
            <a:pathLst>
              <a:path w="92730" h="33332">
                <a:moveTo>
                  <a:pt x="0" y="7200"/>
                </a:moveTo>
                <a:lnTo>
                  <a:pt x="16333" y="7200"/>
                </a:lnTo>
                <a:lnTo>
                  <a:pt x="16333" y="25466"/>
                </a:lnTo>
                <a:lnTo>
                  <a:pt x="0" y="25466"/>
                </a:lnTo>
                <a:lnTo>
                  <a:pt x="0" y="7200"/>
                </a:lnTo>
                <a:moveTo>
                  <a:pt x="88331" y="32532"/>
                </a:moveTo>
                <a:cubicBezTo>
                  <a:pt x="87753" y="30355"/>
                  <a:pt x="86997" y="28855"/>
                  <a:pt x="86064" y="28032"/>
                </a:cubicBezTo>
                <a:cubicBezTo>
                  <a:pt x="85131" y="27210"/>
                  <a:pt x="83864" y="26655"/>
                  <a:pt x="82264" y="26366"/>
                </a:cubicBezTo>
                <a:cubicBezTo>
                  <a:pt x="80664" y="26077"/>
                  <a:pt x="77753" y="25933"/>
                  <a:pt x="73531" y="25933"/>
                </a:cubicBezTo>
                <a:lnTo>
                  <a:pt x="42532" y="25933"/>
                </a:lnTo>
                <a:cubicBezTo>
                  <a:pt x="39421" y="25933"/>
                  <a:pt x="37210" y="26133"/>
                  <a:pt x="35899" y="26533"/>
                </a:cubicBezTo>
                <a:cubicBezTo>
                  <a:pt x="34588" y="26932"/>
                  <a:pt x="33588" y="27588"/>
                  <a:pt x="32899" y="28499"/>
                </a:cubicBezTo>
                <a:cubicBezTo>
                  <a:pt x="32210" y="29410"/>
                  <a:pt x="31621" y="31021"/>
                  <a:pt x="31132" y="33332"/>
                </a:cubicBezTo>
                <a:lnTo>
                  <a:pt x="26599" y="33332"/>
                </a:lnTo>
                <a:lnTo>
                  <a:pt x="26066" y="15000"/>
                </a:lnTo>
                <a:lnTo>
                  <a:pt x="26066" y="6666"/>
                </a:lnTo>
                <a:lnTo>
                  <a:pt x="73464" y="6666"/>
                </a:lnTo>
                <a:cubicBezTo>
                  <a:pt x="77731" y="6666"/>
                  <a:pt x="80653" y="6544"/>
                  <a:pt x="82231" y="6300"/>
                </a:cubicBezTo>
                <a:cubicBezTo>
                  <a:pt x="83808" y="6055"/>
                  <a:pt x="85075" y="5511"/>
                  <a:pt x="86031" y="4667"/>
                </a:cubicBezTo>
                <a:cubicBezTo>
                  <a:pt x="86986" y="3822"/>
                  <a:pt x="87753" y="2267"/>
                  <a:pt x="88331" y="0"/>
                </a:cubicBezTo>
                <a:lnTo>
                  <a:pt x="92730" y="0"/>
                </a:lnTo>
                <a:lnTo>
                  <a:pt x="92730" y="32532"/>
                </a:lnTo>
                <a:lnTo>
                  <a:pt x="88331" y="32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Text 𝐨">
            <a:extLst xmlns:a="http://schemas.openxmlformats.org/drawingml/2006/main">
              <a:ext uri="{FF2B5EF4-FFF2-40B4-BE49-F238E27FC236}">
                <a16:creationId xmlns:a16="http://schemas.microsoft.com/office/drawing/2014/main" id="{F3B876BA-0855-447E-AC03-0A4D2C2C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1" y="2247268"/>
            <a:ext cx="68265" cy="65598"/>
          </a:xfrm>
          <a:custGeom xmlns:a="http://schemas.openxmlformats.org/drawingml/2006/main">
            <a:pathLst>
              <a:path w="68265" h="65598">
                <a:moveTo>
                  <a:pt x="68265" y="33599"/>
                </a:moveTo>
                <a:cubicBezTo>
                  <a:pt x="68265" y="44043"/>
                  <a:pt x="65409" y="51987"/>
                  <a:pt x="59698" y="57432"/>
                </a:cubicBezTo>
                <a:cubicBezTo>
                  <a:pt x="53987" y="62876"/>
                  <a:pt x="45621" y="65598"/>
                  <a:pt x="34599" y="65598"/>
                </a:cubicBezTo>
                <a:cubicBezTo>
                  <a:pt x="26777" y="65598"/>
                  <a:pt x="20266" y="64165"/>
                  <a:pt x="15066" y="61298"/>
                </a:cubicBezTo>
                <a:cubicBezTo>
                  <a:pt x="9866" y="58432"/>
                  <a:pt x="6055" y="54532"/>
                  <a:pt x="3633" y="49598"/>
                </a:cubicBezTo>
                <a:cubicBezTo>
                  <a:pt x="1211" y="44665"/>
                  <a:pt x="0" y="38977"/>
                  <a:pt x="0" y="32532"/>
                </a:cubicBezTo>
                <a:cubicBezTo>
                  <a:pt x="0" y="21777"/>
                  <a:pt x="2833" y="13666"/>
                  <a:pt x="8500" y="8200"/>
                </a:cubicBezTo>
                <a:cubicBezTo>
                  <a:pt x="14166" y="2733"/>
                  <a:pt x="22466" y="0"/>
                  <a:pt x="33399" y="0"/>
                </a:cubicBezTo>
                <a:cubicBezTo>
                  <a:pt x="44687" y="0"/>
                  <a:pt x="53321" y="2889"/>
                  <a:pt x="59298" y="8666"/>
                </a:cubicBezTo>
                <a:cubicBezTo>
                  <a:pt x="65276" y="14444"/>
                  <a:pt x="68265" y="22755"/>
                  <a:pt x="68265" y="33599"/>
                </a:cubicBezTo>
                <a:moveTo>
                  <a:pt x="33132" y="45332"/>
                </a:moveTo>
                <a:cubicBezTo>
                  <a:pt x="42554" y="45332"/>
                  <a:pt x="49610" y="44276"/>
                  <a:pt x="54298" y="42165"/>
                </a:cubicBezTo>
                <a:cubicBezTo>
                  <a:pt x="58987" y="40054"/>
                  <a:pt x="61331" y="36866"/>
                  <a:pt x="61331" y="32599"/>
                </a:cubicBezTo>
                <a:cubicBezTo>
                  <a:pt x="61331" y="28377"/>
                  <a:pt x="59276" y="25266"/>
                  <a:pt x="55165" y="23266"/>
                </a:cubicBezTo>
                <a:cubicBezTo>
                  <a:pt x="51054" y="21266"/>
                  <a:pt x="44487" y="20266"/>
                  <a:pt x="35466" y="20266"/>
                </a:cubicBezTo>
                <a:cubicBezTo>
                  <a:pt x="25910" y="20266"/>
                  <a:pt x="18766" y="21322"/>
                  <a:pt x="14033" y="23433"/>
                </a:cubicBezTo>
                <a:cubicBezTo>
                  <a:pt x="9300" y="25544"/>
                  <a:pt x="6933" y="28666"/>
                  <a:pt x="6933" y="32799"/>
                </a:cubicBezTo>
                <a:cubicBezTo>
                  <a:pt x="6933" y="37199"/>
                  <a:pt x="9033" y="40388"/>
                  <a:pt x="13233" y="42365"/>
                </a:cubicBezTo>
                <a:cubicBezTo>
                  <a:pt x="17433" y="44343"/>
                  <a:pt x="24066" y="45332"/>
                  <a:pt x="33132" y="453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Text 𝐧">
            <a:extLst xmlns:a="http://schemas.openxmlformats.org/drawingml/2006/main">
              <a:ext uri="{FF2B5EF4-FFF2-40B4-BE49-F238E27FC236}">
                <a16:creationId xmlns:a16="http://schemas.microsoft.com/office/drawing/2014/main" id="{3F1A8857-7B28-40F8-8C31-F1C11E44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1" y="2161002"/>
            <a:ext cx="67198" cy="73331"/>
          </a:xfrm>
          <a:custGeom xmlns:a="http://schemas.openxmlformats.org/drawingml/2006/main">
            <a:pathLst>
              <a:path w="67198" h="73331">
                <a:moveTo>
                  <a:pt x="67198" y="0"/>
                </a:moveTo>
                <a:lnTo>
                  <a:pt x="67198" y="32332"/>
                </a:lnTo>
                <a:lnTo>
                  <a:pt x="62798" y="32332"/>
                </a:lnTo>
                <a:cubicBezTo>
                  <a:pt x="62309" y="30288"/>
                  <a:pt x="61587" y="28866"/>
                  <a:pt x="60631" y="28066"/>
                </a:cubicBezTo>
                <a:cubicBezTo>
                  <a:pt x="59676" y="27266"/>
                  <a:pt x="58387" y="26721"/>
                  <a:pt x="56765" y="26433"/>
                </a:cubicBezTo>
                <a:cubicBezTo>
                  <a:pt x="55143" y="26144"/>
                  <a:pt x="52221" y="25999"/>
                  <a:pt x="47998" y="25999"/>
                </a:cubicBezTo>
                <a:lnTo>
                  <a:pt x="30199" y="25999"/>
                </a:lnTo>
                <a:cubicBezTo>
                  <a:pt x="26955" y="25999"/>
                  <a:pt x="24144" y="26088"/>
                  <a:pt x="21766" y="26266"/>
                </a:cubicBezTo>
                <a:cubicBezTo>
                  <a:pt x="19388" y="26444"/>
                  <a:pt x="17544" y="26755"/>
                  <a:pt x="16233" y="27199"/>
                </a:cubicBezTo>
                <a:cubicBezTo>
                  <a:pt x="14922" y="27644"/>
                  <a:pt x="13855" y="28199"/>
                  <a:pt x="13033" y="28866"/>
                </a:cubicBezTo>
                <a:cubicBezTo>
                  <a:pt x="12211" y="29532"/>
                  <a:pt x="11577" y="30310"/>
                  <a:pt x="11133" y="31199"/>
                </a:cubicBezTo>
                <a:cubicBezTo>
                  <a:pt x="10689" y="32088"/>
                  <a:pt x="10466" y="33332"/>
                  <a:pt x="10466" y="34932"/>
                </a:cubicBezTo>
                <a:cubicBezTo>
                  <a:pt x="10466" y="36621"/>
                  <a:pt x="10989" y="38377"/>
                  <a:pt x="12033" y="40199"/>
                </a:cubicBezTo>
                <a:cubicBezTo>
                  <a:pt x="13077" y="42021"/>
                  <a:pt x="14522" y="43554"/>
                  <a:pt x="16366" y="44799"/>
                </a:cubicBezTo>
                <a:cubicBezTo>
                  <a:pt x="18211" y="46043"/>
                  <a:pt x="20177" y="46665"/>
                  <a:pt x="22266" y="46665"/>
                </a:cubicBezTo>
                <a:lnTo>
                  <a:pt x="47932" y="46665"/>
                </a:lnTo>
                <a:cubicBezTo>
                  <a:pt x="52154" y="46665"/>
                  <a:pt x="55087" y="46532"/>
                  <a:pt x="56732" y="46265"/>
                </a:cubicBezTo>
                <a:cubicBezTo>
                  <a:pt x="58376" y="45999"/>
                  <a:pt x="59676" y="45454"/>
                  <a:pt x="60631" y="44632"/>
                </a:cubicBezTo>
                <a:cubicBezTo>
                  <a:pt x="61587" y="43810"/>
                  <a:pt x="62309" y="42354"/>
                  <a:pt x="62798" y="40265"/>
                </a:cubicBezTo>
                <a:lnTo>
                  <a:pt x="67198" y="40265"/>
                </a:lnTo>
                <a:lnTo>
                  <a:pt x="67198" y="72464"/>
                </a:lnTo>
                <a:lnTo>
                  <a:pt x="62798" y="72464"/>
                </a:lnTo>
                <a:cubicBezTo>
                  <a:pt x="62220" y="70331"/>
                  <a:pt x="61465" y="68853"/>
                  <a:pt x="60531" y="68031"/>
                </a:cubicBezTo>
                <a:cubicBezTo>
                  <a:pt x="59598" y="67209"/>
                  <a:pt x="58332" y="66653"/>
                  <a:pt x="56732" y="66365"/>
                </a:cubicBezTo>
                <a:cubicBezTo>
                  <a:pt x="55132" y="66076"/>
                  <a:pt x="52221" y="65931"/>
                  <a:pt x="47999" y="65931"/>
                </a:cubicBezTo>
                <a:lnTo>
                  <a:pt x="20599" y="65931"/>
                </a:lnTo>
                <a:cubicBezTo>
                  <a:pt x="17311" y="65931"/>
                  <a:pt x="14877" y="65987"/>
                  <a:pt x="13300" y="66098"/>
                </a:cubicBezTo>
                <a:cubicBezTo>
                  <a:pt x="11722" y="66209"/>
                  <a:pt x="10455" y="66476"/>
                  <a:pt x="9500" y="66898"/>
                </a:cubicBezTo>
                <a:cubicBezTo>
                  <a:pt x="8544" y="67320"/>
                  <a:pt x="7766" y="67965"/>
                  <a:pt x="7166" y="68831"/>
                </a:cubicBezTo>
                <a:cubicBezTo>
                  <a:pt x="6566" y="69698"/>
                  <a:pt x="6044" y="71198"/>
                  <a:pt x="5600" y="73331"/>
                </a:cubicBezTo>
                <a:lnTo>
                  <a:pt x="1067" y="73331"/>
                </a:lnTo>
                <a:lnTo>
                  <a:pt x="533" y="55065"/>
                </a:lnTo>
                <a:lnTo>
                  <a:pt x="533" y="46665"/>
                </a:lnTo>
                <a:lnTo>
                  <a:pt x="10133" y="47665"/>
                </a:lnTo>
                <a:lnTo>
                  <a:pt x="10333" y="46865"/>
                </a:lnTo>
                <a:cubicBezTo>
                  <a:pt x="6511" y="42599"/>
                  <a:pt x="3833" y="38854"/>
                  <a:pt x="2300" y="35632"/>
                </a:cubicBezTo>
                <a:cubicBezTo>
                  <a:pt x="767" y="32410"/>
                  <a:pt x="0" y="29132"/>
                  <a:pt x="0" y="25799"/>
                </a:cubicBezTo>
                <a:cubicBezTo>
                  <a:pt x="0" y="22155"/>
                  <a:pt x="522" y="19133"/>
                  <a:pt x="1567" y="16733"/>
                </a:cubicBezTo>
                <a:cubicBezTo>
                  <a:pt x="2611" y="14333"/>
                  <a:pt x="4133" y="12388"/>
                  <a:pt x="6133" y="10900"/>
                </a:cubicBezTo>
                <a:cubicBezTo>
                  <a:pt x="8133" y="9411"/>
                  <a:pt x="10577" y="8344"/>
                  <a:pt x="13466" y="7700"/>
                </a:cubicBezTo>
                <a:cubicBezTo>
                  <a:pt x="16355" y="7055"/>
                  <a:pt x="19710" y="6733"/>
                  <a:pt x="23533" y="6733"/>
                </a:cubicBezTo>
                <a:lnTo>
                  <a:pt x="47932" y="6733"/>
                </a:lnTo>
                <a:cubicBezTo>
                  <a:pt x="52154" y="6733"/>
                  <a:pt x="55065" y="6600"/>
                  <a:pt x="56665" y="6333"/>
                </a:cubicBezTo>
                <a:cubicBezTo>
                  <a:pt x="58265" y="6066"/>
                  <a:pt x="59543" y="5511"/>
                  <a:pt x="60498" y="4667"/>
                </a:cubicBezTo>
                <a:cubicBezTo>
                  <a:pt x="61454" y="3822"/>
                  <a:pt x="62220" y="2267"/>
                  <a:pt x="62798" y="0"/>
                </a:cubicBezTo>
                <a:lnTo>
                  <a:pt x="671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Text 𝐚">
            <a:extLst xmlns:a="http://schemas.openxmlformats.org/drawingml/2006/main">
              <a:ext uri="{FF2B5EF4-FFF2-40B4-BE49-F238E27FC236}">
                <a16:creationId xmlns:a16="http://schemas.microsoft.com/office/drawing/2014/main" id="{23D936BC-F059-44A0-81FB-94498D07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1" y="2084947"/>
            <a:ext cx="68265" cy="65331"/>
          </a:xfrm>
          <a:custGeom xmlns:a="http://schemas.openxmlformats.org/drawingml/2006/main">
            <a:pathLst>
              <a:path w="68265" h="65331">
                <a:moveTo>
                  <a:pt x="58465" y="24199"/>
                </a:moveTo>
                <a:lnTo>
                  <a:pt x="58132" y="25199"/>
                </a:lnTo>
                <a:cubicBezTo>
                  <a:pt x="61687" y="28844"/>
                  <a:pt x="64265" y="32388"/>
                  <a:pt x="65865" y="35832"/>
                </a:cubicBezTo>
                <a:cubicBezTo>
                  <a:pt x="67465" y="39277"/>
                  <a:pt x="68265" y="42932"/>
                  <a:pt x="68265" y="46799"/>
                </a:cubicBezTo>
                <a:cubicBezTo>
                  <a:pt x="68265" y="52487"/>
                  <a:pt x="66765" y="56998"/>
                  <a:pt x="63765" y="60331"/>
                </a:cubicBezTo>
                <a:cubicBezTo>
                  <a:pt x="60765" y="63665"/>
                  <a:pt x="56754" y="65331"/>
                  <a:pt x="51732" y="65331"/>
                </a:cubicBezTo>
                <a:cubicBezTo>
                  <a:pt x="45199" y="65331"/>
                  <a:pt x="40054" y="62120"/>
                  <a:pt x="36299" y="55698"/>
                </a:cubicBezTo>
                <a:cubicBezTo>
                  <a:pt x="32543" y="49276"/>
                  <a:pt x="30177" y="39532"/>
                  <a:pt x="29199" y="26466"/>
                </a:cubicBezTo>
                <a:lnTo>
                  <a:pt x="22866" y="26466"/>
                </a:lnTo>
                <a:cubicBezTo>
                  <a:pt x="18733" y="26466"/>
                  <a:pt x="15544" y="26932"/>
                  <a:pt x="13300" y="27866"/>
                </a:cubicBezTo>
                <a:cubicBezTo>
                  <a:pt x="11055" y="28799"/>
                  <a:pt x="9477" y="29999"/>
                  <a:pt x="8566" y="31466"/>
                </a:cubicBezTo>
                <a:cubicBezTo>
                  <a:pt x="7655" y="32932"/>
                  <a:pt x="7200" y="34688"/>
                  <a:pt x="7200" y="36732"/>
                </a:cubicBezTo>
                <a:cubicBezTo>
                  <a:pt x="7200" y="38777"/>
                  <a:pt x="7555" y="40543"/>
                  <a:pt x="8266" y="42032"/>
                </a:cubicBezTo>
                <a:cubicBezTo>
                  <a:pt x="8977" y="43521"/>
                  <a:pt x="10322" y="44865"/>
                  <a:pt x="12300" y="46065"/>
                </a:cubicBezTo>
                <a:cubicBezTo>
                  <a:pt x="14277" y="47265"/>
                  <a:pt x="17022" y="48154"/>
                  <a:pt x="20533" y="48732"/>
                </a:cubicBezTo>
                <a:lnTo>
                  <a:pt x="20533" y="61331"/>
                </a:lnTo>
                <a:lnTo>
                  <a:pt x="8400" y="61331"/>
                </a:lnTo>
                <a:cubicBezTo>
                  <a:pt x="6133" y="56220"/>
                  <a:pt x="4433" y="51898"/>
                  <a:pt x="3300" y="48365"/>
                </a:cubicBezTo>
                <a:cubicBezTo>
                  <a:pt x="2167" y="44832"/>
                  <a:pt x="1333" y="41543"/>
                  <a:pt x="800" y="38499"/>
                </a:cubicBezTo>
                <a:cubicBezTo>
                  <a:pt x="267" y="35454"/>
                  <a:pt x="0" y="32532"/>
                  <a:pt x="0" y="29732"/>
                </a:cubicBezTo>
                <a:cubicBezTo>
                  <a:pt x="0" y="24355"/>
                  <a:pt x="711" y="20055"/>
                  <a:pt x="2133" y="16833"/>
                </a:cubicBezTo>
                <a:cubicBezTo>
                  <a:pt x="3555" y="13611"/>
                  <a:pt x="5866" y="11200"/>
                  <a:pt x="9066" y="9600"/>
                </a:cubicBezTo>
                <a:cubicBezTo>
                  <a:pt x="12266" y="8000"/>
                  <a:pt x="16688" y="7200"/>
                  <a:pt x="22333" y="7200"/>
                </a:cubicBezTo>
                <a:lnTo>
                  <a:pt x="48332" y="7200"/>
                </a:lnTo>
                <a:cubicBezTo>
                  <a:pt x="52109" y="7200"/>
                  <a:pt x="54787" y="7089"/>
                  <a:pt x="56365" y="6866"/>
                </a:cubicBezTo>
                <a:cubicBezTo>
                  <a:pt x="57943" y="6644"/>
                  <a:pt x="59087" y="6300"/>
                  <a:pt x="59798" y="5833"/>
                </a:cubicBezTo>
                <a:cubicBezTo>
                  <a:pt x="60509" y="5366"/>
                  <a:pt x="61065" y="4767"/>
                  <a:pt x="61465" y="4033"/>
                </a:cubicBezTo>
                <a:cubicBezTo>
                  <a:pt x="61865" y="3300"/>
                  <a:pt x="62309" y="1955"/>
                  <a:pt x="62798" y="0"/>
                </a:cubicBezTo>
                <a:lnTo>
                  <a:pt x="67198" y="0"/>
                </a:lnTo>
                <a:lnTo>
                  <a:pt x="67198" y="24799"/>
                </a:lnTo>
                <a:lnTo>
                  <a:pt x="58465" y="24199"/>
                </a:lnTo>
                <a:moveTo>
                  <a:pt x="35732" y="26399"/>
                </a:moveTo>
                <a:cubicBezTo>
                  <a:pt x="35910" y="33288"/>
                  <a:pt x="37199" y="38388"/>
                  <a:pt x="39599" y="41699"/>
                </a:cubicBezTo>
                <a:cubicBezTo>
                  <a:pt x="41999" y="45010"/>
                  <a:pt x="45510" y="46665"/>
                  <a:pt x="50132" y="46665"/>
                </a:cubicBezTo>
                <a:cubicBezTo>
                  <a:pt x="52887" y="46665"/>
                  <a:pt x="54987" y="45910"/>
                  <a:pt x="56432" y="44399"/>
                </a:cubicBezTo>
                <a:cubicBezTo>
                  <a:pt x="57876" y="42888"/>
                  <a:pt x="58598" y="40799"/>
                  <a:pt x="58598" y="38132"/>
                </a:cubicBezTo>
                <a:cubicBezTo>
                  <a:pt x="58598" y="36088"/>
                  <a:pt x="58054" y="34154"/>
                  <a:pt x="56965" y="32332"/>
                </a:cubicBezTo>
                <a:cubicBezTo>
                  <a:pt x="55876" y="30510"/>
                  <a:pt x="54421" y="29066"/>
                  <a:pt x="52598" y="27999"/>
                </a:cubicBezTo>
                <a:cubicBezTo>
                  <a:pt x="50776" y="26932"/>
                  <a:pt x="48843" y="26399"/>
                  <a:pt x="46799" y="26399"/>
                </a:cubicBezTo>
                <a:lnTo>
                  <a:pt x="35732" y="263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Text 𝐥">
            <a:extLst xmlns:a="http://schemas.openxmlformats.org/drawingml/2006/main">
              <a:ext uri="{FF2B5EF4-FFF2-40B4-BE49-F238E27FC236}">
                <a16:creationId xmlns:a16="http://schemas.microsoft.com/office/drawing/2014/main" id="{31251AEA-FB2D-4F7E-9E9A-F3E3803F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75" y="2042265"/>
            <a:ext cx="95464" cy="33466"/>
          </a:xfrm>
          <a:custGeom xmlns:a="http://schemas.openxmlformats.org/drawingml/2006/main">
            <a:pathLst>
              <a:path w="95464" h="33466">
                <a:moveTo>
                  <a:pt x="76198" y="6666"/>
                </a:moveTo>
                <a:cubicBezTo>
                  <a:pt x="80420" y="6666"/>
                  <a:pt x="83331" y="6533"/>
                  <a:pt x="84931" y="6266"/>
                </a:cubicBezTo>
                <a:cubicBezTo>
                  <a:pt x="86531" y="6000"/>
                  <a:pt x="87808" y="5455"/>
                  <a:pt x="88764" y="4633"/>
                </a:cubicBezTo>
                <a:cubicBezTo>
                  <a:pt x="89719" y="3811"/>
                  <a:pt x="90486" y="2267"/>
                  <a:pt x="91064" y="0"/>
                </a:cubicBezTo>
                <a:lnTo>
                  <a:pt x="95464" y="0"/>
                </a:lnTo>
                <a:lnTo>
                  <a:pt x="95464" y="32666"/>
                </a:lnTo>
                <a:lnTo>
                  <a:pt x="91064" y="32666"/>
                </a:lnTo>
                <a:cubicBezTo>
                  <a:pt x="90486" y="30399"/>
                  <a:pt x="89731" y="28844"/>
                  <a:pt x="88797" y="27999"/>
                </a:cubicBezTo>
                <a:cubicBezTo>
                  <a:pt x="87864" y="27155"/>
                  <a:pt x="86608" y="26599"/>
                  <a:pt x="85031" y="26333"/>
                </a:cubicBezTo>
                <a:cubicBezTo>
                  <a:pt x="83453" y="26066"/>
                  <a:pt x="80509" y="25933"/>
                  <a:pt x="76198" y="25933"/>
                </a:cubicBezTo>
                <a:lnTo>
                  <a:pt x="24199" y="25933"/>
                </a:lnTo>
                <a:cubicBezTo>
                  <a:pt x="19488" y="25933"/>
                  <a:pt x="16100" y="25999"/>
                  <a:pt x="14033" y="26133"/>
                </a:cubicBezTo>
                <a:cubicBezTo>
                  <a:pt x="11966" y="26266"/>
                  <a:pt x="10411" y="26544"/>
                  <a:pt x="9366" y="26966"/>
                </a:cubicBezTo>
                <a:cubicBezTo>
                  <a:pt x="8322" y="27388"/>
                  <a:pt x="7500" y="28010"/>
                  <a:pt x="6900" y="28832"/>
                </a:cubicBezTo>
                <a:cubicBezTo>
                  <a:pt x="6300" y="29655"/>
                  <a:pt x="5778" y="31199"/>
                  <a:pt x="5333" y="33466"/>
                </a:cubicBezTo>
                <a:lnTo>
                  <a:pt x="933" y="33466"/>
                </a:lnTo>
                <a:lnTo>
                  <a:pt x="0" y="15000"/>
                </a:lnTo>
                <a:lnTo>
                  <a:pt x="0" y="6666"/>
                </a:lnTo>
                <a:lnTo>
                  <a:pt x="76198" y="66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5440C1-20F3-4EFC-A842-8CFD065F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168" y="2890244"/>
            <a:ext cx="178398" cy="948422"/>
          </a:xfrm>
          <a:custGeom xmlns:a="http://schemas.openxmlformats.org/drawingml/2006/main">
            <a:pathLst>
              <a:path w="178398" h="948422" fill="none">
                <a:moveTo>
                  <a:pt x="0" y="948422"/>
                </a:moveTo>
                <a:lnTo>
                  <a:pt x="178398" y="948422"/>
                </a:lnTo>
                <a:lnTo>
                  <a:pt x="178398" y="0"/>
                </a:lnTo>
                <a:lnTo>
                  <a:pt x="0" y="0"/>
                </a:lnTo>
                <a:lnTo>
                  <a:pt x="0" y="9484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231" name="Text 𝐕">
            <a:extLst xmlns:a="http://schemas.openxmlformats.org/drawingml/2006/main">
              <a:ext uri="{FF2B5EF4-FFF2-40B4-BE49-F238E27FC236}">
                <a16:creationId xmlns:a16="http://schemas.microsoft.com/office/drawing/2014/main" id="{4753EA74-CD07-4E0C-8A8C-7447F781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888" y="3644528"/>
            <a:ext cx="91464" cy="85731"/>
          </a:xfrm>
          <a:custGeom xmlns:a="http://schemas.openxmlformats.org/drawingml/2006/main">
            <a:pathLst>
              <a:path w="91464" h="85731">
                <a:moveTo>
                  <a:pt x="21866" y="23933"/>
                </a:moveTo>
                <a:cubicBezTo>
                  <a:pt x="19999" y="23266"/>
                  <a:pt x="18244" y="22744"/>
                  <a:pt x="16599" y="22366"/>
                </a:cubicBezTo>
                <a:cubicBezTo>
                  <a:pt x="14955" y="21988"/>
                  <a:pt x="13222" y="21799"/>
                  <a:pt x="11400" y="21799"/>
                </a:cubicBezTo>
                <a:cubicBezTo>
                  <a:pt x="9222" y="21799"/>
                  <a:pt x="7555" y="22366"/>
                  <a:pt x="6400" y="23499"/>
                </a:cubicBezTo>
                <a:cubicBezTo>
                  <a:pt x="5244" y="24633"/>
                  <a:pt x="4578" y="26377"/>
                  <a:pt x="4400" y="28732"/>
                </a:cubicBezTo>
                <a:lnTo>
                  <a:pt x="0" y="28732"/>
                </a:lnTo>
                <a:lnTo>
                  <a:pt x="0" y="0"/>
                </a:lnTo>
                <a:lnTo>
                  <a:pt x="4400" y="0"/>
                </a:lnTo>
                <a:cubicBezTo>
                  <a:pt x="4667" y="1689"/>
                  <a:pt x="5211" y="3122"/>
                  <a:pt x="6033" y="4300"/>
                </a:cubicBezTo>
                <a:cubicBezTo>
                  <a:pt x="6855" y="5478"/>
                  <a:pt x="8033" y="6544"/>
                  <a:pt x="9566" y="7500"/>
                </a:cubicBezTo>
                <a:cubicBezTo>
                  <a:pt x="11100" y="8455"/>
                  <a:pt x="13600" y="9577"/>
                  <a:pt x="17066" y="10866"/>
                </a:cubicBezTo>
                <a:lnTo>
                  <a:pt x="91464" y="38799"/>
                </a:lnTo>
                <a:lnTo>
                  <a:pt x="91464" y="54198"/>
                </a:lnTo>
                <a:lnTo>
                  <a:pt x="16799" y="76198"/>
                </a:lnTo>
                <a:cubicBezTo>
                  <a:pt x="13466" y="77175"/>
                  <a:pt x="11100" y="77998"/>
                  <a:pt x="9700" y="78664"/>
                </a:cubicBezTo>
                <a:cubicBezTo>
                  <a:pt x="8300" y="79331"/>
                  <a:pt x="7166" y="80197"/>
                  <a:pt x="6300" y="81264"/>
                </a:cubicBezTo>
                <a:cubicBezTo>
                  <a:pt x="5433" y="82331"/>
                  <a:pt x="4800" y="83820"/>
                  <a:pt x="4400" y="85731"/>
                </a:cubicBezTo>
                <a:lnTo>
                  <a:pt x="0" y="85731"/>
                </a:lnTo>
                <a:lnTo>
                  <a:pt x="0" y="48865"/>
                </a:lnTo>
                <a:lnTo>
                  <a:pt x="4400" y="48865"/>
                </a:lnTo>
                <a:cubicBezTo>
                  <a:pt x="4667" y="51176"/>
                  <a:pt x="5311" y="52887"/>
                  <a:pt x="6333" y="53998"/>
                </a:cubicBezTo>
                <a:cubicBezTo>
                  <a:pt x="7355" y="55109"/>
                  <a:pt x="8800" y="55665"/>
                  <a:pt x="10666" y="55665"/>
                </a:cubicBezTo>
                <a:cubicBezTo>
                  <a:pt x="12133" y="55665"/>
                  <a:pt x="13566" y="55532"/>
                  <a:pt x="14966" y="55265"/>
                </a:cubicBezTo>
                <a:cubicBezTo>
                  <a:pt x="16366" y="54998"/>
                  <a:pt x="18599" y="54443"/>
                  <a:pt x="21666" y="53598"/>
                </a:cubicBezTo>
                <a:lnTo>
                  <a:pt x="69531" y="40399"/>
                </a:lnTo>
                <a:lnTo>
                  <a:pt x="21866" y="239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Text 𝐢">
            <a:extLst xmlns:a="http://schemas.openxmlformats.org/drawingml/2006/main">
              <a:ext uri="{FF2B5EF4-FFF2-40B4-BE49-F238E27FC236}">
                <a16:creationId xmlns:a16="http://schemas.microsoft.com/office/drawing/2014/main" id="{6C92C58F-58BB-4D79-8AA4-06AD6FD5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54" y="3604929"/>
            <a:ext cx="92730" cy="33332"/>
          </a:xfrm>
          <a:custGeom xmlns:a="http://schemas.openxmlformats.org/drawingml/2006/main">
            <a:pathLst>
              <a:path w="92730" h="33332">
                <a:moveTo>
                  <a:pt x="0" y="7200"/>
                </a:moveTo>
                <a:lnTo>
                  <a:pt x="16333" y="7200"/>
                </a:lnTo>
                <a:lnTo>
                  <a:pt x="16333" y="25466"/>
                </a:lnTo>
                <a:lnTo>
                  <a:pt x="0" y="25466"/>
                </a:lnTo>
                <a:lnTo>
                  <a:pt x="0" y="7200"/>
                </a:lnTo>
                <a:moveTo>
                  <a:pt x="88331" y="32532"/>
                </a:moveTo>
                <a:cubicBezTo>
                  <a:pt x="87753" y="30355"/>
                  <a:pt x="86997" y="28855"/>
                  <a:pt x="86064" y="28032"/>
                </a:cubicBezTo>
                <a:cubicBezTo>
                  <a:pt x="85131" y="27210"/>
                  <a:pt x="83864" y="26655"/>
                  <a:pt x="82264" y="26366"/>
                </a:cubicBezTo>
                <a:cubicBezTo>
                  <a:pt x="80664" y="26077"/>
                  <a:pt x="77753" y="25933"/>
                  <a:pt x="73531" y="25933"/>
                </a:cubicBezTo>
                <a:lnTo>
                  <a:pt x="42532" y="25933"/>
                </a:lnTo>
                <a:cubicBezTo>
                  <a:pt x="39421" y="25933"/>
                  <a:pt x="37210" y="26133"/>
                  <a:pt x="35899" y="26533"/>
                </a:cubicBezTo>
                <a:cubicBezTo>
                  <a:pt x="34588" y="26932"/>
                  <a:pt x="33588" y="27588"/>
                  <a:pt x="32899" y="28499"/>
                </a:cubicBezTo>
                <a:cubicBezTo>
                  <a:pt x="32210" y="29410"/>
                  <a:pt x="31621" y="31021"/>
                  <a:pt x="31132" y="33332"/>
                </a:cubicBezTo>
                <a:lnTo>
                  <a:pt x="26599" y="33332"/>
                </a:lnTo>
                <a:lnTo>
                  <a:pt x="26066" y="15000"/>
                </a:lnTo>
                <a:lnTo>
                  <a:pt x="26066" y="6666"/>
                </a:lnTo>
                <a:lnTo>
                  <a:pt x="73464" y="6666"/>
                </a:lnTo>
                <a:cubicBezTo>
                  <a:pt x="77731" y="6666"/>
                  <a:pt x="80653" y="6544"/>
                  <a:pt x="82231" y="6300"/>
                </a:cubicBezTo>
                <a:cubicBezTo>
                  <a:pt x="83808" y="6055"/>
                  <a:pt x="85075" y="5511"/>
                  <a:pt x="86031" y="4667"/>
                </a:cubicBezTo>
                <a:cubicBezTo>
                  <a:pt x="86986" y="3822"/>
                  <a:pt x="87753" y="2267"/>
                  <a:pt x="88331" y="0"/>
                </a:cubicBezTo>
                <a:lnTo>
                  <a:pt x="92730" y="0"/>
                </a:lnTo>
                <a:lnTo>
                  <a:pt x="92730" y="32532"/>
                </a:lnTo>
                <a:lnTo>
                  <a:pt x="88331" y="32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Text 𝐛">
            <a:extLst xmlns:a="http://schemas.openxmlformats.org/drawingml/2006/main">
              <a:ext uri="{FF2B5EF4-FFF2-40B4-BE49-F238E27FC236}">
                <a16:creationId xmlns:a16="http://schemas.microsoft.com/office/drawing/2014/main" id="{B6580AA3-45E1-462B-B0FB-5C46FCB2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421" y="3523879"/>
            <a:ext cx="96530" cy="71264"/>
          </a:xfrm>
          <a:custGeom xmlns:a="http://schemas.openxmlformats.org/drawingml/2006/main">
            <a:pathLst>
              <a:path w="96530" h="71264">
                <a:moveTo>
                  <a:pt x="22999" y="63731"/>
                </a:moveTo>
                <a:cubicBezTo>
                  <a:pt x="18777" y="63731"/>
                  <a:pt x="15711" y="63798"/>
                  <a:pt x="13800" y="63931"/>
                </a:cubicBezTo>
                <a:cubicBezTo>
                  <a:pt x="11889" y="64065"/>
                  <a:pt x="10411" y="64342"/>
                  <a:pt x="9366" y="64765"/>
                </a:cubicBezTo>
                <a:cubicBezTo>
                  <a:pt x="8322" y="65187"/>
                  <a:pt x="7500" y="65831"/>
                  <a:pt x="6900" y="66698"/>
                </a:cubicBezTo>
                <a:cubicBezTo>
                  <a:pt x="6300" y="67565"/>
                  <a:pt x="5778" y="69087"/>
                  <a:pt x="5333" y="71264"/>
                </a:cubicBezTo>
                <a:lnTo>
                  <a:pt x="933" y="71264"/>
                </a:lnTo>
                <a:lnTo>
                  <a:pt x="0" y="52665"/>
                </a:lnTo>
                <a:lnTo>
                  <a:pt x="0" y="44465"/>
                </a:lnTo>
                <a:lnTo>
                  <a:pt x="38199" y="44465"/>
                </a:lnTo>
                <a:lnTo>
                  <a:pt x="38265" y="44399"/>
                </a:lnTo>
                <a:cubicBezTo>
                  <a:pt x="34577" y="40443"/>
                  <a:pt x="31988" y="36854"/>
                  <a:pt x="30499" y="33632"/>
                </a:cubicBezTo>
                <a:cubicBezTo>
                  <a:pt x="29010" y="30410"/>
                  <a:pt x="28266" y="27110"/>
                  <a:pt x="28266" y="23733"/>
                </a:cubicBezTo>
                <a:cubicBezTo>
                  <a:pt x="28266" y="15822"/>
                  <a:pt x="31055" y="9889"/>
                  <a:pt x="36632" y="5933"/>
                </a:cubicBezTo>
                <a:cubicBezTo>
                  <a:pt x="42210" y="1978"/>
                  <a:pt x="50554" y="0"/>
                  <a:pt x="61665" y="0"/>
                </a:cubicBezTo>
                <a:cubicBezTo>
                  <a:pt x="73264" y="0"/>
                  <a:pt x="81975" y="2611"/>
                  <a:pt x="87797" y="7833"/>
                </a:cubicBezTo>
                <a:cubicBezTo>
                  <a:pt x="93619" y="13055"/>
                  <a:pt x="96530" y="20777"/>
                  <a:pt x="96530" y="30999"/>
                </a:cubicBezTo>
                <a:cubicBezTo>
                  <a:pt x="96530" y="38021"/>
                  <a:pt x="95264" y="44443"/>
                  <a:pt x="92730" y="50265"/>
                </a:cubicBezTo>
                <a:lnTo>
                  <a:pt x="96530" y="55198"/>
                </a:lnTo>
                <a:lnTo>
                  <a:pt x="95330" y="63731"/>
                </a:lnTo>
                <a:lnTo>
                  <a:pt x="22999" y="63731"/>
                </a:lnTo>
                <a:moveTo>
                  <a:pt x="73598" y="44465"/>
                </a:moveTo>
                <a:cubicBezTo>
                  <a:pt x="79064" y="44465"/>
                  <a:pt x="83097" y="43521"/>
                  <a:pt x="85697" y="41632"/>
                </a:cubicBezTo>
                <a:cubicBezTo>
                  <a:pt x="88297" y="39743"/>
                  <a:pt x="89597" y="36821"/>
                  <a:pt x="89597" y="32866"/>
                </a:cubicBezTo>
                <a:cubicBezTo>
                  <a:pt x="89597" y="28777"/>
                  <a:pt x="87453" y="25655"/>
                  <a:pt x="83164" y="23499"/>
                </a:cubicBezTo>
                <a:cubicBezTo>
                  <a:pt x="78875" y="21344"/>
                  <a:pt x="72753" y="20266"/>
                  <a:pt x="64798" y="20266"/>
                </a:cubicBezTo>
                <a:cubicBezTo>
                  <a:pt x="56043" y="20266"/>
                  <a:pt x="49510" y="21222"/>
                  <a:pt x="45199" y="23133"/>
                </a:cubicBezTo>
                <a:cubicBezTo>
                  <a:pt x="40888" y="25044"/>
                  <a:pt x="38732" y="28021"/>
                  <a:pt x="38732" y="32066"/>
                </a:cubicBezTo>
                <a:cubicBezTo>
                  <a:pt x="38732" y="34021"/>
                  <a:pt x="39243" y="35954"/>
                  <a:pt x="40265" y="37865"/>
                </a:cubicBezTo>
                <a:cubicBezTo>
                  <a:pt x="41288" y="39777"/>
                  <a:pt x="42743" y="41354"/>
                  <a:pt x="44632" y="42599"/>
                </a:cubicBezTo>
                <a:cubicBezTo>
                  <a:pt x="46521" y="43843"/>
                  <a:pt x="48598" y="44465"/>
                  <a:pt x="50865" y="44465"/>
                </a:cubicBezTo>
                <a:lnTo>
                  <a:pt x="73598" y="444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Text 𝐫">
            <a:extLst xmlns:a="http://schemas.openxmlformats.org/drawingml/2006/main">
              <a:ext uri="{FF2B5EF4-FFF2-40B4-BE49-F238E27FC236}">
                <a16:creationId xmlns:a16="http://schemas.microsoft.com/office/drawing/2014/main" id="{11E95A25-B20A-4DC2-BBAB-4E741CF4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87" y="3454342"/>
            <a:ext cx="67198" cy="56265"/>
          </a:xfrm>
          <a:custGeom xmlns:a="http://schemas.openxmlformats.org/drawingml/2006/main">
            <a:pathLst>
              <a:path w="67198" h="56265">
                <a:moveTo>
                  <a:pt x="10600" y="30532"/>
                </a:moveTo>
                <a:lnTo>
                  <a:pt x="10800" y="29666"/>
                </a:lnTo>
                <a:cubicBezTo>
                  <a:pt x="6978" y="26421"/>
                  <a:pt x="4222" y="23088"/>
                  <a:pt x="2533" y="19666"/>
                </a:cubicBezTo>
                <a:cubicBezTo>
                  <a:pt x="844" y="16244"/>
                  <a:pt x="0" y="12533"/>
                  <a:pt x="0" y="8533"/>
                </a:cubicBezTo>
                <a:cubicBezTo>
                  <a:pt x="0" y="5822"/>
                  <a:pt x="289" y="2978"/>
                  <a:pt x="867" y="0"/>
                </a:cubicBezTo>
                <a:lnTo>
                  <a:pt x="19266" y="0"/>
                </a:lnTo>
                <a:lnTo>
                  <a:pt x="19266" y="12066"/>
                </a:lnTo>
                <a:cubicBezTo>
                  <a:pt x="16688" y="12822"/>
                  <a:pt x="14711" y="13811"/>
                  <a:pt x="13333" y="15033"/>
                </a:cubicBezTo>
                <a:cubicBezTo>
                  <a:pt x="11955" y="16255"/>
                  <a:pt x="11266" y="17888"/>
                  <a:pt x="11266" y="19933"/>
                </a:cubicBezTo>
                <a:cubicBezTo>
                  <a:pt x="11266" y="20910"/>
                  <a:pt x="11566" y="21988"/>
                  <a:pt x="12166" y="23166"/>
                </a:cubicBezTo>
                <a:cubicBezTo>
                  <a:pt x="12766" y="24344"/>
                  <a:pt x="13611" y="25433"/>
                  <a:pt x="14700" y="26433"/>
                </a:cubicBezTo>
                <a:cubicBezTo>
                  <a:pt x="15788" y="27432"/>
                  <a:pt x="16899" y="28144"/>
                  <a:pt x="18033" y="28566"/>
                </a:cubicBezTo>
                <a:cubicBezTo>
                  <a:pt x="19166" y="28988"/>
                  <a:pt x="20310" y="29266"/>
                  <a:pt x="21466" y="29399"/>
                </a:cubicBezTo>
                <a:cubicBezTo>
                  <a:pt x="22622" y="29532"/>
                  <a:pt x="24355" y="29599"/>
                  <a:pt x="26666" y="29599"/>
                </a:cubicBezTo>
                <a:lnTo>
                  <a:pt x="47932" y="29599"/>
                </a:lnTo>
                <a:cubicBezTo>
                  <a:pt x="52154" y="29599"/>
                  <a:pt x="55109" y="29444"/>
                  <a:pt x="56798" y="29132"/>
                </a:cubicBezTo>
                <a:cubicBezTo>
                  <a:pt x="58487" y="28821"/>
                  <a:pt x="59809" y="28199"/>
                  <a:pt x="60765" y="27266"/>
                </a:cubicBezTo>
                <a:cubicBezTo>
                  <a:pt x="61720" y="26333"/>
                  <a:pt x="62398" y="24755"/>
                  <a:pt x="62798" y="22533"/>
                </a:cubicBezTo>
                <a:lnTo>
                  <a:pt x="67198" y="22533"/>
                </a:lnTo>
                <a:lnTo>
                  <a:pt x="67198" y="55398"/>
                </a:lnTo>
                <a:lnTo>
                  <a:pt x="62798" y="55398"/>
                </a:lnTo>
                <a:cubicBezTo>
                  <a:pt x="62220" y="53265"/>
                  <a:pt x="61465" y="51787"/>
                  <a:pt x="60531" y="50965"/>
                </a:cubicBezTo>
                <a:cubicBezTo>
                  <a:pt x="59598" y="50143"/>
                  <a:pt x="58332" y="49587"/>
                  <a:pt x="56732" y="49298"/>
                </a:cubicBezTo>
                <a:cubicBezTo>
                  <a:pt x="55132" y="49010"/>
                  <a:pt x="52221" y="48865"/>
                  <a:pt x="47999" y="48865"/>
                </a:cubicBezTo>
                <a:lnTo>
                  <a:pt x="20599" y="48865"/>
                </a:lnTo>
                <a:cubicBezTo>
                  <a:pt x="17311" y="48865"/>
                  <a:pt x="14877" y="48921"/>
                  <a:pt x="13300" y="49032"/>
                </a:cubicBezTo>
                <a:cubicBezTo>
                  <a:pt x="11722" y="49143"/>
                  <a:pt x="10455" y="49410"/>
                  <a:pt x="9500" y="49832"/>
                </a:cubicBezTo>
                <a:cubicBezTo>
                  <a:pt x="8544" y="50254"/>
                  <a:pt x="7766" y="50898"/>
                  <a:pt x="7166" y="51765"/>
                </a:cubicBezTo>
                <a:cubicBezTo>
                  <a:pt x="6566" y="52632"/>
                  <a:pt x="6044" y="54132"/>
                  <a:pt x="5600" y="56265"/>
                </a:cubicBezTo>
                <a:lnTo>
                  <a:pt x="1067" y="56265"/>
                </a:lnTo>
                <a:lnTo>
                  <a:pt x="533" y="37999"/>
                </a:lnTo>
                <a:lnTo>
                  <a:pt x="533" y="29599"/>
                </a:lnTo>
                <a:lnTo>
                  <a:pt x="10600" y="30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Text 𝐚">
            <a:extLst xmlns:a="http://schemas.openxmlformats.org/drawingml/2006/main">
              <a:ext uri="{FF2B5EF4-FFF2-40B4-BE49-F238E27FC236}">
                <a16:creationId xmlns:a16="http://schemas.microsoft.com/office/drawing/2014/main" id="{C4821521-03DB-43FF-AE3F-12BFCF4C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87" y="3381700"/>
            <a:ext cx="68265" cy="65331"/>
          </a:xfrm>
          <a:custGeom xmlns:a="http://schemas.openxmlformats.org/drawingml/2006/main">
            <a:pathLst>
              <a:path w="68265" h="65331">
                <a:moveTo>
                  <a:pt x="58465" y="24199"/>
                </a:moveTo>
                <a:lnTo>
                  <a:pt x="58132" y="25199"/>
                </a:lnTo>
                <a:cubicBezTo>
                  <a:pt x="61687" y="28844"/>
                  <a:pt x="64265" y="32388"/>
                  <a:pt x="65865" y="35832"/>
                </a:cubicBezTo>
                <a:cubicBezTo>
                  <a:pt x="67465" y="39277"/>
                  <a:pt x="68265" y="42932"/>
                  <a:pt x="68265" y="46799"/>
                </a:cubicBezTo>
                <a:cubicBezTo>
                  <a:pt x="68265" y="52487"/>
                  <a:pt x="66765" y="56998"/>
                  <a:pt x="63765" y="60331"/>
                </a:cubicBezTo>
                <a:cubicBezTo>
                  <a:pt x="60765" y="63665"/>
                  <a:pt x="56754" y="65331"/>
                  <a:pt x="51732" y="65331"/>
                </a:cubicBezTo>
                <a:cubicBezTo>
                  <a:pt x="45199" y="65331"/>
                  <a:pt x="40054" y="62120"/>
                  <a:pt x="36299" y="55698"/>
                </a:cubicBezTo>
                <a:cubicBezTo>
                  <a:pt x="32543" y="49276"/>
                  <a:pt x="30177" y="39532"/>
                  <a:pt x="29199" y="26466"/>
                </a:cubicBezTo>
                <a:lnTo>
                  <a:pt x="22866" y="26466"/>
                </a:lnTo>
                <a:cubicBezTo>
                  <a:pt x="18733" y="26466"/>
                  <a:pt x="15544" y="26932"/>
                  <a:pt x="13300" y="27866"/>
                </a:cubicBezTo>
                <a:cubicBezTo>
                  <a:pt x="11055" y="28799"/>
                  <a:pt x="9477" y="29999"/>
                  <a:pt x="8566" y="31466"/>
                </a:cubicBezTo>
                <a:cubicBezTo>
                  <a:pt x="7655" y="32932"/>
                  <a:pt x="7200" y="34688"/>
                  <a:pt x="7200" y="36732"/>
                </a:cubicBezTo>
                <a:cubicBezTo>
                  <a:pt x="7200" y="38777"/>
                  <a:pt x="7555" y="40543"/>
                  <a:pt x="8266" y="42032"/>
                </a:cubicBezTo>
                <a:cubicBezTo>
                  <a:pt x="8977" y="43521"/>
                  <a:pt x="10322" y="44865"/>
                  <a:pt x="12300" y="46065"/>
                </a:cubicBezTo>
                <a:cubicBezTo>
                  <a:pt x="14277" y="47265"/>
                  <a:pt x="17022" y="48154"/>
                  <a:pt x="20533" y="48732"/>
                </a:cubicBezTo>
                <a:lnTo>
                  <a:pt x="20533" y="61331"/>
                </a:lnTo>
                <a:lnTo>
                  <a:pt x="8400" y="61331"/>
                </a:lnTo>
                <a:cubicBezTo>
                  <a:pt x="6133" y="56220"/>
                  <a:pt x="4433" y="51898"/>
                  <a:pt x="3300" y="48365"/>
                </a:cubicBezTo>
                <a:cubicBezTo>
                  <a:pt x="2167" y="44832"/>
                  <a:pt x="1333" y="41543"/>
                  <a:pt x="800" y="38499"/>
                </a:cubicBezTo>
                <a:cubicBezTo>
                  <a:pt x="267" y="35454"/>
                  <a:pt x="0" y="32532"/>
                  <a:pt x="0" y="29732"/>
                </a:cubicBezTo>
                <a:cubicBezTo>
                  <a:pt x="0" y="24355"/>
                  <a:pt x="711" y="20055"/>
                  <a:pt x="2133" y="16833"/>
                </a:cubicBezTo>
                <a:cubicBezTo>
                  <a:pt x="3555" y="13611"/>
                  <a:pt x="5866" y="11200"/>
                  <a:pt x="9066" y="9600"/>
                </a:cubicBezTo>
                <a:cubicBezTo>
                  <a:pt x="12266" y="8000"/>
                  <a:pt x="16688" y="7200"/>
                  <a:pt x="22333" y="7200"/>
                </a:cubicBezTo>
                <a:lnTo>
                  <a:pt x="48332" y="7200"/>
                </a:lnTo>
                <a:cubicBezTo>
                  <a:pt x="52109" y="7200"/>
                  <a:pt x="54787" y="7089"/>
                  <a:pt x="56365" y="6866"/>
                </a:cubicBezTo>
                <a:cubicBezTo>
                  <a:pt x="57943" y="6644"/>
                  <a:pt x="59087" y="6300"/>
                  <a:pt x="59798" y="5833"/>
                </a:cubicBezTo>
                <a:cubicBezTo>
                  <a:pt x="60509" y="5366"/>
                  <a:pt x="61065" y="4767"/>
                  <a:pt x="61465" y="4033"/>
                </a:cubicBezTo>
                <a:cubicBezTo>
                  <a:pt x="61865" y="3300"/>
                  <a:pt x="62309" y="1955"/>
                  <a:pt x="62798" y="0"/>
                </a:cubicBezTo>
                <a:lnTo>
                  <a:pt x="67198" y="0"/>
                </a:lnTo>
                <a:lnTo>
                  <a:pt x="67198" y="24799"/>
                </a:lnTo>
                <a:lnTo>
                  <a:pt x="58465" y="24199"/>
                </a:lnTo>
                <a:moveTo>
                  <a:pt x="35732" y="26399"/>
                </a:moveTo>
                <a:cubicBezTo>
                  <a:pt x="35910" y="33288"/>
                  <a:pt x="37199" y="38388"/>
                  <a:pt x="39599" y="41699"/>
                </a:cubicBezTo>
                <a:cubicBezTo>
                  <a:pt x="41999" y="45010"/>
                  <a:pt x="45510" y="46665"/>
                  <a:pt x="50132" y="46665"/>
                </a:cubicBezTo>
                <a:cubicBezTo>
                  <a:pt x="52887" y="46665"/>
                  <a:pt x="54987" y="45910"/>
                  <a:pt x="56432" y="44399"/>
                </a:cubicBezTo>
                <a:cubicBezTo>
                  <a:pt x="57876" y="42888"/>
                  <a:pt x="58598" y="40799"/>
                  <a:pt x="58598" y="38132"/>
                </a:cubicBezTo>
                <a:cubicBezTo>
                  <a:pt x="58598" y="36088"/>
                  <a:pt x="58054" y="34154"/>
                  <a:pt x="56965" y="32332"/>
                </a:cubicBezTo>
                <a:cubicBezTo>
                  <a:pt x="55876" y="30510"/>
                  <a:pt x="54421" y="29066"/>
                  <a:pt x="52598" y="27999"/>
                </a:cubicBezTo>
                <a:cubicBezTo>
                  <a:pt x="50776" y="26932"/>
                  <a:pt x="48843" y="26399"/>
                  <a:pt x="46799" y="26399"/>
                </a:cubicBezTo>
                <a:lnTo>
                  <a:pt x="35732" y="263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Text 𝐭">
            <a:extLst xmlns:a="http://schemas.openxmlformats.org/drawingml/2006/main">
              <a:ext uri="{FF2B5EF4-FFF2-40B4-BE49-F238E27FC236}">
                <a16:creationId xmlns:a16="http://schemas.microsoft.com/office/drawing/2014/main" id="{F772BFB4-7AEF-45AE-9A46-01AEFFF3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87" y="3325018"/>
            <a:ext cx="83864" cy="48865"/>
          </a:xfrm>
          <a:custGeom xmlns:a="http://schemas.openxmlformats.org/drawingml/2006/main">
            <a:pathLst>
              <a:path w="83864" h="48865">
                <a:moveTo>
                  <a:pt x="74798" y="0"/>
                </a:moveTo>
                <a:cubicBezTo>
                  <a:pt x="78131" y="3911"/>
                  <a:pt x="80475" y="7466"/>
                  <a:pt x="81831" y="10666"/>
                </a:cubicBezTo>
                <a:cubicBezTo>
                  <a:pt x="83186" y="13866"/>
                  <a:pt x="83864" y="17244"/>
                  <a:pt x="83864" y="20799"/>
                </a:cubicBezTo>
                <a:cubicBezTo>
                  <a:pt x="83864" y="27421"/>
                  <a:pt x="82075" y="32366"/>
                  <a:pt x="78498" y="35632"/>
                </a:cubicBezTo>
                <a:cubicBezTo>
                  <a:pt x="74920" y="38899"/>
                  <a:pt x="69509" y="40532"/>
                  <a:pt x="62265" y="40532"/>
                </a:cubicBezTo>
                <a:lnTo>
                  <a:pt x="24999" y="40532"/>
                </a:lnTo>
                <a:lnTo>
                  <a:pt x="24999" y="48865"/>
                </a:lnTo>
                <a:lnTo>
                  <a:pt x="20399" y="48865"/>
                </a:lnTo>
                <a:cubicBezTo>
                  <a:pt x="19955" y="46154"/>
                  <a:pt x="19288" y="44154"/>
                  <a:pt x="18399" y="42865"/>
                </a:cubicBezTo>
                <a:cubicBezTo>
                  <a:pt x="17511" y="41576"/>
                  <a:pt x="16322" y="40577"/>
                  <a:pt x="14833" y="39865"/>
                </a:cubicBezTo>
                <a:cubicBezTo>
                  <a:pt x="13344" y="39154"/>
                  <a:pt x="11400" y="38588"/>
                  <a:pt x="9000" y="38165"/>
                </a:cubicBezTo>
                <a:cubicBezTo>
                  <a:pt x="6600" y="37743"/>
                  <a:pt x="3600" y="37421"/>
                  <a:pt x="0" y="37199"/>
                </a:cubicBezTo>
                <a:lnTo>
                  <a:pt x="0" y="21266"/>
                </a:lnTo>
                <a:lnTo>
                  <a:pt x="16666" y="21266"/>
                </a:lnTo>
                <a:lnTo>
                  <a:pt x="16666" y="2267"/>
                </a:lnTo>
                <a:lnTo>
                  <a:pt x="24999" y="2267"/>
                </a:lnTo>
                <a:lnTo>
                  <a:pt x="24999" y="21266"/>
                </a:lnTo>
                <a:lnTo>
                  <a:pt x="55065" y="21266"/>
                </a:lnTo>
                <a:cubicBezTo>
                  <a:pt x="60087" y="21266"/>
                  <a:pt x="63798" y="21033"/>
                  <a:pt x="66198" y="20566"/>
                </a:cubicBezTo>
                <a:cubicBezTo>
                  <a:pt x="68598" y="20099"/>
                  <a:pt x="70364" y="19311"/>
                  <a:pt x="71498" y="18199"/>
                </a:cubicBezTo>
                <a:cubicBezTo>
                  <a:pt x="72631" y="17088"/>
                  <a:pt x="73198" y="15711"/>
                  <a:pt x="73198" y="14066"/>
                </a:cubicBezTo>
                <a:cubicBezTo>
                  <a:pt x="73198" y="11889"/>
                  <a:pt x="72820" y="10022"/>
                  <a:pt x="72064" y="8466"/>
                </a:cubicBezTo>
                <a:cubicBezTo>
                  <a:pt x="71309" y="6911"/>
                  <a:pt x="70353" y="5489"/>
                  <a:pt x="69198" y="4200"/>
                </a:cubicBezTo>
                <a:lnTo>
                  <a:pt x="747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Text 𝐢">
            <a:extLst xmlns:a="http://schemas.openxmlformats.org/drawingml/2006/main">
              <a:ext uri="{FF2B5EF4-FFF2-40B4-BE49-F238E27FC236}">
                <a16:creationId xmlns:a16="http://schemas.microsoft.com/office/drawing/2014/main" id="{860FC415-85B4-47EE-8F6E-3B24A121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54" y="3286270"/>
            <a:ext cx="92730" cy="33332"/>
          </a:xfrm>
          <a:custGeom xmlns:a="http://schemas.openxmlformats.org/drawingml/2006/main">
            <a:pathLst>
              <a:path w="92730" h="33332">
                <a:moveTo>
                  <a:pt x="0" y="7200"/>
                </a:moveTo>
                <a:lnTo>
                  <a:pt x="16333" y="7200"/>
                </a:lnTo>
                <a:lnTo>
                  <a:pt x="16333" y="25466"/>
                </a:lnTo>
                <a:lnTo>
                  <a:pt x="0" y="25466"/>
                </a:lnTo>
                <a:lnTo>
                  <a:pt x="0" y="7200"/>
                </a:lnTo>
                <a:moveTo>
                  <a:pt x="88331" y="32532"/>
                </a:moveTo>
                <a:cubicBezTo>
                  <a:pt x="87753" y="30355"/>
                  <a:pt x="86997" y="28855"/>
                  <a:pt x="86064" y="28032"/>
                </a:cubicBezTo>
                <a:cubicBezTo>
                  <a:pt x="85131" y="27210"/>
                  <a:pt x="83864" y="26655"/>
                  <a:pt x="82264" y="26366"/>
                </a:cubicBezTo>
                <a:cubicBezTo>
                  <a:pt x="80664" y="26077"/>
                  <a:pt x="77753" y="25933"/>
                  <a:pt x="73531" y="25933"/>
                </a:cubicBezTo>
                <a:lnTo>
                  <a:pt x="42532" y="25933"/>
                </a:lnTo>
                <a:cubicBezTo>
                  <a:pt x="39421" y="25933"/>
                  <a:pt x="37210" y="26133"/>
                  <a:pt x="35899" y="26533"/>
                </a:cubicBezTo>
                <a:cubicBezTo>
                  <a:pt x="34588" y="26932"/>
                  <a:pt x="33588" y="27588"/>
                  <a:pt x="32899" y="28499"/>
                </a:cubicBezTo>
                <a:cubicBezTo>
                  <a:pt x="32210" y="29410"/>
                  <a:pt x="31621" y="31021"/>
                  <a:pt x="31132" y="33332"/>
                </a:cubicBezTo>
                <a:lnTo>
                  <a:pt x="26599" y="33332"/>
                </a:lnTo>
                <a:lnTo>
                  <a:pt x="26066" y="15000"/>
                </a:lnTo>
                <a:lnTo>
                  <a:pt x="26066" y="6666"/>
                </a:lnTo>
                <a:lnTo>
                  <a:pt x="73464" y="6666"/>
                </a:lnTo>
                <a:cubicBezTo>
                  <a:pt x="77731" y="6666"/>
                  <a:pt x="80653" y="6544"/>
                  <a:pt x="82231" y="6300"/>
                </a:cubicBezTo>
                <a:cubicBezTo>
                  <a:pt x="83808" y="6055"/>
                  <a:pt x="85075" y="5511"/>
                  <a:pt x="86031" y="4667"/>
                </a:cubicBezTo>
                <a:cubicBezTo>
                  <a:pt x="86986" y="3822"/>
                  <a:pt x="87753" y="2267"/>
                  <a:pt x="88331" y="0"/>
                </a:cubicBezTo>
                <a:lnTo>
                  <a:pt x="92730" y="0"/>
                </a:lnTo>
                <a:lnTo>
                  <a:pt x="92730" y="32532"/>
                </a:lnTo>
                <a:lnTo>
                  <a:pt x="88331" y="32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Text 𝐨">
            <a:extLst xmlns:a="http://schemas.openxmlformats.org/drawingml/2006/main">
              <a:ext uri="{FF2B5EF4-FFF2-40B4-BE49-F238E27FC236}">
                <a16:creationId xmlns:a16="http://schemas.microsoft.com/office/drawing/2014/main" id="{94F11F98-7BC5-416B-871E-E00DFEA3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87" y="3207886"/>
            <a:ext cx="68265" cy="65598"/>
          </a:xfrm>
          <a:custGeom xmlns:a="http://schemas.openxmlformats.org/drawingml/2006/main">
            <a:pathLst>
              <a:path w="68265" h="65598">
                <a:moveTo>
                  <a:pt x="68265" y="33599"/>
                </a:moveTo>
                <a:cubicBezTo>
                  <a:pt x="68265" y="44043"/>
                  <a:pt x="65409" y="51987"/>
                  <a:pt x="59698" y="57432"/>
                </a:cubicBezTo>
                <a:cubicBezTo>
                  <a:pt x="53987" y="62876"/>
                  <a:pt x="45621" y="65598"/>
                  <a:pt x="34599" y="65598"/>
                </a:cubicBezTo>
                <a:cubicBezTo>
                  <a:pt x="26777" y="65598"/>
                  <a:pt x="20266" y="64165"/>
                  <a:pt x="15066" y="61298"/>
                </a:cubicBezTo>
                <a:cubicBezTo>
                  <a:pt x="9866" y="58432"/>
                  <a:pt x="6055" y="54532"/>
                  <a:pt x="3633" y="49598"/>
                </a:cubicBezTo>
                <a:cubicBezTo>
                  <a:pt x="1211" y="44665"/>
                  <a:pt x="0" y="38977"/>
                  <a:pt x="0" y="32532"/>
                </a:cubicBezTo>
                <a:cubicBezTo>
                  <a:pt x="0" y="21777"/>
                  <a:pt x="2833" y="13666"/>
                  <a:pt x="8500" y="8200"/>
                </a:cubicBezTo>
                <a:cubicBezTo>
                  <a:pt x="14166" y="2733"/>
                  <a:pt x="22466" y="0"/>
                  <a:pt x="33399" y="0"/>
                </a:cubicBezTo>
                <a:cubicBezTo>
                  <a:pt x="44687" y="0"/>
                  <a:pt x="53321" y="2889"/>
                  <a:pt x="59298" y="8666"/>
                </a:cubicBezTo>
                <a:cubicBezTo>
                  <a:pt x="65276" y="14444"/>
                  <a:pt x="68265" y="22755"/>
                  <a:pt x="68265" y="33599"/>
                </a:cubicBezTo>
                <a:moveTo>
                  <a:pt x="33132" y="45332"/>
                </a:moveTo>
                <a:cubicBezTo>
                  <a:pt x="42554" y="45332"/>
                  <a:pt x="49610" y="44276"/>
                  <a:pt x="54298" y="42165"/>
                </a:cubicBezTo>
                <a:cubicBezTo>
                  <a:pt x="58987" y="40054"/>
                  <a:pt x="61331" y="36866"/>
                  <a:pt x="61331" y="32599"/>
                </a:cubicBezTo>
                <a:cubicBezTo>
                  <a:pt x="61331" y="28377"/>
                  <a:pt x="59276" y="25266"/>
                  <a:pt x="55165" y="23266"/>
                </a:cubicBezTo>
                <a:cubicBezTo>
                  <a:pt x="51054" y="21266"/>
                  <a:pt x="44487" y="20266"/>
                  <a:pt x="35466" y="20266"/>
                </a:cubicBezTo>
                <a:cubicBezTo>
                  <a:pt x="25910" y="20266"/>
                  <a:pt x="18766" y="21322"/>
                  <a:pt x="14033" y="23433"/>
                </a:cubicBezTo>
                <a:cubicBezTo>
                  <a:pt x="9300" y="25544"/>
                  <a:pt x="6933" y="28666"/>
                  <a:pt x="6933" y="32799"/>
                </a:cubicBezTo>
                <a:cubicBezTo>
                  <a:pt x="6933" y="37199"/>
                  <a:pt x="9033" y="40388"/>
                  <a:pt x="13233" y="42365"/>
                </a:cubicBezTo>
                <a:cubicBezTo>
                  <a:pt x="17433" y="44343"/>
                  <a:pt x="24066" y="45332"/>
                  <a:pt x="33132" y="453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Text 𝐧">
            <a:extLst xmlns:a="http://schemas.openxmlformats.org/drawingml/2006/main">
              <a:ext uri="{FF2B5EF4-FFF2-40B4-BE49-F238E27FC236}">
                <a16:creationId xmlns:a16="http://schemas.microsoft.com/office/drawing/2014/main" id="{5F6FB4C1-7347-4277-A35D-7BD14282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87" y="3121621"/>
            <a:ext cx="67198" cy="73331"/>
          </a:xfrm>
          <a:custGeom xmlns:a="http://schemas.openxmlformats.org/drawingml/2006/main">
            <a:pathLst>
              <a:path w="67198" h="73331">
                <a:moveTo>
                  <a:pt x="67198" y="0"/>
                </a:moveTo>
                <a:lnTo>
                  <a:pt x="67198" y="32332"/>
                </a:lnTo>
                <a:lnTo>
                  <a:pt x="62798" y="32332"/>
                </a:lnTo>
                <a:cubicBezTo>
                  <a:pt x="62309" y="30288"/>
                  <a:pt x="61587" y="28866"/>
                  <a:pt x="60631" y="28066"/>
                </a:cubicBezTo>
                <a:cubicBezTo>
                  <a:pt x="59676" y="27266"/>
                  <a:pt x="58387" y="26721"/>
                  <a:pt x="56765" y="26433"/>
                </a:cubicBezTo>
                <a:cubicBezTo>
                  <a:pt x="55143" y="26144"/>
                  <a:pt x="52221" y="25999"/>
                  <a:pt x="47998" y="25999"/>
                </a:cubicBezTo>
                <a:lnTo>
                  <a:pt x="30199" y="25999"/>
                </a:lnTo>
                <a:cubicBezTo>
                  <a:pt x="26955" y="25999"/>
                  <a:pt x="24144" y="26088"/>
                  <a:pt x="21766" y="26266"/>
                </a:cubicBezTo>
                <a:cubicBezTo>
                  <a:pt x="19388" y="26444"/>
                  <a:pt x="17544" y="26755"/>
                  <a:pt x="16233" y="27199"/>
                </a:cubicBezTo>
                <a:cubicBezTo>
                  <a:pt x="14922" y="27644"/>
                  <a:pt x="13855" y="28199"/>
                  <a:pt x="13033" y="28866"/>
                </a:cubicBezTo>
                <a:cubicBezTo>
                  <a:pt x="12211" y="29532"/>
                  <a:pt x="11577" y="30310"/>
                  <a:pt x="11133" y="31199"/>
                </a:cubicBezTo>
                <a:cubicBezTo>
                  <a:pt x="10689" y="32088"/>
                  <a:pt x="10466" y="33332"/>
                  <a:pt x="10466" y="34932"/>
                </a:cubicBezTo>
                <a:cubicBezTo>
                  <a:pt x="10466" y="36621"/>
                  <a:pt x="10989" y="38377"/>
                  <a:pt x="12033" y="40199"/>
                </a:cubicBezTo>
                <a:cubicBezTo>
                  <a:pt x="13077" y="42021"/>
                  <a:pt x="14522" y="43554"/>
                  <a:pt x="16366" y="44799"/>
                </a:cubicBezTo>
                <a:cubicBezTo>
                  <a:pt x="18211" y="46043"/>
                  <a:pt x="20177" y="46665"/>
                  <a:pt x="22266" y="46665"/>
                </a:cubicBezTo>
                <a:lnTo>
                  <a:pt x="47932" y="46665"/>
                </a:lnTo>
                <a:cubicBezTo>
                  <a:pt x="52154" y="46665"/>
                  <a:pt x="55087" y="46532"/>
                  <a:pt x="56732" y="46265"/>
                </a:cubicBezTo>
                <a:cubicBezTo>
                  <a:pt x="58376" y="45999"/>
                  <a:pt x="59676" y="45454"/>
                  <a:pt x="60631" y="44632"/>
                </a:cubicBezTo>
                <a:cubicBezTo>
                  <a:pt x="61587" y="43810"/>
                  <a:pt x="62309" y="42354"/>
                  <a:pt x="62798" y="40265"/>
                </a:cubicBezTo>
                <a:lnTo>
                  <a:pt x="67198" y="40265"/>
                </a:lnTo>
                <a:lnTo>
                  <a:pt x="67198" y="72464"/>
                </a:lnTo>
                <a:lnTo>
                  <a:pt x="62798" y="72464"/>
                </a:lnTo>
                <a:cubicBezTo>
                  <a:pt x="62220" y="70331"/>
                  <a:pt x="61465" y="68853"/>
                  <a:pt x="60531" y="68031"/>
                </a:cubicBezTo>
                <a:cubicBezTo>
                  <a:pt x="59598" y="67209"/>
                  <a:pt x="58332" y="66653"/>
                  <a:pt x="56732" y="66365"/>
                </a:cubicBezTo>
                <a:cubicBezTo>
                  <a:pt x="55132" y="66076"/>
                  <a:pt x="52221" y="65931"/>
                  <a:pt x="47999" y="65931"/>
                </a:cubicBezTo>
                <a:lnTo>
                  <a:pt x="20599" y="65931"/>
                </a:lnTo>
                <a:cubicBezTo>
                  <a:pt x="17311" y="65931"/>
                  <a:pt x="14877" y="65987"/>
                  <a:pt x="13300" y="66098"/>
                </a:cubicBezTo>
                <a:cubicBezTo>
                  <a:pt x="11722" y="66209"/>
                  <a:pt x="10455" y="66476"/>
                  <a:pt x="9500" y="66898"/>
                </a:cubicBezTo>
                <a:cubicBezTo>
                  <a:pt x="8544" y="67320"/>
                  <a:pt x="7766" y="67965"/>
                  <a:pt x="7166" y="68831"/>
                </a:cubicBezTo>
                <a:cubicBezTo>
                  <a:pt x="6566" y="69698"/>
                  <a:pt x="6044" y="71198"/>
                  <a:pt x="5600" y="73331"/>
                </a:cubicBezTo>
                <a:lnTo>
                  <a:pt x="1067" y="73331"/>
                </a:lnTo>
                <a:lnTo>
                  <a:pt x="533" y="55065"/>
                </a:lnTo>
                <a:lnTo>
                  <a:pt x="533" y="46665"/>
                </a:lnTo>
                <a:lnTo>
                  <a:pt x="10133" y="47665"/>
                </a:lnTo>
                <a:lnTo>
                  <a:pt x="10333" y="46865"/>
                </a:lnTo>
                <a:cubicBezTo>
                  <a:pt x="6511" y="42599"/>
                  <a:pt x="3833" y="38854"/>
                  <a:pt x="2300" y="35632"/>
                </a:cubicBezTo>
                <a:cubicBezTo>
                  <a:pt x="767" y="32410"/>
                  <a:pt x="0" y="29132"/>
                  <a:pt x="0" y="25799"/>
                </a:cubicBezTo>
                <a:cubicBezTo>
                  <a:pt x="0" y="22155"/>
                  <a:pt x="522" y="19133"/>
                  <a:pt x="1567" y="16733"/>
                </a:cubicBezTo>
                <a:cubicBezTo>
                  <a:pt x="2611" y="14333"/>
                  <a:pt x="4133" y="12388"/>
                  <a:pt x="6133" y="10900"/>
                </a:cubicBezTo>
                <a:cubicBezTo>
                  <a:pt x="8133" y="9411"/>
                  <a:pt x="10577" y="8344"/>
                  <a:pt x="13466" y="7700"/>
                </a:cubicBezTo>
                <a:cubicBezTo>
                  <a:pt x="16355" y="7055"/>
                  <a:pt x="19710" y="6733"/>
                  <a:pt x="23533" y="6733"/>
                </a:cubicBezTo>
                <a:lnTo>
                  <a:pt x="47932" y="6733"/>
                </a:lnTo>
                <a:cubicBezTo>
                  <a:pt x="52154" y="6733"/>
                  <a:pt x="55065" y="6600"/>
                  <a:pt x="56665" y="6333"/>
                </a:cubicBezTo>
                <a:cubicBezTo>
                  <a:pt x="58265" y="6066"/>
                  <a:pt x="59543" y="5511"/>
                  <a:pt x="60498" y="4667"/>
                </a:cubicBezTo>
                <a:cubicBezTo>
                  <a:pt x="61454" y="3822"/>
                  <a:pt x="62220" y="2267"/>
                  <a:pt x="62798" y="0"/>
                </a:cubicBezTo>
                <a:lnTo>
                  <a:pt x="671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Text 𝐚">
            <a:extLst xmlns:a="http://schemas.openxmlformats.org/drawingml/2006/main">
              <a:ext uri="{FF2B5EF4-FFF2-40B4-BE49-F238E27FC236}">
                <a16:creationId xmlns:a16="http://schemas.microsoft.com/office/drawing/2014/main" id="{2BFE649F-D0E5-491F-B29A-36C9947D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87" y="3046112"/>
            <a:ext cx="68265" cy="65331"/>
          </a:xfrm>
          <a:custGeom xmlns:a="http://schemas.openxmlformats.org/drawingml/2006/main">
            <a:pathLst>
              <a:path w="68265" h="65331">
                <a:moveTo>
                  <a:pt x="58465" y="24199"/>
                </a:moveTo>
                <a:lnTo>
                  <a:pt x="58132" y="25199"/>
                </a:lnTo>
                <a:cubicBezTo>
                  <a:pt x="61687" y="28844"/>
                  <a:pt x="64265" y="32388"/>
                  <a:pt x="65865" y="35832"/>
                </a:cubicBezTo>
                <a:cubicBezTo>
                  <a:pt x="67465" y="39277"/>
                  <a:pt x="68265" y="42932"/>
                  <a:pt x="68265" y="46799"/>
                </a:cubicBezTo>
                <a:cubicBezTo>
                  <a:pt x="68265" y="52487"/>
                  <a:pt x="66765" y="56998"/>
                  <a:pt x="63765" y="60331"/>
                </a:cubicBezTo>
                <a:cubicBezTo>
                  <a:pt x="60765" y="63665"/>
                  <a:pt x="56754" y="65331"/>
                  <a:pt x="51732" y="65331"/>
                </a:cubicBezTo>
                <a:cubicBezTo>
                  <a:pt x="45199" y="65331"/>
                  <a:pt x="40054" y="62120"/>
                  <a:pt x="36299" y="55698"/>
                </a:cubicBezTo>
                <a:cubicBezTo>
                  <a:pt x="32543" y="49276"/>
                  <a:pt x="30177" y="39532"/>
                  <a:pt x="29199" y="26466"/>
                </a:cubicBezTo>
                <a:lnTo>
                  <a:pt x="22866" y="26466"/>
                </a:lnTo>
                <a:cubicBezTo>
                  <a:pt x="18733" y="26466"/>
                  <a:pt x="15544" y="26932"/>
                  <a:pt x="13300" y="27866"/>
                </a:cubicBezTo>
                <a:cubicBezTo>
                  <a:pt x="11055" y="28799"/>
                  <a:pt x="9477" y="29999"/>
                  <a:pt x="8566" y="31466"/>
                </a:cubicBezTo>
                <a:cubicBezTo>
                  <a:pt x="7655" y="32932"/>
                  <a:pt x="7200" y="34688"/>
                  <a:pt x="7200" y="36732"/>
                </a:cubicBezTo>
                <a:cubicBezTo>
                  <a:pt x="7200" y="38777"/>
                  <a:pt x="7555" y="40543"/>
                  <a:pt x="8266" y="42032"/>
                </a:cubicBezTo>
                <a:cubicBezTo>
                  <a:pt x="8977" y="43521"/>
                  <a:pt x="10322" y="44865"/>
                  <a:pt x="12300" y="46065"/>
                </a:cubicBezTo>
                <a:cubicBezTo>
                  <a:pt x="14277" y="47265"/>
                  <a:pt x="17022" y="48154"/>
                  <a:pt x="20533" y="48732"/>
                </a:cubicBezTo>
                <a:lnTo>
                  <a:pt x="20533" y="61331"/>
                </a:lnTo>
                <a:lnTo>
                  <a:pt x="8400" y="61331"/>
                </a:lnTo>
                <a:cubicBezTo>
                  <a:pt x="6133" y="56220"/>
                  <a:pt x="4433" y="51898"/>
                  <a:pt x="3300" y="48365"/>
                </a:cubicBezTo>
                <a:cubicBezTo>
                  <a:pt x="2167" y="44832"/>
                  <a:pt x="1333" y="41543"/>
                  <a:pt x="800" y="38499"/>
                </a:cubicBezTo>
                <a:cubicBezTo>
                  <a:pt x="267" y="35454"/>
                  <a:pt x="0" y="32532"/>
                  <a:pt x="0" y="29732"/>
                </a:cubicBezTo>
                <a:cubicBezTo>
                  <a:pt x="0" y="24355"/>
                  <a:pt x="711" y="20055"/>
                  <a:pt x="2133" y="16833"/>
                </a:cubicBezTo>
                <a:cubicBezTo>
                  <a:pt x="3555" y="13611"/>
                  <a:pt x="5866" y="11200"/>
                  <a:pt x="9066" y="9600"/>
                </a:cubicBezTo>
                <a:cubicBezTo>
                  <a:pt x="12266" y="8000"/>
                  <a:pt x="16688" y="7200"/>
                  <a:pt x="22333" y="7200"/>
                </a:cubicBezTo>
                <a:lnTo>
                  <a:pt x="48332" y="7200"/>
                </a:lnTo>
                <a:cubicBezTo>
                  <a:pt x="52109" y="7200"/>
                  <a:pt x="54787" y="7089"/>
                  <a:pt x="56365" y="6866"/>
                </a:cubicBezTo>
                <a:cubicBezTo>
                  <a:pt x="57943" y="6644"/>
                  <a:pt x="59087" y="6300"/>
                  <a:pt x="59798" y="5833"/>
                </a:cubicBezTo>
                <a:cubicBezTo>
                  <a:pt x="60509" y="5366"/>
                  <a:pt x="61065" y="4767"/>
                  <a:pt x="61465" y="4033"/>
                </a:cubicBezTo>
                <a:cubicBezTo>
                  <a:pt x="61865" y="3300"/>
                  <a:pt x="62309" y="1955"/>
                  <a:pt x="62798" y="0"/>
                </a:cubicBezTo>
                <a:lnTo>
                  <a:pt x="67198" y="0"/>
                </a:lnTo>
                <a:lnTo>
                  <a:pt x="67198" y="24799"/>
                </a:lnTo>
                <a:lnTo>
                  <a:pt x="58465" y="24199"/>
                </a:lnTo>
                <a:moveTo>
                  <a:pt x="35732" y="26399"/>
                </a:moveTo>
                <a:cubicBezTo>
                  <a:pt x="35910" y="33288"/>
                  <a:pt x="37199" y="38388"/>
                  <a:pt x="39599" y="41699"/>
                </a:cubicBezTo>
                <a:cubicBezTo>
                  <a:pt x="41999" y="45010"/>
                  <a:pt x="45510" y="46665"/>
                  <a:pt x="50132" y="46665"/>
                </a:cubicBezTo>
                <a:cubicBezTo>
                  <a:pt x="52887" y="46665"/>
                  <a:pt x="54987" y="45910"/>
                  <a:pt x="56432" y="44399"/>
                </a:cubicBezTo>
                <a:cubicBezTo>
                  <a:pt x="57876" y="42888"/>
                  <a:pt x="58598" y="40799"/>
                  <a:pt x="58598" y="38132"/>
                </a:cubicBezTo>
                <a:cubicBezTo>
                  <a:pt x="58598" y="36088"/>
                  <a:pt x="58054" y="34154"/>
                  <a:pt x="56965" y="32332"/>
                </a:cubicBezTo>
                <a:cubicBezTo>
                  <a:pt x="55876" y="30510"/>
                  <a:pt x="54421" y="29066"/>
                  <a:pt x="52598" y="27999"/>
                </a:cubicBezTo>
                <a:cubicBezTo>
                  <a:pt x="50776" y="26932"/>
                  <a:pt x="48843" y="26399"/>
                  <a:pt x="46799" y="26399"/>
                </a:cubicBezTo>
                <a:lnTo>
                  <a:pt x="35732" y="263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Text 𝐥">
            <a:extLst xmlns:a="http://schemas.openxmlformats.org/drawingml/2006/main">
              <a:ext uri="{FF2B5EF4-FFF2-40B4-BE49-F238E27FC236}">
                <a16:creationId xmlns:a16="http://schemas.microsoft.com/office/drawing/2014/main" id="{95C4F779-4D36-4260-80BC-ECAAAE05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421" y="3003020"/>
            <a:ext cx="95464" cy="33466"/>
          </a:xfrm>
          <a:custGeom xmlns:a="http://schemas.openxmlformats.org/drawingml/2006/main">
            <a:pathLst>
              <a:path w="95464" h="33466">
                <a:moveTo>
                  <a:pt x="76198" y="6666"/>
                </a:moveTo>
                <a:cubicBezTo>
                  <a:pt x="80420" y="6666"/>
                  <a:pt x="83331" y="6533"/>
                  <a:pt x="84931" y="6266"/>
                </a:cubicBezTo>
                <a:cubicBezTo>
                  <a:pt x="86531" y="6000"/>
                  <a:pt x="87808" y="5455"/>
                  <a:pt x="88764" y="4633"/>
                </a:cubicBezTo>
                <a:cubicBezTo>
                  <a:pt x="89719" y="3811"/>
                  <a:pt x="90486" y="2267"/>
                  <a:pt x="91064" y="0"/>
                </a:cubicBezTo>
                <a:lnTo>
                  <a:pt x="95464" y="0"/>
                </a:lnTo>
                <a:lnTo>
                  <a:pt x="95464" y="32666"/>
                </a:lnTo>
                <a:lnTo>
                  <a:pt x="91064" y="32666"/>
                </a:lnTo>
                <a:cubicBezTo>
                  <a:pt x="90486" y="30399"/>
                  <a:pt x="89731" y="28844"/>
                  <a:pt x="88797" y="27999"/>
                </a:cubicBezTo>
                <a:cubicBezTo>
                  <a:pt x="87864" y="27155"/>
                  <a:pt x="86608" y="26599"/>
                  <a:pt x="85031" y="26333"/>
                </a:cubicBezTo>
                <a:cubicBezTo>
                  <a:pt x="83453" y="26066"/>
                  <a:pt x="80509" y="25933"/>
                  <a:pt x="76198" y="25933"/>
                </a:cubicBezTo>
                <a:lnTo>
                  <a:pt x="24199" y="25933"/>
                </a:lnTo>
                <a:cubicBezTo>
                  <a:pt x="19488" y="25933"/>
                  <a:pt x="16100" y="25999"/>
                  <a:pt x="14033" y="26133"/>
                </a:cubicBezTo>
                <a:cubicBezTo>
                  <a:pt x="11966" y="26266"/>
                  <a:pt x="10411" y="26544"/>
                  <a:pt x="9366" y="26966"/>
                </a:cubicBezTo>
                <a:cubicBezTo>
                  <a:pt x="8322" y="27388"/>
                  <a:pt x="7500" y="28010"/>
                  <a:pt x="6900" y="28832"/>
                </a:cubicBezTo>
                <a:cubicBezTo>
                  <a:pt x="6300" y="29655"/>
                  <a:pt x="5778" y="31199"/>
                  <a:pt x="5333" y="33466"/>
                </a:cubicBezTo>
                <a:lnTo>
                  <a:pt x="933" y="33466"/>
                </a:lnTo>
                <a:lnTo>
                  <a:pt x="0" y="15000"/>
                </a:lnTo>
                <a:lnTo>
                  <a:pt x="0" y="6666"/>
                </a:lnTo>
                <a:lnTo>
                  <a:pt x="76198" y="66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2E692D-D9EE-4CB9-8E55-6731C263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334" y="4373405"/>
            <a:ext cx="2868931" cy="732706"/>
          </a:xfrm>
          <a:custGeom xmlns:a="http://schemas.openxmlformats.org/drawingml/2006/main">
            <a:pathLst>
              <a:path w="2868931" h="732706" fill="none">
                <a:moveTo>
                  <a:pt x="0" y="732706"/>
                </a:moveTo>
                <a:lnTo>
                  <a:pt x="2868931" y="732706"/>
                </a:lnTo>
                <a:lnTo>
                  <a:pt x="2868931" y="0"/>
                </a:lnTo>
                <a:lnTo>
                  <a:pt x="0" y="0"/>
                </a:lnTo>
                <a:lnTo>
                  <a:pt x="0" y="7327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0000"/>
            </a:solidFill>
            <a:custDash>
              <a:ds d="800000" sp="300000"/>
            </a:custDash>
            <a:round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70C6E8-25FA-4258-B917-08530E21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72" y="4389334"/>
            <a:ext cx="1643810" cy="601638"/>
          </a:xfrm>
          <a:custGeom xmlns:a="http://schemas.openxmlformats.org/drawingml/2006/main">
            <a:pathLst>
              <a:path w="1643810" h="601638" fill="none">
                <a:moveTo>
                  <a:pt x="0" y="601638"/>
                </a:moveTo>
                <a:lnTo>
                  <a:pt x="1643810" y="601638"/>
                </a:lnTo>
                <a:lnTo>
                  <a:pt x="1643810" y="0"/>
                </a:lnTo>
                <a:lnTo>
                  <a:pt x="0" y="0"/>
                </a:lnTo>
                <a:lnTo>
                  <a:pt x="0" y="6016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244" name="Text TestInput">
            <a:extLst xmlns:a="http://schemas.openxmlformats.org/drawingml/2006/main">
              <a:ext uri="{FF2B5EF4-FFF2-40B4-BE49-F238E27FC236}">
                <a16:creationId xmlns:a16="http://schemas.microsoft.com/office/drawing/2014/main" id="{E9E8DAA5-DBFF-46B2-8945-D93A40A0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44" y="4501165"/>
            <a:ext cx="771389" cy="159551"/>
          </a:xfrm>
          <a:custGeom xmlns:a="http://schemas.openxmlformats.org/drawingml/2006/main">
            <a:pathLst>
              <a:path w="771389" h="159551">
                <a:moveTo>
                  <a:pt x="0" y="0"/>
                </a:moveTo>
                <a:lnTo>
                  <a:pt x="96175" y="0"/>
                </a:lnTo>
                <a:lnTo>
                  <a:pt x="96175" y="30932"/>
                </a:lnTo>
                <a:lnTo>
                  <a:pt x="87464" y="30932"/>
                </a:lnTo>
                <a:cubicBezTo>
                  <a:pt x="86160" y="25836"/>
                  <a:pt x="84871" y="21807"/>
                  <a:pt x="83597" y="18844"/>
                </a:cubicBezTo>
                <a:cubicBezTo>
                  <a:pt x="82323" y="15881"/>
                  <a:pt x="80975" y="13629"/>
                  <a:pt x="79553" y="12089"/>
                </a:cubicBezTo>
                <a:cubicBezTo>
                  <a:pt x="78131" y="10548"/>
                  <a:pt x="76605" y="9452"/>
                  <a:pt x="74975" y="8800"/>
                </a:cubicBezTo>
                <a:cubicBezTo>
                  <a:pt x="73346" y="8148"/>
                  <a:pt x="70901" y="7822"/>
                  <a:pt x="67642" y="7822"/>
                </a:cubicBezTo>
                <a:lnTo>
                  <a:pt x="56354" y="7822"/>
                </a:lnTo>
                <a:lnTo>
                  <a:pt x="56354" y="98841"/>
                </a:lnTo>
                <a:cubicBezTo>
                  <a:pt x="56354" y="102338"/>
                  <a:pt x="56546" y="105123"/>
                  <a:pt x="56932" y="107197"/>
                </a:cubicBezTo>
                <a:cubicBezTo>
                  <a:pt x="57317" y="109271"/>
                  <a:pt x="57909" y="110915"/>
                  <a:pt x="58709" y="112130"/>
                </a:cubicBezTo>
                <a:cubicBezTo>
                  <a:pt x="59509" y="113345"/>
                  <a:pt x="60591" y="114293"/>
                  <a:pt x="61954" y="114974"/>
                </a:cubicBezTo>
                <a:cubicBezTo>
                  <a:pt x="63317" y="115656"/>
                  <a:pt x="65450" y="116322"/>
                  <a:pt x="68353" y="116974"/>
                </a:cubicBezTo>
                <a:lnTo>
                  <a:pt x="68353" y="121330"/>
                </a:lnTo>
                <a:lnTo>
                  <a:pt x="27732" y="121330"/>
                </a:lnTo>
                <a:lnTo>
                  <a:pt x="27732" y="116974"/>
                </a:lnTo>
                <a:cubicBezTo>
                  <a:pt x="29510" y="116559"/>
                  <a:pt x="31081" y="116115"/>
                  <a:pt x="32443" y="115641"/>
                </a:cubicBezTo>
                <a:cubicBezTo>
                  <a:pt x="33806" y="115167"/>
                  <a:pt x="34917" y="114589"/>
                  <a:pt x="35777" y="113908"/>
                </a:cubicBezTo>
                <a:cubicBezTo>
                  <a:pt x="36636" y="113226"/>
                  <a:pt x="37347" y="112352"/>
                  <a:pt x="37910" y="111285"/>
                </a:cubicBezTo>
                <a:cubicBezTo>
                  <a:pt x="38473" y="110219"/>
                  <a:pt x="38917" y="108767"/>
                  <a:pt x="39243" y="106930"/>
                </a:cubicBezTo>
                <a:cubicBezTo>
                  <a:pt x="39569" y="105093"/>
                  <a:pt x="39732" y="102397"/>
                  <a:pt x="39732" y="98841"/>
                </a:cubicBezTo>
                <a:lnTo>
                  <a:pt x="39732" y="7822"/>
                </a:lnTo>
                <a:lnTo>
                  <a:pt x="28532" y="7822"/>
                </a:lnTo>
                <a:cubicBezTo>
                  <a:pt x="25747" y="7822"/>
                  <a:pt x="23451" y="8089"/>
                  <a:pt x="21644" y="8622"/>
                </a:cubicBezTo>
                <a:cubicBezTo>
                  <a:pt x="19836" y="9155"/>
                  <a:pt x="18162" y="10266"/>
                  <a:pt x="16622" y="11955"/>
                </a:cubicBezTo>
                <a:cubicBezTo>
                  <a:pt x="15081" y="13644"/>
                  <a:pt x="13674" y="16044"/>
                  <a:pt x="12400" y="19155"/>
                </a:cubicBezTo>
                <a:cubicBezTo>
                  <a:pt x="11126" y="22266"/>
                  <a:pt x="9926" y="26192"/>
                  <a:pt x="8800" y="30932"/>
                </a:cubicBezTo>
                <a:lnTo>
                  <a:pt x="0" y="30932"/>
                </a:lnTo>
                <a:lnTo>
                  <a:pt x="0" y="0"/>
                </a:lnTo>
                <a:close/>
                <a:moveTo>
                  <a:pt x="166615" y="106219"/>
                </a:moveTo>
                <a:cubicBezTo>
                  <a:pt x="162823" y="110189"/>
                  <a:pt x="159341" y="113300"/>
                  <a:pt x="156171" y="115552"/>
                </a:cubicBezTo>
                <a:cubicBezTo>
                  <a:pt x="153001" y="117804"/>
                  <a:pt x="149520" y="119567"/>
                  <a:pt x="145727" y="120841"/>
                </a:cubicBezTo>
                <a:cubicBezTo>
                  <a:pt x="141935" y="122115"/>
                  <a:pt x="137757" y="122752"/>
                  <a:pt x="133194" y="122752"/>
                </a:cubicBezTo>
                <a:cubicBezTo>
                  <a:pt x="120987" y="122752"/>
                  <a:pt x="111773" y="119093"/>
                  <a:pt x="105551" y="111774"/>
                </a:cubicBezTo>
                <a:cubicBezTo>
                  <a:pt x="99328" y="104456"/>
                  <a:pt x="96217" y="93656"/>
                  <a:pt x="96217" y="79375"/>
                </a:cubicBezTo>
                <a:cubicBezTo>
                  <a:pt x="96217" y="70546"/>
                  <a:pt x="97803" y="62754"/>
                  <a:pt x="100973" y="55998"/>
                </a:cubicBezTo>
                <a:cubicBezTo>
                  <a:pt x="104143" y="49243"/>
                  <a:pt x="108662" y="44028"/>
                  <a:pt x="114528" y="40354"/>
                </a:cubicBezTo>
                <a:cubicBezTo>
                  <a:pt x="120394" y="36680"/>
                  <a:pt x="127150" y="34843"/>
                  <a:pt x="134794" y="34843"/>
                </a:cubicBezTo>
                <a:cubicBezTo>
                  <a:pt x="140779" y="34843"/>
                  <a:pt x="145875" y="35791"/>
                  <a:pt x="150082" y="37688"/>
                </a:cubicBezTo>
                <a:cubicBezTo>
                  <a:pt x="154290" y="39584"/>
                  <a:pt x="157653" y="42176"/>
                  <a:pt x="160171" y="45465"/>
                </a:cubicBezTo>
                <a:cubicBezTo>
                  <a:pt x="162689" y="48754"/>
                  <a:pt x="164645" y="52902"/>
                  <a:pt x="166038" y="57909"/>
                </a:cubicBezTo>
                <a:cubicBezTo>
                  <a:pt x="167430" y="62917"/>
                  <a:pt x="168215" y="69450"/>
                  <a:pt x="168393" y="77509"/>
                </a:cubicBezTo>
                <a:lnTo>
                  <a:pt x="112395" y="77509"/>
                </a:lnTo>
                <a:lnTo>
                  <a:pt x="112395" y="79109"/>
                </a:lnTo>
                <a:cubicBezTo>
                  <a:pt x="112395" y="86101"/>
                  <a:pt x="113180" y="91982"/>
                  <a:pt x="114750" y="96753"/>
                </a:cubicBezTo>
                <a:cubicBezTo>
                  <a:pt x="116321" y="101523"/>
                  <a:pt x="118898" y="105256"/>
                  <a:pt x="122483" y="107952"/>
                </a:cubicBezTo>
                <a:cubicBezTo>
                  <a:pt x="126068" y="110648"/>
                  <a:pt x="130735" y="111996"/>
                  <a:pt x="136483" y="111996"/>
                </a:cubicBezTo>
                <a:cubicBezTo>
                  <a:pt x="141342" y="111996"/>
                  <a:pt x="145712" y="111093"/>
                  <a:pt x="149594" y="109285"/>
                </a:cubicBezTo>
                <a:cubicBezTo>
                  <a:pt x="153475" y="107478"/>
                  <a:pt x="157341" y="104530"/>
                  <a:pt x="161193" y="100441"/>
                </a:cubicBezTo>
                <a:lnTo>
                  <a:pt x="166615" y="106219"/>
                </a:lnTo>
                <a:moveTo>
                  <a:pt x="151682" y="70131"/>
                </a:moveTo>
                <a:cubicBezTo>
                  <a:pt x="151327" y="63731"/>
                  <a:pt x="150527" y="58502"/>
                  <a:pt x="149282" y="54443"/>
                </a:cubicBezTo>
                <a:cubicBezTo>
                  <a:pt x="148038" y="50384"/>
                  <a:pt x="146171" y="47273"/>
                  <a:pt x="143683" y="45110"/>
                </a:cubicBezTo>
                <a:cubicBezTo>
                  <a:pt x="141194" y="42947"/>
                  <a:pt x="137935" y="41865"/>
                  <a:pt x="133905" y="41865"/>
                </a:cubicBezTo>
                <a:cubicBezTo>
                  <a:pt x="127802" y="41865"/>
                  <a:pt x="122928" y="44310"/>
                  <a:pt x="119283" y="49198"/>
                </a:cubicBezTo>
                <a:cubicBezTo>
                  <a:pt x="115639" y="54087"/>
                  <a:pt x="113491" y="61065"/>
                  <a:pt x="112839" y="70131"/>
                </a:cubicBezTo>
                <a:lnTo>
                  <a:pt x="151682" y="70131"/>
                </a:lnTo>
                <a:close/>
                <a:moveTo>
                  <a:pt x="243438" y="55820"/>
                </a:moveTo>
                <a:lnTo>
                  <a:pt x="234905" y="55820"/>
                </a:lnTo>
                <a:cubicBezTo>
                  <a:pt x="233601" y="52265"/>
                  <a:pt x="232060" y="49465"/>
                  <a:pt x="230283" y="47421"/>
                </a:cubicBezTo>
                <a:cubicBezTo>
                  <a:pt x="228505" y="45376"/>
                  <a:pt x="226490" y="43939"/>
                  <a:pt x="224238" y="43110"/>
                </a:cubicBezTo>
                <a:cubicBezTo>
                  <a:pt x="221987" y="42280"/>
                  <a:pt x="219231" y="41865"/>
                  <a:pt x="215972" y="41865"/>
                </a:cubicBezTo>
                <a:cubicBezTo>
                  <a:pt x="211231" y="41865"/>
                  <a:pt x="207454" y="42976"/>
                  <a:pt x="204639" y="45199"/>
                </a:cubicBezTo>
                <a:cubicBezTo>
                  <a:pt x="201824" y="47421"/>
                  <a:pt x="200417" y="50458"/>
                  <a:pt x="200417" y="54309"/>
                </a:cubicBezTo>
                <a:cubicBezTo>
                  <a:pt x="200417" y="57035"/>
                  <a:pt x="200980" y="59287"/>
                  <a:pt x="202106" y="61065"/>
                </a:cubicBezTo>
                <a:cubicBezTo>
                  <a:pt x="203232" y="62842"/>
                  <a:pt x="204980" y="64502"/>
                  <a:pt x="207350" y="66042"/>
                </a:cubicBezTo>
                <a:cubicBezTo>
                  <a:pt x="209720" y="67583"/>
                  <a:pt x="213898" y="69627"/>
                  <a:pt x="219883" y="72176"/>
                </a:cubicBezTo>
                <a:cubicBezTo>
                  <a:pt x="225927" y="74783"/>
                  <a:pt x="230594" y="77183"/>
                  <a:pt x="233882" y="79375"/>
                </a:cubicBezTo>
                <a:cubicBezTo>
                  <a:pt x="237171" y="81568"/>
                  <a:pt x="239749" y="84116"/>
                  <a:pt x="241616" y="87019"/>
                </a:cubicBezTo>
                <a:cubicBezTo>
                  <a:pt x="243482" y="89923"/>
                  <a:pt x="244415" y="93390"/>
                  <a:pt x="244415" y="97419"/>
                </a:cubicBezTo>
                <a:cubicBezTo>
                  <a:pt x="244415" y="102101"/>
                  <a:pt x="243615" y="106041"/>
                  <a:pt x="242016" y="109241"/>
                </a:cubicBezTo>
                <a:cubicBezTo>
                  <a:pt x="240416" y="112441"/>
                  <a:pt x="238164" y="115048"/>
                  <a:pt x="235260" y="117063"/>
                </a:cubicBezTo>
                <a:cubicBezTo>
                  <a:pt x="232357" y="119078"/>
                  <a:pt x="228905" y="120530"/>
                  <a:pt x="224905" y="121418"/>
                </a:cubicBezTo>
                <a:cubicBezTo>
                  <a:pt x="220905" y="122307"/>
                  <a:pt x="216535" y="122752"/>
                  <a:pt x="211794" y="122752"/>
                </a:cubicBezTo>
                <a:cubicBezTo>
                  <a:pt x="206817" y="122752"/>
                  <a:pt x="201987" y="122381"/>
                  <a:pt x="197306" y="121641"/>
                </a:cubicBezTo>
                <a:cubicBezTo>
                  <a:pt x="192624" y="120900"/>
                  <a:pt x="188062" y="119937"/>
                  <a:pt x="183617" y="118752"/>
                </a:cubicBezTo>
                <a:lnTo>
                  <a:pt x="183617" y="100175"/>
                </a:lnTo>
                <a:lnTo>
                  <a:pt x="192328" y="100175"/>
                </a:lnTo>
                <a:cubicBezTo>
                  <a:pt x="193928" y="105626"/>
                  <a:pt x="196298" y="109582"/>
                  <a:pt x="199439" y="112041"/>
                </a:cubicBezTo>
                <a:cubicBezTo>
                  <a:pt x="202580" y="114500"/>
                  <a:pt x="206906" y="115730"/>
                  <a:pt x="212416" y="115730"/>
                </a:cubicBezTo>
                <a:cubicBezTo>
                  <a:pt x="214550" y="115730"/>
                  <a:pt x="216639" y="115507"/>
                  <a:pt x="218683" y="115063"/>
                </a:cubicBezTo>
                <a:cubicBezTo>
                  <a:pt x="220727" y="114619"/>
                  <a:pt x="222549" y="113878"/>
                  <a:pt x="224149" y="112841"/>
                </a:cubicBezTo>
                <a:cubicBezTo>
                  <a:pt x="225749" y="111804"/>
                  <a:pt x="227023" y="110397"/>
                  <a:pt x="227972" y="108619"/>
                </a:cubicBezTo>
                <a:cubicBezTo>
                  <a:pt x="228920" y="106841"/>
                  <a:pt x="229394" y="104619"/>
                  <a:pt x="229394" y="101952"/>
                </a:cubicBezTo>
                <a:cubicBezTo>
                  <a:pt x="229394" y="98930"/>
                  <a:pt x="228801" y="96471"/>
                  <a:pt x="227616" y="94575"/>
                </a:cubicBezTo>
                <a:cubicBezTo>
                  <a:pt x="226431" y="92679"/>
                  <a:pt x="224594" y="90945"/>
                  <a:pt x="222105" y="89375"/>
                </a:cubicBezTo>
                <a:cubicBezTo>
                  <a:pt x="219616" y="87805"/>
                  <a:pt x="215231" y="85686"/>
                  <a:pt x="208950" y="83020"/>
                </a:cubicBezTo>
                <a:cubicBezTo>
                  <a:pt x="203557" y="80768"/>
                  <a:pt x="199232" y="78575"/>
                  <a:pt x="195973" y="76442"/>
                </a:cubicBezTo>
                <a:cubicBezTo>
                  <a:pt x="192713" y="74309"/>
                  <a:pt x="190150" y="71790"/>
                  <a:pt x="188284" y="68887"/>
                </a:cubicBezTo>
                <a:cubicBezTo>
                  <a:pt x="186417" y="65983"/>
                  <a:pt x="185484" y="62546"/>
                  <a:pt x="185484" y="58576"/>
                </a:cubicBezTo>
                <a:cubicBezTo>
                  <a:pt x="185484" y="53717"/>
                  <a:pt x="186802" y="49495"/>
                  <a:pt x="189439" y="45910"/>
                </a:cubicBezTo>
                <a:cubicBezTo>
                  <a:pt x="192076" y="42325"/>
                  <a:pt x="195884" y="39584"/>
                  <a:pt x="200861" y="37688"/>
                </a:cubicBezTo>
                <a:cubicBezTo>
                  <a:pt x="205839" y="35791"/>
                  <a:pt x="211676" y="34843"/>
                  <a:pt x="218372" y="34843"/>
                </a:cubicBezTo>
                <a:cubicBezTo>
                  <a:pt x="222283" y="34843"/>
                  <a:pt x="226060" y="35036"/>
                  <a:pt x="229705" y="35421"/>
                </a:cubicBezTo>
                <a:cubicBezTo>
                  <a:pt x="233349" y="35806"/>
                  <a:pt x="237927" y="36562"/>
                  <a:pt x="243438" y="37688"/>
                </a:cubicBezTo>
                <a:lnTo>
                  <a:pt x="243438" y="55820"/>
                </a:lnTo>
                <a:close/>
                <a:moveTo>
                  <a:pt x="255917" y="40799"/>
                </a:moveTo>
                <a:cubicBezTo>
                  <a:pt x="258880" y="40325"/>
                  <a:pt x="261280" y="39495"/>
                  <a:pt x="263117" y="38310"/>
                </a:cubicBezTo>
                <a:cubicBezTo>
                  <a:pt x="264954" y="37125"/>
                  <a:pt x="266391" y="35599"/>
                  <a:pt x="267428" y="33732"/>
                </a:cubicBezTo>
                <a:cubicBezTo>
                  <a:pt x="268465" y="31866"/>
                  <a:pt x="269280" y="29525"/>
                  <a:pt x="269872" y="26710"/>
                </a:cubicBezTo>
                <a:cubicBezTo>
                  <a:pt x="270465" y="23896"/>
                  <a:pt x="271087" y="19792"/>
                  <a:pt x="271739" y="14400"/>
                </a:cubicBezTo>
                <a:lnTo>
                  <a:pt x="284361" y="14400"/>
                </a:lnTo>
                <a:lnTo>
                  <a:pt x="284361" y="36354"/>
                </a:lnTo>
                <a:lnTo>
                  <a:pt x="313071" y="36354"/>
                </a:lnTo>
                <a:lnTo>
                  <a:pt x="313071" y="45332"/>
                </a:lnTo>
                <a:lnTo>
                  <a:pt x="284361" y="45332"/>
                </a:lnTo>
                <a:lnTo>
                  <a:pt x="284361" y="84886"/>
                </a:lnTo>
                <a:cubicBezTo>
                  <a:pt x="284361" y="90634"/>
                  <a:pt x="284598" y="95212"/>
                  <a:pt x="285072" y="98619"/>
                </a:cubicBezTo>
                <a:cubicBezTo>
                  <a:pt x="285546" y="102026"/>
                  <a:pt x="286435" y="104693"/>
                  <a:pt x="287739" y="106619"/>
                </a:cubicBezTo>
                <a:cubicBezTo>
                  <a:pt x="289042" y="108545"/>
                  <a:pt x="290524" y="109922"/>
                  <a:pt x="292183" y="110752"/>
                </a:cubicBezTo>
                <a:cubicBezTo>
                  <a:pt x="293842" y="111582"/>
                  <a:pt x="295975" y="111996"/>
                  <a:pt x="298583" y="111996"/>
                </a:cubicBezTo>
                <a:cubicBezTo>
                  <a:pt x="300953" y="111996"/>
                  <a:pt x="303175" y="111508"/>
                  <a:pt x="305249" y="110530"/>
                </a:cubicBezTo>
                <a:cubicBezTo>
                  <a:pt x="307323" y="109552"/>
                  <a:pt x="309368" y="108145"/>
                  <a:pt x="311382" y="106308"/>
                </a:cubicBezTo>
                <a:lnTo>
                  <a:pt x="315382" y="111108"/>
                </a:lnTo>
                <a:cubicBezTo>
                  <a:pt x="311175" y="115196"/>
                  <a:pt x="307190" y="118159"/>
                  <a:pt x="303427" y="119996"/>
                </a:cubicBezTo>
                <a:cubicBezTo>
                  <a:pt x="299664" y="121833"/>
                  <a:pt x="295768" y="122752"/>
                  <a:pt x="291738" y="122752"/>
                </a:cubicBezTo>
                <a:cubicBezTo>
                  <a:pt x="284094" y="122752"/>
                  <a:pt x="278406" y="120485"/>
                  <a:pt x="274672" y="115952"/>
                </a:cubicBezTo>
                <a:cubicBezTo>
                  <a:pt x="270939" y="111419"/>
                  <a:pt x="269072" y="104323"/>
                  <a:pt x="269072" y="94664"/>
                </a:cubicBezTo>
                <a:lnTo>
                  <a:pt x="269072" y="45332"/>
                </a:lnTo>
                <a:lnTo>
                  <a:pt x="255917" y="45332"/>
                </a:lnTo>
                <a:lnTo>
                  <a:pt x="255917" y="40799"/>
                </a:lnTo>
                <a:close/>
                <a:moveTo>
                  <a:pt x="387885" y="99108"/>
                </a:moveTo>
                <a:cubicBezTo>
                  <a:pt x="387885" y="103078"/>
                  <a:pt x="388018" y="105982"/>
                  <a:pt x="388285" y="107819"/>
                </a:cubicBezTo>
                <a:cubicBezTo>
                  <a:pt x="388551" y="109656"/>
                  <a:pt x="388996" y="111108"/>
                  <a:pt x="389618" y="112174"/>
                </a:cubicBezTo>
                <a:cubicBezTo>
                  <a:pt x="390240" y="113241"/>
                  <a:pt x="391159" y="114130"/>
                  <a:pt x="392374" y="114841"/>
                </a:cubicBezTo>
                <a:cubicBezTo>
                  <a:pt x="393588" y="115552"/>
                  <a:pt x="395559" y="116263"/>
                  <a:pt x="398284" y="116974"/>
                </a:cubicBezTo>
                <a:lnTo>
                  <a:pt x="398284" y="121330"/>
                </a:lnTo>
                <a:lnTo>
                  <a:pt x="360775" y="121330"/>
                </a:lnTo>
                <a:lnTo>
                  <a:pt x="360775" y="116974"/>
                </a:lnTo>
                <a:cubicBezTo>
                  <a:pt x="364449" y="116026"/>
                  <a:pt x="366908" y="114974"/>
                  <a:pt x="368152" y="113819"/>
                </a:cubicBezTo>
                <a:cubicBezTo>
                  <a:pt x="369397" y="112663"/>
                  <a:pt x="370211" y="111019"/>
                  <a:pt x="370596" y="108885"/>
                </a:cubicBezTo>
                <a:cubicBezTo>
                  <a:pt x="370982" y="106752"/>
                  <a:pt x="371174" y="103493"/>
                  <a:pt x="371174" y="99108"/>
                </a:cubicBezTo>
                <a:lnTo>
                  <a:pt x="371174" y="22222"/>
                </a:lnTo>
                <a:cubicBezTo>
                  <a:pt x="371174" y="18133"/>
                  <a:pt x="371026" y="15155"/>
                  <a:pt x="370730" y="13288"/>
                </a:cubicBezTo>
                <a:cubicBezTo>
                  <a:pt x="370434" y="11422"/>
                  <a:pt x="369945" y="9970"/>
                  <a:pt x="369263" y="8933"/>
                </a:cubicBezTo>
                <a:cubicBezTo>
                  <a:pt x="368582" y="7896"/>
                  <a:pt x="367678" y="7066"/>
                  <a:pt x="366552" y="6444"/>
                </a:cubicBezTo>
                <a:cubicBezTo>
                  <a:pt x="365426" y="5822"/>
                  <a:pt x="363500" y="5126"/>
                  <a:pt x="360775" y="4355"/>
                </a:cubicBezTo>
                <a:lnTo>
                  <a:pt x="360775" y="0"/>
                </a:lnTo>
                <a:lnTo>
                  <a:pt x="398284" y="0"/>
                </a:lnTo>
                <a:lnTo>
                  <a:pt x="398284" y="4355"/>
                </a:lnTo>
                <a:cubicBezTo>
                  <a:pt x="395677" y="5007"/>
                  <a:pt x="393796" y="5659"/>
                  <a:pt x="392640" y="6311"/>
                </a:cubicBezTo>
                <a:cubicBezTo>
                  <a:pt x="391485" y="6963"/>
                  <a:pt x="390566" y="7778"/>
                  <a:pt x="389885" y="8755"/>
                </a:cubicBezTo>
                <a:cubicBezTo>
                  <a:pt x="389203" y="9733"/>
                  <a:pt x="388700" y="11200"/>
                  <a:pt x="388374" y="13155"/>
                </a:cubicBezTo>
                <a:cubicBezTo>
                  <a:pt x="388048" y="15111"/>
                  <a:pt x="387885" y="18133"/>
                  <a:pt x="387885" y="22222"/>
                </a:cubicBezTo>
                <a:lnTo>
                  <a:pt x="387885" y="99108"/>
                </a:lnTo>
                <a:close/>
                <a:moveTo>
                  <a:pt x="504197" y="121330"/>
                </a:moveTo>
                <a:lnTo>
                  <a:pt x="469176" y="121330"/>
                </a:lnTo>
                <a:lnTo>
                  <a:pt x="469176" y="116974"/>
                </a:lnTo>
                <a:cubicBezTo>
                  <a:pt x="471487" y="116263"/>
                  <a:pt x="473146" y="115641"/>
                  <a:pt x="474153" y="115108"/>
                </a:cubicBezTo>
                <a:cubicBezTo>
                  <a:pt x="475161" y="114574"/>
                  <a:pt x="476005" y="113833"/>
                  <a:pt x="476687" y="112885"/>
                </a:cubicBezTo>
                <a:cubicBezTo>
                  <a:pt x="477368" y="111937"/>
                  <a:pt x="477901" y="110471"/>
                  <a:pt x="478287" y="108485"/>
                </a:cubicBezTo>
                <a:cubicBezTo>
                  <a:pt x="478672" y="106500"/>
                  <a:pt x="478864" y="103493"/>
                  <a:pt x="478864" y="99464"/>
                </a:cubicBezTo>
                <a:lnTo>
                  <a:pt x="478864" y="76175"/>
                </a:lnTo>
                <a:cubicBezTo>
                  <a:pt x="478864" y="72027"/>
                  <a:pt x="478746" y="68265"/>
                  <a:pt x="478509" y="64887"/>
                </a:cubicBezTo>
                <a:cubicBezTo>
                  <a:pt x="478272" y="61509"/>
                  <a:pt x="477872" y="58739"/>
                  <a:pt x="477309" y="56576"/>
                </a:cubicBezTo>
                <a:cubicBezTo>
                  <a:pt x="476746" y="54413"/>
                  <a:pt x="476064" y="52724"/>
                  <a:pt x="475264" y="51509"/>
                </a:cubicBezTo>
                <a:cubicBezTo>
                  <a:pt x="474464" y="50295"/>
                  <a:pt x="473516" y="49258"/>
                  <a:pt x="472420" y="48398"/>
                </a:cubicBezTo>
                <a:cubicBezTo>
                  <a:pt x="471324" y="47539"/>
                  <a:pt x="470065" y="46858"/>
                  <a:pt x="468642" y="46354"/>
                </a:cubicBezTo>
                <a:cubicBezTo>
                  <a:pt x="467220" y="45850"/>
                  <a:pt x="465354" y="45599"/>
                  <a:pt x="463043" y="45599"/>
                </a:cubicBezTo>
                <a:cubicBezTo>
                  <a:pt x="460732" y="45599"/>
                  <a:pt x="458539" y="46058"/>
                  <a:pt x="456465" y="46976"/>
                </a:cubicBezTo>
                <a:cubicBezTo>
                  <a:pt x="454391" y="47895"/>
                  <a:pt x="452110" y="49480"/>
                  <a:pt x="449621" y="51732"/>
                </a:cubicBezTo>
                <a:cubicBezTo>
                  <a:pt x="447132" y="53983"/>
                  <a:pt x="445325" y="56206"/>
                  <a:pt x="444199" y="58398"/>
                </a:cubicBezTo>
                <a:cubicBezTo>
                  <a:pt x="443073" y="60591"/>
                  <a:pt x="442510" y="63109"/>
                  <a:pt x="442510" y="65953"/>
                </a:cubicBezTo>
                <a:lnTo>
                  <a:pt x="442510" y="99108"/>
                </a:lnTo>
                <a:cubicBezTo>
                  <a:pt x="442510" y="104204"/>
                  <a:pt x="442747" y="107745"/>
                  <a:pt x="443221" y="109730"/>
                </a:cubicBezTo>
                <a:cubicBezTo>
                  <a:pt x="443695" y="111715"/>
                  <a:pt x="444599" y="113226"/>
                  <a:pt x="445932" y="114263"/>
                </a:cubicBezTo>
                <a:cubicBezTo>
                  <a:pt x="447265" y="115300"/>
                  <a:pt x="449443" y="116204"/>
                  <a:pt x="452465" y="116974"/>
                </a:cubicBezTo>
                <a:lnTo>
                  <a:pt x="452465" y="121330"/>
                </a:lnTo>
                <a:lnTo>
                  <a:pt x="417622" y="121330"/>
                </a:lnTo>
                <a:lnTo>
                  <a:pt x="417622" y="116974"/>
                </a:lnTo>
                <a:cubicBezTo>
                  <a:pt x="419933" y="116263"/>
                  <a:pt x="421577" y="115641"/>
                  <a:pt x="422555" y="115108"/>
                </a:cubicBezTo>
                <a:cubicBezTo>
                  <a:pt x="423533" y="114574"/>
                  <a:pt x="424362" y="113833"/>
                  <a:pt x="425044" y="112885"/>
                </a:cubicBezTo>
                <a:cubicBezTo>
                  <a:pt x="425725" y="111937"/>
                  <a:pt x="426259" y="110485"/>
                  <a:pt x="426644" y="108530"/>
                </a:cubicBezTo>
                <a:cubicBezTo>
                  <a:pt x="427029" y="106574"/>
                  <a:pt x="427222" y="103523"/>
                  <a:pt x="427222" y="99375"/>
                </a:cubicBezTo>
                <a:lnTo>
                  <a:pt x="427222" y="60620"/>
                </a:lnTo>
                <a:cubicBezTo>
                  <a:pt x="427222" y="56828"/>
                  <a:pt x="427162" y="53776"/>
                  <a:pt x="427044" y="51465"/>
                </a:cubicBezTo>
                <a:cubicBezTo>
                  <a:pt x="426925" y="49154"/>
                  <a:pt x="426510" y="47302"/>
                  <a:pt x="425799" y="45910"/>
                </a:cubicBezTo>
                <a:cubicBezTo>
                  <a:pt x="425088" y="44517"/>
                  <a:pt x="424007" y="43480"/>
                  <a:pt x="422555" y="42799"/>
                </a:cubicBezTo>
                <a:cubicBezTo>
                  <a:pt x="421103" y="42117"/>
                  <a:pt x="419044" y="41539"/>
                  <a:pt x="416377" y="41065"/>
                </a:cubicBezTo>
                <a:lnTo>
                  <a:pt x="416377" y="36354"/>
                </a:lnTo>
                <a:lnTo>
                  <a:pt x="437177" y="35554"/>
                </a:lnTo>
                <a:lnTo>
                  <a:pt x="442599" y="35554"/>
                </a:lnTo>
                <a:lnTo>
                  <a:pt x="441621" y="50043"/>
                </a:lnTo>
                <a:lnTo>
                  <a:pt x="442865" y="50398"/>
                </a:lnTo>
                <a:cubicBezTo>
                  <a:pt x="447251" y="45954"/>
                  <a:pt x="450791" y="42784"/>
                  <a:pt x="453487" y="40888"/>
                </a:cubicBezTo>
                <a:cubicBezTo>
                  <a:pt x="456184" y="38991"/>
                  <a:pt x="458909" y="37525"/>
                  <a:pt x="461665" y="36488"/>
                </a:cubicBezTo>
                <a:cubicBezTo>
                  <a:pt x="464420" y="35451"/>
                  <a:pt x="467339" y="34932"/>
                  <a:pt x="470420" y="34932"/>
                </a:cubicBezTo>
                <a:cubicBezTo>
                  <a:pt x="473620" y="34932"/>
                  <a:pt x="476479" y="35303"/>
                  <a:pt x="478998" y="36043"/>
                </a:cubicBezTo>
                <a:cubicBezTo>
                  <a:pt x="481516" y="36784"/>
                  <a:pt x="483738" y="37925"/>
                  <a:pt x="485664" y="39465"/>
                </a:cubicBezTo>
                <a:cubicBezTo>
                  <a:pt x="487590" y="41006"/>
                  <a:pt x="489175" y="42917"/>
                  <a:pt x="490420" y="45199"/>
                </a:cubicBezTo>
                <a:cubicBezTo>
                  <a:pt x="491664" y="47480"/>
                  <a:pt x="492597" y="50221"/>
                  <a:pt x="493219" y="53421"/>
                </a:cubicBezTo>
                <a:cubicBezTo>
                  <a:pt x="493842" y="56620"/>
                  <a:pt x="494153" y="60680"/>
                  <a:pt x="494153" y="65598"/>
                </a:cubicBezTo>
                <a:lnTo>
                  <a:pt x="494153" y="99108"/>
                </a:lnTo>
                <a:cubicBezTo>
                  <a:pt x="494153" y="103197"/>
                  <a:pt x="494271" y="106160"/>
                  <a:pt x="494508" y="107997"/>
                </a:cubicBezTo>
                <a:cubicBezTo>
                  <a:pt x="494745" y="109834"/>
                  <a:pt x="495160" y="111256"/>
                  <a:pt x="495753" y="112263"/>
                </a:cubicBezTo>
                <a:cubicBezTo>
                  <a:pt x="496345" y="113271"/>
                  <a:pt x="497205" y="114115"/>
                  <a:pt x="498330" y="114796"/>
                </a:cubicBezTo>
                <a:cubicBezTo>
                  <a:pt x="499456" y="115478"/>
                  <a:pt x="501412" y="116204"/>
                  <a:pt x="504197" y="116974"/>
                </a:cubicBezTo>
                <a:lnTo>
                  <a:pt x="504197" y="121330"/>
                </a:lnTo>
                <a:close/>
                <a:moveTo>
                  <a:pt x="542013" y="118663"/>
                </a:moveTo>
                <a:lnTo>
                  <a:pt x="542013" y="137418"/>
                </a:lnTo>
                <a:cubicBezTo>
                  <a:pt x="542013" y="141270"/>
                  <a:pt x="542147" y="144144"/>
                  <a:pt x="542413" y="146040"/>
                </a:cubicBezTo>
                <a:cubicBezTo>
                  <a:pt x="542680" y="147936"/>
                  <a:pt x="543154" y="149432"/>
                  <a:pt x="543835" y="150529"/>
                </a:cubicBezTo>
                <a:cubicBezTo>
                  <a:pt x="544517" y="151625"/>
                  <a:pt x="545495" y="152529"/>
                  <a:pt x="546769" y="153240"/>
                </a:cubicBezTo>
                <a:cubicBezTo>
                  <a:pt x="548043" y="153951"/>
                  <a:pt x="550102" y="154603"/>
                  <a:pt x="552946" y="155195"/>
                </a:cubicBezTo>
                <a:lnTo>
                  <a:pt x="552946" y="159551"/>
                </a:lnTo>
                <a:lnTo>
                  <a:pt x="516681" y="159551"/>
                </a:lnTo>
                <a:lnTo>
                  <a:pt x="516681" y="155195"/>
                </a:lnTo>
                <a:cubicBezTo>
                  <a:pt x="518814" y="154603"/>
                  <a:pt x="520547" y="153995"/>
                  <a:pt x="521881" y="153373"/>
                </a:cubicBezTo>
                <a:cubicBezTo>
                  <a:pt x="523214" y="152751"/>
                  <a:pt x="524236" y="151832"/>
                  <a:pt x="524947" y="150618"/>
                </a:cubicBezTo>
                <a:cubicBezTo>
                  <a:pt x="525658" y="149403"/>
                  <a:pt x="526132" y="147758"/>
                  <a:pt x="526369" y="145684"/>
                </a:cubicBezTo>
                <a:cubicBezTo>
                  <a:pt x="526606" y="143610"/>
                  <a:pt x="526725" y="140855"/>
                  <a:pt x="526725" y="137418"/>
                </a:cubicBezTo>
                <a:lnTo>
                  <a:pt x="526725" y="61154"/>
                </a:lnTo>
                <a:cubicBezTo>
                  <a:pt x="526725" y="56887"/>
                  <a:pt x="526666" y="53850"/>
                  <a:pt x="526547" y="52043"/>
                </a:cubicBezTo>
                <a:cubicBezTo>
                  <a:pt x="526429" y="50235"/>
                  <a:pt x="526192" y="48739"/>
                  <a:pt x="525836" y="47554"/>
                </a:cubicBezTo>
                <a:cubicBezTo>
                  <a:pt x="525480" y="46369"/>
                  <a:pt x="524962" y="45391"/>
                  <a:pt x="524281" y="44621"/>
                </a:cubicBezTo>
                <a:cubicBezTo>
                  <a:pt x="523599" y="43850"/>
                  <a:pt x="522681" y="43199"/>
                  <a:pt x="521525" y="42665"/>
                </a:cubicBezTo>
                <a:cubicBezTo>
                  <a:pt x="520370" y="42132"/>
                  <a:pt x="518458" y="41599"/>
                  <a:pt x="515792" y="41065"/>
                </a:cubicBezTo>
                <a:lnTo>
                  <a:pt x="515792" y="36354"/>
                </a:lnTo>
                <a:lnTo>
                  <a:pt x="536680" y="35554"/>
                </a:lnTo>
                <a:lnTo>
                  <a:pt x="542102" y="35554"/>
                </a:lnTo>
                <a:lnTo>
                  <a:pt x="540947" y="50043"/>
                </a:lnTo>
                <a:lnTo>
                  <a:pt x="542280" y="50398"/>
                </a:lnTo>
                <a:cubicBezTo>
                  <a:pt x="545954" y="46665"/>
                  <a:pt x="548858" y="43954"/>
                  <a:pt x="550991" y="42265"/>
                </a:cubicBezTo>
                <a:cubicBezTo>
                  <a:pt x="553124" y="40577"/>
                  <a:pt x="555331" y="39169"/>
                  <a:pt x="557613" y="38043"/>
                </a:cubicBezTo>
                <a:cubicBezTo>
                  <a:pt x="559894" y="36917"/>
                  <a:pt x="562087" y="36117"/>
                  <a:pt x="564190" y="35643"/>
                </a:cubicBezTo>
                <a:cubicBezTo>
                  <a:pt x="566294" y="35169"/>
                  <a:pt x="568531" y="34932"/>
                  <a:pt x="570901" y="34932"/>
                </a:cubicBezTo>
                <a:cubicBezTo>
                  <a:pt x="580679" y="34932"/>
                  <a:pt x="588190" y="38591"/>
                  <a:pt x="593434" y="45910"/>
                </a:cubicBezTo>
                <a:cubicBezTo>
                  <a:pt x="598678" y="53228"/>
                  <a:pt x="601300" y="63939"/>
                  <a:pt x="601300" y="78042"/>
                </a:cubicBezTo>
                <a:cubicBezTo>
                  <a:pt x="601300" y="87819"/>
                  <a:pt x="599819" y="96041"/>
                  <a:pt x="596856" y="102708"/>
                </a:cubicBezTo>
                <a:cubicBezTo>
                  <a:pt x="593893" y="109374"/>
                  <a:pt x="589582" y="114382"/>
                  <a:pt x="583923" y="117730"/>
                </a:cubicBezTo>
                <a:cubicBezTo>
                  <a:pt x="578264" y="121078"/>
                  <a:pt x="571523" y="122752"/>
                  <a:pt x="563702" y="122752"/>
                </a:cubicBezTo>
                <a:cubicBezTo>
                  <a:pt x="559316" y="122752"/>
                  <a:pt x="555346" y="122381"/>
                  <a:pt x="551791" y="121641"/>
                </a:cubicBezTo>
                <a:cubicBezTo>
                  <a:pt x="548235" y="120900"/>
                  <a:pt x="544976" y="119907"/>
                  <a:pt x="542013" y="118663"/>
                </a:cubicBezTo>
                <a:moveTo>
                  <a:pt x="542013" y="89331"/>
                </a:moveTo>
                <a:cubicBezTo>
                  <a:pt x="542013" y="95019"/>
                  <a:pt x="542369" y="99404"/>
                  <a:pt x="543080" y="102486"/>
                </a:cubicBezTo>
                <a:cubicBezTo>
                  <a:pt x="543791" y="105567"/>
                  <a:pt x="545050" y="108071"/>
                  <a:pt x="546858" y="109997"/>
                </a:cubicBezTo>
                <a:cubicBezTo>
                  <a:pt x="548665" y="111922"/>
                  <a:pt x="550798" y="113359"/>
                  <a:pt x="553257" y="114308"/>
                </a:cubicBezTo>
                <a:cubicBezTo>
                  <a:pt x="555717" y="115256"/>
                  <a:pt x="558961" y="115730"/>
                  <a:pt x="562990" y="115730"/>
                </a:cubicBezTo>
                <a:cubicBezTo>
                  <a:pt x="570161" y="115730"/>
                  <a:pt x="575553" y="112752"/>
                  <a:pt x="579168" y="106797"/>
                </a:cubicBezTo>
                <a:cubicBezTo>
                  <a:pt x="582782" y="100841"/>
                  <a:pt x="584590" y="92056"/>
                  <a:pt x="584590" y="80442"/>
                </a:cubicBezTo>
                <a:cubicBezTo>
                  <a:pt x="584590" y="57213"/>
                  <a:pt x="577805" y="45599"/>
                  <a:pt x="564235" y="45599"/>
                </a:cubicBezTo>
                <a:cubicBezTo>
                  <a:pt x="560916" y="45599"/>
                  <a:pt x="558057" y="46117"/>
                  <a:pt x="555657" y="47154"/>
                </a:cubicBezTo>
                <a:cubicBezTo>
                  <a:pt x="553257" y="48191"/>
                  <a:pt x="550872" y="49865"/>
                  <a:pt x="548502" y="52176"/>
                </a:cubicBezTo>
                <a:cubicBezTo>
                  <a:pt x="546132" y="54487"/>
                  <a:pt x="544458" y="56724"/>
                  <a:pt x="543480" y="58887"/>
                </a:cubicBezTo>
                <a:cubicBezTo>
                  <a:pt x="542502" y="61050"/>
                  <a:pt x="542013" y="63376"/>
                  <a:pt x="542013" y="65865"/>
                </a:cubicBezTo>
                <a:lnTo>
                  <a:pt x="542013" y="89331"/>
                </a:lnTo>
                <a:close/>
                <a:moveTo>
                  <a:pt x="615913" y="36354"/>
                </a:moveTo>
                <a:lnTo>
                  <a:pt x="641246" y="36354"/>
                </a:lnTo>
                <a:lnTo>
                  <a:pt x="641246" y="81597"/>
                </a:lnTo>
                <a:cubicBezTo>
                  <a:pt x="641246" y="88531"/>
                  <a:pt x="641512" y="93804"/>
                  <a:pt x="642046" y="97419"/>
                </a:cubicBezTo>
                <a:cubicBezTo>
                  <a:pt x="642579" y="101034"/>
                  <a:pt x="643379" y="103760"/>
                  <a:pt x="644446" y="105597"/>
                </a:cubicBezTo>
                <a:cubicBezTo>
                  <a:pt x="645512" y="107434"/>
                  <a:pt x="647023" y="108974"/>
                  <a:pt x="648979" y="110219"/>
                </a:cubicBezTo>
                <a:cubicBezTo>
                  <a:pt x="650934" y="111463"/>
                  <a:pt x="653631" y="112085"/>
                  <a:pt x="657068" y="112085"/>
                </a:cubicBezTo>
                <a:cubicBezTo>
                  <a:pt x="659319" y="112085"/>
                  <a:pt x="661482" y="111641"/>
                  <a:pt x="663556" y="110752"/>
                </a:cubicBezTo>
                <a:cubicBezTo>
                  <a:pt x="665630" y="109863"/>
                  <a:pt x="667941" y="108308"/>
                  <a:pt x="670489" y="106086"/>
                </a:cubicBezTo>
                <a:cubicBezTo>
                  <a:pt x="673037" y="103863"/>
                  <a:pt x="674860" y="101656"/>
                  <a:pt x="675956" y="99464"/>
                </a:cubicBezTo>
                <a:cubicBezTo>
                  <a:pt x="677052" y="97271"/>
                  <a:pt x="677600" y="94723"/>
                  <a:pt x="677600" y="91819"/>
                </a:cubicBezTo>
                <a:lnTo>
                  <a:pt x="677600" y="58487"/>
                </a:lnTo>
                <a:cubicBezTo>
                  <a:pt x="677600" y="55109"/>
                  <a:pt x="677511" y="52561"/>
                  <a:pt x="677334" y="50843"/>
                </a:cubicBezTo>
                <a:cubicBezTo>
                  <a:pt x="677156" y="49124"/>
                  <a:pt x="676860" y="47747"/>
                  <a:pt x="676445" y="46710"/>
                </a:cubicBezTo>
                <a:cubicBezTo>
                  <a:pt x="676030" y="45673"/>
                  <a:pt x="675541" y="44828"/>
                  <a:pt x="674978" y="44176"/>
                </a:cubicBezTo>
                <a:cubicBezTo>
                  <a:pt x="674415" y="43525"/>
                  <a:pt x="673615" y="42932"/>
                  <a:pt x="672578" y="42399"/>
                </a:cubicBezTo>
                <a:cubicBezTo>
                  <a:pt x="671541" y="41865"/>
                  <a:pt x="669867" y="41302"/>
                  <a:pt x="667556" y="40710"/>
                </a:cubicBezTo>
                <a:lnTo>
                  <a:pt x="667556" y="36354"/>
                </a:lnTo>
                <a:lnTo>
                  <a:pt x="692889" y="36354"/>
                </a:lnTo>
                <a:lnTo>
                  <a:pt x="692889" y="97064"/>
                </a:lnTo>
                <a:cubicBezTo>
                  <a:pt x="692889" y="101626"/>
                  <a:pt x="692978" y="104915"/>
                  <a:pt x="693155" y="106930"/>
                </a:cubicBezTo>
                <a:cubicBezTo>
                  <a:pt x="693333" y="108945"/>
                  <a:pt x="693718" y="110545"/>
                  <a:pt x="694311" y="111730"/>
                </a:cubicBezTo>
                <a:cubicBezTo>
                  <a:pt x="694903" y="112915"/>
                  <a:pt x="695822" y="113878"/>
                  <a:pt x="697066" y="114619"/>
                </a:cubicBezTo>
                <a:cubicBezTo>
                  <a:pt x="698311" y="115359"/>
                  <a:pt x="700533" y="116056"/>
                  <a:pt x="703733" y="116707"/>
                </a:cubicBezTo>
                <a:lnTo>
                  <a:pt x="703733" y="121330"/>
                </a:lnTo>
                <a:lnTo>
                  <a:pt x="683378" y="122218"/>
                </a:lnTo>
                <a:lnTo>
                  <a:pt x="677956" y="122218"/>
                </a:lnTo>
                <a:lnTo>
                  <a:pt x="678489" y="107641"/>
                </a:lnTo>
                <a:lnTo>
                  <a:pt x="677156" y="107286"/>
                </a:lnTo>
                <a:cubicBezTo>
                  <a:pt x="672237" y="112619"/>
                  <a:pt x="667541" y="116530"/>
                  <a:pt x="663067" y="119018"/>
                </a:cubicBezTo>
                <a:cubicBezTo>
                  <a:pt x="658593" y="121507"/>
                  <a:pt x="654105" y="122752"/>
                  <a:pt x="649601" y="122752"/>
                </a:cubicBezTo>
                <a:cubicBezTo>
                  <a:pt x="644209" y="122752"/>
                  <a:pt x="639764" y="121685"/>
                  <a:pt x="636268" y="119552"/>
                </a:cubicBezTo>
                <a:cubicBezTo>
                  <a:pt x="632772" y="117419"/>
                  <a:pt x="630165" y="114233"/>
                  <a:pt x="628446" y="109997"/>
                </a:cubicBezTo>
                <a:cubicBezTo>
                  <a:pt x="626728" y="105760"/>
                  <a:pt x="625869" y="99789"/>
                  <a:pt x="625869" y="92086"/>
                </a:cubicBezTo>
                <a:lnTo>
                  <a:pt x="625869" y="58487"/>
                </a:lnTo>
                <a:cubicBezTo>
                  <a:pt x="625869" y="53509"/>
                  <a:pt x="625676" y="50087"/>
                  <a:pt x="625291" y="48221"/>
                </a:cubicBezTo>
                <a:cubicBezTo>
                  <a:pt x="624906" y="46354"/>
                  <a:pt x="624165" y="44873"/>
                  <a:pt x="623069" y="43776"/>
                </a:cubicBezTo>
                <a:cubicBezTo>
                  <a:pt x="621972" y="42680"/>
                  <a:pt x="619587" y="41658"/>
                  <a:pt x="615913" y="40710"/>
                </a:cubicBezTo>
                <a:lnTo>
                  <a:pt x="615913" y="36354"/>
                </a:lnTo>
                <a:close/>
                <a:moveTo>
                  <a:pt x="711925" y="40799"/>
                </a:moveTo>
                <a:cubicBezTo>
                  <a:pt x="714887" y="40325"/>
                  <a:pt x="717287" y="39495"/>
                  <a:pt x="719124" y="38310"/>
                </a:cubicBezTo>
                <a:cubicBezTo>
                  <a:pt x="720961" y="37125"/>
                  <a:pt x="722398" y="35599"/>
                  <a:pt x="723435" y="33732"/>
                </a:cubicBezTo>
                <a:cubicBezTo>
                  <a:pt x="724472" y="31866"/>
                  <a:pt x="725287" y="29525"/>
                  <a:pt x="725880" y="26710"/>
                </a:cubicBezTo>
                <a:cubicBezTo>
                  <a:pt x="726472" y="23896"/>
                  <a:pt x="727095" y="19792"/>
                  <a:pt x="727746" y="14400"/>
                </a:cubicBezTo>
                <a:lnTo>
                  <a:pt x="740368" y="14400"/>
                </a:lnTo>
                <a:lnTo>
                  <a:pt x="740368" y="36354"/>
                </a:lnTo>
                <a:lnTo>
                  <a:pt x="769078" y="36354"/>
                </a:lnTo>
                <a:lnTo>
                  <a:pt x="769078" y="45332"/>
                </a:lnTo>
                <a:lnTo>
                  <a:pt x="740368" y="45332"/>
                </a:lnTo>
                <a:lnTo>
                  <a:pt x="740368" y="84886"/>
                </a:lnTo>
                <a:cubicBezTo>
                  <a:pt x="740368" y="90634"/>
                  <a:pt x="740605" y="95212"/>
                  <a:pt x="741079" y="98619"/>
                </a:cubicBezTo>
                <a:cubicBezTo>
                  <a:pt x="741553" y="102026"/>
                  <a:pt x="742442" y="104693"/>
                  <a:pt x="743746" y="106619"/>
                </a:cubicBezTo>
                <a:cubicBezTo>
                  <a:pt x="745049" y="108545"/>
                  <a:pt x="746531" y="109922"/>
                  <a:pt x="748190" y="110752"/>
                </a:cubicBezTo>
                <a:cubicBezTo>
                  <a:pt x="749849" y="111582"/>
                  <a:pt x="751983" y="111996"/>
                  <a:pt x="754590" y="111996"/>
                </a:cubicBezTo>
                <a:cubicBezTo>
                  <a:pt x="756960" y="111996"/>
                  <a:pt x="759182" y="111508"/>
                  <a:pt x="761256" y="110530"/>
                </a:cubicBezTo>
                <a:cubicBezTo>
                  <a:pt x="763330" y="109552"/>
                  <a:pt x="765375" y="108145"/>
                  <a:pt x="767390" y="106308"/>
                </a:cubicBezTo>
                <a:lnTo>
                  <a:pt x="771389" y="111108"/>
                </a:lnTo>
                <a:cubicBezTo>
                  <a:pt x="767182" y="115196"/>
                  <a:pt x="763197" y="118159"/>
                  <a:pt x="759434" y="119996"/>
                </a:cubicBezTo>
                <a:cubicBezTo>
                  <a:pt x="755671" y="121833"/>
                  <a:pt x="751775" y="122752"/>
                  <a:pt x="747746" y="122752"/>
                </a:cubicBezTo>
                <a:cubicBezTo>
                  <a:pt x="740101" y="122752"/>
                  <a:pt x="734413" y="120485"/>
                  <a:pt x="730680" y="115952"/>
                </a:cubicBezTo>
                <a:cubicBezTo>
                  <a:pt x="726946" y="111419"/>
                  <a:pt x="725080" y="104323"/>
                  <a:pt x="725080" y="94664"/>
                </a:cubicBezTo>
                <a:lnTo>
                  <a:pt x="725080" y="45332"/>
                </a:lnTo>
                <a:lnTo>
                  <a:pt x="711925" y="45332"/>
                </a:lnTo>
                <a:lnTo>
                  <a:pt x="711925" y="407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Text TestInput">
            <a:extLst xmlns:a="http://schemas.openxmlformats.org/drawingml/2006/main">
              <a:ext uri="{FF2B5EF4-FFF2-40B4-BE49-F238E27FC236}">
                <a16:creationId xmlns:a16="http://schemas.microsoft.com/office/drawing/2014/main" id="{38996D4D-1442-482F-93CD-F4DC2FBC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44" y="4501165"/>
            <a:ext cx="771389" cy="159551"/>
          </a:xfrm>
          <a:custGeom xmlns:a="http://schemas.openxmlformats.org/drawingml/2006/main">
            <a:pathLst>
              <a:path w="771389" h="159551" fill="none">
                <a:moveTo>
                  <a:pt x="0" y="0"/>
                </a:moveTo>
                <a:lnTo>
                  <a:pt x="96175" y="0"/>
                </a:lnTo>
                <a:lnTo>
                  <a:pt x="96175" y="30932"/>
                </a:lnTo>
                <a:lnTo>
                  <a:pt x="87464" y="30932"/>
                </a:lnTo>
                <a:cubicBezTo>
                  <a:pt x="86160" y="25836"/>
                  <a:pt x="84871" y="21807"/>
                  <a:pt x="83597" y="18844"/>
                </a:cubicBezTo>
                <a:cubicBezTo>
                  <a:pt x="82323" y="15881"/>
                  <a:pt x="80975" y="13629"/>
                  <a:pt x="79553" y="12089"/>
                </a:cubicBezTo>
                <a:cubicBezTo>
                  <a:pt x="78131" y="10548"/>
                  <a:pt x="76605" y="9452"/>
                  <a:pt x="74975" y="8800"/>
                </a:cubicBezTo>
                <a:cubicBezTo>
                  <a:pt x="73346" y="8148"/>
                  <a:pt x="70901" y="7822"/>
                  <a:pt x="67642" y="7822"/>
                </a:cubicBezTo>
                <a:lnTo>
                  <a:pt x="56354" y="7822"/>
                </a:lnTo>
                <a:lnTo>
                  <a:pt x="56354" y="98841"/>
                </a:lnTo>
                <a:cubicBezTo>
                  <a:pt x="56354" y="102338"/>
                  <a:pt x="56546" y="105123"/>
                  <a:pt x="56932" y="107197"/>
                </a:cubicBezTo>
                <a:cubicBezTo>
                  <a:pt x="57317" y="109271"/>
                  <a:pt x="57909" y="110915"/>
                  <a:pt x="58709" y="112130"/>
                </a:cubicBezTo>
                <a:cubicBezTo>
                  <a:pt x="59509" y="113345"/>
                  <a:pt x="60591" y="114293"/>
                  <a:pt x="61954" y="114974"/>
                </a:cubicBezTo>
                <a:cubicBezTo>
                  <a:pt x="63317" y="115656"/>
                  <a:pt x="65450" y="116322"/>
                  <a:pt x="68353" y="116974"/>
                </a:cubicBezTo>
                <a:lnTo>
                  <a:pt x="68353" y="121330"/>
                </a:lnTo>
                <a:lnTo>
                  <a:pt x="27732" y="121330"/>
                </a:lnTo>
                <a:lnTo>
                  <a:pt x="27732" y="116974"/>
                </a:lnTo>
                <a:cubicBezTo>
                  <a:pt x="29510" y="116559"/>
                  <a:pt x="31081" y="116115"/>
                  <a:pt x="32443" y="115641"/>
                </a:cubicBezTo>
                <a:cubicBezTo>
                  <a:pt x="33806" y="115167"/>
                  <a:pt x="34917" y="114589"/>
                  <a:pt x="35777" y="113908"/>
                </a:cubicBezTo>
                <a:cubicBezTo>
                  <a:pt x="36636" y="113226"/>
                  <a:pt x="37347" y="112352"/>
                  <a:pt x="37910" y="111285"/>
                </a:cubicBezTo>
                <a:cubicBezTo>
                  <a:pt x="38473" y="110219"/>
                  <a:pt x="38917" y="108767"/>
                  <a:pt x="39243" y="106930"/>
                </a:cubicBezTo>
                <a:cubicBezTo>
                  <a:pt x="39569" y="105093"/>
                  <a:pt x="39732" y="102397"/>
                  <a:pt x="39732" y="98841"/>
                </a:cubicBezTo>
                <a:lnTo>
                  <a:pt x="39732" y="7822"/>
                </a:lnTo>
                <a:lnTo>
                  <a:pt x="28532" y="7822"/>
                </a:lnTo>
                <a:cubicBezTo>
                  <a:pt x="25747" y="7822"/>
                  <a:pt x="23451" y="8089"/>
                  <a:pt x="21644" y="8622"/>
                </a:cubicBezTo>
                <a:cubicBezTo>
                  <a:pt x="19836" y="9155"/>
                  <a:pt x="18162" y="10266"/>
                  <a:pt x="16622" y="11955"/>
                </a:cubicBezTo>
                <a:cubicBezTo>
                  <a:pt x="15081" y="13644"/>
                  <a:pt x="13674" y="16044"/>
                  <a:pt x="12400" y="19155"/>
                </a:cubicBezTo>
                <a:cubicBezTo>
                  <a:pt x="11126" y="22266"/>
                  <a:pt x="9926" y="26192"/>
                  <a:pt x="8800" y="30932"/>
                </a:cubicBezTo>
                <a:lnTo>
                  <a:pt x="0" y="30932"/>
                </a:lnTo>
                <a:lnTo>
                  <a:pt x="0" y="0"/>
                </a:lnTo>
                <a:close/>
                <a:moveTo>
                  <a:pt x="166615" y="106219"/>
                </a:moveTo>
                <a:cubicBezTo>
                  <a:pt x="162823" y="110189"/>
                  <a:pt x="159341" y="113300"/>
                  <a:pt x="156171" y="115552"/>
                </a:cubicBezTo>
                <a:cubicBezTo>
                  <a:pt x="153001" y="117804"/>
                  <a:pt x="149520" y="119567"/>
                  <a:pt x="145727" y="120841"/>
                </a:cubicBezTo>
                <a:cubicBezTo>
                  <a:pt x="141935" y="122115"/>
                  <a:pt x="137757" y="122752"/>
                  <a:pt x="133194" y="122752"/>
                </a:cubicBezTo>
                <a:cubicBezTo>
                  <a:pt x="120987" y="122752"/>
                  <a:pt x="111773" y="119093"/>
                  <a:pt x="105551" y="111774"/>
                </a:cubicBezTo>
                <a:cubicBezTo>
                  <a:pt x="99328" y="104456"/>
                  <a:pt x="96217" y="93656"/>
                  <a:pt x="96217" y="79375"/>
                </a:cubicBezTo>
                <a:cubicBezTo>
                  <a:pt x="96217" y="70546"/>
                  <a:pt x="97803" y="62754"/>
                  <a:pt x="100973" y="55998"/>
                </a:cubicBezTo>
                <a:cubicBezTo>
                  <a:pt x="104143" y="49243"/>
                  <a:pt x="108662" y="44028"/>
                  <a:pt x="114528" y="40354"/>
                </a:cubicBezTo>
                <a:cubicBezTo>
                  <a:pt x="120394" y="36680"/>
                  <a:pt x="127150" y="34843"/>
                  <a:pt x="134794" y="34843"/>
                </a:cubicBezTo>
                <a:cubicBezTo>
                  <a:pt x="140779" y="34843"/>
                  <a:pt x="145875" y="35791"/>
                  <a:pt x="150082" y="37688"/>
                </a:cubicBezTo>
                <a:cubicBezTo>
                  <a:pt x="154290" y="39584"/>
                  <a:pt x="157653" y="42176"/>
                  <a:pt x="160171" y="45465"/>
                </a:cubicBezTo>
                <a:cubicBezTo>
                  <a:pt x="162689" y="48754"/>
                  <a:pt x="164645" y="52902"/>
                  <a:pt x="166038" y="57909"/>
                </a:cubicBezTo>
                <a:cubicBezTo>
                  <a:pt x="167430" y="62917"/>
                  <a:pt x="168215" y="69450"/>
                  <a:pt x="168393" y="77509"/>
                </a:cubicBezTo>
                <a:lnTo>
                  <a:pt x="112395" y="77509"/>
                </a:lnTo>
                <a:lnTo>
                  <a:pt x="112395" y="79109"/>
                </a:lnTo>
                <a:cubicBezTo>
                  <a:pt x="112395" y="86101"/>
                  <a:pt x="113180" y="91982"/>
                  <a:pt x="114750" y="96753"/>
                </a:cubicBezTo>
                <a:cubicBezTo>
                  <a:pt x="116321" y="101523"/>
                  <a:pt x="118898" y="105256"/>
                  <a:pt x="122483" y="107952"/>
                </a:cubicBezTo>
                <a:cubicBezTo>
                  <a:pt x="126068" y="110648"/>
                  <a:pt x="130735" y="111996"/>
                  <a:pt x="136483" y="111996"/>
                </a:cubicBezTo>
                <a:cubicBezTo>
                  <a:pt x="141342" y="111996"/>
                  <a:pt x="145712" y="111093"/>
                  <a:pt x="149594" y="109285"/>
                </a:cubicBezTo>
                <a:cubicBezTo>
                  <a:pt x="153475" y="107478"/>
                  <a:pt x="157341" y="104530"/>
                  <a:pt x="161193" y="100441"/>
                </a:cubicBezTo>
                <a:lnTo>
                  <a:pt x="166615" y="106219"/>
                </a:lnTo>
                <a:moveTo>
                  <a:pt x="151682" y="70131"/>
                </a:moveTo>
                <a:cubicBezTo>
                  <a:pt x="151327" y="63731"/>
                  <a:pt x="150527" y="58502"/>
                  <a:pt x="149282" y="54443"/>
                </a:cubicBezTo>
                <a:cubicBezTo>
                  <a:pt x="148038" y="50384"/>
                  <a:pt x="146171" y="47273"/>
                  <a:pt x="143683" y="45110"/>
                </a:cubicBezTo>
                <a:cubicBezTo>
                  <a:pt x="141194" y="42947"/>
                  <a:pt x="137935" y="41865"/>
                  <a:pt x="133905" y="41865"/>
                </a:cubicBezTo>
                <a:cubicBezTo>
                  <a:pt x="127802" y="41865"/>
                  <a:pt x="122928" y="44310"/>
                  <a:pt x="119283" y="49198"/>
                </a:cubicBezTo>
                <a:cubicBezTo>
                  <a:pt x="115639" y="54087"/>
                  <a:pt x="113491" y="61065"/>
                  <a:pt x="112839" y="70131"/>
                </a:cubicBezTo>
                <a:lnTo>
                  <a:pt x="151682" y="70131"/>
                </a:lnTo>
                <a:close/>
                <a:moveTo>
                  <a:pt x="243438" y="55820"/>
                </a:moveTo>
                <a:lnTo>
                  <a:pt x="234905" y="55820"/>
                </a:lnTo>
                <a:cubicBezTo>
                  <a:pt x="233601" y="52265"/>
                  <a:pt x="232060" y="49465"/>
                  <a:pt x="230283" y="47421"/>
                </a:cubicBezTo>
                <a:cubicBezTo>
                  <a:pt x="228505" y="45376"/>
                  <a:pt x="226490" y="43939"/>
                  <a:pt x="224238" y="43110"/>
                </a:cubicBezTo>
                <a:cubicBezTo>
                  <a:pt x="221987" y="42280"/>
                  <a:pt x="219231" y="41865"/>
                  <a:pt x="215972" y="41865"/>
                </a:cubicBezTo>
                <a:cubicBezTo>
                  <a:pt x="211231" y="41865"/>
                  <a:pt x="207454" y="42976"/>
                  <a:pt x="204639" y="45199"/>
                </a:cubicBezTo>
                <a:cubicBezTo>
                  <a:pt x="201824" y="47421"/>
                  <a:pt x="200417" y="50458"/>
                  <a:pt x="200417" y="54309"/>
                </a:cubicBezTo>
                <a:cubicBezTo>
                  <a:pt x="200417" y="57035"/>
                  <a:pt x="200980" y="59287"/>
                  <a:pt x="202106" y="61065"/>
                </a:cubicBezTo>
                <a:cubicBezTo>
                  <a:pt x="203232" y="62842"/>
                  <a:pt x="204980" y="64502"/>
                  <a:pt x="207350" y="66042"/>
                </a:cubicBezTo>
                <a:cubicBezTo>
                  <a:pt x="209720" y="67583"/>
                  <a:pt x="213898" y="69627"/>
                  <a:pt x="219883" y="72176"/>
                </a:cubicBezTo>
                <a:cubicBezTo>
                  <a:pt x="225927" y="74783"/>
                  <a:pt x="230594" y="77183"/>
                  <a:pt x="233882" y="79375"/>
                </a:cubicBezTo>
                <a:cubicBezTo>
                  <a:pt x="237171" y="81568"/>
                  <a:pt x="239749" y="84116"/>
                  <a:pt x="241616" y="87019"/>
                </a:cubicBezTo>
                <a:cubicBezTo>
                  <a:pt x="243482" y="89923"/>
                  <a:pt x="244415" y="93390"/>
                  <a:pt x="244415" y="97419"/>
                </a:cubicBezTo>
                <a:cubicBezTo>
                  <a:pt x="244415" y="102101"/>
                  <a:pt x="243615" y="106041"/>
                  <a:pt x="242016" y="109241"/>
                </a:cubicBezTo>
                <a:cubicBezTo>
                  <a:pt x="240416" y="112441"/>
                  <a:pt x="238164" y="115048"/>
                  <a:pt x="235260" y="117063"/>
                </a:cubicBezTo>
                <a:cubicBezTo>
                  <a:pt x="232357" y="119078"/>
                  <a:pt x="228905" y="120530"/>
                  <a:pt x="224905" y="121418"/>
                </a:cubicBezTo>
                <a:cubicBezTo>
                  <a:pt x="220905" y="122307"/>
                  <a:pt x="216535" y="122752"/>
                  <a:pt x="211794" y="122752"/>
                </a:cubicBezTo>
                <a:cubicBezTo>
                  <a:pt x="206817" y="122752"/>
                  <a:pt x="201987" y="122381"/>
                  <a:pt x="197306" y="121641"/>
                </a:cubicBezTo>
                <a:cubicBezTo>
                  <a:pt x="192624" y="120900"/>
                  <a:pt x="188062" y="119937"/>
                  <a:pt x="183617" y="118752"/>
                </a:cubicBezTo>
                <a:lnTo>
                  <a:pt x="183617" y="100175"/>
                </a:lnTo>
                <a:lnTo>
                  <a:pt x="192328" y="100175"/>
                </a:lnTo>
                <a:cubicBezTo>
                  <a:pt x="193928" y="105626"/>
                  <a:pt x="196298" y="109582"/>
                  <a:pt x="199439" y="112041"/>
                </a:cubicBezTo>
                <a:cubicBezTo>
                  <a:pt x="202580" y="114500"/>
                  <a:pt x="206906" y="115730"/>
                  <a:pt x="212416" y="115730"/>
                </a:cubicBezTo>
                <a:cubicBezTo>
                  <a:pt x="214550" y="115730"/>
                  <a:pt x="216639" y="115507"/>
                  <a:pt x="218683" y="115063"/>
                </a:cubicBezTo>
                <a:cubicBezTo>
                  <a:pt x="220727" y="114619"/>
                  <a:pt x="222549" y="113878"/>
                  <a:pt x="224149" y="112841"/>
                </a:cubicBezTo>
                <a:cubicBezTo>
                  <a:pt x="225749" y="111804"/>
                  <a:pt x="227023" y="110397"/>
                  <a:pt x="227972" y="108619"/>
                </a:cubicBezTo>
                <a:cubicBezTo>
                  <a:pt x="228920" y="106841"/>
                  <a:pt x="229394" y="104619"/>
                  <a:pt x="229394" y="101952"/>
                </a:cubicBezTo>
                <a:cubicBezTo>
                  <a:pt x="229394" y="98930"/>
                  <a:pt x="228801" y="96471"/>
                  <a:pt x="227616" y="94575"/>
                </a:cubicBezTo>
                <a:cubicBezTo>
                  <a:pt x="226431" y="92679"/>
                  <a:pt x="224594" y="90945"/>
                  <a:pt x="222105" y="89375"/>
                </a:cubicBezTo>
                <a:cubicBezTo>
                  <a:pt x="219616" y="87805"/>
                  <a:pt x="215231" y="85686"/>
                  <a:pt x="208950" y="83020"/>
                </a:cubicBezTo>
                <a:cubicBezTo>
                  <a:pt x="203557" y="80768"/>
                  <a:pt x="199232" y="78575"/>
                  <a:pt x="195973" y="76442"/>
                </a:cubicBezTo>
                <a:cubicBezTo>
                  <a:pt x="192713" y="74309"/>
                  <a:pt x="190150" y="71790"/>
                  <a:pt x="188284" y="68887"/>
                </a:cubicBezTo>
                <a:cubicBezTo>
                  <a:pt x="186417" y="65983"/>
                  <a:pt x="185484" y="62546"/>
                  <a:pt x="185484" y="58576"/>
                </a:cubicBezTo>
                <a:cubicBezTo>
                  <a:pt x="185484" y="53717"/>
                  <a:pt x="186802" y="49495"/>
                  <a:pt x="189439" y="45910"/>
                </a:cubicBezTo>
                <a:cubicBezTo>
                  <a:pt x="192076" y="42325"/>
                  <a:pt x="195884" y="39584"/>
                  <a:pt x="200861" y="37688"/>
                </a:cubicBezTo>
                <a:cubicBezTo>
                  <a:pt x="205839" y="35791"/>
                  <a:pt x="211676" y="34843"/>
                  <a:pt x="218372" y="34843"/>
                </a:cubicBezTo>
                <a:cubicBezTo>
                  <a:pt x="222283" y="34843"/>
                  <a:pt x="226060" y="35036"/>
                  <a:pt x="229705" y="35421"/>
                </a:cubicBezTo>
                <a:cubicBezTo>
                  <a:pt x="233349" y="35806"/>
                  <a:pt x="237927" y="36562"/>
                  <a:pt x="243438" y="37688"/>
                </a:cubicBezTo>
                <a:lnTo>
                  <a:pt x="243438" y="55820"/>
                </a:lnTo>
                <a:close/>
                <a:moveTo>
                  <a:pt x="255917" y="40799"/>
                </a:moveTo>
                <a:cubicBezTo>
                  <a:pt x="258880" y="40325"/>
                  <a:pt x="261280" y="39495"/>
                  <a:pt x="263117" y="38310"/>
                </a:cubicBezTo>
                <a:cubicBezTo>
                  <a:pt x="264954" y="37125"/>
                  <a:pt x="266391" y="35599"/>
                  <a:pt x="267428" y="33732"/>
                </a:cubicBezTo>
                <a:cubicBezTo>
                  <a:pt x="268465" y="31866"/>
                  <a:pt x="269280" y="29525"/>
                  <a:pt x="269872" y="26710"/>
                </a:cubicBezTo>
                <a:cubicBezTo>
                  <a:pt x="270465" y="23896"/>
                  <a:pt x="271087" y="19792"/>
                  <a:pt x="271739" y="14400"/>
                </a:cubicBezTo>
                <a:lnTo>
                  <a:pt x="284361" y="14400"/>
                </a:lnTo>
                <a:lnTo>
                  <a:pt x="284361" y="36354"/>
                </a:lnTo>
                <a:lnTo>
                  <a:pt x="313071" y="36354"/>
                </a:lnTo>
                <a:lnTo>
                  <a:pt x="313071" y="45332"/>
                </a:lnTo>
                <a:lnTo>
                  <a:pt x="284361" y="45332"/>
                </a:lnTo>
                <a:lnTo>
                  <a:pt x="284361" y="84886"/>
                </a:lnTo>
                <a:cubicBezTo>
                  <a:pt x="284361" y="90634"/>
                  <a:pt x="284598" y="95212"/>
                  <a:pt x="285072" y="98619"/>
                </a:cubicBezTo>
                <a:cubicBezTo>
                  <a:pt x="285546" y="102026"/>
                  <a:pt x="286435" y="104693"/>
                  <a:pt x="287739" y="106619"/>
                </a:cubicBezTo>
                <a:cubicBezTo>
                  <a:pt x="289042" y="108545"/>
                  <a:pt x="290524" y="109922"/>
                  <a:pt x="292183" y="110752"/>
                </a:cubicBezTo>
                <a:cubicBezTo>
                  <a:pt x="293842" y="111582"/>
                  <a:pt x="295975" y="111996"/>
                  <a:pt x="298583" y="111996"/>
                </a:cubicBezTo>
                <a:cubicBezTo>
                  <a:pt x="300953" y="111996"/>
                  <a:pt x="303175" y="111508"/>
                  <a:pt x="305249" y="110530"/>
                </a:cubicBezTo>
                <a:cubicBezTo>
                  <a:pt x="307323" y="109552"/>
                  <a:pt x="309368" y="108145"/>
                  <a:pt x="311382" y="106308"/>
                </a:cubicBezTo>
                <a:lnTo>
                  <a:pt x="315382" y="111108"/>
                </a:lnTo>
                <a:cubicBezTo>
                  <a:pt x="311175" y="115196"/>
                  <a:pt x="307190" y="118159"/>
                  <a:pt x="303427" y="119996"/>
                </a:cubicBezTo>
                <a:cubicBezTo>
                  <a:pt x="299664" y="121833"/>
                  <a:pt x="295768" y="122752"/>
                  <a:pt x="291738" y="122752"/>
                </a:cubicBezTo>
                <a:cubicBezTo>
                  <a:pt x="284094" y="122752"/>
                  <a:pt x="278406" y="120485"/>
                  <a:pt x="274672" y="115952"/>
                </a:cubicBezTo>
                <a:cubicBezTo>
                  <a:pt x="270939" y="111419"/>
                  <a:pt x="269072" y="104323"/>
                  <a:pt x="269072" y="94664"/>
                </a:cubicBezTo>
                <a:lnTo>
                  <a:pt x="269072" y="45332"/>
                </a:lnTo>
                <a:lnTo>
                  <a:pt x="255917" y="45332"/>
                </a:lnTo>
                <a:lnTo>
                  <a:pt x="255917" y="40799"/>
                </a:lnTo>
                <a:close/>
                <a:moveTo>
                  <a:pt x="387885" y="99108"/>
                </a:moveTo>
                <a:cubicBezTo>
                  <a:pt x="387885" y="103078"/>
                  <a:pt x="388018" y="105982"/>
                  <a:pt x="388285" y="107819"/>
                </a:cubicBezTo>
                <a:cubicBezTo>
                  <a:pt x="388551" y="109656"/>
                  <a:pt x="388996" y="111108"/>
                  <a:pt x="389618" y="112174"/>
                </a:cubicBezTo>
                <a:cubicBezTo>
                  <a:pt x="390240" y="113241"/>
                  <a:pt x="391159" y="114130"/>
                  <a:pt x="392374" y="114841"/>
                </a:cubicBezTo>
                <a:cubicBezTo>
                  <a:pt x="393588" y="115552"/>
                  <a:pt x="395559" y="116263"/>
                  <a:pt x="398284" y="116974"/>
                </a:cubicBezTo>
                <a:lnTo>
                  <a:pt x="398284" y="121330"/>
                </a:lnTo>
                <a:lnTo>
                  <a:pt x="360775" y="121330"/>
                </a:lnTo>
                <a:lnTo>
                  <a:pt x="360775" y="116974"/>
                </a:lnTo>
                <a:cubicBezTo>
                  <a:pt x="364449" y="116026"/>
                  <a:pt x="366908" y="114974"/>
                  <a:pt x="368152" y="113819"/>
                </a:cubicBezTo>
                <a:cubicBezTo>
                  <a:pt x="369397" y="112663"/>
                  <a:pt x="370211" y="111019"/>
                  <a:pt x="370596" y="108885"/>
                </a:cubicBezTo>
                <a:cubicBezTo>
                  <a:pt x="370982" y="106752"/>
                  <a:pt x="371174" y="103493"/>
                  <a:pt x="371174" y="99108"/>
                </a:cubicBezTo>
                <a:lnTo>
                  <a:pt x="371174" y="22222"/>
                </a:lnTo>
                <a:cubicBezTo>
                  <a:pt x="371174" y="18133"/>
                  <a:pt x="371026" y="15155"/>
                  <a:pt x="370730" y="13288"/>
                </a:cubicBezTo>
                <a:cubicBezTo>
                  <a:pt x="370434" y="11422"/>
                  <a:pt x="369945" y="9970"/>
                  <a:pt x="369263" y="8933"/>
                </a:cubicBezTo>
                <a:cubicBezTo>
                  <a:pt x="368582" y="7896"/>
                  <a:pt x="367678" y="7066"/>
                  <a:pt x="366552" y="6444"/>
                </a:cubicBezTo>
                <a:cubicBezTo>
                  <a:pt x="365426" y="5822"/>
                  <a:pt x="363500" y="5126"/>
                  <a:pt x="360775" y="4355"/>
                </a:cubicBezTo>
                <a:lnTo>
                  <a:pt x="360775" y="0"/>
                </a:lnTo>
                <a:lnTo>
                  <a:pt x="398284" y="0"/>
                </a:lnTo>
                <a:lnTo>
                  <a:pt x="398284" y="4355"/>
                </a:lnTo>
                <a:cubicBezTo>
                  <a:pt x="395677" y="5007"/>
                  <a:pt x="393796" y="5659"/>
                  <a:pt x="392640" y="6311"/>
                </a:cubicBezTo>
                <a:cubicBezTo>
                  <a:pt x="391485" y="6963"/>
                  <a:pt x="390566" y="7778"/>
                  <a:pt x="389885" y="8755"/>
                </a:cubicBezTo>
                <a:cubicBezTo>
                  <a:pt x="389203" y="9733"/>
                  <a:pt x="388700" y="11200"/>
                  <a:pt x="388374" y="13155"/>
                </a:cubicBezTo>
                <a:cubicBezTo>
                  <a:pt x="388048" y="15111"/>
                  <a:pt x="387885" y="18133"/>
                  <a:pt x="387885" y="22222"/>
                </a:cubicBezTo>
                <a:lnTo>
                  <a:pt x="387885" y="99108"/>
                </a:lnTo>
                <a:close/>
                <a:moveTo>
                  <a:pt x="504197" y="121330"/>
                </a:moveTo>
                <a:lnTo>
                  <a:pt x="469176" y="121330"/>
                </a:lnTo>
                <a:lnTo>
                  <a:pt x="469176" y="116974"/>
                </a:lnTo>
                <a:cubicBezTo>
                  <a:pt x="471487" y="116263"/>
                  <a:pt x="473146" y="115641"/>
                  <a:pt x="474153" y="115108"/>
                </a:cubicBezTo>
                <a:cubicBezTo>
                  <a:pt x="475161" y="114574"/>
                  <a:pt x="476005" y="113833"/>
                  <a:pt x="476687" y="112885"/>
                </a:cubicBezTo>
                <a:cubicBezTo>
                  <a:pt x="477368" y="111937"/>
                  <a:pt x="477901" y="110471"/>
                  <a:pt x="478287" y="108485"/>
                </a:cubicBezTo>
                <a:cubicBezTo>
                  <a:pt x="478672" y="106500"/>
                  <a:pt x="478864" y="103493"/>
                  <a:pt x="478864" y="99464"/>
                </a:cubicBezTo>
                <a:lnTo>
                  <a:pt x="478864" y="76175"/>
                </a:lnTo>
                <a:cubicBezTo>
                  <a:pt x="478864" y="72027"/>
                  <a:pt x="478746" y="68265"/>
                  <a:pt x="478509" y="64887"/>
                </a:cubicBezTo>
                <a:cubicBezTo>
                  <a:pt x="478272" y="61509"/>
                  <a:pt x="477872" y="58739"/>
                  <a:pt x="477309" y="56576"/>
                </a:cubicBezTo>
                <a:cubicBezTo>
                  <a:pt x="476746" y="54413"/>
                  <a:pt x="476064" y="52724"/>
                  <a:pt x="475264" y="51509"/>
                </a:cubicBezTo>
                <a:cubicBezTo>
                  <a:pt x="474464" y="50295"/>
                  <a:pt x="473516" y="49258"/>
                  <a:pt x="472420" y="48398"/>
                </a:cubicBezTo>
                <a:cubicBezTo>
                  <a:pt x="471324" y="47539"/>
                  <a:pt x="470065" y="46858"/>
                  <a:pt x="468642" y="46354"/>
                </a:cubicBezTo>
                <a:cubicBezTo>
                  <a:pt x="467220" y="45850"/>
                  <a:pt x="465354" y="45599"/>
                  <a:pt x="463043" y="45599"/>
                </a:cubicBezTo>
                <a:cubicBezTo>
                  <a:pt x="460732" y="45599"/>
                  <a:pt x="458539" y="46058"/>
                  <a:pt x="456465" y="46976"/>
                </a:cubicBezTo>
                <a:cubicBezTo>
                  <a:pt x="454391" y="47895"/>
                  <a:pt x="452110" y="49480"/>
                  <a:pt x="449621" y="51732"/>
                </a:cubicBezTo>
                <a:cubicBezTo>
                  <a:pt x="447132" y="53983"/>
                  <a:pt x="445325" y="56206"/>
                  <a:pt x="444199" y="58398"/>
                </a:cubicBezTo>
                <a:cubicBezTo>
                  <a:pt x="443073" y="60591"/>
                  <a:pt x="442510" y="63109"/>
                  <a:pt x="442510" y="65953"/>
                </a:cubicBezTo>
                <a:lnTo>
                  <a:pt x="442510" y="99108"/>
                </a:lnTo>
                <a:cubicBezTo>
                  <a:pt x="442510" y="104204"/>
                  <a:pt x="442747" y="107745"/>
                  <a:pt x="443221" y="109730"/>
                </a:cubicBezTo>
                <a:cubicBezTo>
                  <a:pt x="443695" y="111715"/>
                  <a:pt x="444599" y="113226"/>
                  <a:pt x="445932" y="114263"/>
                </a:cubicBezTo>
                <a:cubicBezTo>
                  <a:pt x="447265" y="115300"/>
                  <a:pt x="449443" y="116204"/>
                  <a:pt x="452465" y="116974"/>
                </a:cubicBezTo>
                <a:lnTo>
                  <a:pt x="452465" y="121330"/>
                </a:lnTo>
                <a:lnTo>
                  <a:pt x="417622" y="121330"/>
                </a:lnTo>
                <a:lnTo>
                  <a:pt x="417622" y="116974"/>
                </a:lnTo>
                <a:cubicBezTo>
                  <a:pt x="419933" y="116263"/>
                  <a:pt x="421577" y="115641"/>
                  <a:pt x="422555" y="115108"/>
                </a:cubicBezTo>
                <a:cubicBezTo>
                  <a:pt x="423533" y="114574"/>
                  <a:pt x="424362" y="113833"/>
                  <a:pt x="425044" y="112885"/>
                </a:cubicBezTo>
                <a:cubicBezTo>
                  <a:pt x="425725" y="111937"/>
                  <a:pt x="426259" y="110485"/>
                  <a:pt x="426644" y="108530"/>
                </a:cubicBezTo>
                <a:cubicBezTo>
                  <a:pt x="427029" y="106574"/>
                  <a:pt x="427222" y="103523"/>
                  <a:pt x="427222" y="99375"/>
                </a:cubicBezTo>
                <a:lnTo>
                  <a:pt x="427222" y="60620"/>
                </a:lnTo>
                <a:cubicBezTo>
                  <a:pt x="427222" y="56828"/>
                  <a:pt x="427162" y="53776"/>
                  <a:pt x="427044" y="51465"/>
                </a:cubicBezTo>
                <a:cubicBezTo>
                  <a:pt x="426925" y="49154"/>
                  <a:pt x="426510" y="47302"/>
                  <a:pt x="425799" y="45910"/>
                </a:cubicBezTo>
                <a:cubicBezTo>
                  <a:pt x="425088" y="44517"/>
                  <a:pt x="424007" y="43480"/>
                  <a:pt x="422555" y="42799"/>
                </a:cubicBezTo>
                <a:cubicBezTo>
                  <a:pt x="421103" y="42117"/>
                  <a:pt x="419044" y="41539"/>
                  <a:pt x="416377" y="41065"/>
                </a:cubicBezTo>
                <a:lnTo>
                  <a:pt x="416377" y="36354"/>
                </a:lnTo>
                <a:lnTo>
                  <a:pt x="437177" y="35554"/>
                </a:lnTo>
                <a:lnTo>
                  <a:pt x="442599" y="35554"/>
                </a:lnTo>
                <a:lnTo>
                  <a:pt x="441621" y="50043"/>
                </a:lnTo>
                <a:lnTo>
                  <a:pt x="442865" y="50398"/>
                </a:lnTo>
                <a:cubicBezTo>
                  <a:pt x="447251" y="45954"/>
                  <a:pt x="450791" y="42784"/>
                  <a:pt x="453487" y="40888"/>
                </a:cubicBezTo>
                <a:cubicBezTo>
                  <a:pt x="456184" y="38991"/>
                  <a:pt x="458909" y="37525"/>
                  <a:pt x="461665" y="36488"/>
                </a:cubicBezTo>
                <a:cubicBezTo>
                  <a:pt x="464420" y="35451"/>
                  <a:pt x="467339" y="34932"/>
                  <a:pt x="470420" y="34932"/>
                </a:cubicBezTo>
                <a:cubicBezTo>
                  <a:pt x="473620" y="34932"/>
                  <a:pt x="476479" y="35303"/>
                  <a:pt x="478998" y="36043"/>
                </a:cubicBezTo>
                <a:cubicBezTo>
                  <a:pt x="481516" y="36784"/>
                  <a:pt x="483738" y="37925"/>
                  <a:pt x="485664" y="39465"/>
                </a:cubicBezTo>
                <a:cubicBezTo>
                  <a:pt x="487590" y="41006"/>
                  <a:pt x="489175" y="42917"/>
                  <a:pt x="490420" y="45199"/>
                </a:cubicBezTo>
                <a:cubicBezTo>
                  <a:pt x="491664" y="47480"/>
                  <a:pt x="492597" y="50221"/>
                  <a:pt x="493219" y="53421"/>
                </a:cubicBezTo>
                <a:cubicBezTo>
                  <a:pt x="493842" y="56620"/>
                  <a:pt x="494153" y="60680"/>
                  <a:pt x="494153" y="65598"/>
                </a:cubicBezTo>
                <a:lnTo>
                  <a:pt x="494153" y="99108"/>
                </a:lnTo>
                <a:cubicBezTo>
                  <a:pt x="494153" y="103197"/>
                  <a:pt x="494271" y="106160"/>
                  <a:pt x="494508" y="107997"/>
                </a:cubicBezTo>
                <a:cubicBezTo>
                  <a:pt x="494745" y="109834"/>
                  <a:pt x="495160" y="111256"/>
                  <a:pt x="495753" y="112263"/>
                </a:cubicBezTo>
                <a:cubicBezTo>
                  <a:pt x="496345" y="113271"/>
                  <a:pt x="497205" y="114115"/>
                  <a:pt x="498330" y="114796"/>
                </a:cubicBezTo>
                <a:cubicBezTo>
                  <a:pt x="499456" y="115478"/>
                  <a:pt x="501412" y="116204"/>
                  <a:pt x="504197" y="116974"/>
                </a:cubicBezTo>
                <a:lnTo>
                  <a:pt x="504197" y="121330"/>
                </a:lnTo>
                <a:close/>
                <a:moveTo>
                  <a:pt x="542013" y="118663"/>
                </a:moveTo>
                <a:lnTo>
                  <a:pt x="542013" y="137418"/>
                </a:lnTo>
                <a:cubicBezTo>
                  <a:pt x="542013" y="141270"/>
                  <a:pt x="542147" y="144144"/>
                  <a:pt x="542413" y="146040"/>
                </a:cubicBezTo>
                <a:cubicBezTo>
                  <a:pt x="542680" y="147936"/>
                  <a:pt x="543154" y="149432"/>
                  <a:pt x="543835" y="150529"/>
                </a:cubicBezTo>
                <a:cubicBezTo>
                  <a:pt x="544517" y="151625"/>
                  <a:pt x="545495" y="152529"/>
                  <a:pt x="546769" y="153240"/>
                </a:cubicBezTo>
                <a:cubicBezTo>
                  <a:pt x="548043" y="153951"/>
                  <a:pt x="550102" y="154603"/>
                  <a:pt x="552946" y="155195"/>
                </a:cubicBezTo>
                <a:lnTo>
                  <a:pt x="552946" y="159551"/>
                </a:lnTo>
                <a:lnTo>
                  <a:pt x="516681" y="159551"/>
                </a:lnTo>
                <a:lnTo>
                  <a:pt x="516681" y="155195"/>
                </a:lnTo>
                <a:cubicBezTo>
                  <a:pt x="518814" y="154603"/>
                  <a:pt x="520547" y="153995"/>
                  <a:pt x="521881" y="153373"/>
                </a:cubicBezTo>
                <a:cubicBezTo>
                  <a:pt x="523214" y="152751"/>
                  <a:pt x="524236" y="151832"/>
                  <a:pt x="524947" y="150618"/>
                </a:cubicBezTo>
                <a:cubicBezTo>
                  <a:pt x="525658" y="149403"/>
                  <a:pt x="526132" y="147758"/>
                  <a:pt x="526369" y="145684"/>
                </a:cubicBezTo>
                <a:cubicBezTo>
                  <a:pt x="526606" y="143610"/>
                  <a:pt x="526725" y="140855"/>
                  <a:pt x="526725" y="137418"/>
                </a:cubicBezTo>
                <a:lnTo>
                  <a:pt x="526725" y="61154"/>
                </a:lnTo>
                <a:cubicBezTo>
                  <a:pt x="526725" y="56887"/>
                  <a:pt x="526666" y="53850"/>
                  <a:pt x="526547" y="52043"/>
                </a:cubicBezTo>
                <a:cubicBezTo>
                  <a:pt x="526429" y="50235"/>
                  <a:pt x="526192" y="48739"/>
                  <a:pt x="525836" y="47554"/>
                </a:cubicBezTo>
                <a:cubicBezTo>
                  <a:pt x="525480" y="46369"/>
                  <a:pt x="524962" y="45391"/>
                  <a:pt x="524281" y="44621"/>
                </a:cubicBezTo>
                <a:cubicBezTo>
                  <a:pt x="523599" y="43850"/>
                  <a:pt x="522681" y="43199"/>
                  <a:pt x="521525" y="42665"/>
                </a:cubicBezTo>
                <a:cubicBezTo>
                  <a:pt x="520370" y="42132"/>
                  <a:pt x="518458" y="41599"/>
                  <a:pt x="515792" y="41065"/>
                </a:cubicBezTo>
                <a:lnTo>
                  <a:pt x="515792" y="36354"/>
                </a:lnTo>
                <a:lnTo>
                  <a:pt x="536680" y="35554"/>
                </a:lnTo>
                <a:lnTo>
                  <a:pt x="542102" y="35554"/>
                </a:lnTo>
                <a:lnTo>
                  <a:pt x="540947" y="50043"/>
                </a:lnTo>
                <a:lnTo>
                  <a:pt x="542280" y="50398"/>
                </a:lnTo>
                <a:cubicBezTo>
                  <a:pt x="545954" y="46665"/>
                  <a:pt x="548858" y="43954"/>
                  <a:pt x="550991" y="42265"/>
                </a:cubicBezTo>
                <a:cubicBezTo>
                  <a:pt x="553124" y="40577"/>
                  <a:pt x="555331" y="39169"/>
                  <a:pt x="557613" y="38043"/>
                </a:cubicBezTo>
                <a:cubicBezTo>
                  <a:pt x="559894" y="36917"/>
                  <a:pt x="562087" y="36117"/>
                  <a:pt x="564190" y="35643"/>
                </a:cubicBezTo>
                <a:cubicBezTo>
                  <a:pt x="566294" y="35169"/>
                  <a:pt x="568531" y="34932"/>
                  <a:pt x="570901" y="34932"/>
                </a:cubicBezTo>
                <a:cubicBezTo>
                  <a:pt x="580679" y="34932"/>
                  <a:pt x="588190" y="38591"/>
                  <a:pt x="593434" y="45910"/>
                </a:cubicBezTo>
                <a:cubicBezTo>
                  <a:pt x="598678" y="53228"/>
                  <a:pt x="601300" y="63939"/>
                  <a:pt x="601300" y="78042"/>
                </a:cubicBezTo>
                <a:cubicBezTo>
                  <a:pt x="601300" y="87819"/>
                  <a:pt x="599819" y="96041"/>
                  <a:pt x="596856" y="102708"/>
                </a:cubicBezTo>
                <a:cubicBezTo>
                  <a:pt x="593893" y="109374"/>
                  <a:pt x="589582" y="114382"/>
                  <a:pt x="583923" y="117730"/>
                </a:cubicBezTo>
                <a:cubicBezTo>
                  <a:pt x="578264" y="121078"/>
                  <a:pt x="571523" y="122752"/>
                  <a:pt x="563702" y="122752"/>
                </a:cubicBezTo>
                <a:cubicBezTo>
                  <a:pt x="559316" y="122752"/>
                  <a:pt x="555346" y="122381"/>
                  <a:pt x="551791" y="121641"/>
                </a:cubicBezTo>
                <a:cubicBezTo>
                  <a:pt x="548235" y="120900"/>
                  <a:pt x="544976" y="119907"/>
                  <a:pt x="542013" y="118663"/>
                </a:cubicBezTo>
                <a:moveTo>
                  <a:pt x="542013" y="89331"/>
                </a:moveTo>
                <a:cubicBezTo>
                  <a:pt x="542013" y="95019"/>
                  <a:pt x="542369" y="99404"/>
                  <a:pt x="543080" y="102486"/>
                </a:cubicBezTo>
                <a:cubicBezTo>
                  <a:pt x="543791" y="105567"/>
                  <a:pt x="545050" y="108071"/>
                  <a:pt x="546858" y="109997"/>
                </a:cubicBezTo>
                <a:cubicBezTo>
                  <a:pt x="548665" y="111922"/>
                  <a:pt x="550798" y="113359"/>
                  <a:pt x="553257" y="114308"/>
                </a:cubicBezTo>
                <a:cubicBezTo>
                  <a:pt x="555717" y="115256"/>
                  <a:pt x="558961" y="115730"/>
                  <a:pt x="562990" y="115730"/>
                </a:cubicBezTo>
                <a:cubicBezTo>
                  <a:pt x="570161" y="115730"/>
                  <a:pt x="575553" y="112752"/>
                  <a:pt x="579168" y="106797"/>
                </a:cubicBezTo>
                <a:cubicBezTo>
                  <a:pt x="582782" y="100841"/>
                  <a:pt x="584590" y="92056"/>
                  <a:pt x="584590" y="80442"/>
                </a:cubicBezTo>
                <a:cubicBezTo>
                  <a:pt x="584590" y="57213"/>
                  <a:pt x="577805" y="45599"/>
                  <a:pt x="564235" y="45599"/>
                </a:cubicBezTo>
                <a:cubicBezTo>
                  <a:pt x="560916" y="45599"/>
                  <a:pt x="558057" y="46117"/>
                  <a:pt x="555657" y="47154"/>
                </a:cubicBezTo>
                <a:cubicBezTo>
                  <a:pt x="553257" y="48191"/>
                  <a:pt x="550872" y="49865"/>
                  <a:pt x="548502" y="52176"/>
                </a:cubicBezTo>
                <a:cubicBezTo>
                  <a:pt x="546132" y="54487"/>
                  <a:pt x="544458" y="56724"/>
                  <a:pt x="543480" y="58887"/>
                </a:cubicBezTo>
                <a:cubicBezTo>
                  <a:pt x="542502" y="61050"/>
                  <a:pt x="542013" y="63376"/>
                  <a:pt x="542013" y="65865"/>
                </a:cubicBezTo>
                <a:lnTo>
                  <a:pt x="542013" y="89331"/>
                </a:lnTo>
                <a:close/>
                <a:moveTo>
                  <a:pt x="615913" y="36354"/>
                </a:moveTo>
                <a:lnTo>
                  <a:pt x="641246" y="36354"/>
                </a:lnTo>
                <a:lnTo>
                  <a:pt x="641246" y="81597"/>
                </a:lnTo>
                <a:cubicBezTo>
                  <a:pt x="641246" y="88531"/>
                  <a:pt x="641512" y="93804"/>
                  <a:pt x="642046" y="97419"/>
                </a:cubicBezTo>
                <a:cubicBezTo>
                  <a:pt x="642579" y="101034"/>
                  <a:pt x="643379" y="103760"/>
                  <a:pt x="644446" y="105597"/>
                </a:cubicBezTo>
                <a:cubicBezTo>
                  <a:pt x="645512" y="107434"/>
                  <a:pt x="647023" y="108974"/>
                  <a:pt x="648979" y="110219"/>
                </a:cubicBezTo>
                <a:cubicBezTo>
                  <a:pt x="650934" y="111463"/>
                  <a:pt x="653631" y="112085"/>
                  <a:pt x="657068" y="112085"/>
                </a:cubicBezTo>
                <a:cubicBezTo>
                  <a:pt x="659319" y="112085"/>
                  <a:pt x="661482" y="111641"/>
                  <a:pt x="663556" y="110752"/>
                </a:cubicBezTo>
                <a:cubicBezTo>
                  <a:pt x="665630" y="109863"/>
                  <a:pt x="667941" y="108308"/>
                  <a:pt x="670489" y="106086"/>
                </a:cubicBezTo>
                <a:cubicBezTo>
                  <a:pt x="673037" y="103863"/>
                  <a:pt x="674860" y="101656"/>
                  <a:pt x="675956" y="99464"/>
                </a:cubicBezTo>
                <a:cubicBezTo>
                  <a:pt x="677052" y="97271"/>
                  <a:pt x="677600" y="94723"/>
                  <a:pt x="677600" y="91819"/>
                </a:cubicBezTo>
                <a:lnTo>
                  <a:pt x="677600" y="58487"/>
                </a:lnTo>
                <a:cubicBezTo>
                  <a:pt x="677600" y="55109"/>
                  <a:pt x="677511" y="52561"/>
                  <a:pt x="677334" y="50843"/>
                </a:cubicBezTo>
                <a:cubicBezTo>
                  <a:pt x="677156" y="49124"/>
                  <a:pt x="676860" y="47747"/>
                  <a:pt x="676445" y="46710"/>
                </a:cubicBezTo>
                <a:cubicBezTo>
                  <a:pt x="676030" y="45673"/>
                  <a:pt x="675541" y="44828"/>
                  <a:pt x="674978" y="44176"/>
                </a:cubicBezTo>
                <a:cubicBezTo>
                  <a:pt x="674415" y="43525"/>
                  <a:pt x="673615" y="42932"/>
                  <a:pt x="672578" y="42399"/>
                </a:cubicBezTo>
                <a:cubicBezTo>
                  <a:pt x="671541" y="41865"/>
                  <a:pt x="669867" y="41302"/>
                  <a:pt x="667556" y="40710"/>
                </a:cubicBezTo>
                <a:lnTo>
                  <a:pt x="667556" y="36354"/>
                </a:lnTo>
                <a:lnTo>
                  <a:pt x="692889" y="36354"/>
                </a:lnTo>
                <a:lnTo>
                  <a:pt x="692889" y="97064"/>
                </a:lnTo>
                <a:cubicBezTo>
                  <a:pt x="692889" y="101626"/>
                  <a:pt x="692978" y="104915"/>
                  <a:pt x="693155" y="106930"/>
                </a:cubicBezTo>
                <a:cubicBezTo>
                  <a:pt x="693333" y="108945"/>
                  <a:pt x="693718" y="110545"/>
                  <a:pt x="694311" y="111730"/>
                </a:cubicBezTo>
                <a:cubicBezTo>
                  <a:pt x="694903" y="112915"/>
                  <a:pt x="695822" y="113878"/>
                  <a:pt x="697066" y="114619"/>
                </a:cubicBezTo>
                <a:cubicBezTo>
                  <a:pt x="698311" y="115359"/>
                  <a:pt x="700533" y="116056"/>
                  <a:pt x="703733" y="116707"/>
                </a:cubicBezTo>
                <a:lnTo>
                  <a:pt x="703733" y="121330"/>
                </a:lnTo>
                <a:lnTo>
                  <a:pt x="683378" y="122218"/>
                </a:lnTo>
                <a:lnTo>
                  <a:pt x="677956" y="122218"/>
                </a:lnTo>
                <a:lnTo>
                  <a:pt x="678489" y="107641"/>
                </a:lnTo>
                <a:lnTo>
                  <a:pt x="677156" y="107286"/>
                </a:lnTo>
                <a:cubicBezTo>
                  <a:pt x="672237" y="112619"/>
                  <a:pt x="667541" y="116530"/>
                  <a:pt x="663067" y="119018"/>
                </a:cubicBezTo>
                <a:cubicBezTo>
                  <a:pt x="658593" y="121507"/>
                  <a:pt x="654105" y="122752"/>
                  <a:pt x="649601" y="122752"/>
                </a:cubicBezTo>
                <a:cubicBezTo>
                  <a:pt x="644209" y="122752"/>
                  <a:pt x="639764" y="121685"/>
                  <a:pt x="636268" y="119552"/>
                </a:cubicBezTo>
                <a:cubicBezTo>
                  <a:pt x="632772" y="117419"/>
                  <a:pt x="630165" y="114233"/>
                  <a:pt x="628446" y="109997"/>
                </a:cubicBezTo>
                <a:cubicBezTo>
                  <a:pt x="626728" y="105760"/>
                  <a:pt x="625869" y="99789"/>
                  <a:pt x="625869" y="92086"/>
                </a:cubicBezTo>
                <a:lnTo>
                  <a:pt x="625869" y="58487"/>
                </a:lnTo>
                <a:cubicBezTo>
                  <a:pt x="625869" y="53509"/>
                  <a:pt x="625676" y="50087"/>
                  <a:pt x="625291" y="48221"/>
                </a:cubicBezTo>
                <a:cubicBezTo>
                  <a:pt x="624906" y="46354"/>
                  <a:pt x="624165" y="44873"/>
                  <a:pt x="623069" y="43776"/>
                </a:cubicBezTo>
                <a:cubicBezTo>
                  <a:pt x="621972" y="42680"/>
                  <a:pt x="619587" y="41658"/>
                  <a:pt x="615913" y="40710"/>
                </a:cubicBezTo>
                <a:lnTo>
                  <a:pt x="615913" y="36354"/>
                </a:lnTo>
                <a:close/>
                <a:moveTo>
                  <a:pt x="711925" y="40799"/>
                </a:moveTo>
                <a:cubicBezTo>
                  <a:pt x="714887" y="40325"/>
                  <a:pt x="717287" y="39495"/>
                  <a:pt x="719124" y="38310"/>
                </a:cubicBezTo>
                <a:cubicBezTo>
                  <a:pt x="720961" y="37125"/>
                  <a:pt x="722398" y="35599"/>
                  <a:pt x="723435" y="33732"/>
                </a:cubicBezTo>
                <a:cubicBezTo>
                  <a:pt x="724472" y="31866"/>
                  <a:pt x="725287" y="29525"/>
                  <a:pt x="725880" y="26710"/>
                </a:cubicBezTo>
                <a:cubicBezTo>
                  <a:pt x="726472" y="23896"/>
                  <a:pt x="727095" y="19792"/>
                  <a:pt x="727746" y="14400"/>
                </a:cubicBezTo>
                <a:lnTo>
                  <a:pt x="740368" y="14400"/>
                </a:lnTo>
                <a:lnTo>
                  <a:pt x="740368" y="36354"/>
                </a:lnTo>
                <a:lnTo>
                  <a:pt x="769078" y="36354"/>
                </a:lnTo>
                <a:lnTo>
                  <a:pt x="769078" y="45332"/>
                </a:lnTo>
                <a:lnTo>
                  <a:pt x="740368" y="45332"/>
                </a:lnTo>
                <a:lnTo>
                  <a:pt x="740368" y="84886"/>
                </a:lnTo>
                <a:cubicBezTo>
                  <a:pt x="740368" y="90634"/>
                  <a:pt x="740605" y="95212"/>
                  <a:pt x="741079" y="98619"/>
                </a:cubicBezTo>
                <a:cubicBezTo>
                  <a:pt x="741553" y="102026"/>
                  <a:pt x="742442" y="104693"/>
                  <a:pt x="743746" y="106619"/>
                </a:cubicBezTo>
                <a:cubicBezTo>
                  <a:pt x="745049" y="108545"/>
                  <a:pt x="746531" y="109922"/>
                  <a:pt x="748190" y="110752"/>
                </a:cubicBezTo>
                <a:cubicBezTo>
                  <a:pt x="749849" y="111582"/>
                  <a:pt x="751983" y="111996"/>
                  <a:pt x="754590" y="111996"/>
                </a:cubicBezTo>
                <a:cubicBezTo>
                  <a:pt x="756960" y="111996"/>
                  <a:pt x="759182" y="111508"/>
                  <a:pt x="761256" y="110530"/>
                </a:cubicBezTo>
                <a:cubicBezTo>
                  <a:pt x="763330" y="109552"/>
                  <a:pt x="765375" y="108145"/>
                  <a:pt x="767390" y="106308"/>
                </a:cubicBezTo>
                <a:lnTo>
                  <a:pt x="771389" y="111108"/>
                </a:lnTo>
                <a:cubicBezTo>
                  <a:pt x="767182" y="115196"/>
                  <a:pt x="763197" y="118159"/>
                  <a:pt x="759434" y="119996"/>
                </a:cubicBezTo>
                <a:cubicBezTo>
                  <a:pt x="755671" y="121833"/>
                  <a:pt x="751775" y="122752"/>
                  <a:pt x="747746" y="122752"/>
                </a:cubicBezTo>
                <a:cubicBezTo>
                  <a:pt x="740101" y="122752"/>
                  <a:pt x="734413" y="120485"/>
                  <a:pt x="730680" y="115952"/>
                </a:cubicBezTo>
                <a:cubicBezTo>
                  <a:pt x="726946" y="111419"/>
                  <a:pt x="725080" y="104323"/>
                  <a:pt x="725080" y="94664"/>
                </a:cubicBezTo>
                <a:lnTo>
                  <a:pt x="725080" y="45332"/>
                </a:lnTo>
                <a:lnTo>
                  <a:pt x="711925" y="45332"/>
                </a:lnTo>
                <a:lnTo>
                  <a:pt x="711925" y="407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076" cap="flat">
            <a:solidFill>
              <a:srgbClr val="000000"/>
            </a:solidFill>
            <a:miter/>
          </a:ln>
        </p:spPr>
      </p:sp>
      <p:sp>
        <p:nvSpPr>
          <p:cNvPr id="246" name="Text Audio">
            <a:extLst xmlns:a="http://schemas.openxmlformats.org/drawingml/2006/main">
              <a:ext uri="{FF2B5EF4-FFF2-40B4-BE49-F238E27FC236}">
                <a16:creationId xmlns:a16="http://schemas.microsoft.com/office/drawing/2014/main" id="{8B1CAB6D-C9F4-478B-9D23-D7C4BC4A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673" y="4495299"/>
            <a:ext cx="445369" cy="128618"/>
          </a:xfrm>
          <a:custGeom xmlns:a="http://schemas.openxmlformats.org/drawingml/2006/main">
            <a:pathLst>
              <a:path w="445369" h="128618">
                <a:moveTo>
                  <a:pt x="70220" y="127196"/>
                </a:moveTo>
                <a:lnTo>
                  <a:pt x="70220" y="122841"/>
                </a:lnTo>
                <a:cubicBezTo>
                  <a:pt x="73183" y="122248"/>
                  <a:pt x="75390" y="121596"/>
                  <a:pt x="76842" y="120885"/>
                </a:cubicBezTo>
                <a:cubicBezTo>
                  <a:pt x="78294" y="120174"/>
                  <a:pt x="79375" y="119181"/>
                  <a:pt x="80086" y="117907"/>
                </a:cubicBezTo>
                <a:cubicBezTo>
                  <a:pt x="80797" y="116633"/>
                  <a:pt x="81153" y="114930"/>
                  <a:pt x="81153" y="112796"/>
                </a:cubicBezTo>
                <a:cubicBezTo>
                  <a:pt x="81153" y="110782"/>
                  <a:pt x="80916" y="108604"/>
                  <a:pt x="80442" y="106263"/>
                </a:cubicBezTo>
                <a:cubicBezTo>
                  <a:pt x="79968" y="103923"/>
                  <a:pt x="79286" y="101301"/>
                  <a:pt x="78398" y="98397"/>
                </a:cubicBezTo>
                <a:lnTo>
                  <a:pt x="75109" y="86931"/>
                </a:lnTo>
                <a:lnTo>
                  <a:pt x="33688" y="86931"/>
                </a:lnTo>
                <a:lnTo>
                  <a:pt x="30666" y="95641"/>
                </a:lnTo>
                <a:cubicBezTo>
                  <a:pt x="29125" y="100027"/>
                  <a:pt x="28118" y="103345"/>
                  <a:pt x="27644" y="105597"/>
                </a:cubicBezTo>
                <a:cubicBezTo>
                  <a:pt x="27170" y="107848"/>
                  <a:pt x="26932" y="109893"/>
                  <a:pt x="26932" y="111730"/>
                </a:cubicBezTo>
                <a:cubicBezTo>
                  <a:pt x="26932" y="115285"/>
                  <a:pt x="27836" y="117893"/>
                  <a:pt x="29644" y="119552"/>
                </a:cubicBezTo>
                <a:cubicBezTo>
                  <a:pt x="31451" y="121211"/>
                  <a:pt x="34221" y="122307"/>
                  <a:pt x="37954" y="122841"/>
                </a:cubicBezTo>
                <a:lnTo>
                  <a:pt x="37954" y="127196"/>
                </a:lnTo>
                <a:lnTo>
                  <a:pt x="0" y="127196"/>
                </a:lnTo>
                <a:lnTo>
                  <a:pt x="0" y="122841"/>
                </a:lnTo>
                <a:cubicBezTo>
                  <a:pt x="3318" y="122307"/>
                  <a:pt x="6207" y="120381"/>
                  <a:pt x="8666" y="117063"/>
                </a:cubicBezTo>
                <a:cubicBezTo>
                  <a:pt x="11126" y="113745"/>
                  <a:pt x="13511" y="109004"/>
                  <a:pt x="15822" y="102841"/>
                </a:cubicBezTo>
                <a:lnTo>
                  <a:pt x="52887" y="4444"/>
                </a:lnTo>
                <a:lnTo>
                  <a:pt x="66931" y="4444"/>
                </a:lnTo>
                <a:lnTo>
                  <a:pt x="97153" y="103552"/>
                </a:lnTo>
                <a:cubicBezTo>
                  <a:pt x="98575" y="108174"/>
                  <a:pt x="99834" y="111700"/>
                  <a:pt x="100930" y="114130"/>
                </a:cubicBezTo>
                <a:cubicBezTo>
                  <a:pt x="102026" y="116559"/>
                  <a:pt x="103345" y="118456"/>
                  <a:pt x="104886" y="119818"/>
                </a:cubicBezTo>
                <a:cubicBezTo>
                  <a:pt x="106426" y="121181"/>
                  <a:pt x="108530" y="122189"/>
                  <a:pt x="111197" y="122841"/>
                </a:cubicBezTo>
                <a:lnTo>
                  <a:pt x="111197" y="127196"/>
                </a:lnTo>
                <a:lnTo>
                  <a:pt x="70220" y="127196"/>
                </a:lnTo>
                <a:moveTo>
                  <a:pt x="36088" y="79198"/>
                </a:moveTo>
                <a:lnTo>
                  <a:pt x="73242" y="79198"/>
                </a:lnTo>
                <a:lnTo>
                  <a:pt x="56354" y="21866"/>
                </a:lnTo>
                <a:lnTo>
                  <a:pt x="36088" y="79198"/>
                </a:lnTo>
                <a:close/>
                <a:moveTo>
                  <a:pt x="116089" y="42221"/>
                </a:moveTo>
                <a:lnTo>
                  <a:pt x="141421" y="42221"/>
                </a:lnTo>
                <a:lnTo>
                  <a:pt x="141421" y="87464"/>
                </a:lnTo>
                <a:cubicBezTo>
                  <a:pt x="141421" y="94397"/>
                  <a:pt x="141688" y="99671"/>
                  <a:pt x="142221" y="103286"/>
                </a:cubicBezTo>
                <a:cubicBezTo>
                  <a:pt x="142755" y="106900"/>
                  <a:pt x="143555" y="109626"/>
                  <a:pt x="144621" y="111463"/>
                </a:cubicBezTo>
                <a:cubicBezTo>
                  <a:pt x="145688" y="113300"/>
                  <a:pt x="147199" y="114841"/>
                  <a:pt x="149154" y="116085"/>
                </a:cubicBezTo>
                <a:cubicBezTo>
                  <a:pt x="151110" y="117330"/>
                  <a:pt x="153806" y="117952"/>
                  <a:pt x="157243" y="117952"/>
                </a:cubicBezTo>
                <a:cubicBezTo>
                  <a:pt x="159495" y="117952"/>
                  <a:pt x="161658" y="117507"/>
                  <a:pt x="163732" y="116619"/>
                </a:cubicBezTo>
                <a:cubicBezTo>
                  <a:pt x="165806" y="115730"/>
                  <a:pt x="168117" y="114174"/>
                  <a:pt x="170665" y="111952"/>
                </a:cubicBezTo>
                <a:cubicBezTo>
                  <a:pt x="173213" y="109730"/>
                  <a:pt x="175035" y="107523"/>
                  <a:pt x="176131" y="105330"/>
                </a:cubicBezTo>
                <a:cubicBezTo>
                  <a:pt x="177228" y="103138"/>
                  <a:pt x="177776" y="100589"/>
                  <a:pt x="177776" y="97686"/>
                </a:cubicBezTo>
                <a:lnTo>
                  <a:pt x="177776" y="64354"/>
                </a:lnTo>
                <a:cubicBezTo>
                  <a:pt x="177776" y="60976"/>
                  <a:pt x="177687" y="58428"/>
                  <a:pt x="177509" y="56709"/>
                </a:cubicBezTo>
                <a:cubicBezTo>
                  <a:pt x="177331" y="54991"/>
                  <a:pt x="177035" y="53613"/>
                  <a:pt x="176620" y="52576"/>
                </a:cubicBezTo>
                <a:cubicBezTo>
                  <a:pt x="176205" y="51539"/>
                  <a:pt x="175717" y="50695"/>
                  <a:pt x="175154" y="50043"/>
                </a:cubicBezTo>
                <a:cubicBezTo>
                  <a:pt x="174591" y="49391"/>
                  <a:pt x="173791" y="48798"/>
                  <a:pt x="172754" y="48265"/>
                </a:cubicBezTo>
                <a:cubicBezTo>
                  <a:pt x="171717" y="47732"/>
                  <a:pt x="170043" y="47169"/>
                  <a:pt x="167732" y="46576"/>
                </a:cubicBezTo>
                <a:lnTo>
                  <a:pt x="167732" y="42221"/>
                </a:lnTo>
                <a:lnTo>
                  <a:pt x="193064" y="42221"/>
                </a:lnTo>
                <a:lnTo>
                  <a:pt x="193064" y="102930"/>
                </a:lnTo>
                <a:cubicBezTo>
                  <a:pt x="193064" y="107493"/>
                  <a:pt x="193153" y="110782"/>
                  <a:pt x="193331" y="112796"/>
                </a:cubicBezTo>
                <a:cubicBezTo>
                  <a:pt x="193509" y="114811"/>
                  <a:pt x="193894" y="116411"/>
                  <a:pt x="194486" y="117596"/>
                </a:cubicBezTo>
                <a:cubicBezTo>
                  <a:pt x="195079" y="118781"/>
                  <a:pt x="195997" y="119744"/>
                  <a:pt x="197242" y="120485"/>
                </a:cubicBezTo>
                <a:cubicBezTo>
                  <a:pt x="198486" y="121226"/>
                  <a:pt x="200708" y="121922"/>
                  <a:pt x="203908" y="122574"/>
                </a:cubicBezTo>
                <a:lnTo>
                  <a:pt x="203908" y="127196"/>
                </a:lnTo>
                <a:lnTo>
                  <a:pt x="183553" y="128085"/>
                </a:lnTo>
                <a:lnTo>
                  <a:pt x="178131" y="128085"/>
                </a:lnTo>
                <a:lnTo>
                  <a:pt x="178665" y="113508"/>
                </a:lnTo>
                <a:lnTo>
                  <a:pt x="177331" y="113152"/>
                </a:lnTo>
                <a:cubicBezTo>
                  <a:pt x="172413" y="118485"/>
                  <a:pt x="167717" y="122396"/>
                  <a:pt x="163243" y="124885"/>
                </a:cubicBezTo>
                <a:cubicBezTo>
                  <a:pt x="158769" y="127374"/>
                  <a:pt x="154280" y="128618"/>
                  <a:pt x="149777" y="128618"/>
                </a:cubicBezTo>
                <a:cubicBezTo>
                  <a:pt x="144384" y="128618"/>
                  <a:pt x="139940" y="127552"/>
                  <a:pt x="136444" y="125418"/>
                </a:cubicBezTo>
                <a:cubicBezTo>
                  <a:pt x="132947" y="123285"/>
                  <a:pt x="130340" y="120100"/>
                  <a:pt x="128622" y="115863"/>
                </a:cubicBezTo>
                <a:cubicBezTo>
                  <a:pt x="126903" y="111626"/>
                  <a:pt x="126044" y="105656"/>
                  <a:pt x="126044" y="97952"/>
                </a:cubicBezTo>
                <a:lnTo>
                  <a:pt x="126044" y="64354"/>
                </a:lnTo>
                <a:cubicBezTo>
                  <a:pt x="126044" y="59376"/>
                  <a:pt x="125851" y="55954"/>
                  <a:pt x="125466" y="54087"/>
                </a:cubicBezTo>
                <a:cubicBezTo>
                  <a:pt x="125081" y="52221"/>
                  <a:pt x="124340" y="50739"/>
                  <a:pt x="123244" y="49643"/>
                </a:cubicBezTo>
                <a:cubicBezTo>
                  <a:pt x="122148" y="48547"/>
                  <a:pt x="119763" y="47524"/>
                  <a:pt x="116089" y="46576"/>
                </a:cubicBezTo>
                <a:lnTo>
                  <a:pt x="116089" y="42221"/>
                </a:lnTo>
                <a:close/>
                <a:moveTo>
                  <a:pt x="278706" y="30577"/>
                </a:moveTo>
                <a:cubicBezTo>
                  <a:pt x="278706" y="24888"/>
                  <a:pt x="278661" y="20918"/>
                  <a:pt x="278572" y="18666"/>
                </a:cubicBezTo>
                <a:cubicBezTo>
                  <a:pt x="278483" y="16414"/>
                  <a:pt x="278246" y="14503"/>
                  <a:pt x="277861" y="12933"/>
                </a:cubicBezTo>
                <a:cubicBezTo>
                  <a:pt x="277476" y="11363"/>
                  <a:pt x="276943" y="10133"/>
                  <a:pt x="276261" y="9244"/>
                </a:cubicBezTo>
                <a:cubicBezTo>
                  <a:pt x="275580" y="8355"/>
                  <a:pt x="274661" y="7644"/>
                  <a:pt x="273506" y="7111"/>
                </a:cubicBezTo>
                <a:cubicBezTo>
                  <a:pt x="272350" y="6578"/>
                  <a:pt x="270262" y="6044"/>
                  <a:pt x="267239" y="5511"/>
                </a:cubicBezTo>
                <a:lnTo>
                  <a:pt x="267239" y="889"/>
                </a:lnTo>
                <a:lnTo>
                  <a:pt x="288750" y="0"/>
                </a:lnTo>
                <a:lnTo>
                  <a:pt x="293994" y="0"/>
                </a:lnTo>
                <a:lnTo>
                  <a:pt x="293994" y="102930"/>
                </a:lnTo>
                <a:cubicBezTo>
                  <a:pt x="293994" y="107552"/>
                  <a:pt x="294083" y="110856"/>
                  <a:pt x="294261" y="112841"/>
                </a:cubicBezTo>
                <a:cubicBezTo>
                  <a:pt x="294439" y="114826"/>
                  <a:pt x="294824" y="116411"/>
                  <a:pt x="295416" y="117596"/>
                </a:cubicBezTo>
                <a:cubicBezTo>
                  <a:pt x="296009" y="118781"/>
                  <a:pt x="296942" y="119744"/>
                  <a:pt x="298216" y="120485"/>
                </a:cubicBezTo>
                <a:cubicBezTo>
                  <a:pt x="299490" y="121226"/>
                  <a:pt x="301727" y="121922"/>
                  <a:pt x="304927" y="122574"/>
                </a:cubicBezTo>
                <a:lnTo>
                  <a:pt x="304927" y="127196"/>
                </a:lnTo>
                <a:lnTo>
                  <a:pt x="283950" y="128085"/>
                </a:lnTo>
                <a:lnTo>
                  <a:pt x="278617" y="128085"/>
                </a:lnTo>
                <a:lnTo>
                  <a:pt x="279683" y="113508"/>
                </a:lnTo>
                <a:lnTo>
                  <a:pt x="278350" y="113152"/>
                </a:lnTo>
                <a:cubicBezTo>
                  <a:pt x="274617" y="117122"/>
                  <a:pt x="271373" y="120100"/>
                  <a:pt x="268617" y="122085"/>
                </a:cubicBezTo>
                <a:cubicBezTo>
                  <a:pt x="265862" y="124070"/>
                  <a:pt x="262928" y="125655"/>
                  <a:pt x="259817" y="126840"/>
                </a:cubicBezTo>
                <a:cubicBezTo>
                  <a:pt x="256706" y="128026"/>
                  <a:pt x="253373" y="128618"/>
                  <a:pt x="249818" y="128618"/>
                </a:cubicBezTo>
                <a:cubicBezTo>
                  <a:pt x="240099" y="128618"/>
                  <a:pt x="232603" y="124929"/>
                  <a:pt x="227330" y="117552"/>
                </a:cubicBezTo>
                <a:cubicBezTo>
                  <a:pt x="222056" y="110174"/>
                  <a:pt x="219419" y="99523"/>
                  <a:pt x="219419" y="85597"/>
                </a:cubicBezTo>
                <a:cubicBezTo>
                  <a:pt x="219419" y="75879"/>
                  <a:pt x="221137" y="67628"/>
                  <a:pt x="224574" y="60843"/>
                </a:cubicBezTo>
                <a:cubicBezTo>
                  <a:pt x="228011" y="54058"/>
                  <a:pt x="232648" y="49006"/>
                  <a:pt x="238485" y="45687"/>
                </a:cubicBezTo>
                <a:cubicBezTo>
                  <a:pt x="244322" y="42369"/>
                  <a:pt x="250884" y="40710"/>
                  <a:pt x="258173" y="40710"/>
                </a:cubicBezTo>
                <a:cubicBezTo>
                  <a:pt x="262084" y="40710"/>
                  <a:pt x="265639" y="41021"/>
                  <a:pt x="268839" y="41643"/>
                </a:cubicBezTo>
                <a:cubicBezTo>
                  <a:pt x="272039" y="42265"/>
                  <a:pt x="275328" y="43288"/>
                  <a:pt x="278706" y="44710"/>
                </a:cubicBezTo>
                <a:lnTo>
                  <a:pt x="278706" y="30577"/>
                </a:lnTo>
                <a:moveTo>
                  <a:pt x="278706" y="74487"/>
                </a:moveTo>
                <a:cubicBezTo>
                  <a:pt x="278706" y="69864"/>
                  <a:pt x="278498" y="66161"/>
                  <a:pt x="278083" y="63376"/>
                </a:cubicBezTo>
                <a:cubicBezTo>
                  <a:pt x="277669" y="60591"/>
                  <a:pt x="276972" y="58250"/>
                  <a:pt x="275995" y="56354"/>
                </a:cubicBezTo>
                <a:cubicBezTo>
                  <a:pt x="275017" y="54458"/>
                  <a:pt x="273698" y="52858"/>
                  <a:pt x="272039" y="51554"/>
                </a:cubicBezTo>
                <a:cubicBezTo>
                  <a:pt x="270380" y="50250"/>
                  <a:pt x="268558" y="49302"/>
                  <a:pt x="266573" y="48710"/>
                </a:cubicBezTo>
                <a:cubicBezTo>
                  <a:pt x="264588" y="48117"/>
                  <a:pt x="262202" y="47821"/>
                  <a:pt x="259417" y="47821"/>
                </a:cubicBezTo>
                <a:cubicBezTo>
                  <a:pt x="251832" y="47821"/>
                  <a:pt x="246055" y="50858"/>
                  <a:pt x="242085" y="56932"/>
                </a:cubicBezTo>
                <a:cubicBezTo>
                  <a:pt x="238114" y="63005"/>
                  <a:pt x="236129" y="71731"/>
                  <a:pt x="236129" y="83109"/>
                </a:cubicBezTo>
                <a:cubicBezTo>
                  <a:pt x="236129" y="94486"/>
                  <a:pt x="237759" y="103138"/>
                  <a:pt x="241018" y="109063"/>
                </a:cubicBezTo>
                <a:cubicBezTo>
                  <a:pt x="244277" y="114989"/>
                  <a:pt x="249225" y="117952"/>
                  <a:pt x="255862" y="117952"/>
                </a:cubicBezTo>
                <a:cubicBezTo>
                  <a:pt x="258469" y="117952"/>
                  <a:pt x="260632" y="117730"/>
                  <a:pt x="262351" y="117285"/>
                </a:cubicBezTo>
                <a:cubicBezTo>
                  <a:pt x="264069" y="116841"/>
                  <a:pt x="265758" y="116130"/>
                  <a:pt x="267417" y="115152"/>
                </a:cubicBezTo>
                <a:cubicBezTo>
                  <a:pt x="269076" y="114174"/>
                  <a:pt x="270765" y="112826"/>
                  <a:pt x="272484" y="111108"/>
                </a:cubicBezTo>
                <a:cubicBezTo>
                  <a:pt x="274202" y="109389"/>
                  <a:pt x="275461" y="107819"/>
                  <a:pt x="276261" y="106397"/>
                </a:cubicBezTo>
                <a:cubicBezTo>
                  <a:pt x="277061" y="104974"/>
                  <a:pt x="277669" y="103345"/>
                  <a:pt x="278083" y="101508"/>
                </a:cubicBezTo>
                <a:cubicBezTo>
                  <a:pt x="278498" y="99671"/>
                  <a:pt x="278706" y="97301"/>
                  <a:pt x="278706" y="94397"/>
                </a:cubicBezTo>
                <a:lnTo>
                  <a:pt x="278706" y="74487"/>
                </a:lnTo>
                <a:close/>
                <a:moveTo>
                  <a:pt x="342976" y="7378"/>
                </a:moveTo>
                <a:lnTo>
                  <a:pt x="342976" y="24621"/>
                </a:lnTo>
                <a:lnTo>
                  <a:pt x="326621" y="24621"/>
                </a:lnTo>
                <a:lnTo>
                  <a:pt x="326621" y="7378"/>
                </a:lnTo>
                <a:lnTo>
                  <a:pt x="342976" y="7378"/>
                </a:lnTo>
                <a:moveTo>
                  <a:pt x="317555" y="122841"/>
                </a:moveTo>
                <a:cubicBezTo>
                  <a:pt x="319866" y="122130"/>
                  <a:pt x="321510" y="121507"/>
                  <a:pt x="322488" y="120974"/>
                </a:cubicBezTo>
                <a:cubicBezTo>
                  <a:pt x="323465" y="120441"/>
                  <a:pt x="324295" y="119700"/>
                  <a:pt x="324977" y="118752"/>
                </a:cubicBezTo>
                <a:cubicBezTo>
                  <a:pt x="325658" y="117804"/>
                  <a:pt x="326191" y="116352"/>
                  <a:pt x="326576" y="114396"/>
                </a:cubicBezTo>
                <a:cubicBezTo>
                  <a:pt x="326962" y="112441"/>
                  <a:pt x="327154" y="109389"/>
                  <a:pt x="327154" y="105241"/>
                </a:cubicBezTo>
                <a:lnTo>
                  <a:pt x="327154" y="66487"/>
                </a:lnTo>
                <a:cubicBezTo>
                  <a:pt x="327154" y="62694"/>
                  <a:pt x="327095" y="59643"/>
                  <a:pt x="326976" y="57332"/>
                </a:cubicBezTo>
                <a:cubicBezTo>
                  <a:pt x="326858" y="55021"/>
                  <a:pt x="326443" y="53169"/>
                  <a:pt x="325732" y="51776"/>
                </a:cubicBezTo>
                <a:cubicBezTo>
                  <a:pt x="325021" y="50384"/>
                  <a:pt x="323939" y="49347"/>
                  <a:pt x="322488" y="48665"/>
                </a:cubicBezTo>
                <a:cubicBezTo>
                  <a:pt x="321036" y="47984"/>
                  <a:pt x="318977" y="47406"/>
                  <a:pt x="316310" y="46932"/>
                </a:cubicBezTo>
                <a:lnTo>
                  <a:pt x="316310" y="42221"/>
                </a:lnTo>
                <a:lnTo>
                  <a:pt x="337021" y="41421"/>
                </a:lnTo>
                <a:lnTo>
                  <a:pt x="342443" y="41421"/>
                </a:lnTo>
                <a:lnTo>
                  <a:pt x="342443" y="104974"/>
                </a:lnTo>
                <a:cubicBezTo>
                  <a:pt x="342443" y="110071"/>
                  <a:pt x="342680" y="113611"/>
                  <a:pt x="343154" y="115596"/>
                </a:cubicBezTo>
                <a:cubicBezTo>
                  <a:pt x="343628" y="117582"/>
                  <a:pt x="344531" y="119093"/>
                  <a:pt x="345865" y="120130"/>
                </a:cubicBezTo>
                <a:cubicBezTo>
                  <a:pt x="347198" y="121167"/>
                  <a:pt x="349376" y="122070"/>
                  <a:pt x="352398" y="122841"/>
                </a:cubicBezTo>
                <a:lnTo>
                  <a:pt x="352398" y="127196"/>
                </a:lnTo>
                <a:lnTo>
                  <a:pt x="317555" y="127196"/>
                </a:lnTo>
                <a:lnTo>
                  <a:pt x="317555" y="122841"/>
                </a:lnTo>
                <a:close/>
                <a:moveTo>
                  <a:pt x="405371" y="128618"/>
                </a:moveTo>
                <a:cubicBezTo>
                  <a:pt x="393045" y="128618"/>
                  <a:pt x="383638" y="124989"/>
                  <a:pt x="377149" y="117730"/>
                </a:cubicBezTo>
                <a:cubicBezTo>
                  <a:pt x="370661" y="110471"/>
                  <a:pt x="367416" y="99730"/>
                  <a:pt x="367416" y="85508"/>
                </a:cubicBezTo>
                <a:cubicBezTo>
                  <a:pt x="367416" y="75731"/>
                  <a:pt x="369120" y="67465"/>
                  <a:pt x="372527" y="60709"/>
                </a:cubicBezTo>
                <a:cubicBezTo>
                  <a:pt x="375934" y="53954"/>
                  <a:pt x="380601" y="48932"/>
                  <a:pt x="386527" y="45643"/>
                </a:cubicBezTo>
                <a:cubicBezTo>
                  <a:pt x="392452" y="42354"/>
                  <a:pt x="399208" y="40710"/>
                  <a:pt x="406793" y="40710"/>
                </a:cubicBezTo>
                <a:cubicBezTo>
                  <a:pt x="419474" y="40710"/>
                  <a:pt x="429074" y="44399"/>
                  <a:pt x="435592" y="51776"/>
                </a:cubicBezTo>
                <a:cubicBezTo>
                  <a:pt x="442110" y="59154"/>
                  <a:pt x="445369" y="69746"/>
                  <a:pt x="445369" y="83553"/>
                </a:cubicBezTo>
                <a:cubicBezTo>
                  <a:pt x="445369" y="93390"/>
                  <a:pt x="443740" y="101686"/>
                  <a:pt x="440481" y="108441"/>
                </a:cubicBezTo>
                <a:cubicBezTo>
                  <a:pt x="437221" y="115196"/>
                  <a:pt x="432599" y="120248"/>
                  <a:pt x="426614" y="123596"/>
                </a:cubicBezTo>
                <a:cubicBezTo>
                  <a:pt x="420629" y="126944"/>
                  <a:pt x="413548" y="128618"/>
                  <a:pt x="405371" y="128618"/>
                </a:cubicBezTo>
                <a:moveTo>
                  <a:pt x="384216" y="83642"/>
                </a:moveTo>
                <a:cubicBezTo>
                  <a:pt x="384216" y="95849"/>
                  <a:pt x="386156" y="105226"/>
                  <a:pt x="390038" y="111774"/>
                </a:cubicBezTo>
                <a:cubicBezTo>
                  <a:pt x="393919" y="118322"/>
                  <a:pt x="399474" y="121596"/>
                  <a:pt x="406704" y="121596"/>
                </a:cubicBezTo>
                <a:cubicBezTo>
                  <a:pt x="410674" y="121596"/>
                  <a:pt x="414052" y="120633"/>
                  <a:pt x="416837" y="118707"/>
                </a:cubicBezTo>
                <a:cubicBezTo>
                  <a:pt x="419622" y="116782"/>
                  <a:pt x="421889" y="114189"/>
                  <a:pt x="423637" y="110930"/>
                </a:cubicBezTo>
                <a:cubicBezTo>
                  <a:pt x="425385" y="107671"/>
                  <a:pt x="426644" y="103893"/>
                  <a:pt x="427414" y="99597"/>
                </a:cubicBezTo>
                <a:cubicBezTo>
                  <a:pt x="428185" y="95301"/>
                  <a:pt x="428570" y="90812"/>
                  <a:pt x="428570" y="86131"/>
                </a:cubicBezTo>
                <a:cubicBezTo>
                  <a:pt x="428570" y="77420"/>
                  <a:pt x="427607" y="70190"/>
                  <a:pt x="425681" y="64442"/>
                </a:cubicBezTo>
                <a:cubicBezTo>
                  <a:pt x="423755" y="58694"/>
                  <a:pt x="421133" y="54472"/>
                  <a:pt x="417815" y="51776"/>
                </a:cubicBezTo>
                <a:cubicBezTo>
                  <a:pt x="414496" y="49080"/>
                  <a:pt x="410704" y="47732"/>
                  <a:pt x="406437" y="47732"/>
                </a:cubicBezTo>
                <a:cubicBezTo>
                  <a:pt x="399267" y="47732"/>
                  <a:pt x="393771" y="50843"/>
                  <a:pt x="389949" y="57065"/>
                </a:cubicBezTo>
                <a:cubicBezTo>
                  <a:pt x="386127" y="63287"/>
                  <a:pt x="384216" y="72146"/>
                  <a:pt x="384216" y="836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Text Audio">
            <a:extLst xmlns:a="http://schemas.openxmlformats.org/drawingml/2006/main">
              <a:ext uri="{FF2B5EF4-FFF2-40B4-BE49-F238E27FC236}">
                <a16:creationId xmlns:a16="http://schemas.microsoft.com/office/drawing/2014/main" id="{3B802A29-4B4D-4553-BEC0-C8180409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673" y="4495299"/>
            <a:ext cx="445369" cy="128618"/>
          </a:xfrm>
          <a:custGeom xmlns:a="http://schemas.openxmlformats.org/drawingml/2006/main">
            <a:pathLst>
              <a:path w="445369" h="128618" fill="none">
                <a:moveTo>
                  <a:pt x="70220" y="127196"/>
                </a:moveTo>
                <a:lnTo>
                  <a:pt x="70220" y="122841"/>
                </a:lnTo>
                <a:cubicBezTo>
                  <a:pt x="73183" y="122248"/>
                  <a:pt x="75390" y="121596"/>
                  <a:pt x="76842" y="120885"/>
                </a:cubicBezTo>
                <a:cubicBezTo>
                  <a:pt x="78294" y="120174"/>
                  <a:pt x="79375" y="119181"/>
                  <a:pt x="80086" y="117907"/>
                </a:cubicBezTo>
                <a:cubicBezTo>
                  <a:pt x="80797" y="116633"/>
                  <a:pt x="81153" y="114930"/>
                  <a:pt x="81153" y="112796"/>
                </a:cubicBezTo>
                <a:cubicBezTo>
                  <a:pt x="81153" y="110782"/>
                  <a:pt x="80916" y="108604"/>
                  <a:pt x="80442" y="106263"/>
                </a:cubicBezTo>
                <a:cubicBezTo>
                  <a:pt x="79968" y="103923"/>
                  <a:pt x="79286" y="101301"/>
                  <a:pt x="78398" y="98397"/>
                </a:cubicBezTo>
                <a:lnTo>
                  <a:pt x="75109" y="86931"/>
                </a:lnTo>
                <a:lnTo>
                  <a:pt x="33688" y="86931"/>
                </a:lnTo>
                <a:lnTo>
                  <a:pt x="30666" y="95641"/>
                </a:lnTo>
                <a:cubicBezTo>
                  <a:pt x="29125" y="100027"/>
                  <a:pt x="28118" y="103345"/>
                  <a:pt x="27644" y="105597"/>
                </a:cubicBezTo>
                <a:cubicBezTo>
                  <a:pt x="27170" y="107848"/>
                  <a:pt x="26932" y="109893"/>
                  <a:pt x="26932" y="111730"/>
                </a:cubicBezTo>
                <a:cubicBezTo>
                  <a:pt x="26932" y="115285"/>
                  <a:pt x="27836" y="117893"/>
                  <a:pt x="29644" y="119552"/>
                </a:cubicBezTo>
                <a:cubicBezTo>
                  <a:pt x="31451" y="121211"/>
                  <a:pt x="34221" y="122307"/>
                  <a:pt x="37954" y="122841"/>
                </a:cubicBezTo>
                <a:lnTo>
                  <a:pt x="37954" y="127196"/>
                </a:lnTo>
                <a:lnTo>
                  <a:pt x="0" y="127196"/>
                </a:lnTo>
                <a:lnTo>
                  <a:pt x="0" y="122841"/>
                </a:lnTo>
                <a:cubicBezTo>
                  <a:pt x="3318" y="122307"/>
                  <a:pt x="6207" y="120381"/>
                  <a:pt x="8666" y="117063"/>
                </a:cubicBezTo>
                <a:cubicBezTo>
                  <a:pt x="11126" y="113745"/>
                  <a:pt x="13511" y="109004"/>
                  <a:pt x="15822" y="102841"/>
                </a:cubicBezTo>
                <a:lnTo>
                  <a:pt x="52887" y="4444"/>
                </a:lnTo>
                <a:lnTo>
                  <a:pt x="66931" y="4444"/>
                </a:lnTo>
                <a:lnTo>
                  <a:pt x="97153" y="103552"/>
                </a:lnTo>
                <a:cubicBezTo>
                  <a:pt x="98575" y="108174"/>
                  <a:pt x="99834" y="111700"/>
                  <a:pt x="100930" y="114130"/>
                </a:cubicBezTo>
                <a:cubicBezTo>
                  <a:pt x="102026" y="116559"/>
                  <a:pt x="103345" y="118456"/>
                  <a:pt x="104886" y="119818"/>
                </a:cubicBezTo>
                <a:cubicBezTo>
                  <a:pt x="106426" y="121181"/>
                  <a:pt x="108530" y="122189"/>
                  <a:pt x="111197" y="122841"/>
                </a:cubicBezTo>
                <a:lnTo>
                  <a:pt x="111197" y="127196"/>
                </a:lnTo>
                <a:lnTo>
                  <a:pt x="70220" y="127196"/>
                </a:lnTo>
                <a:moveTo>
                  <a:pt x="36088" y="79198"/>
                </a:moveTo>
                <a:lnTo>
                  <a:pt x="73242" y="79198"/>
                </a:lnTo>
                <a:lnTo>
                  <a:pt x="56354" y="21866"/>
                </a:lnTo>
                <a:lnTo>
                  <a:pt x="36088" y="79198"/>
                </a:lnTo>
                <a:close/>
                <a:moveTo>
                  <a:pt x="116089" y="42221"/>
                </a:moveTo>
                <a:lnTo>
                  <a:pt x="141421" y="42221"/>
                </a:lnTo>
                <a:lnTo>
                  <a:pt x="141421" y="87464"/>
                </a:lnTo>
                <a:cubicBezTo>
                  <a:pt x="141421" y="94397"/>
                  <a:pt x="141688" y="99671"/>
                  <a:pt x="142221" y="103286"/>
                </a:cubicBezTo>
                <a:cubicBezTo>
                  <a:pt x="142755" y="106900"/>
                  <a:pt x="143555" y="109626"/>
                  <a:pt x="144621" y="111463"/>
                </a:cubicBezTo>
                <a:cubicBezTo>
                  <a:pt x="145688" y="113300"/>
                  <a:pt x="147199" y="114841"/>
                  <a:pt x="149154" y="116085"/>
                </a:cubicBezTo>
                <a:cubicBezTo>
                  <a:pt x="151110" y="117330"/>
                  <a:pt x="153806" y="117952"/>
                  <a:pt x="157243" y="117952"/>
                </a:cubicBezTo>
                <a:cubicBezTo>
                  <a:pt x="159495" y="117952"/>
                  <a:pt x="161658" y="117507"/>
                  <a:pt x="163732" y="116619"/>
                </a:cubicBezTo>
                <a:cubicBezTo>
                  <a:pt x="165806" y="115730"/>
                  <a:pt x="168117" y="114174"/>
                  <a:pt x="170665" y="111952"/>
                </a:cubicBezTo>
                <a:cubicBezTo>
                  <a:pt x="173213" y="109730"/>
                  <a:pt x="175035" y="107523"/>
                  <a:pt x="176131" y="105330"/>
                </a:cubicBezTo>
                <a:cubicBezTo>
                  <a:pt x="177228" y="103138"/>
                  <a:pt x="177776" y="100589"/>
                  <a:pt x="177776" y="97686"/>
                </a:cubicBezTo>
                <a:lnTo>
                  <a:pt x="177776" y="64354"/>
                </a:lnTo>
                <a:cubicBezTo>
                  <a:pt x="177776" y="60976"/>
                  <a:pt x="177687" y="58428"/>
                  <a:pt x="177509" y="56709"/>
                </a:cubicBezTo>
                <a:cubicBezTo>
                  <a:pt x="177331" y="54991"/>
                  <a:pt x="177035" y="53613"/>
                  <a:pt x="176620" y="52576"/>
                </a:cubicBezTo>
                <a:cubicBezTo>
                  <a:pt x="176205" y="51539"/>
                  <a:pt x="175717" y="50695"/>
                  <a:pt x="175154" y="50043"/>
                </a:cubicBezTo>
                <a:cubicBezTo>
                  <a:pt x="174591" y="49391"/>
                  <a:pt x="173791" y="48798"/>
                  <a:pt x="172754" y="48265"/>
                </a:cubicBezTo>
                <a:cubicBezTo>
                  <a:pt x="171717" y="47732"/>
                  <a:pt x="170043" y="47169"/>
                  <a:pt x="167732" y="46576"/>
                </a:cubicBezTo>
                <a:lnTo>
                  <a:pt x="167732" y="42221"/>
                </a:lnTo>
                <a:lnTo>
                  <a:pt x="193064" y="42221"/>
                </a:lnTo>
                <a:lnTo>
                  <a:pt x="193064" y="102930"/>
                </a:lnTo>
                <a:cubicBezTo>
                  <a:pt x="193064" y="107493"/>
                  <a:pt x="193153" y="110782"/>
                  <a:pt x="193331" y="112796"/>
                </a:cubicBezTo>
                <a:cubicBezTo>
                  <a:pt x="193509" y="114811"/>
                  <a:pt x="193894" y="116411"/>
                  <a:pt x="194486" y="117596"/>
                </a:cubicBezTo>
                <a:cubicBezTo>
                  <a:pt x="195079" y="118781"/>
                  <a:pt x="195997" y="119744"/>
                  <a:pt x="197242" y="120485"/>
                </a:cubicBezTo>
                <a:cubicBezTo>
                  <a:pt x="198486" y="121226"/>
                  <a:pt x="200708" y="121922"/>
                  <a:pt x="203908" y="122574"/>
                </a:cubicBezTo>
                <a:lnTo>
                  <a:pt x="203908" y="127196"/>
                </a:lnTo>
                <a:lnTo>
                  <a:pt x="183553" y="128085"/>
                </a:lnTo>
                <a:lnTo>
                  <a:pt x="178131" y="128085"/>
                </a:lnTo>
                <a:lnTo>
                  <a:pt x="178665" y="113508"/>
                </a:lnTo>
                <a:lnTo>
                  <a:pt x="177331" y="113152"/>
                </a:lnTo>
                <a:cubicBezTo>
                  <a:pt x="172413" y="118485"/>
                  <a:pt x="167717" y="122396"/>
                  <a:pt x="163243" y="124885"/>
                </a:cubicBezTo>
                <a:cubicBezTo>
                  <a:pt x="158769" y="127374"/>
                  <a:pt x="154280" y="128618"/>
                  <a:pt x="149777" y="128618"/>
                </a:cubicBezTo>
                <a:cubicBezTo>
                  <a:pt x="144384" y="128618"/>
                  <a:pt x="139940" y="127552"/>
                  <a:pt x="136444" y="125418"/>
                </a:cubicBezTo>
                <a:cubicBezTo>
                  <a:pt x="132947" y="123285"/>
                  <a:pt x="130340" y="120100"/>
                  <a:pt x="128622" y="115863"/>
                </a:cubicBezTo>
                <a:cubicBezTo>
                  <a:pt x="126903" y="111626"/>
                  <a:pt x="126044" y="105656"/>
                  <a:pt x="126044" y="97952"/>
                </a:cubicBezTo>
                <a:lnTo>
                  <a:pt x="126044" y="64354"/>
                </a:lnTo>
                <a:cubicBezTo>
                  <a:pt x="126044" y="59376"/>
                  <a:pt x="125851" y="55954"/>
                  <a:pt x="125466" y="54087"/>
                </a:cubicBezTo>
                <a:cubicBezTo>
                  <a:pt x="125081" y="52221"/>
                  <a:pt x="124340" y="50739"/>
                  <a:pt x="123244" y="49643"/>
                </a:cubicBezTo>
                <a:cubicBezTo>
                  <a:pt x="122148" y="48547"/>
                  <a:pt x="119763" y="47524"/>
                  <a:pt x="116089" y="46576"/>
                </a:cubicBezTo>
                <a:lnTo>
                  <a:pt x="116089" y="42221"/>
                </a:lnTo>
                <a:close/>
                <a:moveTo>
                  <a:pt x="278706" y="30577"/>
                </a:moveTo>
                <a:cubicBezTo>
                  <a:pt x="278706" y="24888"/>
                  <a:pt x="278661" y="20918"/>
                  <a:pt x="278572" y="18666"/>
                </a:cubicBezTo>
                <a:cubicBezTo>
                  <a:pt x="278483" y="16414"/>
                  <a:pt x="278246" y="14503"/>
                  <a:pt x="277861" y="12933"/>
                </a:cubicBezTo>
                <a:cubicBezTo>
                  <a:pt x="277476" y="11363"/>
                  <a:pt x="276943" y="10133"/>
                  <a:pt x="276261" y="9244"/>
                </a:cubicBezTo>
                <a:cubicBezTo>
                  <a:pt x="275580" y="8355"/>
                  <a:pt x="274661" y="7644"/>
                  <a:pt x="273506" y="7111"/>
                </a:cubicBezTo>
                <a:cubicBezTo>
                  <a:pt x="272350" y="6578"/>
                  <a:pt x="270262" y="6044"/>
                  <a:pt x="267239" y="5511"/>
                </a:cubicBezTo>
                <a:lnTo>
                  <a:pt x="267239" y="889"/>
                </a:lnTo>
                <a:lnTo>
                  <a:pt x="288750" y="0"/>
                </a:lnTo>
                <a:lnTo>
                  <a:pt x="293994" y="0"/>
                </a:lnTo>
                <a:lnTo>
                  <a:pt x="293994" y="102930"/>
                </a:lnTo>
                <a:cubicBezTo>
                  <a:pt x="293994" y="107552"/>
                  <a:pt x="294083" y="110856"/>
                  <a:pt x="294261" y="112841"/>
                </a:cubicBezTo>
                <a:cubicBezTo>
                  <a:pt x="294439" y="114826"/>
                  <a:pt x="294824" y="116411"/>
                  <a:pt x="295416" y="117596"/>
                </a:cubicBezTo>
                <a:cubicBezTo>
                  <a:pt x="296009" y="118781"/>
                  <a:pt x="296942" y="119744"/>
                  <a:pt x="298216" y="120485"/>
                </a:cubicBezTo>
                <a:cubicBezTo>
                  <a:pt x="299490" y="121226"/>
                  <a:pt x="301727" y="121922"/>
                  <a:pt x="304927" y="122574"/>
                </a:cubicBezTo>
                <a:lnTo>
                  <a:pt x="304927" y="127196"/>
                </a:lnTo>
                <a:lnTo>
                  <a:pt x="283950" y="128085"/>
                </a:lnTo>
                <a:lnTo>
                  <a:pt x="278617" y="128085"/>
                </a:lnTo>
                <a:lnTo>
                  <a:pt x="279683" y="113508"/>
                </a:lnTo>
                <a:lnTo>
                  <a:pt x="278350" y="113152"/>
                </a:lnTo>
                <a:cubicBezTo>
                  <a:pt x="274617" y="117122"/>
                  <a:pt x="271373" y="120100"/>
                  <a:pt x="268617" y="122085"/>
                </a:cubicBezTo>
                <a:cubicBezTo>
                  <a:pt x="265862" y="124070"/>
                  <a:pt x="262928" y="125655"/>
                  <a:pt x="259817" y="126840"/>
                </a:cubicBezTo>
                <a:cubicBezTo>
                  <a:pt x="256706" y="128026"/>
                  <a:pt x="253373" y="128618"/>
                  <a:pt x="249818" y="128618"/>
                </a:cubicBezTo>
                <a:cubicBezTo>
                  <a:pt x="240099" y="128618"/>
                  <a:pt x="232603" y="124929"/>
                  <a:pt x="227330" y="117552"/>
                </a:cubicBezTo>
                <a:cubicBezTo>
                  <a:pt x="222056" y="110174"/>
                  <a:pt x="219419" y="99523"/>
                  <a:pt x="219419" y="85597"/>
                </a:cubicBezTo>
                <a:cubicBezTo>
                  <a:pt x="219419" y="75879"/>
                  <a:pt x="221137" y="67628"/>
                  <a:pt x="224574" y="60843"/>
                </a:cubicBezTo>
                <a:cubicBezTo>
                  <a:pt x="228011" y="54058"/>
                  <a:pt x="232648" y="49006"/>
                  <a:pt x="238485" y="45687"/>
                </a:cubicBezTo>
                <a:cubicBezTo>
                  <a:pt x="244322" y="42369"/>
                  <a:pt x="250884" y="40710"/>
                  <a:pt x="258173" y="40710"/>
                </a:cubicBezTo>
                <a:cubicBezTo>
                  <a:pt x="262084" y="40710"/>
                  <a:pt x="265639" y="41021"/>
                  <a:pt x="268839" y="41643"/>
                </a:cubicBezTo>
                <a:cubicBezTo>
                  <a:pt x="272039" y="42265"/>
                  <a:pt x="275328" y="43288"/>
                  <a:pt x="278706" y="44710"/>
                </a:cubicBezTo>
                <a:lnTo>
                  <a:pt x="278706" y="30577"/>
                </a:lnTo>
                <a:moveTo>
                  <a:pt x="278706" y="74487"/>
                </a:moveTo>
                <a:cubicBezTo>
                  <a:pt x="278706" y="69864"/>
                  <a:pt x="278498" y="66161"/>
                  <a:pt x="278083" y="63376"/>
                </a:cubicBezTo>
                <a:cubicBezTo>
                  <a:pt x="277669" y="60591"/>
                  <a:pt x="276972" y="58250"/>
                  <a:pt x="275995" y="56354"/>
                </a:cubicBezTo>
                <a:cubicBezTo>
                  <a:pt x="275017" y="54458"/>
                  <a:pt x="273698" y="52858"/>
                  <a:pt x="272039" y="51554"/>
                </a:cubicBezTo>
                <a:cubicBezTo>
                  <a:pt x="270380" y="50250"/>
                  <a:pt x="268558" y="49302"/>
                  <a:pt x="266573" y="48710"/>
                </a:cubicBezTo>
                <a:cubicBezTo>
                  <a:pt x="264588" y="48117"/>
                  <a:pt x="262202" y="47821"/>
                  <a:pt x="259417" y="47821"/>
                </a:cubicBezTo>
                <a:cubicBezTo>
                  <a:pt x="251832" y="47821"/>
                  <a:pt x="246055" y="50858"/>
                  <a:pt x="242085" y="56932"/>
                </a:cubicBezTo>
                <a:cubicBezTo>
                  <a:pt x="238114" y="63005"/>
                  <a:pt x="236129" y="71731"/>
                  <a:pt x="236129" y="83109"/>
                </a:cubicBezTo>
                <a:cubicBezTo>
                  <a:pt x="236129" y="94486"/>
                  <a:pt x="237759" y="103138"/>
                  <a:pt x="241018" y="109063"/>
                </a:cubicBezTo>
                <a:cubicBezTo>
                  <a:pt x="244277" y="114989"/>
                  <a:pt x="249225" y="117952"/>
                  <a:pt x="255862" y="117952"/>
                </a:cubicBezTo>
                <a:cubicBezTo>
                  <a:pt x="258469" y="117952"/>
                  <a:pt x="260632" y="117730"/>
                  <a:pt x="262351" y="117285"/>
                </a:cubicBezTo>
                <a:cubicBezTo>
                  <a:pt x="264069" y="116841"/>
                  <a:pt x="265758" y="116130"/>
                  <a:pt x="267417" y="115152"/>
                </a:cubicBezTo>
                <a:cubicBezTo>
                  <a:pt x="269076" y="114174"/>
                  <a:pt x="270765" y="112826"/>
                  <a:pt x="272484" y="111108"/>
                </a:cubicBezTo>
                <a:cubicBezTo>
                  <a:pt x="274202" y="109389"/>
                  <a:pt x="275461" y="107819"/>
                  <a:pt x="276261" y="106397"/>
                </a:cubicBezTo>
                <a:cubicBezTo>
                  <a:pt x="277061" y="104974"/>
                  <a:pt x="277669" y="103345"/>
                  <a:pt x="278083" y="101508"/>
                </a:cubicBezTo>
                <a:cubicBezTo>
                  <a:pt x="278498" y="99671"/>
                  <a:pt x="278706" y="97301"/>
                  <a:pt x="278706" y="94397"/>
                </a:cubicBezTo>
                <a:lnTo>
                  <a:pt x="278706" y="74487"/>
                </a:lnTo>
                <a:close/>
                <a:moveTo>
                  <a:pt x="342976" y="7378"/>
                </a:moveTo>
                <a:lnTo>
                  <a:pt x="342976" y="24621"/>
                </a:lnTo>
                <a:lnTo>
                  <a:pt x="326621" y="24621"/>
                </a:lnTo>
                <a:lnTo>
                  <a:pt x="326621" y="7378"/>
                </a:lnTo>
                <a:lnTo>
                  <a:pt x="342976" y="7378"/>
                </a:lnTo>
                <a:moveTo>
                  <a:pt x="317555" y="122841"/>
                </a:moveTo>
                <a:cubicBezTo>
                  <a:pt x="319866" y="122130"/>
                  <a:pt x="321510" y="121507"/>
                  <a:pt x="322488" y="120974"/>
                </a:cubicBezTo>
                <a:cubicBezTo>
                  <a:pt x="323465" y="120441"/>
                  <a:pt x="324295" y="119700"/>
                  <a:pt x="324977" y="118752"/>
                </a:cubicBezTo>
                <a:cubicBezTo>
                  <a:pt x="325658" y="117804"/>
                  <a:pt x="326191" y="116352"/>
                  <a:pt x="326576" y="114396"/>
                </a:cubicBezTo>
                <a:cubicBezTo>
                  <a:pt x="326962" y="112441"/>
                  <a:pt x="327154" y="109389"/>
                  <a:pt x="327154" y="105241"/>
                </a:cubicBezTo>
                <a:lnTo>
                  <a:pt x="327154" y="66487"/>
                </a:lnTo>
                <a:cubicBezTo>
                  <a:pt x="327154" y="62694"/>
                  <a:pt x="327095" y="59643"/>
                  <a:pt x="326976" y="57332"/>
                </a:cubicBezTo>
                <a:cubicBezTo>
                  <a:pt x="326858" y="55021"/>
                  <a:pt x="326443" y="53169"/>
                  <a:pt x="325732" y="51776"/>
                </a:cubicBezTo>
                <a:cubicBezTo>
                  <a:pt x="325021" y="50384"/>
                  <a:pt x="323939" y="49347"/>
                  <a:pt x="322488" y="48665"/>
                </a:cubicBezTo>
                <a:cubicBezTo>
                  <a:pt x="321036" y="47984"/>
                  <a:pt x="318977" y="47406"/>
                  <a:pt x="316310" y="46932"/>
                </a:cubicBezTo>
                <a:lnTo>
                  <a:pt x="316310" y="42221"/>
                </a:lnTo>
                <a:lnTo>
                  <a:pt x="337021" y="41421"/>
                </a:lnTo>
                <a:lnTo>
                  <a:pt x="342443" y="41421"/>
                </a:lnTo>
                <a:lnTo>
                  <a:pt x="342443" y="104974"/>
                </a:lnTo>
                <a:cubicBezTo>
                  <a:pt x="342443" y="110071"/>
                  <a:pt x="342680" y="113611"/>
                  <a:pt x="343154" y="115596"/>
                </a:cubicBezTo>
                <a:cubicBezTo>
                  <a:pt x="343628" y="117582"/>
                  <a:pt x="344531" y="119093"/>
                  <a:pt x="345865" y="120130"/>
                </a:cubicBezTo>
                <a:cubicBezTo>
                  <a:pt x="347198" y="121167"/>
                  <a:pt x="349376" y="122070"/>
                  <a:pt x="352398" y="122841"/>
                </a:cubicBezTo>
                <a:lnTo>
                  <a:pt x="352398" y="127196"/>
                </a:lnTo>
                <a:lnTo>
                  <a:pt x="317555" y="127196"/>
                </a:lnTo>
                <a:lnTo>
                  <a:pt x="317555" y="122841"/>
                </a:lnTo>
                <a:close/>
                <a:moveTo>
                  <a:pt x="405371" y="128618"/>
                </a:moveTo>
                <a:cubicBezTo>
                  <a:pt x="393045" y="128618"/>
                  <a:pt x="383638" y="124989"/>
                  <a:pt x="377149" y="117730"/>
                </a:cubicBezTo>
                <a:cubicBezTo>
                  <a:pt x="370661" y="110471"/>
                  <a:pt x="367416" y="99730"/>
                  <a:pt x="367416" y="85508"/>
                </a:cubicBezTo>
                <a:cubicBezTo>
                  <a:pt x="367416" y="75731"/>
                  <a:pt x="369120" y="67465"/>
                  <a:pt x="372527" y="60709"/>
                </a:cubicBezTo>
                <a:cubicBezTo>
                  <a:pt x="375934" y="53954"/>
                  <a:pt x="380601" y="48932"/>
                  <a:pt x="386527" y="45643"/>
                </a:cubicBezTo>
                <a:cubicBezTo>
                  <a:pt x="392452" y="42354"/>
                  <a:pt x="399208" y="40710"/>
                  <a:pt x="406793" y="40710"/>
                </a:cubicBezTo>
                <a:cubicBezTo>
                  <a:pt x="419474" y="40710"/>
                  <a:pt x="429074" y="44399"/>
                  <a:pt x="435592" y="51776"/>
                </a:cubicBezTo>
                <a:cubicBezTo>
                  <a:pt x="442110" y="59154"/>
                  <a:pt x="445369" y="69746"/>
                  <a:pt x="445369" y="83553"/>
                </a:cubicBezTo>
                <a:cubicBezTo>
                  <a:pt x="445369" y="93390"/>
                  <a:pt x="443740" y="101686"/>
                  <a:pt x="440481" y="108441"/>
                </a:cubicBezTo>
                <a:cubicBezTo>
                  <a:pt x="437221" y="115196"/>
                  <a:pt x="432599" y="120248"/>
                  <a:pt x="426614" y="123596"/>
                </a:cubicBezTo>
                <a:cubicBezTo>
                  <a:pt x="420629" y="126944"/>
                  <a:pt x="413548" y="128618"/>
                  <a:pt x="405371" y="128618"/>
                </a:cubicBezTo>
                <a:moveTo>
                  <a:pt x="384216" y="83642"/>
                </a:moveTo>
                <a:cubicBezTo>
                  <a:pt x="384216" y="95849"/>
                  <a:pt x="386156" y="105226"/>
                  <a:pt x="390038" y="111774"/>
                </a:cubicBezTo>
                <a:cubicBezTo>
                  <a:pt x="393919" y="118322"/>
                  <a:pt x="399474" y="121596"/>
                  <a:pt x="406704" y="121596"/>
                </a:cubicBezTo>
                <a:cubicBezTo>
                  <a:pt x="410674" y="121596"/>
                  <a:pt x="414052" y="120633"/>
                  <a:pt x="416837" y="118707"/>
                </a:cubicBezTo>
                <a:cubicBezTo>
                  <a:pt x="419622" y="116782"/>
                  <a:pt x="421889" y="114189"/>
                  <a:pt x="423637" y="110930"/>
                </a:cubicBezTo>
                <a:cubicBezTo>
                  <a:pt x="425385" y="107671"/>
                  <a:pt x="426644" y="103893"/>
                  <a:pt x="427414" y="99597"/>
                </a:cubicBezTo>
                <a:cubicBezTo>
                  <a:pt x="428185" y="95301"/>
                  <a:pt x="428570" y="90812"/>
                  <a:pt x="428570" y="86131"/>
                </a:cubicBezTo>
                <a:cubicBezTo>
                  <a:pt x="428570" y="77420"/>
                  <a:pt x="427607" y="70190"/>
                  <a:pt x="425681" y="64442"/>
                </a:cubicBezTo>
                <a:cubicBezTo>
                  <a:pt x="423755" y="58694"/>
                  <a:pt x="421133" y="54472"/>
                  <a:pt x="417815" y="51776"/>
                </a:cubicBezTo>
                <a:cubicBezTo>
                  <a:pt x="414496" y="49080"/>
                  <a:pt x="410704" y="47732"/>
                  <a:pt x="406437" y="47732"/>
                </a:cubicBezTo>
                <a:cubicBezTo>
                  <a:pt x="399267" y="47732"/>
                  <a:pt x="393771" y="50843"/>
                  <a:pt x="389949" y="57065"/>
                </a:cubicBezTo>
                <a:cubicBezTo>
                  <a:pt x="386127" y="63287"/>
                  <a:pt x="384216" y="72146"/>
                  <a:pt x="384216" y="8364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076" cap="flat">
            <a:solidFill>
              <a:srgbClr val="000000"/>
            </a:solidFill>
            <a:miter/>
          </a:ln>
        </p:spPr>
      </p:sp>
      <p:sp>
        <p:nvSpPr>
          <p:cNvPr id="248" name="Text 𝓔=[ℯ">
            <a:extLst xmlns:a="http://schemas.openxmlformats.org/drawingml/2006/main">
              <a:ext uri="{FF2B5EF4-FFF2-40B4-BE49-F238E27FC236}">
                <a16:creationId xmlns:a16="http://schemas.microsoft.com/office/drawing/2014/main" id="{0BD26DC7-5521-4C6D-8BCC-AE59F87C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11" y="4712176"/>
            <a:ext cx="485775" cy="169506"/>
          </a:xfrm>
          <a:custGeom xmlns:a="http://schemas.openxmlformats.org/drawingml/2006/main">
            <a:pathLst>
              <a:path w="485775" h="169506">
                <a:moveTo>
                  <a:pt x="81509" y="31021"/>
                </a:moveTo>
                <a:cubicBezTo>
                  <a:pt x="78605" y="26458"/>
                  <a:pt x="75612" y="23096"/>
                  <a:pt x="72531" y="20933"/>
                </a:cubicBezTo>
                <a:cubicBezTo>
                  <a:pt x="69450" y="18770"/>
                  <a:pt x="66042" y="17688"/>
                  <a:pt x="62309" y="17688"/>
                </a:cubicBezTo>
                <a:cubicBezTo>
                  <a:pt x="55672" y="17688"/>
                  <a:pt x="50547" y="19629"/>
                  <a:pt x="46932" y="23510"/>
                </a:cubicBezTo>
                <a:cubicBezTo>
                  <a:pt x="43317" y="27392"/>
                  <a:pt x="41510" y="32532"/>
                  <a:pt x="41510" y="38932"/>
                </a:cubicBezTo>
                <a:cubicBezTo>
                  <a:pt x="41510" y="42725"/>
                  <a:pt x="42399" y="46206"/>
                  <a:pt x="44176" y="49376"/>
                </a:cubicBezTo>
                <a:cubicBezTo>
                  <a:pt x="45954" y="52547"/>
                  <a:pt x="48606" y="54961"/>
                  <a:pt x="52132" y="56620"/>
                </a:cubicBezTo>
                <a:cubicBezTo>
                  <a:pt x="55658" y="58280"/>
                  <a:pt x="59880" y="59109"/>
                  <a:pt x="64798" y="59109"/>
                </a:cubicBezTo>
                <a:cubicBezTo>
                  <a:pt x="70131" y="59109"/>
                  <a:pt x="75405" y="58843"/>
                  <a:pt x="80620" y="58309"/>
                </a:cubicBezTo>
                <a:lnTo>
                  <a:pt x="77509" y="68442"/>
                </a:lnTo>
                <a:lnTo>
                  <a:pt x="66220" y="72709"/>
                </a:lnTo>
                <a:cubicBezTo>
                  <a:pt x="52887" y="72827"/>
                  <a:pt x="42902" y="74975"/>
                  <a:pt x="36266" y="79153"/>
                </a:cubicBezTo>
                <a:cubicBezTo>
                  <a:pt x="29629" y="83331"/>
                  <a:pt x="26310" y="89479"/>
                  <a:pt x="26310" y="97597"/>
                </a:cubicBezTo>
                <a:cubicBezTo>
                  <a:pt x="26310" y="101034"/>
                  <a:pt x="27066" y="104160"/>
                  <a:pt x="28577" y="106974"/>
                </a:cubicBezTo>
                <a:cubicBezTo>
                  <a:pt x="30088" y="109789"/>
                  <a:pt x="32266" y="112011"/>
                  <a:pt x="35110" y="113641"/>
                </a:cubicBezTo>
                <a:cubicBezTo>
                  <a:pt x="37954" y="115270"/>
                  <a:pt x="41214" y="116085"/>
                  <a:pt x="44887" y="116085"/>
                </a:cubicBezTo>
                <a:cubicBezTo>
                  <a:pt x="49865" y="116085"/>
                  <a:pt x="54458" y="115419"/>
                  <a:pt x="58665" y="114085"/>
                </a:cubicBezTo>
                <a:cubicBezTo>
                  <a:pt x="62872" y="112752"/>
                  <a:pt x="66946" y="110826"/>
                  <a:pt x="70887" y="108308"/>
                </a:cubicBezTo>
                <a:cubicBezTo>
                  <a:pt x="74827" y="105789"/>
                  <a:pt x="79731" y="101775"/>
                  <a:pt x="85597" y="96264"/>
                </a:cubicBezTo>
                <a:lnTo>
                  <a:pt x="91375" y="102308"/>
                </a:lnTo>
                <a:lnTo>
                  <a:pt x="91375" y="108708"/>
                </a:lnTo>
                <a:cubicBezTo>
                  <a:pt x="86101" y="112974"/>
                  <a:pt x="81627" y="116322"/>
                  <a:pt x="77953" y="118752"/>
                </a:cubicBezTo>
                <a:cubicBezTo>
                  <a:pt x="74279" y="121181"/>
                  <a:pt x="70383" y="123255"/>
                  <a:pt x="66265" y="124974"/>
                </a:cubicBezTo>
                <a:cubicBezTo>
                  <a:pt x="62146" y="126692"/>
                  <a:pt x="57687" y="127996"/>
                  <a:pt x="52887" y="128885"/>
                </a:cubicBezTo>
                <a:cubicBezTo>
                  <a:pt x="48087" y="129774"/>
                  <a:pt x="43021" y="130218"/>
                  <a:pt x="37688" y="130218"/>
                </a:cubicBezTo>
                <a:cubicBezTo>
                  <a:pt x="28918" y="130218"/>
                  <a:pt x="21703" y="128914"/>
                  <a:pt x="16044" y="126307"/>
                </a:cubicBezTo>
                <a:cubicBezTo>
                  <a:pt x="10385" y="123700"/>
                  <a:pt x="6296" y="120278"/>
                  <a:pt x="3778" y="116041"/>
                </a:cubicBezTo>
                <a:cubicBezTo>
                  <a:pt x="1259" y="111804"/>
                  <a:pt x="0" y="107019"/>
                  <a:pt x="0" y="101686"/>
                </a:cubicBezTo>
                <a:cubicBezTo>
                  <a:pt x="0" y="93212"/>
                  <a:pt x="3022" y="86027"/>
                  <a:pt x="9066" y="80131"/>
                </a:cubicBezTo>
                <a:cubicBezTo>
                  <a:pt x="15111" y="74235"/>
                  <a:pt x="24088" y="69805"/>
                  <a:pt x="35999" y="66842"/>
                </a:cubicBezTo>
                <a:lnTo>
                  <a:pt x="35999" y="65865"/>
                </a:lnTo>
                <a:cubicBezTo>
                  <a:pt x="29540" y="62013"/>
                  <a:pt x="24962" y="58161"/>
                  <a:pt x="22266" y="54309"/>
                </a:cubicBezTo>
                <a:cubicBezTo>
                  <a:pt x="19570" y="50458"/>
                  <a:pt x="18222" y="45747"/>
                  <a:pt x="18222" y="40177"/>
                </a:cubicBezTo>
                <a:cubicBezTo>
                  <a:pt x="18222" y="34251"/>
                  <a:pt x="20473" y="28651"/>
                  <a:pt x="24977" y="23377"/>
                </a:cubicBezTo>
                <a:cubicBezTo>
                  <a:pt x="29481" y="18103"/>
                  <a:pt x="35569" y="13881"/>
                  <a:pt x="43243" y="10711"/>
                </a:cubicBezTo>
                <a:cubicBezTo>
                  <a:pt x="50917" y="7541"/>
                  <a:pt x="58754" y="5955"/>
                  <a:pt x="66753" y="5955"/>
                </a:cubicBezTo>
                <a:cubicBezTo>
                  <a:pt x="71790" y="5955"/>
                  <a:pt x="76072" y="6296"/>
                  <a:pt x="79598" y="6978"/>
                </a:cubicBezTo>
                <a:cubicBezTo>
                  <a:pt x="83123" y="7659"/>
                  <a:pt x="86042" y="8637"/>
                  <a:pt x="88353" y="9911"/>
                </a:cubicBezTo>
                <a:cubicBezTo>
                  <a:pt x="90664" y="11185"/>
                  <a:pt x="92679" y="12622"/>
                  <a:pt x="94397" y="14222"/>
                </a:cubicBezTo>
                <a:cubicBezTo>
                  <a:pt x="96116" y="15822"/>
                  <a:pt x="98308" y="18281"/>
                  <a:pt x="100975" y="21599"/>
                </a:cubicBezTo>
                <a:lnTo>
                  <a:pt x="81509" y="31021"/>
                </a:lnTo>
                <a:close/>
                <a:moveTo>
                  <a:pt x="167385" y="64265"/>
                </a:moveTo>
                <a:lnTo>
                  <a:pt x="167385" y="52443"/>
                </a:lnTo>
                <a:lnTo>
                  <a:pt x="276893" y="52443"/>
                </a:lnTo>
                <a:lnTo>
                  <a:pt x="276893" y="64265"/>
                </a:lnTo>
                <a:lnTo>
                  <a:pt x="167385" y="64265"/>
                </a:lnTo>
                <a:moveTo>
                  <a:pt x="167385" y="101152"/>
                </a:moveTo>
                <a:lnTo>
                  <a:pt x="167385" y="89331"/>
                </a:lnTo>
                <a:lnTo>
                  <a:pt x="276893" y="89331"/>
                </a:lnTo>
                <a:lnTo>
                  <a:pt x="276893" y="101152"/>
                </a:lnTo>
                <a:lnTo>
                  <a:pt x="167385" y="101152"/>
                </a:lnTo>
                <a:moveTo>
                  <a:pt x="280626" y="76798"/>
                </a:moveTo>
                <a:lnTo>
                  <a:pt x="280626" y="76798"/>
                </a:lnTo>
                <a:close/>
                <a:moveTo>
                  <a:pt x="400640" y="169506"/>
                </a:moveTo>
                <a:lnTo>
                  <a:pt x="360997" y="169506"/>
                </a:lnTo>
                <a:lnTo>
                  <a:pt x="360997" y="0"/>
                </a:lnTo>
                <a:lnTo>
                  <a:pt x="400640" y="0"/>
                </a:lnTo>
                <a:lnTo>
                  <a:pt x="400640" y="6844"/>
                </a:lnTo>
                <a:lnTo>
                  <a:pt x="375752" y="6844"/>
                </a:lnTo>
                <a:lnTo>
                  <a:pt x="375752" y="162662"/>
                </a:lnTo>
                <a:lnTo>
                  <a:pt x="400640" y="162662"/>
                </a:lnTo>
                <a:lnTo>
                  <a:pt x="400640" y="169506"/>
                </a:lnTo>
                <a:close/>
                <a:moveTo>
                  <a:pt x="428354" y="91642"/>
                </a:moveTo>
                <a:cubicBezTo>
                  <a:pt x="427880" y="94427"/>
                  <a:pt x="427643" y="97271"/>
                  <a:pt x="427643" y="100175"/>
                </a:cubicBezTo>
                <a:cubicBezTo>
                  <a:pt x="427643" y="105745"/>
                  <a:pt x="428932" y="109819"/>
                  <a:pt x="431510" y="112396"/>
                </a:cubicBezTo>
                <a:cubicBezTo>
                  <a:pt x="434088" y="114974"/>
                  <a:pt x="438073" y="116263"/>
                  <a:pt x="443465" y="116263"/>
                </a:cubicBezTo>
                <a:cubicBezTo>
                  <a:pt x="449035" y="116263"/>
                  <a:pt x="454739" y="114589"/>
                  <a:pt x="460576" y="111241"/>
                </a:cubicBezTo>
                <a:cubicBezTo>
                  <a:pt x="466413" y="107893"/>
                  <a:pt x="473064" y="102575"/>
                  <a:pt x="480531" y="95286"/>
                </a:cubicBezTo>
                <a:lnTo>
                  <a:pt x="485775" y="100175"/>
                </a:lnTo>
                <a:cubicBezTo>
                  <a:pt x="480560" y="105449"/>
                  <a:pt x="476397" y="109508"/>
                  <a:pt x="473286" y="112352"/>
                </a:cubicBezTo>
                <a:cubicBezTo>
                  <a:pt x="470175" y="115196"/>
                  <a:pt x="467005" y="117789"/>
                  <a:pt x="463776" y="120130"/>
                </a:cubicBezTo>
                <a:cubicBezTo>
                  <a:pt x="460546" y="122470"/>
                  <a:pt x="457361" y="124366"/>
                  <a:pt x="454220" y="125818"/>
                </a:cubicBezTo>
                <a:cubicBezTo>
                  <a:pt x="451080" y="127270"/>
                  <a:pt x="447939" y="128381"/>
                  <a:pt x="444798" y="129152"/>
                </a:cubicBezTo>
                <a:cubicBezTo>
                  <a:pt x="441658" y="129922"/>
                  <a:pt x="438369" y="130307"/>
                  <a:pt x="434932" y="130307"/>
                </a:cubicBezTo>
                <a:cubicBezTo>
                  <a:pt x="430547" y="130307"/>
                  <a:pt x="426621" y="129314"/>
                  <a:pt x="423155" y="127329"/>
                </a:cubicBezTo>
                <a:cubicBezTo>
                  <a:pt x="419688" y="125344"/>
                  <a:pt x="416962" y="122426"/>
                  <a:pt x="414977" y="118574"/>
                </a:cubicBezTo>
                <a:cubicBezTo>
                  <a:pt x="412992" y="114722"/>
                  <a:pt x="411999" y="110130"/>
                  <a:pt x="411999" y="104797"/>
                </a:cubicBezTo>
                <a:cubicBezTo>
                  <a:pt x="411999" y="98101"/>
                  <a:pt x="413673" y="91049"/>
                  <a:pt x="417021" y="83642"/>
                </a:cubicBezTo>
                <a:cubicBezTo>
                  <a:pt x="420370" y="76235"/>
                  <a:pt x="425006" y="69316"/>
                  <a:pt x="430932" y="62887"/>
                </a:cubicBezTo>
                <a:cubicBezTo>
                  <a:pt x="436858" y="56457"/>
                  <a:pt x="443287" y="51435"/>
                  <a:pt x="450220" y="47821"/>
                </a:cubicBezTo>
                <a:cubicBezTo>
                  <a:pt x="457154" y="44206"/>
                  <a:pt x="463761" y="42399"/>
                  <a:pt x="470042" y="42399"/>
                </a:cubicBezTo>
                <a:cubicBezTo>
                  <a:pt x="475257" y="42399"/>
                  <a:pt x="479168" y="43702"/>
                  <a:pt x="481775" y="46310"/>
                </a:cubicBezTo>
                <a:cubicBezTo>
                  <a:pt x="484382" y="48917"/>
                  <a:pt x="485686" y="52621"/>
                  <a:pt x="485686" y="57420"/>
                </a:cubicBezTo>
                <a:cubicBezTo>
                  <a:pt x="485686" y="62872"/>
                  <a:pt x="483093" y="68220"/>
                  <a:pt x="477908" y="73464"/>
                </a:cubicBezTo>
                <a:cubicBezTo>
                  <a:pt x="472723" y="78709"/>
                  <a:pt x="465746" y="82975"/>
                  <a:pt x="456976" y="86264"/>
                </a:cubicBezTo>
                <a:cubicBezTo>
                  <a:pt x="448206" y="89553"/>
                  <a:pt x="438665" y="91345"/>
                  <a:pt x="428354" y="91642"/>
                </a:cubicBezTo>
                <a:moveTo>
                  <a:pt x="429421" y="86486"/>
                </a:moveTo>
                <a:cubicBezTo>
                  <a:pt x="433154" y="82575"/>
                  <a:pt x="436443" y="80146"/>
                  <a:pt x="439287" y="79198"/>
                </a:cubicBezTo>
                <a:cubicBezTo>
                  <a:pt x="446398" y="79198"/>
                  <a:pt x="452502" y="78575"/>
                  <a:pt x="457598" y="77331"/>
                </a:cubicBezTo>
                <a:cubicBezTo>
                  <a:pt x="462694" y="76087"/>
                  <a:pt x="466605" y="74161"/>
                  <a:pt x="469331" y="71553"/>
                </a:cubicBezTo>
                <a:cubicBezTo>
                  <a:pt x="472057" y="68946"/>
                  <a:pt x="473420" y="65568"/>
                  <a:pt x="473420" y="61420"/>
                </a:cubicBezTo>
                <a:cubicBezTo>
                  <a:pt x="473420" y="55198"/>
                  <a:pt x="470220" y="52087"/>
                  <a:pt x="463820" y="52087"/>
                </a:cubicBezTo>
                <a:cubicBezTo>
                  <a:pt x="456828" y="52087"/>
                  <a:pt x="450117" y="55258"/>
                  <a:pt x="443687" y="61598"/>
                </a:cubicBezTo>
                <a:cubicBezTo>
                  <a:pt x="437258" y="67939"/>
                  <a:pt x="432502" y="76235"/>
                  <a:pt x="429421" y="864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Text 1">
            <a:extLst xmlns:a="http://schemas.openxmlformats.org/drawingml/2006/main">
              <a:ext uri="{FF2B5EF4-FFF2-40B4-BE49-F238E27FC236}">
                <a16:creationId xmlns:a16="http://schemas.microsoft.com/office/drawing/2014/main" id="{CA8261E6-648A-49B9-939F-146A18BD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267" y="4794716"/>
            <a:ext cx="55024" cy="83574"/>
          </a:xfrm>
          <a:custGeom xmlns:a="http://schemas.openxmlformats.org/drawingml/2006/main">
            <a:pathLst>
              <a:path w="55024" h="83574">
                <a:moveTo>
                  <a:pt x="35558" y="66444"/>
                </a:moveTo>
                <a:cubicBezTo>
                  <a:pt x="35558" y="67785"/>
                  <a:pt x="35601" y="68942"/>
                  <a:pt x="35688" y="69916"/>
                </a:cubicBezTo>
                <a:cubicBezTo>
                  <a:pt x="35774" y="70889"/>
                  <a:pt x="35915" y="71711"/>
                  <a:pt x="36110" y="72381"/>
                </a:cubicBezTo>
                <a:cubicBezTo>
                  <a:pt x="36304" y="73052"/>
                  <a:pt x="36564" y="73625"/>
                  <a:pt x="36888" y="74101"/>
                </a:cubicBezTo>
                <a:cubicBezTo>
                  <a:pt x="37213" y="74577"/>
                  <a:pt x="37591" y="74988"/>
                  <a:pt x="38024" y="75334"/>
                </a:cubicBezTo>
                <a:cubicBezTo>
                  <a:pt x="38543" y="75853"/>
                  <a:pt x="39235" y="76253"/>
                  <a:pt x="40100" y="76534"/>
                </a:cubicBezTo>
                <a:cubicBezTo>
                  <a:pt x="40965" y="76815"/>
                  <a:pt x="42068" y="77053"/>
                  <a:pt x="43409" y="77248"/>
                </a:cubicBezTo>
                <a:cubicBezTo>
                  <a:pt x="44750" y="77442"/>
                  <a:pt x="46362" y="77594"/>
                  <a:pt x="48243" y="77702"/>
                </a:cubicBezTo>
                <a:cubicBezTo>
                  <a:pt x="50125" y="77810"/>
                  <a:pt x="52385" y="77886"/>
                  <a:pt x="55024" y="77929"/>
                </a:cubicBezTo>
                <a:lnTo>
                  <a:pt x="55024" y="83574"/>
                </a:lnTo>
                <a:lnTo>
                  <a:pt x="3569" y="83574"/>
                </a:lnTo>
                <a:lnTo>
                  <a:pt x="3569" y="77929"/>
                </a:lnTo>
                <a:cubicBezTo>
                  <a:pt x="6121" y="77843"/>
                  <a:pt x="8284" y="77745"/>
                  <a:pt x="10057" y="77637"/>
                </a:cubicBezTo>
                <a:cubicBezTo>
                  <a:pt x="11831" y="77529"/>
                  <a:pt x="13345" y="77378"/>
                  <a:pt x="14600" y="77183"/>
                </a:cubicBezTo>
                <a:cubicBezTo>
                  <a:pt x="15854" y="76988"/>
                  <a:pt x="16860" y="76772"/>
                  <a:pt x="17617" y="76534"/>
                </a:cubicBezTo>
                <a:cubicBezTo>
                  <a:pt x="18374" y="76296"/>
                  <a:pt x="19033" y="76004"/>
                  <a:pt x="19596" y="75658"/>
                </a:cubicBezTo>
                <a:cubicBezTo>
                  <a:pt x="20201" y="75269"/>
                  <a:pt x="20721" y="74847"/>
                  <a:pt x="21153" y="74393"/>
                </a:cubicBezTo>
                <a:cubicBezTo>
                  <a:pt x="21586" y="73939"/>
                  <a:pt x="21932" y="73365"/>
                  <a:pt x="22191" y="72673"/>
                </a:cubicBezTo>
                <a:cubicBezTo>
                  <a:pt x="22451" y="71981"/>
                  <a:pt x="22656" y="71138"/>
                  <a:pt x="22808" y="70143"/>
                </a:cubicBezTo>
                <a:cubicBezTo>
                  <a:pt x="22959" y="69148"/>
                  <a:pt x="23035" y="67915"/>
                  <a:pt x="23035" y="66444"/>
                </a:cubicBezTo>
                <a:lnTo>
                  <a:pt x="23035" y="19920"/>
                </a:lnTo>
                <a:cubicBezTo>
                  <a:pt x="23035" y="18233"/>
                  <a:pt x="22710" y="17044"/>
                  <a:pt x="22062" y="16351"/>
                </a:cubicBezTo>
                <a:cubicBezTo>
                  <a:pt x="21413" y="15659"/>
                  <a:pt x="20483" y="15313"/>
                  <a:pt x="19271" y="15313"/>
                </a:cubicBezTo>
                <a:cubicBezTo>
                  <a:pt x="17930" y="15313"/>
                  <a:pt x="15941" y="16005"/>
                  <a:pt x="13302" y="17390"/>
                </a:cubicBezTo>
                <a:cubicBezTo>
                  <a:pt x="10663" y="18774"/>
                  <a:pt x="7246" y="20829"/>
                  <a:pt x="3050" y="23554"/>
                </a:cubicBezTo>
                <a:cubicBezTo>
                  <a:pt x="2487" y="22559"/>
                  <a:pt x="1968" y="21564"/>
                  <a:pt x="1492" y="20569"/>
                </a:cubicBezTo>
                <a:cubicBezTo>
                  <a:pt x="1017" y="19574"/>
                  <a:pt x="519" y="18558"/>
                  <a:pt x="0" y="17519"/>
                </a:cubicBezTo>
                <a:cubicBezTo>
                  <a:pt x="5364" y="14578"/>
                  <a:pt x="10674" y="11647"/>
                  <a:pt x="15930" y="8727"/>
                </a:cubicBezTo>
                <a:cubicBezTo>
                  <a:pt x="21186" y="5807"/>
                  <a:pt x="26517" y="2898"/>
                  <a:pt x="31924" y="0"/>
                </a:cubicBezTo>
                <a:lnTo>
                  <a:pt x="35882" y="0"/>
                </a:lnTo>
                <a:cubicBezTo>
                  <a:pt x="35796" y="2379"/>
                  <a:pt x="35731" y="4510"/>
                  <a:pt x="35688" y="6391"/>
                </a:cubicBezTo>
                <a:cubicBezTo>
                  <a:pt x="35645" y="8273"/>
                  <a:pt x="35612" y="10101"/>
                  <a:pt x="35590" y="11874"/>
                </a:cubicBezTo>
                <a:cubicBezTo>
                  <a:pt x="35569" y="13648"/>
                  <a:pt x="35558" y="15400"/>
                  <a:pt x="35558" y="17130"/>
                </a:cubicBezTo>
                <a:lnTo>
                  <a:pt x="35558" y="664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Text ,ℯ">
            <a:extLst xmlns:a="http://schemas.openxmlformats.org/drawingml/2006/main">
              <a:ext uri="{FF2B5EF4-FFF2-40B4-BE49-F238E27FC236}">
                <a16:creationId xmlns:a16="http://schemas.microsoft.com/office/drawing/2014/main" id="{98FDBBF9-54E1-49E9-A2D2-8440FCBF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174" y="4754575"/>
            <a:ext cx="146552" cy="110930"/>
          </a:xfrm>
          <a:custGeom xmlns:a="http://schemas.openxmlformats.org/drawingml/2006/main">
            <a:pathLst>
              <a:path w="146552" h="110930">
                <a:moveTo>
                  <a:pt x="25333" y="65776"/>
                </a:moveTo>
                <a:cubicBezTo>
                  <a:pt x="26162" y="69924"/>
                  <a:pt x="26577" y="74013"/>
                  <a:pt x="26577" y="78042"/>
                </a:cubicBezTo>
                <a:cubicBezTo>
                  <a:pt x="26577" y="82190"/>
                  <a:pt x="25866" y="85982"/>
                  <a:pt x="24444" y="89419"/>
                </a:cubicBezTo>
                <a:cubicBezTo>
                  <a:pt x="23022" y="92856"/>
                  <a:pt x="20755" y="96278"/>
                  <a:pt x="17644" y="99686"/>
                </a:cubicBezTo>
                <a:cubicBezTo>
                  <a:pt x="14533" y="103093"/>
                  <a:pt x="10252" y="106841"/>
                  <a:pt x="4800" y="110930"/>
                </a:cubicBezTo>
                <a:lnTo>
                  <a:pt x="0" y="105508"/>
                </a:lnTo>
                <a:cubicBezTo>
                  <a:pt x="3022" y="102663"/>
                  <a:pt x="5215" y="100101"/>
                  <a:pt x="6578" y="97819"/>
                </a:cubicBezTo>
                <a:cubicBezTo>
                  <a:pt x="7940" y="95538"/>
                  <a:pt x="8918" y="92945"/>
                  <a:pt x="9511" y="90042"/>
                </a:cubicBezTo>
                <a:cubicBezTo>
                  <a:pt x="10103" y="87138"/>
                  <a:pt x="10400" y="83494"/>
                  <a:pt x="10400" y="79109"/>
                </a:cubicBezTo>
                <a:cubicBezTo>
                  <a:pt x="10400" y="74605"/>
                  <a:pt x="10192" y="70161"/>
                  <a:pt x="9777" y="65776"/>
                </a:cubicBezTo>
                <a:lnTo>
                  <a:pt x="25333" y="65776"/>
                </a:lnTo>
                <a:close/>
                <a:moveTo>
                  <a:pt x="89131" y="49243"/>
                </a:moveTo>
                <a:cubicBezTo>
                  <a:pt x="88657" y="52028"/>
                  <a:pt x="88420" y="54872"/>
                  <a:pt x="88420" y="57776"/>
                </a:cubicBezTo>
                <a:cubicBezTo>
                  <a:pt x="88420" y="63346"/>
                  <a:pt x="89709" y="67420"/>
                  <a:pt x="92287" y="69998"/>
                </a:cubicBezTo>
                <a:cubicBezTo>
                  <a:pt x="94865" y="72576"/>
                  <a:pt x="98850" y="73864"/>
                  <a:pt x="104242" y="73864"/>
                </a:cubicBezTo>
                <a:cubicBezTo>
                  <a:pt x="109812" y="73864"/>
                  <a:pt x="115516" y="72190"/>
                  <a:pt x="121353" y="68842"/>
                </a:cubicBezTo>
                <a:cubicBezTo>
                  <a:pt x="127190" y="65494"/>
                  <a:pt x="133841" y="60176"/>
                  <a:pt x="141308" y="52887"/>
                </a:cubicBezTo>
                <a:lnTo>
                  <a:pt x="146552" y="57776"/>
                </a:lnTo>
                <a:cubicBezTo>
                  <a:pt x="141337" y="63050"/>
                  <a:pt x="137174" y="67109"/>
                  <a:pt x="134063" y="69953"/>
                </a:cubicBezTo>
                <a:cubicBezTo>
                  <a:pt x="130952" y="72798"/>
                  <a:pt x="127782" y="75390"/>
                  <a:pt x="124553" y="77731"/>
                </a:cubicBezTo>
                <a:cubicBezTo>
                  <a:pt x="121323" y="80072"/>
                  <a:pt x="118138" y="81968"/>
                  <a:pt x="114997" y="83420"/>
                </a:cubicBezTo>
                <a:cubicBezTo>
                  <a:pt x="111857" y="84871"/>
                  <a:pt x="108716" y="85982"/>
                  <a:pt x="105575" y="86753"/>
                </a:cubicBezTo>
                <a:cubicBezTo>
                  <a:pt x="102435" y="87523"/>
                  <a:pt x="99146" y="87908"/>
                  <a:pt x="95709" y="87908"/>
                </a:cubicBezTo>
                <a:cubicBezTo>
                  <a:pt x="91324" y="87908"/>
                  <a:pt x="87398" y="86916"/>
                  <a:pt x="83932" y="84931"/>
                </a:cubicBezTo>
                <a:cubicBezTo>
                  <a:pt x="80465" y="82946"/>
                  <a:pt x="77739" y="80027"/>
                  <a:pt x="75754" y="76175"/>
                </a:cubicBezTo>
                <a:cubicBezTo>
                  <a:pt x="73769" y="72324"/>
                  <a:pt x="72776" y="67731"/>
                  <a:pt x="72776" y="62398"/>
                </a:cubicBezTo>
                <a:cubicBezTo>
                  <a:pt x="72776" y="55702"/>
                  <a:pt x="74450" y="48650"/>
                  <a:pt x="77799" y="41243"/>
                </a:cubicBezTo>
                <a:cubicBezTo>
                  <a:pt x="81147" y="33836"/>
                  <a:pt x="85783" y="26918"/>
                  <a:pt x="91709" y="20488"/>
                </a:cubicBezTo>
                <a:cubicBezTo>
                  <a:pt x="97635" y="14059"/>
                  <a:pt x="104064" y="9037"/>
                  <a:pt x="110997" y="5422"/>
                </a:cubicBezTo>
                <a:cubicBezTo>
                  <a:pt x="117931" y="1807"/>
                  <a:pt x="124538" y="0"/>
                  <a:pt x="130819" y="0"/>
                </a:cubicBezTo>
                <a:cubicBezTo>
                  <a:pt x="136034" y="0"/>
                  <a:pt x="139945" y="1304"/>
                  <a:pt x="142552" y="3911"/>
                </a:cubicBezTo>
                <a:cubicBezTo>
                  <a:pt x="145159" y="6518"/>
                  <a:pt x="146463" y="10222"/>
                  <a:pt x="146463" y="15022"/>
                </a:cubicBezTo>
                <a:cubicBezTo>
                  <a:pt x="146463" y="20473"/>
                  <a:pt x="143871" y="25821"/>
                  <a:pt x="138685" y="31066"/>
                </a:cubicBezTo>
                <a:cubicBezTo>
                  <a:pt x="133500" y="36310"/>
                  <a:pt x="126523" y="40577"/>
                  <a:pt x="117753" y="43865"/>
                </a:cubicBezTo>
                <a:cubicBezTo>
                  <a:pt x="108983" y="47154"/>
                  <a:pt x="99442" y="48947"/>
                  <a:pt x="89131" y="49243"/>
                </a:cubicBezTo>
                <a:moveTo>
                  <a:pt x="90198" y="44088"/>
                </a:moveTo>
                <a:cubicBezTo>
                  <a:pt x="93931" y="40177"/>
                  <a:pt x="97220" y="37747"/>
                  <a:pt x="100064" y="36799"/>
                </a:cubicBezTo>
                <a:cubicBezTo>
                  <a:pt x="107175" y="36799"/>
                  <a:pt x="113279" y="36177"/>
                  <a:pt x="118375" y="34932"/>
                </a:cubicBezTo>
                <a:cubicBezTo>
                  <a:pt x="123471" y="33688"/>
                  <a:pt x="127382" y="31762"/>
                  <a:pt x="130108" y="29155"/>
                </a:cubicBezTo>
                <a:cubicBezTo>
                  <a:pt x="132834" y="26547"/>
                  <a:pt x="134197" y="23170"/>
                  <a:pt x="134197" y="19022"/>
                </a:cubicBezTo>
                <a:cubicBezTo>
                  <a:pt x="134197" y="12800"/>
                  <a:pt x="130997" y="9689"/>
                  <a:pt x="124597" y="9689"/>
                </a:cubicBezTo>
                <a:cubicBezTo>
                  <a:pt x="117605" y="9689"/>
                  <a:pt x="110894" y="12859"/>
                  <a:pt x="104464" y="19199"/>
                </a:cubicBezTo>
                <a:cubicBezTo>
                  <a:pt x="98035" y="25540"/>
                  <a:pt x="93280" y="33836"/>
                  <a:pt x="90198" y="440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Text 2">
            <a:extLst xmlns:a="http://schemas.openxmlformats.org/drawingml/2006/main">
              <a:ext uri="{FF2B5EF4-FFF2-40B4-BE49-F238E27FC236}">
                <a16:creationId xmlns:a16="http://schemas.microsoft.com/office/drawing/2014/main" id="{6F84696A-83A9-4F6A-9BD2-5A4F9C3D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8" y="4794262"/>
            <a:ext cx="56192" cy="84028"/>
          </a:xfrm>
          <a:custGeom xmlns:a="http://schemas.openxmlformats.org/drawingml/2006/main">
            <a:pathLst>
              <a:path w="56192" h="84028">
                <a:moveTo>
                  <a:pt x="38283" y="73452"/>
                </a:moveTo>
                <a:cubicBezTo>
                  <a:pt x="40316" y="73452"/>
                  <a:pt x="41939" y="73376"/>
                  <a:pt x="43150" y="73225"/>
                </a:cubicBezTo>
                <a:cubicBezTo>
                  <a:pt x="44361" y="73073"/>
                  <a:pt x="45367" y="72738"/>
                  <a:pt x="46167" y="72219"/>
                </a:cubicBezTo>
                <a:cubicBezTo>
                  <a:pt x="46967" y="71700"/>
                  <a:pt x="47649" y="70911"/>
                  <a:pt x="48211" y="69851"/>
                </a:cubicBezTo>
                <a:cubicBezTo>
                  <a:pt x="48773" y="68791"/>
                  <a:pt x="49422" y="67331"/>
                  <a:pt x="50158" y="65471"/>
                </a:cubicBezTo>
                <a:lnTo>
                  <a:pt x="56192" y="65471"/>
                </a:lnTo>
                <a:cubicBezTo>
                  <a:pt x="55976" y="68542"/>
                  <a:pt x="55770" y="71635"/>
                  <a:pt x="55576" y="74750"/>
                </a:cubicBezTo>
                <a:cubicBezTo>
                  <a:pt x="55381" y="77864"/>
                  <a:pt x="55175" y="80957"/>
                  <a:pt x="54959" y="84028"/>
                </a:cubicBezTo>
                <a:lnTo>
                  <a:pt x="0" y="84028"/>
                </a:lnTo>
                <a:lnTo>
                  <a:pt x="0" y="80654"/>
                </a:lnTo>
                <a:cubicBezTo>
                  <a:pt x="1038" y="78318"/>
                  <a:pt x="2249" y="76015"/>
                  <a:pt x="3634" y="73744"/>
                </a:cubicBezTo>
                <a:cubicBezTo>
                  <a:pt x="5018" y="71473"/>
                  <a:pt x="6575" y="69169"/>
                  <a:pt x="8306" y="66833"/>
                </a:cubicBezTo>
                <a:cubicBezTo>
                  <a:pt x="10036" y="64498"/>
                  <a:pt x="12004" y="62086"/>
                  <a:pt x="14210" y="59599"/>
                </a:cubicBezTo>
                <a:cubicBezTo>
                  <a:pt x="16416" y="57111"/>
                  <a:pt x="18860" y="54527"/>
                  <a:pt x="21542" y="51845"/>
                </a:cubicBezTo>
                <a:cubicBezTo>
                  <a:pt x="25609" y="47778"/>
                  <a:pt x="28918" y="44307"/>
                  <a:pt x="31470" y="41430"/>
                </a:cubicBezTo>
                <a:cubicBezTo>
                  <a:pt x="34022" y="38554"/>
                  <a:pt x="36034" y="35991"/>
                  <a:pt x="37505" y="33741"/>
                </a:cubicBezTo>
                <a:cubicBezTo>
                  <a:pt x="38975" y="31492"/>
                  <a:pt x="39981" y="29415"/>
                  <a:pt x="40522" y="27512"/>
                </a:cubicBezTo>
                <a:cubicBezTo>
                  <a:pt x="41063" y="25609"/>
                  <a:pt x="41333" y="23576"/>
                  <a:pt x="41333" y="21413"/>
                </a:cubicBezTo>
                <a:cubicBezTo>
                  <a:pt x="41333" y="19207"/>
                  <a:pt x="41019" y="17173"/>
                  <a:pt x="40392" y="15313"/>
                </a:cubicBezTo>
                <a:cubicBezTo>
                  <a:pt x="39765" y="13453"/>
                  <a:pt x="38867" y="11874"/>
                  <a:pt x="37699" y="10577"/>
                </a:cubicBezTo>
                <a:cubicBezTo>
                  <a:pt x="36531" y="9279"/>
                  <a:pt x="35050" y="8262"/>
                  <a:pt x="33255" y="7527"/>
                </a:cubicBezTo>
                <a:cubicBezTo>
                  <a:pt x="31459" y="6791"/>
                  <a:pt x="29394" y="6424"/>
                  <a:pt x="27058" y="6424"/>
                </a:cubicBezTo>
                <a:cubicBezTo>
                  <a:pt x="23035" y="6424"/>
                  <a:pt x="19661" y="7516"/>
                  <a:pt x="16935" y="9701"/>
                </a:cubicBezTo>
                <a:cubicBezTo>
                  <a:pt x="14210" y="11885"/>
                  <a:pt x="12091" y="15054"/>
                  <a:pt x="10577" y="19207"/>
                </a:cubicBezTo>
                <a:lnTo>
                  <a:pt x="2076" y="19207"/>
                </a:lnTo>
                <a:lnTo>
                  <a:pt x="2076" y="6554"/>
                </a:lnTo>
                <a:cubicBezTo>
                  <a:pt x="7613" y="4261"/>
                  <a:pt x="12707" y="2595"/>
                  <a:pt x="17357" y="1557"/>
                </a:cubicBezTo>
                <a:cubicBezTo>
                  <a:pt x="22007" y="519"/>
                  <a:pt x="26193" y="0"/>
                  <a:pt x="29913" y="0"/>
                </a:cubicBezTo>
                <a:cubicBezTo>
                  <a:pt x="34412" y="0"/>
                  <a:pt x="38251" y="508"/>
                  <a:pt x="41430" y="1525"/>
                </a:cubicBezTo>
                <a:cubicBezTo>
                  <a:pt x="44610" y="2541"/>
                  <a:pt x="47194" y="3915"/>
                  <a:pt x="49184" y="5645"/>
                </a:cubicBezTo>
                <a:cubicBezTo>
                  <a:pt x="51174" y="7375"/>
                  <a:pt x="52612" y="9452"/>
                  <a:pt x="53499" y="11874"/>
                </a:cubicBezTo>
                <a:cubicBezTo>
                  <a:pt x="54386" y="14297"/>
                  <a:pt x="54829" y="16914"/>
                  <a:pt x="54829" y="19726"/>
                </a:cubicBezTo>
                <a:cubicBezTo>
                  <a:pt x="54829" y="21413"/>
                  <a:pt x="54710" y="22981"/>
                  <a:pt x="54473" y="24430"/>
                </a:cubicBezTo>
                <a:cubicBezTo>
                  <a:pt x="54235" y="25879"/>
                  <a:pt x="53824" y="27307"/>
                  <a:pt x="53240" y="28712"/>
                </a:cubicBezTo>
                <a:cubicBezTo>
                  <a:pt x="52656" y="30118"/>
                  <a:pt x="51888" y="31535"/>
                  <a:pt x="50936" y="32963"/>
                </a:cubicBezTo>
                <a:cubicBezTo>
                  <a:pt x="49985" y="34390"/>
                  <a:pt x="48795" y="35904"/>
                  <a:pt x="47367" y="37505"/>
                </a:cubicBezTo>
                <a:cubicBezTo>
                  <a:pt x="46286" y="38889"/>
                  <a:pt x="44880" y="40489"/>
                  <a:pt x="43150" y="42306"/>
                </a:cubicBezTo>
                <a:cubicBezTo>
                  <a:pt x="41419" y="44123"/>
                  <a:pt x="39527" y="46070"/>
                  <a:pt x="37472" y="48146"/>
                </a:cubicBezTo>
                <a:cubicBezTo>
                  <a:pt x="35417" y="50222"/>
                  <a:pt x="33265" y="52385"/>
                  <a:pt x="31016" y="54635"/>
                </a:cubicBezTo>
                <a:cubicBezTo>
                  <a:pt x="28767" y="56884"/>
                  <a:pt x="26582" y="59112"/>
                  <a:pt x="24462" y="61318"/>
                </a:cubicBezTo>
                <a:cubicBezTo>
                  <a:pt x="22343" y="63524"/>
                  <a:pt x="20396" y="65666"/>
                  <a:pt x="18623" y="67742"/>
                </a:cubicBezTo>
                <a:cubicBezTo>
                  <a:pt x="16849" y="69818"/>
                  <a:pt x="15400" y="71722"/>
                  <a:pt x="14275" y="73452"/>
                </a:cubicBezTo>
                <a:lnTo>
                  <a:pt x="38283" y="734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Text ,…,ℯ">
            <a:extLst xmlns:a="http://schemas.openxmlformats.org/drawingml/2006/main">
              <a:ext uri="{FF2B5EF4-FFF2-40B4-BE49-F238E27FC236}">
                <a16:creationId xmlns:a16="http://schemas.microsoft.com/office/drawing/2014/main" id="{B50902F9-4986-4D28-93C0-D6EB9C77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555" y="4754575"/>
            <a:ext cx="380472" cy="110930"/>
          </a:xfrm>
          <a:custGeom xmlns:a="http://schemas.openxmlformats.org/drawingml/2006/main">
            <a:pathLst>
              <a:path w="380472" h="110930">
                <a:moveTo>
                  <a:pt x="25333" y="65776"/>
                </a:moveTo>
                <a:cubicBezTo>
                  <a:pt x="26162" y="69924"/>
                  <a:pt x="26577" y="74013"/>
                  <a:pt x="26577" y="78042"/>
                </a:cubicBezTo>
                <a:cubicBezTo>
                  <a:pt x="26577" y="82190"/>
                  <a:pt x="25866" y="85982"/>
                  <a:pt x="24444" y="89419"/>
                </a:cubicBezTo>
                <a:cubicBezTo>
                  <a:pt x="23022" y="92856"/>
                  <a:pt x="20755" y="96278"/>
                  <a:pt x="17644" y="99686"/>
                </a:cubicBezTo>
                <a:cubicBezTo>
                  <a:pt x="14533" y="103093"/>
                  <a:pt x="10252" y="106841"/>
                  <a:pt x="4800" y="110930"/>
                </a:cubicBezTo>
                <a:lnTo>
                  <a:pt x="0" y="105508"/>
                </a:lnTo>
                <a:cubicBezTo>
                  <a:pt x="3022" y="102663"/>
                  <a:pt x="5215" y="100101"/>
                  <a:pt x="6578" y="97819"/>
                </a:cubicBezTo>
                <a:cubicBezTo>
                  <a:pt x="7940" y="95538"/>
                  <a:pt x="8918" y="92945"/>
                  <a:pt x="9511" y="90042"/>
                </a:cubicBezTo>
                <a:cubicBezTo>
                  <a:pt x="10103" y="87138"/>
                  <a:pt x="10400" y="83494"/>
                  <a:pt x="10400" y="79109"/>
                </a:cubicBezTo>
                <a:cubicBezTo>
                  <a:pt x="10400" y="74605"/>
                  <a:pt x="10192" y="70161"/>
                  <a:pt x="9777" y="65776"/>
                </a:cubicBezTo>
                <a:lnTo>
                  <a:pt x="25333" y="65776"/>
                </a:lnTo>
                <a:close/>
                <a:moveTo>
                  <a:pt x="105309" y="65776"/>
                </a:moveTo>
                <a:lnTo>
                  <a:pt x="105309" y="86397"/>
                </a:lnTo>
                <a:lnTo>
                  <a:pt x="87354" y="86397"/>
                </a:lnTo>
                <a:lnTo>
                  <a:pt x="87354" y="65776"/>
                </a:lnTo>
                <a:lnTo>
                  <a:pt x="105309" y="65776"/>
                </a:lnTo>
                <a:moveTo>
                  <a:pt x="148863" y="65776"/>
                </a:moveTo>
                <a:lnTo>
                  <a:pt x="148863" y="86397"/>
                </a:lnTo>
                <a:lnTo>
                  <a:pt x="130908" y="86397"/>
                </a:lnTo>
                <a:lnTo>
                  <a:pt x="130908" y="65776"/>
                </a:lnTo>
                <a:lnTo>
                  <a:pt x="148863" y="65776"/>
                </a:lnTo>
                <a:moveTo>
                  <a:pt x="192417" y="65776"/>
                </a:moveTo>
                <a:lnTo>
                  <a:pt x="192417" y="86397"/>
                </a:lnTo>
                <a:lnTo>
                  <a:pt x="174462" y="86397"/>
                </a:lnTo>
                <a:lnTo>
                  <a:pt x="174462" y="65776"/>
                </a:lnTo>
                <a:lnTo>
                  <a:pt x="192417" y="65776"/>
                </a:lnTo>
                <a:close/>
                <a:moveTo>
                  <a:pt x="259252" y="65776"/>
                </a:moveTo>
                <a:cubicBezTo>
                  <a:pt x="260082" y="69924"/>
                  <a:pt x="260497" y="74013"/>
                  <a:pt x="260497" y="78042"/>
                </a:cubicBezTo>
                <a:cubicBezTo>
                  <a:pt x="260497" y="82190"/>
                  <a:pt x="259786" y="85982"/>
                  <a:pt x="258363" y="89419"/>
                </a:cubicBezTo>
                <a:cubicBezTo>
                  <a:pt x="256941" y="92856"/>
                  <a:pt x="254675" y="96278"/>
                  <a:pt x="251564" y="99686"/>
                </a:cubicBezTo>
                <a:cubicBezTo>
                  <a:pt x="248453" y="103093"/>
                  <a:pt x="244171" y="106841"/>
                  <a:pt x="238720" y="110930"/>
                </a:cubicBezTo>
                <a:lnTo>
                  <a:pt x="233920" y="105508"/>
                </a:lnTo>
                <a:cubicBezTo>
                  <a:pt x="236942" y="102663"/>
                  <a:pt x="239134" y="100101"/>
                  <a:pt x="240497" y="97819"/>
                </a:cubicBezTo>
                <a:cubicBezTo>
                  <a:pt x="241860" y="95538"/>
                  <a:pt x="242838" y="92945"/>
                  <a:pt x="243431" y="90042"/>
                </a:cubicBezTo>
                <a:cubicBezTo>
                  <a:pt x="244023" y="87138"/>
                  <a:pt x="244319" y="83494"/>
                  <a:pt x="244319" y="79109"/>
                </a:cubicBezTo>
                <a:cubicBezTo>
                  <a:pt x="244319" y="74605"/>
                  <a:pt x="244112" y="70161"/>
                  <a:pt x="243697" y="65776"/>
                </a:cubicBezTo>
                <a:lnTo>
                  <a:pt x="259252" y="65776"/>
                </a:lnTo>
                <a:close/>
                <a:moveTo>
                  <a:pt x="323051" y="49243"/>
                </a:moveTo>
                <a:cubicBezTo>
                  <a:pt x="322577" y="52028"/>
                  <a:pt x="322340" y="54872"/>
                  <a:pt x="322340" y="57776"/>
                </a:cubicBezTo>
                <a:cubicBezTo>
                  <a:pt x="322340" y="63346"/>
                  <a:pt x="323629" y="67420"/>
                  <a:pt x="326207" y="69998"/>
                </a:cubicBezTo>
                <a:cubicBezTo>
                  <a:pt x="328784" y="72576"/>
                  <a:pt x="332770" y="73864"/>
                  <a:pt x="338162" y="73864"/>
                </a:cubicBezTo>
                <a:cubicBezTo>
                  <a:pt x="343732" y="73864"/>
                  <a:pt x="349436" y="72190"/>
                  <a:pt x="355273" y="68842"/>
                </a:cubicBezTo>
                <a:cubicBezTo>
                  <a:pt x="361109" y="65494"/>
                  <a:pt x="367761" y="60176"/>
                  <a:pt x="375227" y="52887"/>
                </a:cubicBezTo>
                <a:lnTo>
                  <a:pt x="380472" y="57776"/>
                </a:lnTo>
                <a:cubicBezTo>
                  <a:pt x="375257" y="63050"/>
                  <a:pt x="371094" y="67109"/>
                  <a:pt x="367983" y="69953"/>
                </a:cubicBezTo>
                <a:cubicBezTo>
                  <a:pt x="364872" y="72798"/>
                  <a:pt x="361702" y="75390"/>
                  <a:pt x="358472" y="77731"/>
                </a:cubicBezTo>
                <a:cubicBezTo>
                  <a:pt x="355243" y="80072"/>
                  <a:pt x="352058" y="81968"/>
                  <a:pt x="348917" y="83420"/>
                </a:cubicBezTo>
                <a:cubicBezTo>
                  <a:pt x="345777" y="84871"/>
                  <a:pt x="342636" y="85982"/>
                  <a:pt x="339495" y="86753"/>
                </a:cubicBezTo>
                <a:cubicBezTo>
                  <a:pt x="336355" y="87523"/>
                  <a:pt x="333066" y="87908"/>
                  <a:pt x="329629" y="87908"/>
                </a:cubicBezTo>
                <a:cubicBezTo>
                  <a:pt x="325244" y="87908"/>
                  <a:pt x="321318" y="86916"/>
                  <a:pt x="317851" y="84931"/>
                </a:cubicBezTo>
                <a:cubicBezTo>
                  <a:pt x="314385" y="82946"/>
                  <a:pt x="311659" y="80027"/>
                  <a:pt x="309674" y="76175"/>
                </a:cubicBezTo>
                <a:cubicBezTo>
                  <a:pt x="307689" y="72324"/>
                  <a:pt x="306696" y="67731"/>
                  <a:pt x="306696" y="62398"/>
                </a:cubicBezTo>
                <a:cubicBezTo>
                  <a:pt x="306696" y="55702"/>
                  <a:pt x="308370" y="48650"/>
                  <a:pt x="311718" y="41243"/>
                </a:cubicBezTo>
                <a:cubicBezTo>
                  <a:pt x="315066" y="33836"/>
                  <a:pt x="319703" y="26918"/>
                  <a:pt x="325629" y="20488"/>
                </a:cubicBezTo>
                <a:cubicBezTo>
                  <a:pt x="331555" y="14059"/>
                  <a:pt x="337984" y="9037"/>
                  <a:pt x="344917" y="5422"/>
                </a:cubicBezTo>
                <a:cubicBezTo>
                  <a:pt x="351850" y="1807"/>
                  <a:pt x="358458" y="0"/>
                  <a:pt x="364739" y="0"/>
                </a:cubicBezTo>
                <a:cubicBezTo>
                  <a:pt x="369954" y="0"/>
                  <a:pt x="373865" y="1304"/>
                  <a:pt x="376472" y="3911"/>
                </a:cubicBezTo>
                <a:cubicBezTo>
                  <a:pt x="379079" y="6518"/>
                  <a:pt x="380383" y="10222"/>
                  <a:pt x="380383" y="15022"/>
                </a:cubicBezTo>
                <a:cubicBezTo>
                  <a:pt x="380383" y="20473"/>
                  <a:pt x="377790" y="25821"/>
                  <a:pt x="372605" y="31066"/>
                </a:cubicBezTo>
                <a:cubicBezTo>
                  <a:pt x="367420" y="36310"/>
                  <a:pt x="360443" y="40577"/>
                  <a:pt x="351673" y="43865"/>
                </a:cubicBezTo>
                <a:cubicBezTo>
                  <a:pt x="342903" y="47154"/>
                  <a:pt x="333362" y="48947"/>
                  <a:pt x="323051" y="49243"/>
                </a:cubicBezTo>
                <a:moveTo>
                  <a:pt x="324118" y="44088"/>
                </a:moveTo>
                <a:cubicBezTo>
                  <a:pt x="327851" y="40177"/>
                  <a:pt x="331140" y="37747"/>
                  <a:pt x="333984" y="36799"/>
                </a:cubicBezTo>
                <a:cubicBezTo>
                  <a:pt x="341095" y="36799"/>
                  <a:pt x="347199" y="36177"/>
                  <a:pt x="352295" y="34932"/>
                </a:cubicBezTo>
                <a:cubicBezTo>
                  <a:pt x="357391" y="33688"/>
                  <a:pt x="361302" y="31762"/>
                  <a:pt x="364028" y="29155"/>
                </a:cubicBezTo>
                <a:cubicBezTo>
                  <a:pt x="366754" y="26547"/>
                  <a:pt x="368117" y="23170"/>
                  <a:pt x="368117" y="19022"/>
                </a:cubicBezTo>
                <a:cubicBezTo>
                  <a:pt x="368117" y="12800"/>
                  <a:pt x="364917" y="9689"/>
                  <a:pt x="358517" y="9689"/>
                </a:cubicBezTo>
                <a:cubicBezTo>
                  <a:pt x="351525" y="9689"/>
                  <a:pt x="344814" y="12859"/>
                  <a:pt x="338384" y="19199"/>
                </a:cubicBezTo>
                <a:cubicBezTo>
                  <a:pt x="331955" y="25540"/>
                  <a:pt x="327199" y="33836"/>
                  <a:pt x="324118" y="440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Text 𝑘">
            <a:extLst xmlns:a="http://schemas.openxmlformats.org/drawingml/2006/main">
              <a:ext uri="{FF2B5EF4-FFF2-40B4-BE49-F238E27FC236}">
                <a16:creationId xmlns:a16="http://schemas.microsoft.com/office/drawing/2014/main" id="{943F94F0-F8EC-4C29-8D2A-6B5F465A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511" y="4789719"/>
            <a:ext cx="68845" cy="89739"/>
          </a:xfrm>
          <a:custGeom xmlns:a="http://schemas.openxmlformats.org/drawingml/2006/main">
            <a:pathLst>
              <a:path w="68845" h="89739">
                <a:moveTo>
                  <a:pt x="19596" y="55997"/>
                </a:moveTo>
                <a:lnTo>
                  <a:pt x="12458" y="88571"/>
                </a:lnTo>
                <a:lnTo>
                  <a:pt x="0" y="88571"/>
                </a:lnTo>
                <a:lnTo>
                  <a:pt x="15703" y="18882"/>
                </a:lnTo>
                <a:cubicBezTo>
                  <a:pt x="16222" y="16589"/>
                  <a:pt x="16589" y="14783"/>
                  <a:pt x="16806" y="13464"/>
                </a:cubicBezTo>
                <a:cubicBezTo>
                  <a:pt x="17022" y="12145"/>
                  <a:pt x="17130" y="10966"/>
                  <a:pt x="17130" y="9928"/>
                </a:cubicBezTo>
                <a:cubicBezTo>
                  <a:pt x="17130" y="9106"/>
                  <a:pt x="16990" y="8392"/>
                  <a:pt x="16708" y="7786"/>
                </a:cubicBezTo>
                <a:cubicBezTo>
                  <a:pt x="16427" y="7181"/>
                  <a:pt x="15962" y="6694"/>
                  <a:pt x="15313" y="6326"/>
                </a:cubicBezTo>
                <a:cubicBezTo>
                  <a:pt x="14664" y="5959"/>
                  <a:pt x="13799" y="5688"/>
                  <a:pt x="12718" y="5515"/>
                </a:cubicBezTo>
                <a:cubicBezTo>
                  <a:pt x="11636" y="5342"/>
                  <a:pt x="10295" y="5234"/>
                  <a:pt x="8695" y="5191"/>
                </a:cubicBezTo>
                <a:lnTo>
                  <a:pt x="9668" y="779"/>
                </a:lnTo>
                <a:lnTo>
                  <a:pt x="27512" y="0"/>
                </a:lnTo>
                <a:lnTo>
                  <a:pt x="32184" y="0"/>
                </a:lnTo>
                <a:lnTo>
                  <a:pt x="20764" y="50482"/>
                </a:lnTo>
                <a:lnTo>
                  <a:pt x="22581" y="50482"/>
                </a:lnTo>
                <a:cubicBezTo>
                  <a:pt x="24224" y="50482"/>
                  <a:pt x="25998" y="50136"/>
                  <a:pt x="27901" y="49444"/>
                </a:cubicBezTo>
                <a:cubicBezTo>
                  <a:pt x="29805" y="48752"/>
                  <a:pt x="31697" y="47854"/>
                  <a:pt x="33579" y="46751"/>
                </a:cubicBezTo>
                <a:cubicBezTo>
                  <a:pt x="35461" y="45648"/>
                  <a:pt x="37267" y="44404"/>
                  <a:pt x="38997" y="43020"/>
                </a:cubicBezTo>
                <a:cubicBezTo>
                  <a:pt x="40727" y="41636"/>
                  <a:pt x="42252" y="40241"/>
                  <a:pt x="43572" y="38835"/>
                </a:cubicBezTo>
                <a:cubicBezTo>
                  <a:pt x="44891" y="37429"/>
                  <a:pt x="45940" y="36099"/>
                  <a:pt x="46719" y="34844"/>
                </a:cubicBezTo>
                <a:cubicBezTo>
                  <a:pt x="47497" y="33590"/>
                  <a:pt x="47887" y="32530"/>
                  <a:pt x="47887" y="31665"/>
                </a:cubicBezTo>
                <a:cubicBezTo>
                  <a:pt x="47887" y="30627"/>
                  <a:pt x="47540" y="29783"/>
                  <a:pt x="46848" y="29134"/>
                </a:cubicBezTo>
                <a:cubicBezTo>
                  <a:pt x="46156" y="28485"/>
                  <a:pt x="44902" y="28053"/>
                  <a:pt x="43085" y="27836"/>
                </a:cubicBezTo>
                <a:lnTo>
                  <a:pt x="43864" y="23684"/>
                </a:lnTo>
                <a:lnTo>
                  <a:pt x="67223" y="23684"/>
                </a:lnTo>
                <a:lnTo>
                  <a:pt x="68845" y="27707"/>
                </a:lnTo>
                <a:cubicBezTo>
                  <a:pt x="66120" y="30043"/>
                  <a:pt x="63503" y="32206"/>
                  <a:pt x="60994" y="34195"/>
                </a:cubicBezTo>
                <a:cubicBezTo>
                  <a:pt x="58485" y="36185"/>
                  <a:pt x="56030" y="38099"/>
                  <a:pt x="53629" y="39938"/>
                </a:cubicBezTo>
                <a:cubicBezTo>
                  <a:pt x="51228" y="41776"/>
                  <a:pt x="48827" y="43582"/>
                  <a:pt x="46427" y="45356"/>
                </a:cubicBezTo>
                <a:cubicBezTo>
                  <a:pt x="44026" y="47129"/>
                  <a:pt x="41571" y="48968"/>
                  <a:pt x="39062" y="50871"/>
                </a:cubicBezTo>
                <a:cubicBezTo>
                  <a:pt x="40100" y="54159"/>
                  <a:pt x="41160" y="57501"/>
                  <a:pt x="42241" y="60896"/>
                </a:cubicBezTo>
                <a:cubicBezTo>
                  <a:pt x="43323" y="64292"/>
                  <a:pt x="44404" y="67655"/>
                  <a:pt x="45486" y="70986"/>
                </a:cubicBezTo>
                <a:cubicBezTo>
                  <a:pt x="46005" y="72760"/>
                  <a:pt x="46491" y="74285"/>
                  <a:pt x="46946" y="75561"/>
                </a:cubicBezTo>
                <a:cubicBezTo>
                  <a:pt x="47400" y="76837"/>
                  <a:pt x="47887" y="77875"/>
                  <a:pt x="48406" y="78675"/>
                </a:cubicBezTo>
                <a:cubicBezTo>
                  <a:pt x="48925" y="79476"/>
                  <a:pt x="49487" y="80070"/>
                  <a:pt x="50093" y="80460"/>
                </a:cubicBezTo>
                <a:cubicBezTo>
                  <a:pt x="50698" y="80849"/>
                  <a:pt x="51434" y="81044"/>
                  <a:pt x="52299" y="81044"/>
                </a:cubicBezTo>
                <a:cubicBezTo>
                  <a:pt x="52904" y="81044"/>
                  <a:pt x="53532" y="80936"/>
                  <a:pt x="54181" y="80719"/>
                </a:cubicBezTo>
                <a:cubicBezTo>
                  <a:pt x="54829" y="80503"/>
                  <a:pt x="55554" y="80114"/>
                  <a:pt x="56354" y="79551"/>
                </a:cubicBezTo>
                <a:cubicBezTo>
                  <a:pt x="57155" y="78989"/>
                  <a:pt x="58063" y="78221"/>
                  <a:pt x="59079" y="77248"/>
                </a:cubicBezTo>
                <a:cubicBezTo>
                  <a:pt x="60096" y="76275"/>
                  <a:pt x="61253" y="75052"/>
                  <a:pt x="62551" y="73582"/>
                </a:cubicBezTo>
                <a:lnTo>
                  <a:pt x="66963" y="77799"/>
                </a:lnTo>
                <a:cubicBezTo>
                  <a:pt x="64930" y="79876"/>
                  <a:pt x="63038" y="81671"/>
                  <a:pt x="61286" y="83185"/>
                </a:cubicBezTo>
                <a:cubicBezTo>
                  <a:pt x="59534" y="84699"/>
                  <a:pt x="57868" y="85943"/>
                  <a:pt x="56289" y="86916"/>
                </a:cubicBezTo>
                <a:cubicBezTo>
                  <a:pt x="54710" y="87889"/>
                  <a:pt x="53186" y="88603"/>
                  <a:pt x="51715" y="89057"/>
                </a:cubicBezTo>
                <a:cubicBezTo>
                  <a:pt x="50244" y="89511"/>
                  <a:pt x="48752" y="89739"/>
                  <a:pt x="47238" y="89739"/>
                </a:cubicBezTo>
                <a:cubicBezTo>
                  <a:pt x="44512" y="89739"/>
                  <a:pt x="42317" y="89057"/>
                  <a:pt x="40652" y="87695"/>
                </a:cubicBezTo>
                <a:cubicBezTo>
                  <a:pt x="38986" y="86332"/>
                  <a:pt x="37569" y="84385"/>
                  <a:pt x="36402" y="81855"/>
                </a:cubicBezTo>
                <a:cubicBezTo>
                  <a:pt x="35234" y="79324"/>
                  <a:pt x="34163" y="76264"/>
                  <a:pt x="33190" y="72673"/>
                </a:cubicBezTo>
                <a:cubicBezTo>
                  <a:pt x="32216" y="69083"/>
                  <a:pt x="31081" y="65082"/>
                  <a:pt x="29783" y="60669"/>
                </a:cubicBezTo>
                <a:cubicBezTo>
                  <a:pt x="29480" y="59631"/>
                  <a:pt x="29188" y="58798"/>
                  <a:pt x="28907" y="58171"/>
                </a:cubicBezTo>
                <a:cubicBezTo>
                  <a:pt x="28626" y="57544"/>
                  <a:pt x="28269" y="57068"/>
                  <a:pt x="27836" y="56744"/>
                </a:cubicBezTo>
                <a:cubicBezTo>
                  <a:pt x="27404" y="56419"/>
                  <a:pt x="26863" y="56214"/>
                  <a:pt x="26214" y="56127"/>
                </a:cubicBezTo>
                <a:cubicBezTo>
                  <a:pt x="25565" y="56041"/>
                  <a:pt x="24744" y="55997"/>
                  <a:pt x="23749" y="55997"/>
                </a:cubicBezTo>
                <a:lnTo>
                  <a:pt x="19596" y="559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Text ]">
            <a:extLst xmlns:a="http://schemas.openxmlformats.org/drawingml/2006/main">
              <a:ext uri="{FF2B5EF4-FFF2-40B4-BE49-F238E27FC236}">
                <a16:creationId xmlns:a16="http://schemas.microsoft.com/office/drawing/2014/main" id="{5A69258A-F5EB-4FA0-AA37-85E07F2D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736" y="4712176"/>
            <a:ext cx="39643" cy="169506"/>
          </a:xfrm>
          <a:custGeom xmlns:a="http://schemas.openxmlformats.org/drawingml/2006/main">
            <a:pathLst>
              <a:path w="39643" h="169506">
                <a:moveTo>
                  <a:pt x="0" y="162662"/>
                </a:moveTo>
                <a:lnTo>
                  <a:pt x="24888" y="162662"/>
                </a:lnTo>
                <a:lnTo>
                  <a:pt x="24888" y="6844"/>
                </a:lnTo>
                <a:lnTo>
                  <a:pt x="0" y="6844"/>
                </a:lnTo>
                <a:lnTo>
                  <a:pt x="0" y="0"/>
                </a:lnTo>
                <a:lnTo>
                  <a:pt x="39643" y="0"/>
                </a:lnTo>
                <a:lnTo>
                  <a:pt x="39643" y="169506"/>
                </a:lnTo>
                <a:lnTo>
                  <a:pt x="0" y="169506"/>
                </a:lnTo>
                <a:lnTo>
                  <a:pt x="0" y="1626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EA38DF-AF76-4385-A89B-66B23E23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334" y="4467155"/>
            <a:ext cx="166414" cy="65837"/>
          </a:xfrm>
          <a:custGeom xmlns:a="http://schemas.openxmlformats.org/drawingml/2006/main">
            <a:pathLst>
              <a:path w="166414" h="65837" fill="none">
                <a:moveTo>
                  <a:pt x="0" y="65837"/>
                </a:moveTo>
                <a:lnTo>
                  <a:pt x="1664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5665DC-1B59-46E5-84A2-8A78050D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334" y="4499012"/>
            <a:ext cx="179384" cy="215966"/>
          </a:xfrm>
          <a:custGeom xmlns:a="http://schemas.openxmlformats.org/drawingml/2006/main">
            <a:pathLst>
              <a:path w="179384" h="215966" fill="none">
                <a:moveTo>
                  <a:pt x="0" y="215966"/>
                </a:moveTo>
                <a:lnTo>
                  <a:pt x="1793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4EC3A3-AE42-447F-8260-B439873D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334" y="4499012"/>
            <a:ext cx="179384" cy="397224"/>
          </a:xfrm>
          <a:custGeom xmlns:a="http://schemas.openxmlformats.org/drawingml/2006/main">
            <a:pathLst>
              <a:path w="179384" h="397224" fill="none">
                <a:moveTo>
                  <a:pt x="0" y="397224"/>
                </a:moveTo>
                <a:lnTo>
                  <a:pt x="1793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9A317C-0B50-4E71-AEC5-517BC579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076" y="4564546"/>
            <a:ext cx="166869" cy="50212"/>
          </a:xfrm>
          <a:custGeom xmlns:a="http://schemas.openxmlformats.org/drawingml/2006/main">
            <a:pathLst>
              <a:path w="166869" h="50212" fill="none">
                <a:moveTo>
                  <a:pt x="0" y="0"/>
                </a:moveTo>
                <a:lnTo>
                  <a:pt x="166869" y="50212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908AC5-7A8A-4518-BE62-A6C20890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334" y="4597313"/>
            <a:ext cx="179384" cy="381568"/>
          </a:xfrm>
          <a:custGeom xmlns:a="http://schemas.openxmlformats.org/drawingml/2006/main">
            <a:pathLst>
              <a:path w="179384" h="381568" fill="none">
                <a:moveTo>
                  <a:pt x="0" y="0"/>
                </a:moveTo>
                <a:lnTo>
                  <a:pt x="179384" y="381568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C1188A-7D2A-45D0-83BB-FDFF0B5D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334" y="4597313"/>
            <a:ext cx="179384" cy="200159"/>
          </a:xfrm>
          <a:custGeom xmlns:a="http://schemas.openxmlformats.org/drawingml/2006/main">
            <a:pathLst>
              <a:path w="179384" h="200159" fill="none">
                <a:moveTo>
                  <a:pt x="0" y="0"/>
                </a:moveTo>
                <a:lnTo>
                  <a:pt x="179384" y="200159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F88F18-6E8B-4B82-AA55-D7082BE6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334" y="4647374"/>
            <a:ext cx="166869" cy="67855"/>
          </a:xfrm>
          <a:custGeom xmlns:a="http://schemas.openxmlformats.org/drawingml/2006/main">
            <a:pathLst>
              <a:path w="166869" h="67855" fill="none">
                <a:moveTo>
                  <a:pt x="0" y="67855"/>
                </a:moveTo>
                <a:lnTo>
                  <a:pt x="1668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5A04E6-1D0E-4074-A548-1AD0503B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076" y="4746585"/>
            <a:ext cx="153519" cy="82099"/>
          </a:xfrm>
          <a:custGeom xmlns:a="http://schemas.openxmlformats.org/drawingml/2006/main">
            <a:pathLst>
              <a:path w="153519" h="82099" fill="none">
                <a:moveTo>
                  <a:pt x="0" y="0"/>
                </a:moveTo>
                <a:lnTo>
                  <a:pt x="153519" y="82099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267A00-1568-4981-920A-BA2F3431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334" y="4779352"/>
            <a:ext cx="179384" cy="199370"/>
          </a:xfrm>
          <a:custGeom xmlns:a="http://schemas.openxmlformats.org/drawingml/2006/main">
            <a:pathLst>
              <a:path w="179384" h="199370" fill="none">
                <a:moveTo>
                  <a:pt x="0" y="0"/>
                </a:moveTo>
                <a:lnTo>
                  <a:pt x="179384" y="19937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FE9AD9-AF2C-4491-9AA3-D1D9466E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334" y="4679231"/>
            <a:ext cx="179763" cy="217043"/>
          </a:xfrm>
          <a:custGeom xmlns:a="http://schemas.openxmlformats.org/drawingml/2006/main">
            <a:pathLst>
              <a:path w="179763" h="217043" fill="none">
                <a:moveTo>
                  <a:pt x="0" y="217043"/>
                </a:moveTo>
                <a:lnTo>
                  <a:pt x="1797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9B74D-2807-4864-BDD0-85A2B8C7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076" y="4861269"/>
            <a:ext cx="166414" cy="67096"/>
          </a:xfrm>
          <a:custGeom xmlns:a="http://schemas.openxmlformats.org/drawingml/2006/main">
            <a:pathLst>
              <a:path w="166414" h="67096" fill="none">
                <a:moveTo>
                  <a:pt x="0" y="67096"/>
                </a:moveTo>
                <a:lnTo>
                  <a:pt x="1664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83CE24-EB7C-4A6B-8112-D9B7378C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334" y="4960480"/>
            <a:ext cx="166414" cy="50182"/>
          </a:xfrm>
          <a:custGeom xmlns:a="http://schemas.openxmlformats.org/drawingml/2006/main">
            <a:pathLst>
              <a:path w="166414" h="50182" fill="none">
                <a:moveTo>
                  <a:pt x="0" y="0"/>
                </a:moveTo>
                <a:lnTo>
                  <a:pt x="166414" y="50182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5AC00C-2058-4D2B-BABC-9D3C4C99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188" y="4467155"/>
            <a:ext cx="153443" cy="58632"/>
          </a:xfrm>
          <a:custGeom xmlns:a="http://schemas.openxmlformats.org/drawingml/2006/main">
            <a:pathLst>
              <a:path w="153443" h="58632" fill="none">
                <a:moveTo>
                  <a:pt x="0" y="0"/>
                </a:moveTo>
                <a:lnTo>
                  <a:pt x="153443" y="58632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5E5A74-CFFC-4763-9957-525EA18A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535" y="4499012"/>
            <a:ext cx="166414" cy="207828"/>
          </a:xfrm>
          <a:custGeom xmlns:a="http://schemas.openxmlformats.org/drawingml/2006/main">
            <a:pathLst>
              <a:path w="166414" h="207828" fill="none">
                <a:moveTo>
                  <a:pt x="0" y="0"/>
                </a:moveTo>
                <a:lnTo>
                  <a:pt x="166414" y="207828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828747-3A07-4639-9258-D070B8FC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535" y="4499012"/>
            <a:ext cx="166414" cy="388767"/>
          </a:xfrm>
          <a:custGeom xmlns:a="http://schemas.openxmlformats.org/drawingml/2006/main">
            <a:pathLst>
              <a:path w="166414" h="388767" fill="none">
                <a:moveTo>
                  <a:pt x="0" y="0"/>
                </a:moveTo>
                <a:lnTo>
                  <a:pt x="166414" y="388767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37138-7554-4E0A-9527-37B4DE7F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45" y="4557265"/>
            <a:ext cx="153064" cy="57418"/>
          </a:xfrm>
          <a:custGeom xmlns:a="http://schemas.openxmlformats.org/drawingml/2006/main">
            <a:pathLst>
              <a:path w="153064" h="57418" fill="none">
                <a:moveTo>
                  <a:pt x="0" y="57418"/>
                </a:moveTo>
                <a:lnTo>
                  <a:pt x="1530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53A62B-348C-47EE-9219-C0877A9D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188" y="4647374"/>
            <a:ext cx="153064" cy="59716"/>
          </a:xfrm>
          <a:custGeom xmlns:a="http://schemas.openxmlformats.org/drawingml/2006/main">
            <a:pathLst>
              <a:path w="153064" h="59716" fill="none">
                <a:moveTo>
                  <a:pt x="0" y="0"/>
                </a:moveTo>
                <a:lnTo>
                  <a:pt x="153064" y="59716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D55D4F-DDC3-4C4B-A234-EF0CD36C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45" y="4679231"/>
            <a:ext cx="166035" cy="208586"/>
          </a:xfrm>
          <a:custGeom xmlns:a="http://schemas.openxmlformats.org/drawingml/2006/main">
            <a:pathLst>
              <a:path w="166035" h="208586" fill="none">
                <a:moveTo>
                  <a:pt x="0" y="0"/>
                </a:moveTo>
                <a:lnTo>
                  <a:pt x="166035" y="208586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C41E94-9122-4B84-8422-77453936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535" y="4590032"/>
            <a:ext cx="166414" cy="207357"/>
          </a:xfrm>
          <a:custGeom xmlns:a="http://schemas.openxmlformats.org/drawingml/2006/main">
            <a:pathLst>
              <a:path w="166414" h="207357" fill="none">
                <a:moveTo>
                  <a:pt x="0" y="207357"/>
                </a:moveTo>
                <a:lnTo>
                  <a:pt x="1664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3064BC-1D05-4D3D-8046-546420FC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188" y="4739303"/>
            <a:ext cx="140549" cy="90238"/>
          </a:xfrm>
          <a:custGeom xmlns:a="http://schemas.openxmlformats.org/drawingml/2006/main">
            <a:pathLst>
              <a:path w="140549" h="90238" fill="none">
                <a:moveTo>
                  <a:pt x="0" y="90238"/>
                </a:moveTo>
                <a:lnTo>
                  <a:pt x="1405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57689C-F60B-4E8B-87E8-515BEA81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535" y="4861269"/>
            <a:ext cx="153519" cy="58639"/>
          </a:xfrm>
          <a:custGeom xmlns:a="http://schemas.openxmlformats.org/drawingml/2006/main">
            <a:pathLst>
              <a:path w="153519" h="58639" fill="none">
                <a:moveTo>
                  <a:pt x="0" y="0"/>
                </a:moveTo>
                <a:lnTo>
                  <a:pt x="153519" y="58639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7C0959-30C1-4A8A-98A3-5C81AC32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535" y="4590032"/>
            <a:ext cx="166414" cy="388774"/>
          </a:xfrm>
          <a:custGeom xmlns:a="http://schemas.openxmlformats.org/drawingml/2006/main">
            <a:pathLst>
              <a:path w="166414" h="388774" fill="none">
                <a:moveTo>
                  <a:pt x="0" y="388774"/>
                </a:moveTo>
                <a:lnTo>
                  <a:pt x="1664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6D8430-A610-4FC9-8EE2-1AEDAE39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535" y="4771160"/>
            <a:ext cx="166414" cy="207509"/>
          </a:xfrm>
          <a:custGeom xmlns:a="http://schemas.openxmlformats.org/drawingml/2006/main">
            <a:pathLst>
              <a:path w="166414" h="207509" fill="none">
                <a:moveTo>
                  <a:pt x="0" y="207509"/>
                </a:moveTo>
                <a:lnTo>
                  <a:pt x="1664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9A23DF-C6A8-42A6-8568-A1587464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188" y="4952289"/>
            <a:ext cx="153519" cy="58639"/>
          </a:xfrm>
          <a:custGeom xmlns:a="http://schemas.openxmlformats.org/drawingml/2006/main">
            <a:pathLst>
              <a:path w="153519" h="58639" fill="none">
                <a:moveTo>
                  <a:pt x="0" y="58639"/>
                </a:moveTo>
                <a:lnTo>
                  <a:pt x="1535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FA8151-5EF8-4756-A530-5EB42215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899" y="4421646"/>
            <a:ext cx="88289" cy="91019"/>
          </a:xfrm>
          <a:custGeom xmlns:a="http://schemas.openxmlformats.org/drawingml/2006/main">
            <a:pathLst>
              <a:path w="88289" h="91019">
                <a:moveTo>
                  <a:pt x="0" y="45510"/>
                </a:moveTo>
                <a:cubicBezTo>
                  <a:pt x="0" y="20404"/>
                  <a:pt x="19797" y="0"/>
                  <a:pt x="44144" y="0"/>
                </a:cubicBezTo>
                <a:cubicBezTo>
                  <a:pt x="68492" y="0"/>
                  <a:pt x="88289" y="20404"/>
                  <a:pt x="88289" y="45510"/>
                </a:cubicBezTo>
                <a:cubicBezTo>
                  <a:pt x="88289" y="70616"/>
                  <a:pt x="68492" y="91019"/>
                  <a:pt x="44144" y="91019"/>
                </a:cubicBezTo>
                <a:cubicBezTo>
                  <a:pt x="19797" y="91019"/>
                  <a:pt x="0" y="70616"/>
                  <a:pt x="0" y="45510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647CC1-D41C-4982-9456-4DDBBA07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899" y="4421646"/>
            <a:ext cx="88289" cy="91019"/>
          </a:xfrm>
          <a:custGeom xmlns:a="http://schemas.openxmlformats.org/drawingml/2006/main">
            <a:pathLst>
              <a:path w="88289" h="91019" fill="none">
                <a:moveTo>
                  <a:pt x="0" y="45510"/>
                </a:moveTo>
                <a:cubicBezTo>
                  <a:pt x="0" y="20404"/>
                  <a:pt x="19797" y="0"/>
                  <a:pt x="44144" y="0"/>
                </a:cubicBezTo>
                <a:cubicBezTo>
                  <a:pt x="68492" y="0"/>
                  <a:pt x="88289" y="20404"/>
                  <a:pt x="88289" y="45510"/>
                </a:cubicBezTo>
                <a:cubicBezTo>
                  <a:pt x="88289" y="70616"/>
                  <a:pt x="68492" y="91019"/>
                  <a:pt x="44144" y="91019"/>
                </a:cubicBezTo>
                <a:cubicBezTo>
                  <a:pt x="19797" y="91019"/>
                  <a:pt x="0" y="70616"/>
                  <a:pt x="0" y="455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3A1D8F-DC0C-491D-91BE-8A67592D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899" y="4601864"/>
            <a:ext cx="88289" cy="91019"/>
          </a:xfrm>
          <a:custGeom xmlns:a="http://schemas.openxmlformats.org/drawingml/2006/main">
            <a:pathLst>
              <a:path w="88289" h="91019">
                <a:moveTo>
                  <a:pt x="0" y="45510"/>
                </a:moveTo>
                <a:cubicBezTo>
                  <a:pt x="0" y="20404"/>
                  <a:pt x="19797" y="0"/>
                  <a:pt x="44144" y="0"/>
                </a:cubicBezTo>
                <a:cubicBezTo>
                  <a:pt x="68492" y="0"/>
                  <a:pt x="88289" y="20404"/>
                  <a:pt x="88289" y="45510"/>
                </a:cubicBezTo>
                <a:cubicBezTo>
                  <a:pt x="88289" y="70646"/>
                  <a:pt x="68492" y="91019"/>
                  <a:pt x="44144" y="91019"/>
                </a:cubicBezTo>
                <a:cubicBezTo>
                  <a:pt x="19797" y="91019"/>
                  <a:pt x="0" y="70646"/>
                  <a:pt x="0" y="45510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089538-A5AB-4661-A3C2-C0357838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899" y="4601864"/>
            <a:ext cx="88289" cy="91019"/>
          </a:xfrm>
          <a:custGeom xmlns:a="http://schemas.openxmlformats.org/drawingml/2006/main">
            <a:pathLst>
              <a:path w="88289" h="91019" fill="none">
                <a:moveTo>
                  <a:pt x="0" y="45510"/>
                </a:moveTo>
                <a:cubicBezTo>
                  <a:pt x="0" y="20404"/>
                  <a:pt x="19797" y="0"/>
                  <a:pt x="44144" y="0"/>
                </a:cubicBezTo>
                <a:cubicBezTo>
                  <a:pt x="68492" y="0"/>
                  <a:pt x="88289" y="20404"/>
                  <a:pt x="88289" y="45510"/>
                </a:cubicBezTo>
                <a:cubicBezTo>
                  <a:pt x="88289" y="70646"/>
                  <a:pt x="68492" y="91019"/>
                  <a:pt x="44144" y="91019"/>
                </a:cubicBezTo>
                <a:cubicBezTo>
                  <a:pt x="19797" y="91019"/>
                  <a:pt x="0" y="70646"/>
                  <a:pt x="0" y="455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35F35-02E8-4482-A564-E14F8CA0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899" y="4783903"/>
            <a:ext cx="88289" cy="91019"/>
          </a:xfrm>
          <a:custGeom xmlns:a="http://schemas.openxmlformats.org/drawingml/2006/main">
            <a:pathLst>
              <a:path w="88289" h="91019">
                <a:moveTo>
                  <a:pt x="0" y="45510"/>
                </a:moveTo>
                <a:cubicBezTo>
                  <a:pt x="0" y="20373"/>
                  <a:pt x="19797" y="0"/>
                  <a:pt x="44144" y="0"/>
                </a:cubicBezTo>
                <a:cubicBezTo>
                  <a:pt x="68492" y="0"/>
                  <a:pt x="88289" y="20373"/>
                  <a:pt x="88289" y="45510"/>
                </a:cubicBezTo>
                <a:cubicBezTo>
                  <a:pt x="88289" y="70646"/>
                  <a:pt x="68492" y="91019"/>
                  <a:pt x="44144" y="91019"/>
                </a:cubicBezTo>
                <a:cubicBezTo>
                  <a:pt x="19797" y="91019"/>
                  <a:pt x="0" y="70646"/>
                  <a:pt x="0" y="45510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7AFC54-E386-4998-9E0D-B2323932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899" y="4783903"/>
            <a:ext cx="88289" cy="91019"/>
          </a:xfrm>
          <a:custGeom xmlns:a="http://schemas.openxmlformats.org/drawingml/2006/main">
            <a:pathLst>
              <a:path w="88289" h="91019" fill="none">
                <a:moveTo>
                  <a:pt x="0" y="45510"/>
                </a:moveTo>
                <a:cubicBezTo>
                  <a:pt x="0" y="20373"/>
                  <a:pt x="19797" y="0"/>
                  <a:pt x="44144" y="0"/>
                </a:cubicBezTo>
                <a:cubicBezTo>
                  <a:pt x="68492" y="0"/>
                  <a:pt x="88289" y="20373"/>
                  <a:pt x="88289" y="45510"/>
                </a:cubicBezTo>
                <a:cubicBezTo>
                  <a:pt x="88289" y="70646"/>
                  <a:pt x="68492" y="91019"/>
                  <a:pt x="44144" y="91019"/>
                </a:cubicBezTo>
                <a:cubicBezTo>
                  <a:pt x="19797" y="91019"/>
                  <a:pt x="0" y="70646"/>
                  <a:pt x="0" y="455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2F09FD-D5ED-45E0-82B5-F1A20B36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899" y="4965031"/>
            <a:ext cx="88289" cy="91019"/>
          </a:xfrm>
          <a:custGeom xmlns:a="http://schemas.openxmlformats.org/drawingml/2006/main">
            <a:pathLst>
              <a:path w="88289" h="91019">
                <a:moveTo>
                  <a:pt x="0" y="45510"/>
                </a:moveTo>
                <a:cubicBezTo>
                  <a:pt x="0" y="20373"/>
                  <a:pt x="19797" y="0"/>
                  <a:pt x="44144" y="0"/>
                </a:cubicBezTo>
                <a:cubicBezTo>
                  <a:pt x="68492" y="0"/>
                  <a:pt x="88289" y="20373"/>
                  <a:pt x="88289" y="45510"/>
                </a:cubicBezTo>
                <a:cubicBezTo>
                  <a:pt x="88289" y="70646"/>
                  <a:pt x="68492" y="91019"/>
                  <a:pt x="44144" y="91019"/>
                </a:cubicBezTo>
                <a:cubicBezTo>
                  <a:pt x="19797" y="91019"/>
                  <a:pt x="0" y="70646"/>
                  <a:pt x="0" y="45510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5F159-39AD-47B5-8852-B4241742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899" y="4965031"/>
            <a:ext cx="88289" cy="91019"/>
          </a:xfrm>
          <a:custGeom xmlns:a="http://schemas.openxmlformats.org/drawingml/2006/main">
            <a:pathLst>
              <a:path w="88289" h="91019" fill="none">
                <a:moveTo>
                  <a:pt x="0" y="45510"/>
                </a:moveTo>
                <a:cubicBezTo>
                  <a:pt x="0" y="20373"/>
                  <a:pt x="19797" y="0"/>
                  <a:pt x="44144" y="0"/>
                </a:cubicBezTo>
                <a:cubicBezTo>
                  <a:pt x="68492" y="0"/>
                  <a:pt x="88289" y="20373"/>
                  <a:pt x="88289" y="45510"/>
                </a:cubicBezTo>
                <a:cubicBezTo>
                  <a:pt x="88289" y="70646"/>
                  <a:pt x="68492" y="91019"/>
                  <a:pt x="44144" y="91019"/>
                </a:cubicBezTo>
                <a:cubicBezTo>
                  <a:pt x="19797" y="91019"/>
                  <a:pt x="0" y="70646"/>
                  <a:pt x="0" y="455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159393-9E68-409E-8EB6-D38E5BC4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787" y="4519036"/>
            <a:ext cx="88289" cy="91019"/>
          </a:xfrm>
          <a:custGeom xmlns:a="http://schemas.openxmlformats.org/drawingml/2006/main">
            <a:pathLst>
              <a:path w="88289" h="91019">
                <a:moveTo>
                  <a:pt x="0" y="45510"/>
                </a:moveTo>
                <a:cubicBezTo>
                  <a:pt x="0" y="20404"/>
                  <a:pt x="19797" y="0"/>
                  <a:pt x="44144" y="0"/>
                </a:cubicBezTo>
                <a:cubicBezTo>
                  <a:pt x="68492" y="0"/>
                  <a:pt x="88289" y="20404"/>
                  <a:pt x="88289" y="45510"/>
                </a:cubicBezTo>
                <a:cubicBezTo>
                  <a:pt x="88289" y="70616"/>
                  <a:pt x="68492" y="91019"/>
                  <a:pt x="44144" y="91019"/>
                </a:cubicBezTo>
                <a:cubicBezTo>
                  <a:pt x="19797" y="91019"/>
                  <a:pt x="0" y="70616"/>
                  <a:pt x="0" y="45510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F6DA1B-5914-45BA-BC11-520E5169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787" y="4519036"/>
            <a:ext cx="88289" cy="91019"/>
          </a:xfrm>
          <a:custGeom xmlns:a="http://schemas.openxmlformats.org/drawingml/2006/main">
            <a:pathLst>
              <a:path w="88289" h="91019" fill="none">
                <a:moveTo>
                  <a:pt x="0" y="45510"/>
                </a:moveTo>
                <a:cubicBezTo>
                  <a:pt x="0" y="20404"/>
                  <a:pt x="19797" y="0"/>
                  <a:pt x="44144" y="0"/>
                </a:cubicBezTo>
                <a:cubicBezTo>
                  <a:pt x="68492" y="0"/>
                  <a:pt x="88289" y="20404"/>
                  <a:pt x="88289" y="45510"/>
                </a:cubicBezTo>
                <a:cubicBezTo>
                  <a:pt x="88289" y="70616"/>
                  <a:pt x="68492" y="91019"/>
                  <a:pt x="44144" y="91019"/>
                </a:cubicBezTo>
                <a:cubicBezTo>
                  <a:pt x="19797" y="91019"/>
                  <a:pt x="0" y="70616"/>
                  <a:pt x="0" y="455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05C8F1-B21D-4DB5-BD93-8B9AF386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787" y="4701985"/>
            <a:ext cx="88289" cy="90109"/>
          </a:xfrm>
          <a:custGeom xmlns:a="http://schemas.openxmlformats.org/drawingml/2006/main">
            <a:pathLst>
              <a:path w="88289" h="90109">
                <a:moveTo>
                  <a:pt x="0" y="45055"/>
                </a:moveTo>
                <a:cubicBezTo>
                  <a:pt x="0" y="20168"/>
                  <a:pt x="19797" y="0"/>
                  <a:pt x="44144" y="0"/>
                </a:cubicBezTo>
                <a:cubicBezTo>
                  <a:pt x="68492" y="0"/>
                  <a:pt x="88289" y="20168"/>
                  <a:pt x="88289" y="45055"/>
                </a:cubicBezTo>
                <a:cubicBezTo>
                  <a:pt x="88289" y="69941"/>
                  <a:pt x="68492" y="90109"/>
                  <a:pt x="44144" y="90109"/>
                </a:cubicBezTo>
                <a:cubicBezTo>
                  <a:pt x="19797" y="90109"/>
                  <a:pt x="0" y="69941"/>
                  <a:pt x="0" y="45055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CF994D-A5BD-42CA-91AC-4C7AA5F8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787" y="4701985"/>
            <a:ext cx="88289" cy="90109"/>
          </a:xfrm>
          <a:custGeom xmlns:a="http://schemas.openxmlformats.org/drawingml/2006/main">
            <a:pathLst>
              <a:path w="88289" h="90109" fill="none">
                <a:moveTo>
                  <a:pt x="0" y="45055"/>
                </a:moveTo>
                <a:cubicBezTo>
                  <a:pt x="0" y="20168"/>
                  <a:pt x="19797" y="0"/>
                  <a:pt x="44144" y="0"/>
                </a:cubicBezTo>
                <a:cubicBezTo>
                  <a:pt x="68492" y="0"/>
                  <a:pt x="88289" y="20168"/>
                  <a:pt x="88289" y="45055"/>
                </a:cubicBezTo>
                <a:cubicBezTo>
                  <a:pt x="88289" y="69941"/>
                  <a:pt x="68492" y="90109"/>
                  <a:pt x="44144" y="90109"/>
                </a:cubicBezTo>
                <a:cubicBezTo>
                  <a:pt x="19797" y="90109"/>
                  <a:pt x="0" y="69941"/>
                  <a:pt x="0" y="450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8C20A4-3673-4613-96C0-C9567FF2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787" y="4883114"/>
            <a:ext cx="88289" cy="90109"/>
          </a:xfrm>
          <a:custGeom xmlns:a="http://schemas.openxmlformats.org/drawingml/2006/main">
            <a:pathLst>
              <a:path w="88289" h="90109">
                <a:moveTo>
                  <a:pt x="0" y="45055"/>
                </a:moveTo>
                <a:cubicBezTo>
                  <a:pt x="0" y="20168"/>
                  <a:pt x="19797" y="0"/>
                  <a:pt x="44144" y="0"/>
                </a:cubicBezTo>
                <a:cubicBezTo>
                  <a:pt x="68492" y="0"/>
                  <a:pt x="88289" y="20168"/>
                  <a:pt x="88289" y="45055"/>
                </a:cubicBezTo>
                <a:cubicBezTo>
                  <a:pt x="88289" y="69941"/>
                  <a:pt x="68492" y="90109"/>
                  <a:pt x="44144" y="90109"/>
                </a:cubicBezTo>
                <a:cubicBezTo>
                  <a:pt x="19797" y="90109"/>
                  <a:pt x="0" y="69941"/>
                  <a:pt x="0" y="45055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413D3C-90C6-4329-8E75-17CE83FB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787" y="4883114"/>
            <a:ext cx="88289" cy="90109"/>
          </a:xfrm>
          <a:custGeom xmlns:a="http://schemas.openxmlformats.org/drawingml/2006/main">
            <a:pathLst>
              <a:path w="88289" h="90109" fill="none">
                <a:moveTo>
                  <a:pt x="0" y="45055"/>
                </a:moveTo>
                <a:cubicBezTo>
                  <a:pt x="0" y="20168"/>
                  <a:pt x="19797" y="0"/>
                  <a:pt x="44144" y="0"/>
                </a:cubicBezTo>
                <a:cubicBezTo>
                  <a:pt x="68492" y="0"/>
                  <a:pt x="88289" y="20168"/>
                  <a:pt x="88289" y="45055"/>
                </a:cubicBezTo>
                <a:cubicBezTo>
                  <a:pt x="88289" y="69941"/>
                  <a:pt x="68492" y="90109"/>
                  <a:pt x="44144" y="90109"/>
                </a:cubicBezTo>
                <a:cubicBezTo>
                  <a:pt x="19797" y="90109"/>
                  <a:pt x="0" y="69941"/>
                  <a:pt x="0" y="450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1327AE-A057-4AF8-8832-5564AFBD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358" y="4512665"/>
            <a:ext cx="88289" cy="90109"/>
          </a:xfrm>
          <a:custGeom xmlns:a="http://schemas.openxmlformats.org/drawingml/2006/main">
            <a:pathLst>
              <a:path w="88289" h="90109">
                <a:moveTo>
                  <a:pt x="0" y="45055"/>
                </a:moveTo>
                <a:cubicBezTo>
                  <a:pt x="0" y="20176"/>
                  <a:pt x="19797" y="0"/>
                  <a:pt x="44144" y="0"/>
                </a:cubicBezTo>
                <a:cubicBezTo>
                  <a:pt x="68492" y="0"/>
                  <a:pt x="88289" y="20176"/>
                  <a:pt x="88289" y="45055"/>
                </a:cubicBezTo>
                <a:cubicBezTo>
                  <a:pt x="88289" y="69933"/>
                  <a:pt x="68492" y="90109"/>
                  <a:pt x="44144" y="90109"/>
                </a:cubicBezTo>
                <a:cubicBezTo>
                  <a:pt x="19797" y="90109"/>
                  <a:pt x="0" y="69933"/>
                  <a:pt x="0" y="45055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7D957B-E844-4FD0-8AC8-5E1B5926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358" y="4512665"/>
            <a:ext cx="88289" cy="90109"/>
          </a:xfrm>
          <a:custGeom xmlns:a="http://schemas.openxmlformats.org/drawingml/2006/main">
            <a:pathLst>
              <a:path w="88289" h="90109" fill="none">
                <a:moveTo>
                  <a:pt x="0" y="45055"/>
                </a:moveTo>
                <a:cubicBezTo>
                  <a:pt x="0" y="20176"/>
                  <a:pt x="19797" y="0"/>
                  <a:pt x="44144" y="0"/>
                </a:cubicBezTo>
                <a:cubicBezTo>
                  <a:pt x="68492" y="0"/>
                  <a:pt x="88289" y="20176"/>
                  <a:pt x="88289" y="45055"/>
                </a:cubicBezTo>
                <a:cubicBezTo>
                  <a:pt x="88289" y="69933"/>
                  <a:pt x="68492" y="90109"/>
                  <a:pt x="44144" y="90109"/>
                </a:cubicBezTo>
                <a:cubicBezTo>
                  <a:pt x="19797" y="90109"/>
                  <a:pt x="0" y="69933"/>
                  <a:pt x="0" y="450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2A0694-4230-48DF-8685-35876761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358" y="4693794"/>
            <a:ext cx="88289" cy="90109"/>
          </a:xfrm>
          <a:custGeom xmlns:a="http://schemas.openxmlformats.org/drawingml/2006/main">
            <a:pathLst>
              <a:path w="88289" h="90109">
                <a:moveTo>
                  <a:pt x="0" y="45055"/>
                </a:moveTo>
                <a:cubicBezTo>
                  <a:pt x="0" y="20168"/>
                  <a:pt x="19797" y="0"/>
                  <a:pt x="44144" y="0"/>
                </a:cubicBezTo>
                <a:cubicBezTo>
                  <a:pt x="68492" y="0"/>
                  <a:pt x="88289" y="20168"/>
                  <a:pt x="88289" y="45055"/>
                </a:cubicBezTo>
                <a:cubicBezTo>
                  <a:pt x="88289" y="69941"/>
                  <a:pt x="68492" y="90109"/>
                  <a:pt x="44144" y="90109"/>
                </a:cubicBezTo>
                <a:cubicBezTo>
                  <a:pt x="19797" y="90109"/>
                  <a:pt x="0" y="69941"/>
                  <a:pt x="0" y="45055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55BA6C-3EC8-4DEB-BB40-3C269208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358" y="4693794"/>
            <a:ext cx="88289" cy="90109"/>
          </a:xfrm>
          <a:custGeom xmlns:a="http://schemas.openxmlformats.org/drawingml/2006/main">
            <a:pathLst>
              <a:path w="88289" h="90109" fill="none">
                <a:moveTo>
                  <a:pt x="0" y="45055"/>
                </a:moveTo>
                <a:cubicBezTo>
                  <a:pt x="0" y="20168"/>
                  <a:pt x="19797" y="0"/>
                  <a:pt x="44144" y="0"/>
                </a:cubicBezTo>
                <a:cubicBezTo>
                  <a:pt x="68492" y="0"/>
                  <a:pt x="88289" y="20168"/>
                  <a:pt x="88289" y="45055"/>
                </a:cubicBezTo>
                <a:cubicBezTo>
                  <a:pt x="88289" y="69941"/>
                  <a:pt x="68492" y="90109"/>
                  <a:pt x="44144" y="90109"/>
                </a:cubicBezTo>
                <a:cubicBezTo>
                  <a:pt x="19797" y="90109"/>
                  <a:pt x="0" y="69941"/>
                  <a:pt x="0" y="450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33C5C4-82CA-452C-95EB-85934155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358" y="4874922"/>
            <a:ext cx="88289" cy="90109"/>
          </a:xfrm>
          <a:custGeom xmlns:a="http://schemas.openxmlformats.org/drawingml/2006/main">
            <a:pathLst>
              <a:path w="88289" h="90109">
                <a:moveTo>
                  <a:pt x="0" y="45055"/>
                </a:moveTo>
                <a:cubicBezTo>
                  <a:pt x="0" y="20168"/>
                  <a:pt x="19797" y="0"/>
                  <a:pt x="44144" y="0"/>
                </a:cubicBezTo>
                <a:cubicBezTo>
                  <a:pt x="68492" y="0"/>
                  <a:pt x="88289" y="20168"/>
                  <a:pt x="88289" y="45055"/>
                </a:cubicBezTo>
                <a:cubicBezTo>
                  <a:pt x="88289" y="69941"/>
                  <a:pt x="68492" y="90109"/>
                  <a:pt x="44144" y="90109"/>
                </a:cubicBezTo>
                <a:cubicBezTo>
                  <a:pt x="19797" y="90109"/>
                  <a:pt x="0" y="69941"/>
                  <a:pt x="0" y="45055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987541-09CD-481F-8C20-9A10404F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358" y="4874922"/>
            <a:ext cx="88289" cy="90109"/>
          </a:xfrm>
          <a:custGeom xmlns:a="http://schemas.openxmlformats.org/drawingml/2006/main">
            <a:pathLst>
              <a:path w="88289" h="90109" fill="none">
                <a:moveTo>
                  <a:pt x="0" y="45055"/>
                </a:moveTo>
                <a:cubicBezTo>
                  <a:pt x="0" y="20168"/>
                  <a:pt x="19797" y="0"/>
                  <a:pt x="44144" y="0"/>
                </a:cubicBezTo>
                <a:cubicBezTo>
                  <a:pt x="68492" y="0"/>
                  <a:pt x="88289" y="20168"/>
                  <a:pt x="88289" y="45055"/>
                </a:cubicBezTo>
                <a:cubicBezTo>
                  <a:pt x="88289" y="69941"/>
                  <a:pt x="68492" y="90109"/>
                  <a:pt x="44144" y="90109"/>
                </a:cubicBezTo>
                <a:cubicBezTo>
                  <a:pt x="19797" y="90109"/>
                  <a:pt x="0" y="69941"/>
                  <a:pt x="0" y="450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2774"/>
            </a:solidFill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7DF8FC-59AF-436A-8DBD-0CDEB469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3033" y="3429990"/>
            <a:ext cx="82828" cy="667172"/>
          </a:xfrm>
          <a:custGeom xmlns:a="http://schemas.openxmlformats.org/drawingml/2006/main">
            <a:pathLst>
              <a:path w="82828" h="667172">
                <a:moveTo>
                  <a:pt x="0" y="667172"/>
                </a:moveTo>
                <a:lnTo>
                  <a:pt x="0" y="0"/>
                </a:lnTo>
                <a:lnTo>
                  <a:pt x="82828" y="0"/>
                </a:lnTo>
                <a:lnTo>
                  <a:pt x="82828" y="667172"/>
                </a:lnTo>
                <a:lnTo>
                  <a:pt x="0" y="6671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E1C79B-2C2C-4090-B961-4A6CD9F6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196" y="4014334"/>
            <a:ext cx="1487257" cy="81917"/>
          </a:xfrm>
          <a:custGeom xmlns:a="http://schemas.openxmlformats.org/drawingml/2006/main">
            <a:pathLst>
              <a:path w="1487257" h="81917">
                <a:moveTo>
                  <a:pt x="0" y="81917"/>
                </a:moveTo>
                <a:lnTo>
                  <a:pt x="0" y="0"/>
                </a:lnTo>
                <a:lnTo>
                  <a:pt x="1487257" y="0"/>
                </a:lnTo>
                <a:lnTo>
                  <a:pt x="1487257" y="81917"/>
                </a:lnTo>
                <a:lnTo>
                  <a:pt x="0" y="819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3F693-CF64-4FA3-87A7-62CC6426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6" y="3765851"/>
            <a:ext cx="499696" cy="1520524"/>
          </a:xfrm>
          <a:custGeom xmlns:a="http://schemas.openxmlformats.org/drawingml/2006/main">
            <a:pathLst>
              <a:path w="499696" h="1520524" fill="none">
                <a:moveTo>
                  <a:pt x="499696" y="1520524"/>
                </a:moveTo>
                <a:lnTo>
                  <a:pt x="499696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302" name="Text 𝑰">
            <a:extLst xmlns:a="http://schemas.openxmlformats.org/drawingml/2006/main">
              <a:ext uri="{FF2B5EF4-FFF2-40B4-BE49-F238E27FC236}">
                <a16:creationId xmlns:a16="http://schemas.microsoft.com/office/drawing/2014/main" id="{EED48091-865B-4466-8FF8-F4544E74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5" y="5132054"/>
            <a:ext cx="141349" cy="80564"/>
          </a:xfrm>
          <a:custGeom xmlns:a="http://schemas.openxmlformats.org/drawingml/2006/main">
            <a:pathLst>
              <a:path w="141349" h="80564">
                <a:moveTo>
                  <a:pt x="141349" y="28477"/>
                </a:moveTo>
                <a:lnTo>
                  <a:pt x="141349" y="80564"/>
                </a:lnTo>
                <a:lnTo>
                  <a:pt x="134514" y="79114"/>
                </a:lnTo>
                <a:cubicBezTo>
                  <a:pt x="133410" y="75179"/>
                  <a:pt x="131477" y="72280"/>
                  <a:pt x="128716" y="70416"/>
                </a:cubicBezTo>
                <a:cubicBezTo>
                  <a:pt x="125954" y="68552"/>
                  <a:pt x="120846" y="66791"/>
                  <a:pt x="113390" y="65134"/>
                </a:cubicBezTo>
                <a:lnTo>
                  <a:pt x="27959" y="46288"/>
                </a:lnTo>
                <a:cubicBezTo>
                  <a:pt x="23886" y="45390"/>
                  <a:pt x="19848" y="44942"/>
                  <a:pt x="15843" y="44942"/>
                </a:cubicBezTo>
                <a:cubicBezTo>
                  <a:pt x="12944" y="44942"/>
                  <a:pt x="10821" y="45615"/>
                  <a:pt x="9475" y="46961"/>
                </a:cubicBezTo>
                <a:cubicBezTo>
                  <a:pt x="8129" y="48307"/>
                  <a:pt x="7249" y="50499"/>
                  <a:pt x="6834" y="53537"/>
                </a:cubicBezTo>
                <a:lnTo>
                  <a:pt x="0" y="52087"/>
                </a:lnTo>
                <a:lnTo>
                  <a:pt x="0" y="0"/>
                </a:lnTo>
                <a:lnTo>
                  <a:pt x="6834" y="1450"/>
                </a:lnTo>
                <a:cubicBezTo>
                  <a:pt x="7939" y="5385"/>
                  <a:pt x="9872" y="8284"/>
                  <a:pt x="12633" y="10148"/>
                </a:cubicBezTo>
                <a:cubicBezTo>
                  <a:pt x="15395" y="12012"/>
                  <a:pt x="20503" y="13772"/>
                  <a:pt x="27959" y="15429"/>
                </a:cubicBezTo>
                <a:lnTo>
                  <a:pt x="113390" y="34276"/>
                </a:lnTo>
                <a:cubicBezTo>
                  <a:pt x="115599" y="34759"/>
                  <a:pt x="117515" y="35104"/>
                  <a:pt x="119137" y="35311"/>
                </a:cubicBezTo>
                <a:cubicBezTo>
                  <a:pt x="120759" y="35518"/>
                  <a:pt x="122882" y="35622"/>
                  <a:pt x="125505" y="35622"/>
                </a:cubicBezTo>
                <a:cubicBezTo>
                  <a:pt x="128405" y="35622"/>
                  <a:pt x="130528" y="34949"/>
                  <a:pt x="131874" y="33603"/>
                </a:cubicBezTo>
                <a:cubicBezTo>
                  <a:pt x="133220" y="32257"/>
                  <a:pt x="134100" y="30065"/>
                  <a:pt x="134514" y="27027"/>
                </a:cubicBezTo>
                <a:lnTo>
                  <a:pt x="141349" y="284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Text 𝒏">
            <a:extLst xmlns:a="http://schemas.openxmlformats.org/drawingml/2006/main">
              <a:ext uri="{FF2B5EF4-FFF2-40B4-BE49-F238E27FC236}">
                <a16:creationId xmlns:a16="http://schemas.microsoft.com/office/drawing/2014/main" id="{60AC4F6E-5930-4113-A3FF-0018B989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13" y="4991334"/>
            <a:ext cx="106038" cy="132236"/>
          </a:xfrm>
          <a:custGeom xmlns:a="http://schemas.openxmlformats.org/drawingml/2006/main">
            <a:pathLst>
              <a:path w="106038" h="132236">
                <a:moveTo>
                  <a:pt x="26509" y="124781"/>
                </a:moveTo>
                <a:lnTo>
                  <a:pt x="19054" y="132236"/>
                </a:lnTo>
                <a:cubicBezTo>
                  <a:pt x="12012" y="125333"/>
                  <a:pt x="7076" y="119206"/>
                  <a:pt x="4246" y="113856"/>
                </a:cubicBezTo>
                <a:cubicBezTo>
                  <a:pt x="1415" y="108506"/>
                  <a:pt x="0" y="102862"/>
                  <a:pt x="0" y="96925"/>
                </a:cubicBezTo>
                <a:cubicBezTo>
                  <a:pt x="0" y="91195"/>
                  <a:pt x="1605" y="86622"/>
                  <a:pt x="4815" y="83204"/>
                </a:cubicBezTo>
                <a:cubicBezTo>
                  <a:pt x="8025" y="79787"/>
                  <a:pt x="12254" y="78078"/>
                  <a:pt x="17500" y="78078"/>
                </a:cubicBezTo>
                <a:cubicBezTo>
                  <a:pt x="19226" y="78078"/>
                  <a:pt x="20883" y="78286"/>
                  <a:pt x="22471" y="78700"/>
                </a:cubicBezTo>
                <a:lnTo>
                  <a:pt x="23299" y="77664"/>
                </a:lnTo>
                <a:cubicBezTo>
                  <a:pt x="15222" y="71175"/>
                  <a:pt x="9320" y="65014"/>
                  <a:pt x="5592" y="59180"/>
                </a:cubicBezTo>
                <a:cubicBezTo>
                  <a:pt x="1864" y="53347"/>
                  <a:pt x="0" y="46530"/>
                  <a:pt x="0" y="38729"/>
                </a:cubicBezTo>
                <a:cubicBezTo>
                  <a:pt x="0" y="31618"/>
                  <a:pt x="2002" y="26043"/>
                  <a:pt x="6006" y="22005"/>
                </a:cubicBezTo>
                <a:cubicBezTo>
                  <a:pt x="10010" y="17966"/>
                  <a:pt x="15464" y="15947"/>
                  <a:pt x="22367" y="15947"/>
                </a:cubicBezTo>
                <a:cubicBezTo>
                  <a:pt x="24576" y="15947"/>
                  <a:pt x="27338" y="16171"/>
                  <a:pt x="30651" y="16620"/>
                </a:cubicBezTo>
                <a:cubicBezTo>
                  <a:pt x="33965" y="17069"/>
                  <a:pt x="36899" y="17604"/>
                  <a:pt x="39453" y="18225"/>
                </a:cubicBezTo>
                <a:lnTo>
                  <a:pt x="71762" y="26406"/>
                </a:lnTo>
                <a:cubicBezTo>
                  <a:pt x="76387" y="27579"/>
                  <a:pt x="80426" y="28166"/>
                  <a:pt x="83877" y="28166"/>
                </a:cubicBezTo>
                <a:cubicBezTo>
                  <a:pt x="86570" y="28166"/>
                  <a:pt x="88434" y="27717"/>
                  <a:pt x="89469" y="26820"/>
                </a:cubicBezTo>
                <a:cubicBezTo>
                  <a:pt x="90505" y="25923"/>
                  <a:pt x="91022" y="24645"/>
                  <a:pt x="91022" y="22989"/>
                </a:cubicBezTo>
                <a:cubicBezTo>
                  <a:pt x="91022" y="20987"/>
                  <a:pt x="90073" y="18743"/>
                  <a:pt x="88175" y="16258"/>
                </a:cubicBezTo>
                <a:cubicBezTo>
                  <a:pt x="86276" y="13772"/>
                  <a:pt x="83394" y="10838"/>
                  <a:pt x="79528" y="7456"/>
                </a:cubicBezTo>
                <a:lnTo>
                  <a:pt x="86984" y="0"/>
                </a:lnTo>
                <a:cubicBezTo>
                  <a:pt x="93887" y="6765"/>
                  <a:pt x="98789" y="12823"/>
                  <a:pt x="101688" y="18173"/>
                </a:cubicBezTo>
                <a:cubicBezTo>
                  <a:pt x="104588" y="23524"/>
                  <a:pt x="106038" y="29409"/>
                  <a:pt x="106038" y="35829"/>
                </a:cubicBezTo>
                <a:cubicBezTo>
                  <a:pt x="106038" y="43147"/>
                  <a:pt x="104225" y="48497"/>
                  <a:pt x="100601" y="51880"/>
                </a:cubicBezTo>
                <a:cubicBezTo>
                  <a:pt x="96977" y="55262"/>
                  <a:pt x="91644" y="56954"/>
                  <a:pt x="84602" y="56954"/>
                </a:cubicBezTo>
                <a:cubicBezTo>
                  <a:pt x="79563" y="56954"/>
                  <a:pt x="73108" y="55953"/>
                  <a:pt x="65238" y="53951"/>
                </a:cubicBezTo>
                <a:lnTo>
                  <a:pt x="48048" y="49394"/>
                </a:lnTo>
                <a:cubicBezTo>
                  <a:pt x="43630" y="48221"/>
                  <a:pt x="39264" y="47220"/>
                  <a:pt x="34949" y="46391"/>
                </a:cubicBezTo>
                <a:cubicBezTo>
                  <a:pt x="30634" y="45563"/>
                  <a:pt x="27096" y="45149"/>
                  <a:pt x="24335" y="45149"/>
                </a:cubicBezTo>
                <a:cubicBezTo>
                  <a:pt x="21228" y="45149"/>
                  <a:pt x="18916" y="45805"/>
                  <a:pt x="17397" y="47116"/>
                </a:cubicBezTo>
                <a:cubicBezTo>
                  <a:pt x="15878" y="48428"/>
                  <a:pt x="15119" y="50292"/>
                  <a:pt x="15119" y="52708"/>
                </a:cubicBezTo>
                <a:cubicBezTo>
                  <a:pt x="15119" y="56091"/>
                  <a:pt x="17121" y="59957"/>
                  <a:pt x="21125" y="64306"/>
                </a:cubicBezTo>
                <a:cubicBezTo>
                  <a:pt x="25129" y="68655"/>
                  <a:pt x="29357" y="72141"/>
                  <a:pt x="33810" y="74765"/>
                </a:cubicBezTo>
                <a:cubicBezTo>
                  <a:pt x="38263" y="77388"/>
                  <a:pt x="44079" y="79459"/>
                  <a:pt x="51258" y="80978"/>
                </a:cubicBezTo>
                <a:lnTo>
                  <a:pt x="104381" y="92576"/>
                </a:lnTo>
                <a:lnTo>
                  <a:pt x="104381" y="122295"/>
                </a:lnTo>
                <a:lnTo>
                  <a:pt x="32412" y="105623"/>
                </a:lnTo>
                <a:cubicBezTo>
                  <a:pt x="27925" y="104588"/>
                  <a:pt x="24507" y="104070"/>
                  <a:pt x="22160" y="104070"/>
                </a:cubicBezTo>
                <a:cubicBezTo>
                  <a:pt x="19882" y="104070"/>
                  <a:pt x="18122" y="104450"/>
                  <a:pt x="16879" y="105209"/>
                </a:cubicBezTo>
                <a:cubicBezTo>
                  <a:pt x="15636" y="105969"/>
                  <a:pt x="15015" y="107280"/>
                  <a:pt x="15015" y="109144"/>
                </a:cubicBezTo>
                <a:cubicBezTo>
                  <a:pt x="15015" y="111284"/>
                  <a:pt x="15982" y="113597"/>
                  <a:pt x="17915" y="116082"/>
                </a:cubicBezTo>
                <a:cubicBezTo>
                  <a:pt x="19848" y="118567"/>
                  <a:pt x="22712" y="121467"/>
                  <a:pt x="26509" y="1247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Text 𝒇">
            <a:extLst xmlns:a="http://schemas.openxmlformats.org/drawingml/2006/main">
              <a:ext uri="{FF2B5EF4-FFF2-40B4-BE49-F238E27FC236}">
                <a16:creationId xmlns:a16="http://schemas.microsoft.com/office/drawing/2014/main" id="{A05D1484-E1AD-4A24-AED9-D112CF7B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93" y="4870897"/>
            <a:ext cx="194989" cy="119499"/>
          </a:xfrm>
          <a:custGeom xmlns:a="http://schemas.openxmlformats.org/drawingml/2006/main">
            <a:pathLst>
              <a:path w="194989" h="119499">
                <a:moveTo>
                  <a:pt x="58921" y="90091"/>
                </a:moveTo>
                <a:lnTo>
                  <a:pt x="50534" y="88227"/>
                </a:lnTo>
                <a:cubicBezTo>
                  <a:pt x="50464" y="83463"/>
                  <a:pt x="50119" y="80098"/>
                  <a:pt x="49498" y="78130"/>
                </a:cubicBezTo>
                <a:cubicBezTo>
                  <a:pt x="48877" y="76163"/>
                  <a:pt x="47738" y="74540"/>
                  <a:pt x="46081" y="73263"/>
                </a:cubicBezTo>
                <a:cubicBezTo>
                  <a:pt x="44424" y="71986"/>
                  <a:pt x="41352" y="70761"/>
                  <a:pt x="36865" y="69587"/>
                </a:cubicBezTo>
                <a:cubicBezTo>
                  <a:pt x="30306" y="67861"/>
                  <a:pt x="24870" y="65687"/>
                  <a:pt x="20555" y="63063"/>
                </a:cubicBezTo>
                <a:cubicBezTo>
                  <a:pt x="16240" y="60440"/>
                  <a:pt x="12478" y="57023"/>
                  <a:pt x="9268" y="52812"/>
                </a:cubicBezTo>
                <a:cubicBezTo>
                  <a:pt x="6058" y="48601"/>
                  <a:pt x="3711" y="43682"/>
                  <a:pt x="2226" y="38055"/>
                </a:cubicBezTo>
                <a:cubicBezTo>
                  <a:pt x="742" y="32429"/>
                  <a:pt x="0" y="26233"/>
                  <a:pt x="0" y="19468"/>
                </a:cubicBezTo>
                <a:cubicBezTo>
                  <a:pt x="0" y="12564"/>
                  <a:pt x="621" y="6075"/>
                  <a:pt x="1864" y="0"/>
                </a:cubicBezTo>
                <a:lnTo>
                  <a:pt x="22574" y="4660"/>
                </a:lnTo>
                <a:lnTo>
                  <a:pt x="22574" y="18018"/>
                </a:lnTo>
                <a:cubicBezTo>
                  <a:pt x="18294" y="18294"/>
                  <a:pt x="15257" y="18985"/>
                  <a:pt x="13462" y="20089"/>
                </a:cubicBezTo>
                <a:cubicBezTo>
                  <a:pt x="11667" y="21194"/>
                  <a:pt x="10769" y="22920"/>
                  <a:pt x="10769" y="25267"/>
                </a:cubicBezTo>
                <a:cubicBezTo>
                  <a:pt x="10769" y="28028"/>
                  <a:pt x="11736" y="30272"/>
                  <a:pt x="13669" y="31998"/>
                </a:cubicBezTo>
                <a:cubicBezTo>
                  <a:pt x="15602" y="33724"/>
                  <a:pt x="18225" y="35173"/>
                  <a:pt x="21539" y="36347"/>
                </a:cubicBezTo>
                <a:cubicBezTo>
                  <a:pt x="24853" y="37520"/>
                  <a:pt x="29202" y="38694"/>
                  <a:pt x="34586" y="39868"/>
                </a:cubicBezTo>
                <a:lnTo>
                  <a:pt x="45977" y="42456"/>
                </a:lnTo>
                <a:lnTo>
                  <a:pt x="45977" y="20296"/>
                </a:lnTo>
                <a:lnTo>
                  <a:pt x="58921" y="23092"/>
                </a:lnTo>
                <a:lnTo>
                  <a:pt x="58921" y="45356"/>
                </a:lnTo>
                <a:lnTo>
                  <a:pt x="145491" y="64099"/>
                </a:lnTo>
                <a:cubicBezTo>
                  <a:pt x="162266" y="67758"/>
                  <a:pt x="174710" y="73660"/>
                  <a:pt x="182822" y="81806"/>
                </a:cubicBezTo>
                <a:cubicBezTo>
                  <a:pt x="190933" y="89952"/>
                  <a:pt x="194989" y="100135"/>
                  <a:pt x="194989" y="112354"/>
                </a:cubicBezTo>
                <a:cubicBezTo>
                  <a:pt x="194989" y="115323"/>
                  <a:pt x="194816" y="117704"/>
                  <a:pt x="194471" y="119499"/>
                </a:cubicBezTo>
                <a:lnTo>
                  <a:pt x="182873" y="117014"/>
                </a:lnTo>
                <a:cubicBezTo>
                  <a:pt x="183080" y="115633"/>
                  <a:pt x="183184" y="114391"/>
                  <a:pt x="183184" y="113286"/>
                </a:cubicBezTo>
                <a:cubicBezTo>
                  <a:pt x="183184" y="109351"/>
                  <a:pt x="181009" y="106089"/>
                  <a:pt x="176660" y="103501"/>
                </a:cubicBezTo>
                <a:cubicBezTo>
                  <a:pt x="172311" y="100912"/>
                  <a:pt x="165787" y="98616"/>
                  <a:pt x="157089" y="96614"/>
                </a:cubicBezTo>
                <a:lnTo>
                  <a:pt x="58921" y="74454"/>
                </a:lnTo>
                <a:lnTo>
                  <a:pt x="58921" y="900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Text 𝒆">
            <a:extLst xmlns:a="http://schemas.openxmlformats.org/drawingml/2006/main">
              <a:ext uri="{FF2B5EF4-FFF2-40B4-BE49-F238E27FC236}">
                <a16:creationId xmlns:a16="http://schemas.microsoft.com/office/drawing/2014/main" id="{CE65DC54-6C1C-4348-8DF5-4998A836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13" y="4762786"/>
            <a:ext cx="106038" cy="95786"/>
          </a:xfrm>
          <a:custGeom xmlns:a="http://schemas.openxmlformats.org/drawingml/2006/main">
            <a:pathLst>
              <a:path w="106038" h="95786">
                <a:moveTo>
                  <a:pt x="82842" y="9423"/>
                </a:moveTo>
                <a:cubicBezTo>
                  <a:pt x="90712" y="16396"/>
                  <a:pt x="96545" y="23903"/>
                  <a:pt x="100342" y="31946"/>
                </a:cubicBezTo>
                <a:cubicBezTo>
                  <a:pt x="104139" y="39988"/>
                  <a:pt x="106038" y="48704"/>
                  <a:pt x="106038" y="58093"/>
                </a:cubicBezTo>
                <a:cubicBezTo>
                  <a:pt x="106038" y="66170"/>
                  <a:pt x="104622" y="73039"/>
                  <a:pt x="101792" y="78700"/>
                </a:cubicBezTo>
                <a:cubicBezTo>
                  <a:pt x="98961" y="84361"/>
                  <a:pt x="94768" y="88624"/>
                  <a:pt x="89210" y="91488"/>
                </a:cubicBezTo>
                <a:cubicBezTo>
                  <a:pt x="83653" y="94353"/>
                  <a:pt x="77008" y="95786"/>
                  <a:pt x="69276" y="95786"/>
                </a:cubicBezTo>
                <a:cubicBezTo>
                  <a:pt x="65687" y="95786"/>
                  <a:pt x="61096" y="95303"/>
                  <a:pt x="55504" y="94336"/>
                </a:cubicBezTo>
                <a:cubicBezTo>
                  <a:pt x="47910" y="93024"/>
                  <a:pt x="41145" y="91022"/>
                  <a:pt x="35208" y="88330"/>
                </a:cubicBezTo>
                <a:cubicBezTo>
                  <a:pt x="27890" y="84947"/>
                  <a:pt x="21608" y="80529"/>
                  <a:pt x="16361" y="75075"/>
                </a:cubicBezTo>
                <a:cubicBezTo>
                  <a:pt x="11115" y="69622"/>
                  <a:pt x="7076" y="63219"/>
                  <a:pt x="4246" y="55866"/>
                </a:cubicBezTo>
                <a:cubicBezTo>
                  <a:pt x="1415" y="48514"/>
                  <a:pt x="0" y="40454"/>
                  <a:pt x="0" y="31687"/>
                </a:cubicBezTo>
                <a:cubicBezTo>
                  <a:pt x="0" y="10562"/>
                  <a:pt x="7628" y="0"/>
                  <a:pt x="22885" y="0"/>
                </a:cubicBezTo>
                <a:cubicBezTo>
                  <a:pt x="28132" y="0"/>
                  <a:pt x="32757" y="1053"/>
                  <a:pt x="36761" y="3158"/>
                </a:cubicBezTo>
                <a:cubicBezTo>
                  <a:pt x="40765" y="5264"/>
                  <a:pt x="44389" y="8767"/>
                  <a:pt x="47634" y="13669"/>
                </a:cubicBezTo>
                <a:cubicBezTo>
                  <a:pt x="50879" y="18570"/>
                  <a:pt x="53502" y="25491"/>
                  <a:pt x="55504" y="34431"/>
                </a:cubicBezTo>
                <a:cubicBezTo>
                  <a:pt x="57506" y="43371"/>
                  <a:pt x="58645" y="54158"/>
                  <a:pt x="58921" y="66791"/>
                </a:cubicBezTo>
                <a:cubicBezTo>
                  <a:pt x="62994" y="67689"/>
                  <a:pt x="67205" y="68137"/>
                  <a:pt x="71555" y="68137"/>
                </a:cubicBezTo>
                <a:cubicBezTo>
                  <a:pt x="77975" y="68137"/>
                  <a:pt x="82807" y="66791"/>
                  <a:pt x="86052" y="64099"/>
                </a:cubicBezTo>
                <a:cubicBezTo>
                  <a:pt x="89297" y="61407"/>
                  <a:pt x="90919" y="57333"/>
                  <a:pt x="90919" y="51880"/>
                </a:cubicBezTo>
                <a:cubicBezTo>
                  <a:pt x="90919" y="45805"/>
                  <a:pt x="89694" y="40316"/>
                  <a:pt x="87243" y="35415"/>
                </a:cubicBezTo>
                <a:cubicBezTo>
                  <a:pt x="84792" y="30513"/>
                  <a:pt x="80426" y="24749"/>
                  <a:pt x="74143" y="18122"/>
                </a:cubicBezTo>
                <a:lnTo>
                  <a:pt x="82842" y="9423"/>
                </a:lnTo>
                <a:moveTo>
                  <a:pt x="48048" y="64306"/>
                </a:moveTo>
                <a:cubicBezTo>
                  <a:pt x="47703" y="51604"/>
                  <a:pt x="45270" y="41887"/>
                  <a:pt x="40748" y="35156"/>
                </a:cubicBezTo>
                <a:cubicBezTo>
                  <a:pt x="36226" y="28425"/>
                  <a:pt x="29823" y="25060"/>
                  <a:pt x="21539" y="25060"/>
                </a:cubicBezTo>
                <a:cubicBezTo>
                  <a:pt x="18018" y="25060"/>
                  <a:pt x="15343" y="25871"/>
                  <a:pt x="13514" y="27493"/>
                </a:cubicBezTo>
                <a:cubicBezTo>
                  <a:pt x="11684" y="29115"/>
                  <a:pt x="10769" y="31376"/>
                  <a:pt x="10769" y="34276"/>
                </a:cubicBezTo>
                <a:cubicBezTo>
                  <a:pt x="10769" y="40696"/>
                  <a:pt x="13945" y="46478"/>
                  <a:pt x="20296" y="51621"/>
                </a:cubicBezTo>
                <a:cubicBezTo>
                  <a:pt x="26647" y="56764"/>
                  <a:pt x="35898" y="60992"/>
                  <a:pt x="48048" y="643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Text 𝒓">
            <a:extLst xmlns:a="http://schemas.openxmlformats.org/drawingml/2006/main">
              <a:ext uri="{FF2B5EF4-FFF2-40B4-BE49-F238E27FC236}">
                <a16:creationId xmlns:a16="http://schemas.microsoft.com/office/drawing/2014/main" id="{08F4854F-923C-4981-AF76-1892CB4F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13" y="4642939"/>
            <a:ext cx="104381" cy="107694"/>
          </a:xfrm>
          <a:custGeom xmlns:a="http://schemas.openxmlformats.org/drawingml/2006/main">
            <a:pathLst>
              <a:path w="104381" h="107694">
                <a:moveTo>
                  <a:pt x="24853" y="53847"/>
                </a:moveTo>
                <a:cubicBezTo>
                  <a:pt x="16706" y="48048"/>
                  <a:pt x="10528" y="41973"/>
                  <a:pt x="6317" y="35622"/>
                </a:cubicBezTo>
                <a:cubicBezTo>
                  <a:pt x="2106" y="29271"/>
                  <a:pt x="0" y="22229"/>
                  <a:pt x="0" y="14497"/>
                </a:cubicBezTo>
                <a:cubicBezTo>
                  <a:pt x="0" y="9941"/>
                  <a:pt x="656" y="5109"/>
                  <a:pt x="1967" y="0"/>
                </a:cubicBezTo>
                <a:lnTo>
                  <a:pt x="29823" y="6110"/>
                </a:lnTo>
                <a:lnTo>
                  <a:pt x="29823" y="24645"/>
                </a:lnTo>
                <a:cubicBezTo>
                  <a:pt x="25198" y="24645"/>
                  <a:pt x="21988" y="25146"/>
                  <a:pt x="20193" y="26147"/>
                </a:cubicBezTo>
                <a:cubicBezTo>
                  <a:pt x="18398" y="27148"/>
                  <a:pt x="17500" y="28857"/>
                  <a:pt x="17500" y="31273"/>
                </a:cubicBezTo>
                <a:cubicBezTo>
                  <a:pt x="17500" y="33137"/>
                  <a:pt x="18156" y="35173"/>
                  <a:pt x="19468" y="37382"/>
                </a:cubicBezTo>
                <a:cubicBezTo>
                  <a:pt x="20779" y="39592"/>
                  <a:pt x="23334" y="42232"/>
                  <a:pt x="27131" y="45304"/>
                </a:cubicBezTo>
                <a:cubicBezTo>
                  <a:pt x="30928" y="48376"/>
                  <a:pt x="34552" y="50689"/>
                  <a:pt x="38004" y="52242"/>
                </a:cubicBezTo>
                <a:cubicBezTo>
                  <a:pt x="41455" y="53795"/>
                  <a:pt x="45874" y="55159"/>
                  <a:pt x="51258" y="56332"/>
                </a:cubicBezTo>
                <a:lnTo>
                  <a:pt x="104381" y="68034"/>
                </a:lnTo>
                <a:lnTo>
                  <a:pt x="104381" y="97753"/>
                </a:lnTo>
                <a:lnTo>
                  <a:pt x="32412" y="81081"/>
                </a:lnTo>
                <a:cubicBezTo>
                  <a:pt x="27925" y="80046"/>
                  <a:pt x="24507" y="79528"/>
                  <a:pt x="22160" y="79528"/>
                </a:cubicBezTo>
                <a:cubicBezTo>
                  <a:pt x="19882" y="79528"/>
                  <a:pt x="18122" y="79908"/>
                  <a:pt x="16879" y="80667"/>
                </a:cubicBezTo>
                <a:cubicBezTo>
                  <a:pt x="15636" y="81427"/>
                  <a:pt x="15015" y="82738"/>
                  <a:pt x="15015" y="84602"/>
                </a:cubicBezTo>
                <a:cubicBezTo>
                  <a:pt x="15015" y="86742"/>
                  <a:pt x="15982" y="89055"/>
                  <a:pt x="17915" y="91540"/>
                </a:cubicBezTo>
                <a:cubicBezTo>
                  <a:pt x="19848" y="94026"/>
                  <a:pt x="22712" y="96925"/>
                  <a:pt x="26509" y="100239"/>
                </a:cubicBezTo>
                <a:lnTo>
                  <a:pt x="19054" y="107694"/>
                </a:lnTo>
                <a:cubicBezTo>
                  <a:pt x="12012" y="100791"/>
                  <a:pt x="7076" y="94664"/>
                  <a:pt x="4246" y="89314"/>
                </a:cubicBezTo>
                <a:cubicBezTo>
                  <a:pt x="1415" y="83964"/>
                  <a:pt x="0" y="78320"/>
                  <a:pt x="0" y="72383"/>
                </a:cubicBezTo>
                <a:cubicBezTo>
                  <a:pt x="0" y="66653"/>
                  <a:pt x="1605" y="62080"/>
                  <a:pt x="4815" y="58662"/>
                </a:cubicBezTo>
                <a:cubicBezTo>
                  <a:pt x="8025" y="55245"/>
                  <a:pt x="12254" y="53537"/>
                  <a:pt x="17500" y="53537"/>
                </a:cubicBezTo>
                <a:cubicBezTo>
                  <a:pt x="19364" y="53537"/>
                  <a:pt x="21711" y="53916"/>
                  <a:pt x="24542" y="54676"/>
                </a:cubicBezTo>
                <a:lnTo>
                  <a:pt x="24853" y="538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Text 𝒆">
            <a:extLst xmlns:a="http://schemas.openxmlformats.org/drawingml/2006/main">
              <a:ext uri="{FF2B5EF4-FFF2-40B4-BE49-F238E27FC236}">
                <a16:creationId xmlns:a16="http://schemas.microsoft.com/office/drawing/2014/main" id="{4333E0CE-4045-41B9-A993-1D676757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13" y="4532472"/>
            <a:ext cx="106038" cy="95786"/>
          </a:xfrm>
          <a:custGeom xmlns:a="http://schemas.openxmlformats.org/drawingml/2006/main">
            <a:pathLst>
              <a:path w="106038" h="95786">
                <a:moveTo>
                  <a:pt x="82842" y="9423"/>
                </a:moveTo>
                <a:cubicBezTo>
                  <a:pt x="90712" y="16396"/>
                  <a:pt x="96545" y="23903"/>
                  <a:pt x="100342" y="31946"/>
                </a:cubicBezTo>
                <a:cubicBezTo>
                  <a:pt x="104139" y="39988"/>
                  <a:pt x="106038" y="48704"/>
                  <a:pt x="106038" y="58093"/>
                </a:cubicBezTo>
                <a:cubicBezTo>
                  <a:pt x="106038" y="66170"/>
                  <a:pt x="104622" y="73039"/>
                  <a:pt x="101792" y="78700"/>
                </a:cubicBezTo>
                <a:cubicBezTo>
                  <a:pt x="98961" y="84361"/>
                  <a:pt x="94768" y="88624"/>
                  <a:pt x="89210" y="91488"/>
                </a:cubicBezTo>
                <a:cubicBezTo>
                  <a:pt x="83653" y="94353"/>
                  <a:pt x="77008" y="95786"/>
                  <a:pt x="69276" y="95786"/>
                </a:cubicBezTo>
                <a:cubicBezTo>
                  <a:pt x="65687" y="95786"/>
                  <a:pt x="61096" y="95303"/>
                  <a:pt x="55504" y="94336"/>
                </a:cubicBezTo>
                <a:cubicBezTo>
                  <a:pt x="47910" y="93024"/>
                  <a:pt x="41145" y="91022"/>
                  <a:pt x="35208" y="88330"/>
                </a:cubicBezTo>
                <a:cubicBezTo>
                  <a:pt x="27890" y="84947"/>
                  <a:pt x="21608" y="80529"/>
                  <a:pt x="16361" y="75075"/>
                </a:cubicBezTo>
                <a:cubicBezTo>
                  <a:pt x="11115" y="69622"/>
                  <a:pt x="7076" y="63219"/>
                  <a:pt x="4246" y="55866"/>
                </a:cubicBezTo>
                <a:cubicBezTo>
                  <a:pt x="1415" y="48514"/>
                  <a:pt x="0" y="40454"/>
                  <a:pt x="0" y="31687"/>
                </a:cubicBezTo>
                <a:cubicBezTo>
                  <a:pt x="0" y="10562"/>
                  <a:pt x="7628" y="0"/>
                  <a:pt x="22885" y="0"/>
                </a:cubicBezTo>
                <a:cubicBezTo>
                  <a:pt x="28132" y="0"/>
                  <a:pt x="32757" y="1053"/>
                  <a:pt x="36761" y="3158"/>
                </a:cubicBezTo>
                <a:cubicBezTo>
                  <a:pt x="40765" y="5264"/>
                  <a:pt x="44389" y="8767"/>
                  <a:pt x="47634" y="13669"/>
                </a:cubicBezTo>
                <a:cubicBezTo>
                  <a:pt x="50879" y="18570"/>
                  <a:pt x="53502" y="25491"/>
                  <a:pt x="55504" y="34431"/>
                </a:cubicBezTo>
                <a:cubicBezTo>
                  <a:pt x="57506" y="43371"/>
                  <a:pt x="58645" y="54158"/>
                  <a:pt x="58921" y="66791"/>
                </a:cubicBezTo>
                <a:cubicBezTo>
                  <a:pt x="62994" y="67689"/>
                  <a:pt x="67205" y="68137"/>
                  <a:pt x="71555" y="68137"/>
                </a:cubicBezTo>
                <a:cubicBezTo>
                  <a:pt x="77975" y="68137"/>
                  <a:pt x="82807" y="66791"/>
                  <a:pt x="86052" y="64099"/>
                </a:cubicBezTo>
                <a:cubicBezTo>
                  <a:pt x="89297" y="61407"/>
                  <a:pt x="90919" y="57333"/>
                  <a:pt x="90919" y="51880"/>
                </a:cubicBezTo>
                <a:cubicBezTo>
                  <a:pt x="90919" y="45805"/>
                  <a:pt x="89694" y="40316"/>
                  <a:pt x="87243" y="35415"/>
                </a:cubicBezTo>
                <a:cubicBezTo>
                  <a:pt x="84792" y="30513"/>
                  <a:pt x="80426" y="24749"/>
                  <a:pt x="74143" y="18122"/>
                </a:cubicBezTo>
                <a:lnTo>
                  <a:pt x="82842" y="9423"/>
                </a:lnTo>
                <a:moveTo>
                  <a:pt x="48048" y="64306"/>
                </a:moveTo>
                <a:cubicBezTo>
                  <a:pt x="47703" y="51604"/>
                  <a:pt x="45270" y="41887"/>
                  <a:pt x="40748" y="35156"/>
                </a:cubicBezTo>
                <a:cubicBezTo>
                  <a:pt x="36226" y="28425"/>
                  <a:pt x="29823" y="25060"/>
                  <a:pt x="21539" y="25060"/>
                </a:cubicBezTo>
                <a:cubicBezTo>
                  <a:pt x="18018" y="25060"/>
                  <a:pt x="15343" y="25871"/>
                  <a:pt x="13514" y="27493"/>
                </a:cubicBezTo>
                <a:cubicBezTo>
                  <a:pt x="11684" y="29115"/>
                  <a:pt x="10769" y="31376"/>
                  <a:pt x="10769" y="34276"/>
                </a:cubicBezTo>
                <a:cubicBezTo>
                  <a:pt x="10769" y="40696"/>
                  <a:pt x="13945" y="46478"/>
                  <a:pt x="20296" y="51621"/>
                </a:cubicBezTo>
                <a:cubicBezTo>
                  <a:pt x="26647" y="56764"/>
                  <a:pt x="35898" y="60992"/>
                  <a:pt x="48048" y="643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Text 𝒏">
            <a:extLst xmlns:a="http://schemas.openxmlformats.org/drawingml/2006/main">
              <a:ext uri="{FF2B5EF4-FFF2-40B4-BE49-F238E27FC236}">
                <a16:creationId xmlns:a16="http://schemas.microsoft.com/office/drawing/2014/main" id="{AAFF14E9-301D-4449-955B-C700E325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13" y="4387980"/>
            <a:ext cx="106038" cy="132236"/>
          </a:xfrm>
          <a:custGeom xmlns:a="http://schemas.openxmlformats.org/drawingml/2006/main">
            <a:pathLst>
              <a:path w="106038" h="132236">
                <a:moveTo>
                  <a:pt x="26509" y="124781"/>
                </a:moveTo>
                <a:lnTo>
                  <a:pt x="19054" y="132236"/>
                </a:lnTo>
                <a:cubicBezTo>
                  <a:pt x="12012" y="125333"/>
                  <a:pt x="7076" y="119206"/>
                  <a:pt x="4246" y="113856"/>
                </a:cubicBezTo>
                <a:cubicBezTo>
                  <a:pt x="1415" y="108506"/>
                  <a:pt x="0" y="102862"/>
                  <a:pt x="0" y="96925"/>
                </a:cubicBezTo>
                <a:cubicBezTo>
                  <a:pt x="0" y="91195"/>
                  <a:pt x="1605" y="86622"/>
                  <a:pt x="4815" y="83204"/>
                </a:cubicBezTo>
                <a:cubicBezTo>
                  <a:pt x="8025" y="79787"/>
                  <a:pt x="12254" y="78078"/>
                  <a:pt x="17500" y="78078"/>
                </a:cubicBezTo>
                <a:cubicBezTo>
                  <a:pt x="19226" y="78078"/>
                  <a:pt x="20883" y="78286"/>
                  <a:pt x="22471" y="78700"/>
                </a:cubicBezTo>
                <a:lnTo>
                  <a:pt x="23299" y="77664"/>
                </a:lnTo>
                <a:cubicBezTo>
                  <a:pt x="15222" y="71175"/>
                  <a:pt x="9320" y="65014"/>
                  <a:pt x="5592" y="59180"/>
                </a:cubicBezTo>
                <a:cubicBezTo>
                  <a:pt x="1864" y="53347"/>
                  <a:pt x="0" y="46530"/>
                  <a:pt x="0" y="38729"/>
                </a:cubicBezTo>
                <a:cubicBezTo>
                  <a:pt x="0" y="31618"/>
                  <a:pt x="2002" y="26043"/>
                  <a:pt x="6006" y="22005"/>
                </a:cubicBezTo>
                <a:cubicBezTo>
                  <a:pt x="10010" y="17966"/>
                  <a:pt x="15464" y="15947"/>
                  <a:pt x="22367" y="15947"/>
                </a:cubicBezTo>
                <a:cubicBezTo>
                  <a:pt x="24576" y="15947"/>
                  <a:pt x="27338" y="16171"/>
                  <a:pt x="30651" y="16620"/>
                </a:cubicBezTo>
                <a:cubicBezTo>
                  <a:pt x="33965" y="17069"/>
                  <a:pt x="36899" y="17604"/>
                  <a:pt x="39453" y="18225"/>
                </a:cubicBezTo>
                <a:lnTo>
                  <a:pt x="71762" y="26406"/>
                </a:lnTo>
                <a:cubicBezTo>
                  <a:pt x="76387" y="27579"/>
                  <a:pt x="80426" y="28166"/>
                  <a:pt x="83877" y="28166"/>
                </a:cubicBezTo>
                <a:cubicBezTo>
                  <a:pt x="86570" y="28166"/>
                  <a:pt x="88434" y="27717"/>
                  <a:pt x="89469" y="26820"/>
                </a:cubicBezTo>
                <a:cubicBezTo>
                  <a:pt x="90505" y="25923"/>
                  <a:pt x="91022" y="24645"/>
                  <a:pt x="91022" y="22989"/>
                </a:cubicBezTo>
                <a:cubicBezTo>
                  <a:pt x="91022" y="20987"/>
                  <a:pt x="90073" y="18743"/>
                  <a:pt x="88175" y="16258"/>
                </a:cubicBezTo>
                <a:cubicBezTo>
                  <a:pt x="86276" y="13772"/>
                  <a:pt x="83394" y="10838"/>
                  <a:pt x="79528" y="7456"/>
                </a:cubicBezTo>
                <a:lnTo>
                  <a:pt x="86984" y="0"/>
                </a:lnTo>
                <a:cubicBezTo>
                  <a:pt x="93887" y="6765"/>
                  <a:pt x="98789" y="12823"/>
                  <a:pt x="101688" y="18173"/>
                </a:cubicBezTo>
                <a:cubicBezTo>
                  <a:pt x="104588" y="23524"/>
                  <a:pt x="106038" y="29409"/>
                  <a:pt x="106038" y="35829"/>
                </a:cubicBezTo>
                <a:cubicBezTo>
                  <a:pt x="106038" y="43147"/>
                  <a:pt x="104225" y="48497"/>
                  <a:pt x="100601" y="51880"/>
                </a:cubicBezTo>
                <a:cubicBezTo>
                  <a:pt x="96977" y="55262"/>
                  <a:pt x="91644" y="56954"/>
                  <a:pt x="84602" y="56954"/>
                </a:cubicBezTo>
                <a:cubicBezTo>
                  <a:pt x="79563" y="56954"/>
                  <a:pt x="73108" y="55953"/>
                  <a:pt x="65238" y="53951"/>
                </a:cubicBezTo>
                <a:lnTo>
                  <a:pt x="48048" y="49394"/>
                </a:lnTo>
                <a:cubicBezTo>
                  <a:pt x="43630" y="48221"/>
                  <a:pt x="39264" y="47220"/>
                  <a:pt x="34949" y="46391"/>
                </a:cubicBezTo>
                <a:cubicBezTo>
                  <a:pt x="30634" y="45563"/>
                  <a:pt x="27096" y="45149"/>
                  <a:pt x="24335" y="45149"/>
                </a:cubicBezTo>
                <a:cubicBezTo>
                  <a:pt x="21228" y="45149"/>
                  <a:pt x="18916" y="45805"/>
                  <a:pt x="17397" y="47116"/>
                </a:cubicBezTo>
                <a:cubicBezTo>
                  <a:pt x="15878" y="48428"/>
                  <a:pt x="15119" y="50292"/>
                  <a:pt x="15119" y="52708"/>
                </a:cubicBezTo>
                <a:cubicBezTo>
                  <a:pt x="15119" y="56091"/>
                  <a:pt x="17121" y="59957"/>
                  <a:pt x="21125" y="64306"/>
                </a:cubicBezTo>
                <a:cubicBezTo>
                  <a:pt x="25129" y="68655"/>
                  <a:pt x="29357" y="72141"/>
                  <a:pt x="33810" y="74765"/>
                </a:cubicBezTo>
                <a:cubicBezTo>
                  <a:pt x="38263" y="77388"/>
                  <a:pt x="44079" y="79459"/>
                  <a:pt x="51258" y="80978"/>
                </a:cubicBezTo>
                <a:lnTo>
                  <a:pt x="104381" y="92576"/>
                </a:lnTo>
                <a:lnTo>
                  <a:pt x="104381" y="122295"/>
                </a:lnTo>
                <a:lnTo>
                  <a:pt x="32412" y="105623"/>
                </a:lnTo>
                <a:cubicBezTo>
                  <a:pt x="27925" y="104588"/>
                  <a:pt x="24507" y="104070"/>
                  <a:pt x="22160" y="104070"/>
                </a:cubicBezTo>
                <a:cubicBezTo>
                  <a:pt x="19882" y="104070"/>
                  <a:pt x="18122" y="104450"/>
                  <a:pt x="16879" y="105209"/>
                </a:cubicBezTo>
                <a:cubicBezTo>
                  <a:pt x="15636" y="105969"/>
                  <a:pt x="15015" y="107280"/>
                  <a:pt x="15015" y="109144"/>
                </a:cubicBezTo>
                <a:cubicBezTo>
                  <a:pt x="15015" y="111284"/>
                  <a:pt x="15982" y="113597"/>
                  <a:pt x="17915" y="116082"/>
                </a:cubicBezTo>
                <a:cubicBezTo>
                  <a:pt x="19848" y="118567"/>
                  <a:pt x="22712" y="121467"/>
                  <a:pt x="26509" y="1247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Text 𝒄">
            <a:extLst xmlns:a="http://schemas.openxmlformats.org/drawingml/2006/main">
              <a:ext uri="{FF2B5EF4-FFF2-40B4-BE49-F238E27FC236}">
                <a16:creationId xmlns:a16="http://schemas.microsoft.com/office/drawing/2014/main" id="{87E1F26B-7B6E-4C58-ADE7-93525243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13" y="4281616"/>
            <a:ext cx="106038" cy="92576"/>
          </a:xfrm>
          <a:custGeom xmlns:a="http://schemas.openxmlformats.org/drawingml/2006/main">
            <a:pathLst>
              <a:path w="106038" h="92576">
                <a:moveTo>
                  <a:pt x="76939" y="21953"/>
                </a:moveTo>
                <a:lnTo>
                  <a:pt x="85948" y="13565"/>
                </a:lnTo>
                <a:cubicBezTo>
                  <a:pt x="93197" y="20814"/>
                  <a:pt x="98357" y="28063"/>
                  <a:pt x="101429" y="35311"/>
                </a:cubicBezTo>
                <a:cubicBezTo>
                  <a:pt x="104502" y="42560"/>
                  <a:pt x="106038" y="50534"/>
                  <a:pt x="106038" y="59232"/>
                </a:cubicBezTo>
                <a:cubicBezTo>
                  <a:pt x="106038" y="69794"/>
                  <a:pt x="102741" y="77992"/>
                  <a:pt x="96148" y="83826"/>
                </a:cubicBezTo>
                <a:cubicBezTo>
                  <a:pt x="89555" y="89659"/>
                  <a:pt x="80391" y="92576"/>
                  <a:pt x="68655" y="92576"/>
                </a:cubicBezTo>
                <a:cubicBezTo>
                  <a:pt x="57679" y="92576"/>
                  <a:pt x="46495" y="90108"/>
                  <a:pt x="35104" y="85172"/>
                </a:cubicBezTo>
                <a:cubicBezTo>
                  <a:pt x="23713" y="80236"/>
                  <a:pt x="15015" y="72935"/>
                  <a:pt x="9009" y="63270"/>
                </a:cubicBezTo>
                <a:cubicBezTo>
                  <a:pt x="3003" y="53606"/>
                  <a:pt x="0" y="42284"/>
                  <a:pt x="0" y="29305"/>
                </a:cubicBezTo>
                <a:cubicBezTo>
                  <a:pt x="0" y="24680"/>
                  <a:pt x="362" y="19675"/>
                  <a:pt x="1087" y="14290"/>
                </a:cubicBezTo>
                <a:cubicBezTo>
                  <a:pt x="1812" y="8905"/>
                  <a:pt x="2830" y="4142"/>
                  <a:pt x="4142" y="0"/>
                </a:cubicBezTo>
                <a:lnTo>
                  <a:pt x="29409" y="5799"/>
                </a:lnTo>
                <a:lnTo>
                  <a:pt x="29409" y="24438"/>
                </a:lnTo>
                <a:cubicBezTo>
                  <a:pt x="27959" y="24300"/>
                  <a:pt x="26475" y="24231"/>
                  <a:pt x="24956" y="24231"/>
                </a:cubicBezTo>
                <a:cubicBezTo>
                  <a:pt x="19986" y="24231"/>
                  <a:pt x="16379" y="24991"/>
                  <a:pt x="14135" y="26509"/>
                </a:cubicBezTo>
                <a:cubicBezTo>
                  <a:pt x="11891" y="28028"/>
                  <a:pt x="10769" y="30272"/>
                  <a:pt x="10769" y="33240"/>
                </a:cubicBezTo>
                <a:cubicBezTo>
                  <a:pt x="10769" y="38349"/>
                  <a:pt x="13703" y="43216"/>
                  <a:pt x="19571" y="47841"/>
                </a:cubicBezTo>
                <a:cubicBezTo>
                  <a:pt x="25439" y="52467"/>
                  <a:pt x="33585" y="56332"/>
                  <a:pt x="44010" y="59439"/>
                </a:cubicBezTo>
                <a:cubicBezTo>
                  <a:pt x="54434" y="62546"/>
                  <a:pt x="63581" y="64099"/>
                  <a:pt x="71451" y="64099"/>
                </a:cubicBezTo>
                <a:cubicBezTo>
                  <a:pt x="84430" y="64099"/>
                  <a:pt x="90919" y="59370"/>
                  <a:pt x="90919" y="49912"/>
                </a:cubicBezTo>
                <a:cubicBezTo>
                  <a:pt x="90919" y="45149"/>
                  <a:pt x="89849" y="40644"/>
                  <a:pt x="87709" y="36399"/>
                </a:cubicBezTo>
                <a:cubicBezTo>
                  <a:pt x="85569" y="32153"/>
                  <a:pt x="81979" y="27338"/>
                  <a:pt x="76939" y="219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Text 𝒆">
            <a:extLst xmlns:a="http://schemas.openxmlformats.org/drawingml/2006/main">
              <a:ext uri="{FF2B5EF4-FFF2-40B4-BE49-F238E27FC236}">
                <a16:creationId xmlns:a16="http://schemas.microsoft.com/office/drawing/2014/main" id="{63EA74AC-DC27-4298-BC1E-16D53DB0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13" y="4171308"/>
            <a:ext cx="106038" cy="95786"/>
          </a:xfrm>
          <a:custGeom xmlns:a="http://schemas.openxmlformats.org/drawingml/2006/main">
            <a:pathLst>
              <a:path w="106038" h="95786">
                <a:moveTo>
                  <a:pt x="82842" y="9423"/>
                </a:moveTo>
                <a:cubicBezTo>
                  <a:pt x="90712" y="16396"/>
                  <a:pt x="96545" y="23903"/>
                  <a:pt x="100342" y="31946"/>
                </a:cubicBezTo>
                <a:cubicBezTo>
                  <a:pt x="104139" y="39988"/>
                  <a:pt x="106038" y="48704"/>
                  <a:pt x="106038" y="58093"/>
                </a:cubicBezTo>
                <a:cubicBezTo>
                  <a:pt x="106038" y="66170"/>
                  <a:pt x="104622" y="73039"/>
                  <a:pt x="101792" y="78700"/>
                </a:cubicBezTo>
                <a:cubicBezTo>
                  <a:pt x="98961" y="84361"/>
                  <a:pt x="94768" y="88624"/>
                  <a:pt x="89210" y="91488"/>
                </a:cubicBezTo>
                <a:cubicBezTo>
                  <a:pt x="83653" y="94353"/>
                  <a:pt x="77008" y="95786"/>
                  <a:pt x="69276" y="95786"/>
                </a:cubicBezTo>
                <a:cubicBezTo>
                  <a:pt x="65687" y="95786"/>
                  <a:pt x="61096" y="95303"/>
                  <a:pt x="55504" y="94336"/>
                </a:cubicBezTo>
                <a:cubicBezTo>
                  <a:pt x="47910" y="93024"/>
                  <a:pt x="41145" y="91022"/>
                  <a:pt x="35208" y="88330"/>
                </a:cubicBezTo>
                <a:cubicBezTo>
                  <a:pt x="27890" y="84947"/>
                  <a:pt x="21608" y="80529"/>
                  <a:pt x="16361" y="75075"/>
                </a:cubicBezTo>
                <a:cubicBezTo>
                  <a:pt x="11115" y="69622"/>
                  <a:pt x="7076" y="63219"/>
                  <a:pt x="4246" y="55866"/>
                </a:cubicBezTo>
                <a:cubicBezTo>
                  <a:pt x="1415" y="48514"/>
                  <a:pt x="0" y="40454"/>
                  <a:pt x="0" y="31687"/>
                </a:cubicBezTo>
                <a:cubicBezTo>
                  <a:pt x="0" y="10562"/>
                  <a:pt x="7628" y="0"/>
                  <a:pt x="22885" y="0"/>
                </a:cubicBezTo>
                <a:cubicBezTo>
                  <a:pt x="28132" y="0"/>
                  <a:pt x="32757" y="1053"/>
                  <a:pt x="36761" y="3158"/>
                </a:cubicBezTo>
                <a:cubicBezTo>
                  <a:pt x="40765" y="5264"/>
                  <a:pt x="44389" y="8767"/>
                  <a:pt x="47634" y="13669"/>
                </a:cubicBezTo>
                <a:cubicBezTo>
                  <a:pt x="50879" y="18570"/>
                  <a:pt x="53502" y="25491"/>
                  <a:pt x="55504" y="34431"/>
                </a:cubicBezTo>
                <a:cubicBezTo>
                  <a:pt x="57506" y="43371"/>
                  <a:pt x="58645" y="54158"/>
                  <a:pt x="58921" y="66791"/>
                </a:cubicBezTo>
                <a:cubicBezTo>
                  <a:pt x="62994" y="67689"/>
                  <a:pt x="67205" y="68137"/>
                  <a:pt x="71555" y="68137"/>
                </a:cubicBezTo>
                <a:cubicBezTo>
                  <a:pt x="77975" y="68137"/>
                  <a:pt x="82807" y="66791"/>
                  <a:pt x="86052" y="64099"/>
                </a:cubicBezTo>
                <a:cubicBezTo>
                  <a:pt x="89297" y="61407"/>
                  <a:pt x="90919" y="57333"/>
                  <a:pt x="90919" y="51880"/>
                </a:cubicBezTo>
                <a:cubicBezTo>
                  <a:pt x="90919" y="45805"/>
                  <a:pt x="89694" y="40316"/>
                  <a:pt x="87243" y="35415"/>
                </a:cubicBezTo>
                <a:cubicBezTo>
                  <a:pt x="84792" y="30513"/>
                  <a:pt x="80426" y="24749"/>
                  <a:pt x="74143" y="18122"/>
                </a:cubicBezTo>
                <a:lnTo>
                  <a:pt x="82842" y="9423"/>
                </a:lnTo>
                <a:moveTo>
                  <a:pt x="48048" y="64306"/>
                </a:moveTo>
                <a:cubicBezTo>
                  <a:pt x="47703" y="51604"/>
                  <a:pt x="45270" y="41887"/>
                  <a:pt x="40748" y="35156"/>
                </a:cubicBezTo>
                <a:cubicBezTo>
                  <a:pt x="36226" y="28425"/>
                  <a:pt x="29823" y="25060"/>
                  <a:pt x="21539" y="25060"/>
                </a:cubicBezTo>
                <a:cubicBezTo>
                  <a:pt x="18018" y="25060"/>
                  <a:pt x="15343" y="25871"/>
                  <a:pt x="13514" y="27493"/>
                </a:cubicBezTo>
                <a:cubicBezTo>
                  <a:pt x="11684" y="29115"/>
                  <a:pt x="10769" y="31376"/>
                  <a:pt x="10769" y="34276"/>
                </a:cubicBezTo>
                <a:cubicBezTo>
                  <a:pt x="10769" y="40696"/>
                  <a:pt x="13945" y="46478"/>
                  <a:pt x="20296" y="51621"/>
                </a:cubicBezTo>
                <a:cubicBezTo>
                  <a:pt x="26647" y="56764"/>
                  <a:pt x="35898" y="60992"/>
                  <a:pt x="48048" y="643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Text 𝑷">
            <a:extLst xmlns:a="http://schemas.openxmlformats.org/drawingml/2006/main">
              <a:ext uri="{FF2B5EF4-FFF2-40B4-BE49-F238E27FC236}">
                <a16:creationId xmlns:a16="http://schemas.microsoft.com/office/drawing/2014/main" id="{38BEF93C-7C11-41FD-A857-C1AFE46B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78" y="4847195"/>
            <a:ext cx="141470" cy="130588"/>
          </a:xfrm>
          <a:custGeom xmlns:a="http://schemas.openxmlformats.org/drawingml/2006/main">
            <a:pathLst>
              <a:path w="141470" h="130588">
                <a:moveTo>
                  <a:pt x="0" y="50370"/>
                </a:moveTo>
                <a:cubicBezTo>
                  <a:pt x="0" y="43115"/>
                  <a:pt x="225" y="37242"/>
                  <a:pt x="674" y="32751"/>
                </a:cubicBezTo>
                <a:cubicBezTo>
                  <a:pt x="1123" y="28259"/>
                  <a:pt x="2159" y="23889"/>
                  <a:pt x="3783" y="19640"/>
                </a:cubicBezTo>
                <a:cubicBezTo>
                  <a:pt x="5407" y="15391"/>
                  <a:pt x="7549" y="11815"/>
                  <a:pt x="10209" y="8913"/>
                </a:cubicBezTo>
                <a:cubicBezTo>
                  <a:pt x="12869" y="6011"/>
                  <a:pt x="16082" y="3800"/>
                  <a:pt x="19847" y="2280"/>
                </a:cubicBezTo>
                <a:cubicBezTo>
                  <a:pt x="23613" y="760"/>
                  <a:pt x="27914" y="0"/>
                  <a:pt x="32751" y="0"/>
                </a:cubicBezTo>
                <a:cubicBezTo>
                  <a:pt x="40489" y="0"/>
                  <a:pt x="47416" y="1434"/>
                  <a:pt x="53531" y="4301"/>
                </a:cubicBezTo>
                <a:cubicBezTo>
                  <a:pt x="59646" y="7169"/>
                  <a:pt x="64914" y="11228"/>
                  <a:pt x="69336" y="16479"/>
                </a:cubicBezTo>
                <a:cubicBezTo>
                  <a:pt x="73758" y="21730"/>
                  <a:pt x="77092" y="28415"/>
                  <a:pt x="79337" y="36534"/>
                </a:cubicBezTo>
                <a:cubicBezTo>
                  <a:pt x="81583" y="44652"/>
                  <a:pt x="82706" y="53721"/>
                  <a:pt x="82706" y="63739"/>
                </a:cubicBezTo>
                <a:lnTo>
                  <a:pt x="82706" y="66745"/>
                </a:lnTo>
                <a:cubicBezTo>
                  <a:pt x="82706" y="70960"/>
                  <a:pt x="82533" y="74483"/>
                  <a:pt x="82187" y="77316"/>
                </a:cubicBezTo>
                <a:lnTo>
                  <a:pt x="113487" y="84260"/>
                </a:lnTo>
                <a:cubicBezTo>
                  <a:pt x="115698" y="84744"/>
                  <a:pt x="117615" y="85089"/>
                  <a:pt x="119239" y="85297"/>
                </a:cubicBezTo>
                <a:cubicBezTo>
                  <a:pt x="120863" y="85504"/>
                  <a:pt x="122988" y="85608"/>
                  <a:pt x="125613" y="85608"/>
                </a:cubicBezTo>
                <a:cubicBezTo>
                  <a:pt x="128791" y="85608"/>
                  <a:pt x="131037" y="84796"/>
                  <a:pt x="132350" y="83172"/>
                </a:cubicBezTo>
                <a:cubicBezTo>
                  <a:pt x="133663" y="81548"/>
                  <a:pt x="134423" y="79009"/>
                  <a:pt x="134630" y="75554"/>
                </a:cubicBezTo>
                <a:lnTo>
                  <a:pt x="141470" y="77005"/>
                </a:lnTo>
                <a:lnTo>
                  <a:pt x="141470" y="130588"/>
                </a:lnTo>
                <a:lnTo>
                  <a:pt x="134630" y="129137"/>
                </a:lnTo>
                <a:cubicBezTo>
                  <a:pt x="133524" y="125199"/>
                  <a:pt x="131590" y="122297"/>
                  <a:pt x="128826" y="120431"/>
                </a:cubicBezTo>
                <a:cubicBezTo>
                  <a:pt x="126062" y="118566"/>
                  <a:pt x="120949" y="116804"/>
                  <a:pt x="113487" y="115145"/>
                </a:cubicBezTo>
                <a:lnTo>
                  <a:pt x="27983" y="96283"/>
                </a:lnTo>
                <a:cubicBezTo>
                  <a:pt x="23907" y="95384"/>
                  <a:pt x="19865" y="94935"/>
                  <a:pt x="15857" y="94935"/>
                </a:cubicBezTo>
                <a:cubicBezTo>
                  <a:pt x="12955" y="94935"/>
                  <a:pt x="10831" y="95609"/>
                  <a:pt x="9483" y="96956"/>
                </a:cubicBezTo>
                <a:cubicBezTo>
                  <a:pt x="8136" y="98304"/>
                  <a:pt x="7255" y="100497"/>
                  <a:pt x="6840" y="103538"/>
                </a:cubicBezTo>
                <a:lnTo>
                  <a:pt x="0" y="102087"/>
                </a:lnTo>
                <a:lnTo>
                  <a:pt x="0" y="50370"/>
                </a:lnTo>
                <a:moveTo>
                  <a:pt x="70683" y="69336"/>
                </a:moveTo>
                <a:cubicBezTo>
                  <a:pt x="70683" y="59870"/>
                  <a:pt x="69198" y="52581"/>
                  <a:pt x="66227" y="47468"/>
                </a:cubicBezTo>
                <a:cubicBezTo>
                  <a:pt x="63256" y="42355"/>
                  <a:pt x="58816" y="38451"/>
                  <a:pt x="52909" y="35756"/>
                </a:cubicBezTo>
                <a:cubicBezTo>
                  <a:pt x="47001" y="33062"/>
                  <a:pt x="40351" y="31714"/>
                  <a:pt x="32958" y="31714"/>
                </a:cubicBezTo>
                <a:cubicBezTo>
                  <a:pt x="25979" y="31714"/>
                  <a:pt x="20763" y="33355"/>
                  <a:pt x="17308" y="36637"/>
                </a:cubicBezTo>
                <a:cubicBezTo>
                  <a:pt x="13853" y="39919"/>
                  <a:pt x="12126" y="45015"/>
                  <a:pt x="12126" y="51924"/>
                </a:cubicBezTo>
                <a:cubicBezTo>
                  <a:pt x="12126" y="55794"/>
                  <a:pt x="12195" y="59145"/>
                  <a:pt x="12333" y="61977"/>
                </a:cubicBezTo>
                <a:lnTo>
                  <a:pt x="70683" y="74725"/>
                </a:lnTo>
                <a:lnTo>
                  <a:pt x="70683" y="693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Text 𝒉">
            <a:extLst xmlns:a="http://schemas.openxmlformats.org/drawingml/2006/main">
              <a:ext uri="{FF2B5EF4-FFF2-40B4-BE49-F238E27FC236}">
                <a16:creationId xmlns:a16="http://schemas.microsoft.com/office/drawing/2014/main" id="{4429EA6B-F7B1-4AE0-B065-4379DDA8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34" y="4706245"/>
            <a:ext cx="150072" cy="122089"/>
          </a:xfrm>
          <a:custGeom xmlns:a="http://schemas.openxmlformats.org/drawingml/2006/main">
            <a:pathLst>
              <a:path w="150072" h="122089">
                <a:moveTo>
                  <a:pt x="63325" y="75658"/>
                </a:moveTo>
                <a:lnTo>
                  <a:pt x="63739" y="74311"/>
                </a:lnTo>
                <a:cubicBezTo>
                  <a:pt x="56968" y="68714"/>
                  <a:pt x="51976" y="63083"/>
                  <a:pt x="48763" y="57417"/>
                </a:cubicBezTo>
                <a:cubicBezTo>
                  <a:pt x="45550" y="51752"/>
                  <a:pt x="43944" y="45464"/>
                  <a:pt x="43944" y="38555"/>
                </a:cubicBezTo>
                <a:cubicBezTo>
                  <a:pt x="43944" y="31507"/>
                  <a:pt x="45948" y="25979"/>
                  <a:pt x="49955" y="21972"/>
                </a:cubicBezTo>
                <a:cubicBezTo>
                  <a:pt x="53963" y="17964"/>
                  <a:pt x="59421" y="15961"/>
                  <a:pt x="66330" y="15961"/>
                </a:cubicBezTo>
                <a:cubicBezTo>
                  <a:pt x="68541" y="15961"/>
                  <a:pt x="71305" y="16185"/>
                  <a:pt x="74622" y="16634"/>
                </a:cubicBezTo>
                <a:cubicBezTo>
                  <a:pt x="77938" y="17084"/>
                  <a:pt x="80875" y="17619"/>
                  <a:pt x="83431" y="18241"/>
                </a:cubicBezTo>
                <a:lnTo>
                  <a:pt x="115767" y="26429"/>
                </a:lnTo>
                <a:cubicBezTo>
                  <a:pt x="120397" y="27603"/>
                  <a:pt x="124439" y="28190"/>
                  <a:pt x="127893" y="28190"/>
                </a:cubicBezTo>
                <a:cubicBezTo>
                  <a:pt x="130588" y="28190"/>
                  <a:pt x="132453" y="27741"/>
                  <a:pt x="133490" y="26843"/>
                </a:cubicBezTo>
                <a:cubicBezTo>
                  <a:pt x="134526" y="25945"/>
                  <a:pt x="135044" y="24667"/>
                  <a:pt x="135044" y="23008"/>
                </a:cubicBezTo>
                <a:cubicBezTo>
                  <a:pt x="135044" y="21005"/>
                  <a:pt x="134112" y="18776"/>
                  <a:pt x="132246" y="16323"/>
                </a:cubicBezTo>
                <a:cubicBezTo>
                  <a:pt x="130381" y="13871"/>
                  <a:pt x="127479" y="10917"/>
                  <a:pt x="123540" y="7462"/>
                </a:cubicBezTo>
                <a:lnTo>
                  <a:pt x="131002" y="0"/>
                </a:lnTo>
                <a:cubicBezTo>
                  <a:pt x="137912" y="6771"/>
                  <a:pt x="142818" y="12834"/>
                  <a:pt x="145720" y="18189"/>
                </a:cubicBezTo>
                <a:cubicBezTo>
                  <a:pt x="148621" y="23544"/>
                  <a:pt x="150072" y="29434"/>
                  <a:pt x="150072" y="35860"/>
                </a:cubicBezTo>
                <a:cubicBezTo>
                  <a:pt x="150072" y="42907"/>
                  <a:pt x="148345" y="48193"/>
                  <a:pt x="144890" y="51717"/>
                </a:cubicBezTo>
                <a:cubicBezTo>
                  <a:pt x="141436" y="55241"/>
                  <a:pt x="136150" y="57003"/>
                  <a:pt x="129033" y="57003"/>
                </a:cubicBezTo>
                <a:cubicBezTo>
                  <a:pt x="123575" y="57003"/>
                  <a:pt x="117253" y="56070"/>
                  <a:pt x="110067" y="54204"/>
                </a:cubicBezTo>
                <a:lnTo>
                  <a:pt x="92033" y="49437"/>
                </a:lnTo>
                <a:cubicBezTo>
                  <a:pt x="87542" y="48262"/>
                  <a:pt x="83138" y="47260"/>
                  <a:pt x="78819" y="46431"/>
                </a:cubicBezTo>
                <a:cubicBezTo>
                  <a:pt x="74501" y="45602"/>
                  <a:pt x="70994" y="45188"/>
                  <a:pt x="68300" y="45188"/>
                </a:cubicBezTo>
                <a:cubicBezTo>
                  <a:pt x="65329" y="45188"/>
                  <a:pt x="63048" y="45809"/>
                  <a:pt x="61459" y="47053"/>
                </a:cubicBezTo>
                <a:cubicBezTo>
                  <a:pt x="59870" y="48297"/>
                  <a:pt x="59075" y="50162"/>
                  <a:pt x="59075" y="52650"/>
                </a:cubicBezTo>
                <a:cubicBezTo>
                  <a:pt x="59075" y="56174"/>
                  <a:pt x="61304" y="60285"/>
                  <a:pt x="65760" y="64983"/>
                </a:cubicBezTo>
                <a:cubicBezTo>
                  <a:pt x="70217" y="69681"/>
                  <a:pt x="74622" y="73188"/>
                  <a:pt x="78975" y="75503"/>
                </a:cubicBezTo>
                <a:cubicBezTo>
                  <a:pt x="83328" y="77817"/>
                  <a:pt x="88751" y="79631"/>
                  <a:pt x="95246" y="80944"/>
                </a:cubicBezTo>
                <a:lnTo>
                  <a:pt x="148414" y="92344"/>
                </a:lnTo>
                <a:lnTo>
                  <a:pt x="148414" y="122089"/>
                </a:lnTo>
                <a:lnTo>
                  <a:pt x="31300" y="95868"/>
                </a:lnTo>
                <a:cubicBezTo>
                  <a:pt x="24528" y="94348"/>
                  <a:pt x="19588" y="93588"/>
                  <a:pt x="16479" y="93588"/>
                </a:cubicBezTo>
                <a:cubicBezTo>
                  <a:pt x="14959" y="93588"/>
                  <a:pt x="13767" y="93743"/>
                  <a:pt x="12903" y="94054"/>
                </a:cubicBezTo>
                <a:cubicBezTo>
                  <a:pt x="12040" y="94365"/>
                  <a:pt x="11331" y="94832"/>
                  <a:pt x="10779" y="95454"/>
                </a:cubicBezTo>
                <a:cubicBezTo>
                  <a:pt x="10226" y="96075"/>
                  <a:pt x="9794" y="96905"/>
                  <a:pt x="9483" y="97941"/>
                </a:cubicBezTo>
                <a:cubicBezTo>
                  <a:pt x="9172" y="98977"/>
                  <a:pt x="8810" y="101016"/>
                  <a:pt x="8395" y="104056"/>
                </a:cubicBezTo>
                <a:lnTo>
                  <a:pt x="1658" y="102398"/>
                </a:lnTo>
                <a:lnTo>
                  <a:pt x="0" y="71409"/>
                </a:lnTo>
                <a:lnTo>
                  <a:pt x="0" y="59697"/>
                </a:lnTo>
                <a:lnTo>
                  <a:pt x="63325" y="75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Text 𝒂">
            <a:extLst xmlns:a="http://schemas.openxmlformats.org/drawingml/2006/main">
              <a:ext uri="{FF2B5EF4-FFF2-40B4-BE49-F238E27FC236}">
                <a16:creationId xmlns:a16="http://schemas.microsoft.com/office/drawing/2014/main" id="{E5237122-F17A-46BC-83CD-4B35B0EB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78" y="4574379"/>
            <a:ext cx="106129" cy="118462"/>
          </a:xfrm>
          <a:custGeom xmlns:a="http://schemas.openxmlformats.org/drawingml/2006/main">
            <a:pathLst>
              <a:path w="106129" h="118462">
                <a:moveTo>
                  <a:pt x="72134" y="26636"/>
                </a:moveTo>
                <a:cubicBezTo>
                  <a:pt x="76487" y="27672"/>
                  <a:pt x="80426" y="28190"/>
                  <a:pt x="83949" y="28190"/>
                </a:cubicBezTo>
                <a:cubicBezTo>
                  <a:pt x="86229" y="28190"/>
                  <a:pt x="87991" y="27810"/>
                  <a:pt x="89235" y="27050"/>
                </a:cubicBezTo>
                <a:cubicBezTo>
                  <a:pt x="90479" y="26290"/>
                  <a:pt x="91101" y="24978"/>
                  <a:pt x="91101" y="23112"/>
                </a:cubicBezTo>
                <a:cubicBezTo>
                  <a:pt x="91101" y="20970"/>
                  <a:pt x="90133" y="18655"/>
                  <a:pt x="88199" y="16168"/>
                </a:cubicBezTo>
                <a:cubicBezTo>
                  <a:pt x="86264" y="13681"/>
                  <a:pt x="83397" y="10779"/>
                  <a:pt x="79596" y="7462"/>
                </a:cubicBezTo>
                <a:lnTo>
                  <a:pt x="87059" y="0"/>
                </a:lnTo>
                <a:cubicBezTo>
                  <a:pt x="94313" y="7255"/>
                  <a:pt x="99306" y="13508"/>
                  <a:pt x="102035" y="18759"/>
                </a:cubicBezTo>
                <a:cubicBezTo>
                  <a:pt x="104764" y="24010"/>
                  <a:pt x="106129" y="29538"/>
                  <a:pt x="106129" y="35342"/>
                </a:cubicBezTo>
                <a:cubicBezTo>
                  <a:pt x="106129" y="41146"/>
                  <a:pt x="104522" y="45740"/>
                  <a:pt x="101309" y="49126"/>
                </a:cubicBezTo>
                <a:cubicBezTo>
                  <a:pt x="98096" y="52512"/>
                  <a:pt x="93864" y="54204"/>
                  <a:pt x="88613" y="54204"/>
                </a:cubicBezTo>
                <a:cubicBezTo>
                  <a:pt x="86886" y="54204"/>
                  <a:pt x="85228" y="53997"/>
                  <a:pt x="83638" y="53582"/>
                </a:cubicBezTo>
                <a:lnTo>
                  <a:pt x="83431" y="55033"/>
                </a:lnTo>
                <a:cubicBezTo>
                  <a:pt x="89373" y="60077"/>
                  <a:pt x="93847" y="64413"/>
                  <a:pt x="96853" y="68040"/>
                </a:cubicBezTo>
                <a:cubicBezTo>
                  <a:pt x="99858" y="71668"/>
                  <a:pt x="102156" y="75520"/>
                  <a:pt x="103745" y="79596"/>
                </a:cubicBezTo>
                <a:cubicBezTo>
                  <a:pt x="105334" y="83673"/>
                  <a:pt x="106129" y="88199"/>
                  <a:pt x="106129" y="93173"/>
                </a:cubicBezTo>
                <a:cubicBezTo>
                  <a:pt x="106129" y="101465"/>
                  <a:pt x="103313" y="107752"/>
                  <a:pt x="97682" y="112036"/>
                </a:cubicBezTo>
                <a:cubicBezTo>
                  <a:pt x="92051" y="116320"/>
                  <a:pt x="83846" y="118462"/>
                  <a:pt x="73067" y="118462"/>
                </a:cubicBezTo>
                <a:cubicBezTo>
                  <a:pt x="63739" y="118462"/>
                  <a:pt x="54481" y="117115"/>
                  <a:pt x="45291" y="114420"/>
                </a:cubicBezTo>
                <a:cubicBezTo>
                  <a:pt x="36102" y="111725"/>
                  <a:pt x="28173" y="107856"/>
                  <a:pt x="21506" y="102812"/>
                </a:cubicBezTo>
                <a:cubicBezTo>
                  <a:pt x="14838" y="97768"/>
                  <a:pt x="9587" y="91429"/>
                  <a:pt x="5752" y="83794"/>
                </a:cubicBezTo>
                <a:cubicBezTo>
                  <a:pt x="1917" y="76159"/>
                  <a:pt x="0" y="67505"/>
                  <a:pt x="0" y="57832"/>
                </a:cubicBezTo>
                <a:cubicBezTo>
                  <a:pt x="0" y="47537"/>
                  <a:pt x="2487" y="38762"/>
                  <a:pt x="7462" y="31507"/>
                </a:cubicBezTo>
                <a:lnTo>
                  <a:pt x="0" y="21454"/>
                </a:lnTo>
                <a:lnTo>
                  <a:pt x="1658" y="9846"/>
                </a:lnTo>
                <a:lnTo>
                  <a:pt x="72134" y="26636"/>
                </a:lnTo>
                <a:moveTo>
                  <a:pt x="40006" y="47157"/>
                </a:moveTo>
                <a:cubicBezTo>
                  <a:pt x="34893" y="46051"/>
                  <a:pt x="29780" y="45498"/>
                  <a:pt x="24667" y="45498"/>
                </a:cubicBezTo>
                <a:cubicBezTo>
                  <a:pt x="20106" y="45498"/>
                  <a:pt x="16652" y="46362"/>
                  <a:pt x="14302" y="48090"/>
                </a:cubicBezTo>
                <a:cubicBezTo>
                  <a:pt x="11953" y="49817"/>
                  <a:pt x="10779" y="52650"/>
                  <a:pt x="10779" y="56588"/>
                </a:cubicBezTo>
                <a:cubicBezTo>
                  <a:pt x="10779" y="63014"/>
                  <a:pt x="14009" y="68714"/>
                  <a:pt x="20469" y="73689"/>
                </a:cubicBezTo>
                <a:cubicBezTo>
                  <a:pt x="26929" y="78664"/>
                  <a:pt x="35618" y="82671"/>
                  <a:pt x="46535" y="85711"/>
                </a:cubicBezTo>
                <a:cubicBezTo>
                  <a:pt x="57452" y="88751"/>
                  <a:pt x="67229" y="90271"/>
                  <a:pt x="75865" y="90271"/>
                </a:cubicBezTo>
                <a:cubicBezTo>
                  <a:pt x="80909" y="90271"/>
                  <a:pt x="84675" y="89529"/>
                  <a:pt x="87162" y="88043"/>
                </a:cubicBezTo>
                <a:cubicBezTo>
                  <a:pt x="89650" y="86558"/>
                  <a:pt x="90893" y="84260"/>
                  <a:pt x="90893" y="81151"/>
                </a:cubicBezTo>
                <a:cubicBezTo>
                  <a:pt x="90893" y="76591"/>
                  <a:pt x="88665" y="71944"/>
                  <a:pt x="84208" y="67211"/>
                </a:cubicBezTo>
                <a:cubicBezTo>
                  <a:pt x="79752" y="62478"/>
                  <a:pt x="74518" y="58661"/>
                  <a:pt x="68507" y="55759"/>
                </a:cubicBezTo>
                <a:cubicBezTo>
                  <a:pt x="62496" y="52857"/>
                  <a:pt x="54273" y="50266"/>
                  <a:pt x="43840" y="47986"/>
                </a:cubicBezTo>
                <a:lnTo>
                  <a:pt x="40006" y="471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Text 𝒔">
            <a:extLst xmlns:a="http://schemas.openxmlformats.org/drawingml/2006/main">
              <a:ext uri="{FF2B5EF4-FFF2-40B4-BE49-F238E27FC236}">
                <a16:creationId xmlns:a16="http://schemas.microsoft.com/office/drawing/2014/main" id="{90F31FF5-3E1B-4D0B-BC3B-92BBFE40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78" y="4472209"/>
            <a:ext cx="106129" cy="94521"/>
          </a:xfrm>
          <a:custGeom xmlns:a="http://schemas.openxmlformats.org/drawingml/2006/main">
            <a:pathLst>
              <a:path w="106129" h="94521">
                <a:moveTo>
                  <a:pt x="75451" y="75554"/>
                </a:moveTo>
                <a:cubicBezTo>
                  <a:pt x="81669" y="75209"/>
                  <a:pt x="86540" y="73603"/>
                  <a:pt x="90064" y="70735"/>
                </a:cubicBezTo>
                <a:cubicBezTo>
                  <a:pt x="93588" y="67868"/>
                  <a:pt x="95350" y="63463"/>
                  <a:pt x="95350" y="57521"/>
                </a:cubicBezTo>
                <a:cubicBezTo>
                  <a:pt x="95350" y="52062"/>
                  <a:pt x="94020" y="47848"/>
                  <a:pt x="91360" y="44877"/>
                </a:cubicBezTo>
                <a:cubicBezTo>
                  <a:pt x="88700" y="41906"/>
                  <a:pt x="84951" y="40420"/>
                  <a:pt x="80115" y="40420"/>
                </a:cubicBezTo>
                <a:cubicBezTo>
                  <a:pt x="77213" y="40420"/>
                  <a:pt x="74760" y="40904"/>
                  <a:pt x="72756" y="41871"/>
                </a:cubicBezTo>
                <a:cubicBezTo>
                  <a:pt x="70752" y="42838"/>
                  <a:pt x="68800" y="44428"/>
                  <a:pt x="66900" y="46639"/>
                </a:cubicBezTo>
                <a:cubicBezTo>
                  <a:pt x="65000" y="48850"/>
                  <a:pt x="62530" y="52442"/>
                  <a:pt x="59490" y="57417"/>
                </a:cubicBezTo>
                <a:cubicBezTo>
                  <a:pt x="55344" y="64327"/>
                  <a:pt x="51043" y="69353"/>
                  <a:pt x="46587" y="72497"/>
                </a:cubicBezTo>
                <a:cubicBezTo>
                  <a:pt x="42130" y="75641"/>
                  <a:pt x="37138" y="77213"/>
                  <a:pt x="31611" y="77213"/>
                </a:cubicBezTo>
                <a:cubicBezTo>
                  <a:pt x="21454" y="77213"/>
                  <a:pt x="13646" y="73413"/>
                  <a:pt x="8188" y="65812"/>
                </a:cubicBezTo>
                <a:cubicBezTo>
                  <a:pt x="2729" y="58212"/>
                  <a:pt x="0" y="47571"/>
                  <a:pt x="0" y="33891"/>
                </a:cubicBezTo>
                <a:cubicBezTo>
                  <a:pt x="0" y="28570"/>
                  <a:pt x="432" y="22853"/>
                  <a:pt x="1296" y="16738"/>
                </a:cubicBezTo>
                <a:cubicBezTo>
                  <a:pt x="2159" y="10623"/>
                  <a:pt x="3317" y="5044"/>
                  <a:pt x="4767" y="0"/>
                </a:cubicBezTo>
                <a:lnTo>
                  <a:pt x="29538" y="5389"/>
                </a:lnTo>
                <a:lnTo>
                  <a:pt x="29538" y="18552"/>
                </a:lnTo>
                <a:cubicBezTo>
                  <a:pt x="23112" y="19174"/>
                  <a:pt x="18379" y="20815"/>
                  <a:pt x="15339" y="23475"/>
                </a:cubicBezTo>
                <a:cubicBezTo>
                  <a:pt x="12299" y="26135"/>
                  <a:pt x="10779" y="29952"/>
                  <a:pt x="10779" y="34927"/>
                </a:cubicBezTo>
                <a:cubicBezTo>
                  <a:pt x="10779" y="39556"/>
                  <a:pt x="11971" y="43270"/>
                  <a:pt x="14354" y="46069"/>
                </a:cubicBezTo>
                <a:cubicBezTo>
                  <a:pt x="16738" y="48867"/>
                  <a:pt x="19968" y="50266"/>
                  <a:pt x="24045" y="50266"/>
                </a:cubicBezTo>
                <a:cubicBezTo>
                  <a:pt x="27638" y="50266"/>
                  <a:pt x="30781" y="49091"/>
                  <a:pt x="33476" y="46742"/>
                </a:cubicBezTo>
                <a:cubicBezTo>
                  <a:pt x="36171" y="44393"/>
                  <a:pt x="39556" y="39833"/>
                  <a:pt x="43633" y="33062"/>
                </a:cubicBezTo>
                <a:cubicBezTo>
                  <a:pt x="47986" y="25738"/>
                  <a:pt x="52477" y="20486"/>
                  <a:pt x="57106" y="17308"/>
                </a:cubicBezTo>
                <a:cubicBezTo>
                  <a:pt x="61736" y="14130"/>
                  <a:pt x="67159" y="12541"/>
                  <a:pt x="73378" y="12541"/>
                </a:cubicBezTo>
                <a:cubicBezTo>
                  <a:pt x="80426" y="12541"/>
                  <a:pt x="86437" y="14423"/>
                  <a:pt x="91412" y="18189"/>
                </a:cubicBezTo>
                <a:cubicBezTo>
                  <a:pt x="96386" y="21955"/>
                  <a:pt x="100083" y="27102"/>
                  <a:pt x="102501" y="33632"/>
                </a:cubicBezTo>
                <a:cubicBezTo>
                  <a:pt x="104919" y="40161"/>
                  <a:pt x="106129" y="47606"/>
                  <a:pt x="106129" y="55966"/>
                </a:cubicBezTo>
                <a:cubicBezTo>
                  <a:pt x="106129" y="69371"/>
                  <a:pt x="104470" y="82222"/>
                  <a:pt x="101154" y="94521"/>
                </a:cubicBezTo>
                <a:lnTo>
                  <a:pt x="75451" y="88717"/>
                </a:lnTo>
                <a:lnTo>
                  <a:pt x="75451" y="755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Text 𝒆">
            <a:extLst xmlns:a="http://schemas.openxmlformats.org/drawingml/2006/main">
              <a:ext uri="{FF2B5EF4-FFF2-40B4-BE49-F238E27FC236}">
                <a16:creationId xmlns:a16="http://schemas.microsoft.com/office/drawing/2014/main" id="{E60DCFFA-C448-44AD-92C4-E95AA53F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78" y="4358608"/>
            <a:ext cx="106129" cy="95868"/>
          </a:xfrm>
          <a:custGeom xmlns:a="http://schemas.openxmlformats.org/drawingml/2006/main">
            <a:pathLst>
              <a:path w="106129" h="95868">
                <a:moveTo>
                  <a:pt x="82913" y="9431"/>
                </a:moveTo>
                <a:cubicBezTo>
                  <a:pt x="90790" y="16410"/>
                  <a:pt x="96628" y="23924"/>
                  <a:pt x="100428" y="31973"/>
                </a:cubicBezTo>
                <a:cubicBezTo>
                  <a:pt x="104228" y="40023"/>
                  <a:pt x="106129" y="48746"/>
                  <a:pt x="106129" y="58143"/>
                </a:cubicBezTo>
                <a:cubicBezTo>
                  <a:pt x="106129" y="66227"/>
                  <a:pt x="104712" y="73102"/>
                  <a:pt x="101879" y="78767"/>
                </a:cubicBezTo>
                <a:cubicBezTo>
                  <a:pt x="99046" y="84433"/>
                  <a:pt x="94849" y="88700"/>
                  <a:pt x="89287" y="91567"/>
                </a:cubicBezTo>
                <a:cubicBezTo>
                  <a:pt x="83725" y="94434"/>
                  <a:pt x="77075" y="95868"/>
                  <a:pt x="69336" y="95868"/>
                </a:cubicBezTo>
                <a:cubicBezTo>
                  <a:pt x="65743" y="95868"/>
                  <a:pt x="61148" y="95384"/>
                  <a:pt x="55552" y="94417"/>
                </a:cubicBezTo>
                <a:cubicBezTo>
                  <a:pt x="47951" y="93104"/>
                  <a:pt x="41180" y="91101"/>
                  <a:pt x="35238" y="88406"/>
                </a:cubicBezTo>
                <a:cubicBezTo>
                  <a:pt x="27914" y="85020"/>
                  <a:pt x="21626" y="80598"/>
                  <a:pt x="16375" y="75140"/>
                </a:cubicBezTo>
                <a:cubicBezTo>
                  <a:pt x="11124" y="69681"/>
                  <a:pt x="7082" y="63273"/>
                  <a:pt x="4249" y="55914"/>
                </a:cubicBezTo>
                <a:cubicBezTo>
                  <a:pt x="1416" y="48556"/>
                  <a:pt x="0" y="40489"/>
                  <a:pt x="0" y="31714"/>
                </a:cubicBezTo>
                <a:cubicBezTo>
                  <a:pt x="0" y="10571"/>
                  <a:pt x="7635" y="0"/>
                  <a:pt x="22905" y="0"/>
                </a:cubicBezTo>
                <a:cubicBezTo>
                  <a:pt x="28156" y="0"/>
                  <a:pt x="32785" y="1054"/>
                  <a:pt x="36793" y="3161"/>
                </a:cubicBezTo>
                <a:cubicBezTo>
                  <a:pt x="40800" y="5268"/>
                  <a:pt x="44428" y="8775"/>
                  <a:pt x="47675" y="13681"/>
                </a:cubicBezTo>
                <a:cubicBezTo>
                  <a:pt x="50922" y="18586"/>
                  <a:pt x="53548" y="25513"/>
                  <a:pt x="55552" y="34461"/>
                </a:cubicBezTo>
                <a:cubicBezTo>
                  <a:pt x="57555" y="43408"/>
                  <a:pt x="58695" y="54204"/>
                  <a:pt x="58972" y="66849"/>
                </a:cubicBezTo>
                <a:cubicBezTo>
                  <a:pt x="63048" y="67747"/>
                  <a:pt x="67263" y="68196"/>
                  <a:pt x="71616" y="68196"/>
                </a:cubicBezTo>
                <a:cubicBezTo>
                  <a:pt x="78042" y="68196"/>
                  <a:pt x="82878" y="66849"/>
                  <a:pt x="86126" y="64154"/>
                </a:cubicBezTo>
                <a:cubicBezTo>
                  <a:pt x="89373" y="61459"/>
                  <a:pt x="90997" y="57383"/>
                  <a:pt x="90997" y="51924"/>
                </a:cubicBezTo>
                <a:cubicBezTo>
                  <a:pt x="90997" y="45844"/>
                  <a:pt x="89771" y="40351"/>
                  <a:pt x="87318" y="35445"/>
                </a:cubicBezTo>
                <a:cubicBezTo>
                  <a:pt x="84865" y="30540"/>
                  <a:pt x="80495" y="24770"/>
                  <a:pt x="74207" y="18137"/>
                </a:cubicBezTo>
                <a:lnTo>
                  <a:pt x="82913" y="9431"/>
                </a:lnTo>
                <a:moveTo>
                  <a:pt x="48090" y="64361"/>
                </a:moveTo>
                <a:cubicBezTo>
                  <a:pt x="47744" y="51648"/>
                  <a:pt x="45308" y="41923"/>
                  <a:pt x="40783" y="35186"/>
                </a:cubicBezTo>
                <a:cubicBezTo>
                  <a:pt x="36257" y="28450"/>
                  <a:pt x="29849" y="25081"/>
                  <a:pt x="21557" y="25081"/>
                </a:cubicBezTo>
                <a:cubicBezTo>
                  <a:pt x="18034" y="25081"/>
                  <a:pt x="15356" y="25893"/>
                  <a:pt x="13525" y="27517"/>
                </a:cubicBezTo>
                <a:cubicBezTo>
                  <a:pt x="11694" y="29140"/>
                  <a:pt x="10779" y="31403"/>
                  <a:pt x="10779" y="34305"/>
                </a:cubicBezTo>
                <a:cubicBezTo>
                  <a:pt x="10779" y="40731"/>
                  <a:pt x="13957" y="46518"/>
                  <a:pt x="20314" y="51665"/>
                </a:cubicBezTo>
                <a:cubicBezTo>
                  <a:pt x="26670" y="56813"/>
                  <a:pt x="35929" y="61045"/>
                  <a:pt x="48090" y="643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812EDA-EF98-409D-82D9-6C8FAF70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279" y="4635086"/>
            <a:ext cx="382281" cy="212075"/>
          </a:xfrm>
          <a:custGeom xmlns:a="http://schemas.openxmlformats.org/drawingml/2006/main">
            <a:pathLst>
              <a:path w="382281" h="212075">
                <a:moveTo>
                  <a:pt x="276244" y="212075"/>
                </a:moveTo>
                <a:lnTo>
                  <a:pt x="276244" y="142840"/>
                </a:lnTo>
                <a:lnTo>
                  <a:pt x="0" y="142840"/>
                </a:lnTo>
                <a:lnTo>
                  <a:pt x="0" y="69235"/>
                </a:lnTo>
                <a:lnTo>
                  <a:pt x="276244" y="69235"/>
                </a:lnTo>
                <a:lnTo>
                  <a:pt x="276244" y="0"/>
                </a:lnTo>
                <a:lnTo>
                  <a:pt x="382281" y="106038"/>
                </a:lnTo>
                <a:lnTo>
                  <a:pt x="276244" y="2120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A37886-A4CB-40F7-871D-4C431896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788" y="4873078"/>
            <a:ext cx="257302" cy="256684"/>
          </a:xfrm>
          <a:custGeom xmlns:a="http://schemas.openxmlformats.org/drawingml/2006/main">
            <a:pathLst>
              <a:path w="257302" h="256684">
                <a:moveTo>
                  <a:pt x="248822" y="154826"/>
                </a:moveTo>
                <a:lnTo>
                  <a:pt x="224442" y="112402"/>
                </a:lnTo>
                <a:lnTo>
                  <a:pt x="224442" y="110634"/>
                </a:lnTo>
                <a:cubicBezTo>
                  <a:pt x="225938" y="71692"/>
                  <a:pt x="206004" y="35056"/>
                  <a:pt x="172503" y="15173"/>
                </a:cubicBezTo>
                <a:cubicBezTo>
                  <a:pt x="154298" y="5126"/>
                  <a:pt x="133778" y="0"/>
                  <a:pt x="112982" y="324"/>
                </a:cubicBezTo>
                <a:cubicBezTo>
                  <a:pt x="92177" y="0"/>
                  <a:pt x="71646" y="5097"/>
                  <a:pt x="53432" y="15173"/>
                </a:cubicBezTo>
                <a:cubicBezTo>
                  <a:pt x="19933" y="35056"/>
                  <a:pt x="0" y="71692"/>
                  <a:pt x="1493" y="110634"/>
                </a:cubicBezTo>
                <a:cubicBezTo>
                  <a:pt x="1472" y="125197"/>
                  <a:pt x="4355" y="139621"/>
                  <a:pt x="9973" y="153059"/>
                </a:cubicBezTo>
                <a:cubicBezTo>
                  <a:pt x="16659" y="168570"/>
                  <a:pt x="31956" y="178587"/>
                  <a:pt x="48839" y="178513"/>
                </a:cubicBezTo>
                <a:lnTo>
                  <a:pt x="114558" y="178513"/>
                </a:lnTo>
                <a:cubicBezTo>
                  <a:pt x="126253" y="178546"/>
                  <a:pt x="135722" y="188023"/>
                  <a:pt x="135757" y="199726"/>
                </a:cubicBezTo>
                <a:lnTo>
                  <a:pt x="135757" y="216695"/>
                </a:lnTo>
                <a:cubicBezTo>
                  <a:pt x="135804" y="225407"/>
                  <a:pt x="141110" y="233229"/>
                  <a:pt x="149184" y="236494"/>
                </a:cubicBezTo>
                <a:lnTo>
                  <a:pt x="154130" y="238615"/>
                </a:lnTo>
                <a:lnTo>
                  <a:pt x="186283" y="250989"/>
                </a:lnTo>
                <a:cubicBezTo>
                  <a:pt x="200843" y="256684"/>
                  <a:pt x="217261" y="249492"/>
                  <a:pt x="222952" y="234923"/>
                </a:cubicBezTo>
                <a:cubicBezTo>
                  <a:pt x="222979" y="234858"/>
                  <a:pt x="223005" y="234791"/>
                  <a:pt x="223029" y="234726"/>
                </a:cubicBezTo>
                <a:cubicBezTo>
                  <a:pt x="224327" y="231467"/>
                  <a:pt x="224928" y="227976"/>
                  <a:pt x="224796" y="224473"/>
                </a:cubicBezTo>
                <a:lnTo>
                  <a:pt x="224795" y="179574"/>
                </a:lnTo>
                <a:lnTo>
                  <a:pt x="240342" y="179574"/>
                </a:lnTo>
                <a:cubicBezTo>
                  <a:pt x="249175" y="178513"/>
                  <a:pt x="257302" y="167907"/>
                  <a:pt x="248822" y="154826"/>
                </a:cubicBezTo>
                <a:close/>
                <a:moveTo>
                  <a:pt x="244682" y="168691"/>
                </a:moveTo>
                <a:cubicBezTo>
                  <a:pt x="243763" y="170656"/>
                  <a:pt x="241970" y="172070"/>
                  <a:pt x="239847" y="172503"/>
                </a:cubicBezTo>
                <a:lnTo>
                  <a:pt x="217729" y="172503"/>
                </a:lnTo>
                <a:lnTo>
                  <a:pt x="217729" y="224473"/>
                </a:lnTo>
                <a:cubicBezTo>
                  <a:pt x="217856" y="226986"/>
                  <a:pt x="217461" y="229499"/>
                  <a:pt x="216572" y="231853"/>
                </a:cubicBezTo>
                <a:lnTo>
                  <a:pt x="216492" y="232027"/>
                </a:lnTo>
                <a:lnTo>
                  <a:pt x="216425" y="232207"/>
                </a:lnTo>
                <a:cubicBezTo>
                  <a:pt x="212235" y="243167"/>
                  <a:pt x="199957" y="248652"/>
                  <a:pt x="189004" y="244457"/>
                </a:cubicBezTo>
                <a:cubicBezTo>
                  <a:pt x="188942" y="244433"/>
                  <a:pt x="188883" y="244410"/>
                  <a:pt x="188821" y="244386"/>
                </a:cubicBezTo>
                <a:lnTo>
                  <a:pt x="156792" y="232063"/>
                </a:lnTo>
                <a:lnTo>
                  <a:pt x="151969" y="229994"/>
                </a:lnTo>
                <a:lnTo>
                  <a:pt x="151863" y="229947"/>
                </a:lnTo>
                <a:lnTo>
                  <a:pt x="151760" y="229909"/>
                </a:lnTo>
                <a:cubicBezTo>
                  <a:pt x="146398" y="227702"/>
                  <a:pt x="142880" y="222496"/>
                  <a:pt x="142824" y="216695"/>
                </a:cubicBezTo>
                <a:lnTo>
                  <a:pt x="142824" y="199726"/>
                </a:lnTo>
                <a:cubicBezTo>
                  <a:pt x="142806" y="184111"/>
                  <a:pt x="130163" y="171460"/>
                  <a:pt x="114558" y="171443"/>
                </a:cubicBezTo>
                <a:lnTo>
                  <a:pt x="48839" y="171443"/>
                </a:lnTo>
                <a:cubicBezTo>
                  <a:pt x="34809" y="171487"/>
                  <a:pt x="22092" y="163184"/>
                  <a:pt x="16486" y="150313"/>
                </a:cubicBezTo>
                <a:cubicBezTo>
                  <a:pt x="11251" y="137739"/>
                  <a:pt x="8556" y="124254"/>
                  <a:pt x="8559" y="110634"/>
                </a:cubicBezTo>
                <a:lnTo>
                  <a:pt x="8559" y="110504"/>
                </a:lnTo>
                <a:lnTo>
                  <a:pt x="8559" y="110375"/>
                </a:lnTo>
                <a:cubicBezTo>
                  <a:pt x="7134" y="74025"/>
                  <a:pt x="25746" y="39817"/>
                  <a:pt x="57030" y="21283"/>
                </a:cubicBezTo>
                <a:cubicBezTo>
                  <a:pt x="74146" y="11844"/>
                  <a:pt x="93437" y="7041"/>
                  <a:pt x="112982" y="7395"/>
                </a:cubicBezTo>
                <a:cubicBezTo>
                  <a:pt x="132521" y="7041"/>
                  <a:pt x="151813" y="11844"/>
                  <a:pt x="168928" y="21268"/>
                </a:cubicBezTo>
                <a:cubicBezTo>
                  <a:pt x="200213" y="39803"/>
                  <a:pt x="218821" y="74010"/>
                  <a:pt x="217393" y="110360"/>
                </a:cubicBezTo>
                <a:lnTo>
                  <a:pt x="217393" y="114275"/>
                </a:lnTo>
                <a:lnTo>
                  <a:pt x="218332" y="115911"/>
                </a:lnTo>
                <a:lnTo>
                  <a:pt x="242712" y="158335"/>
                </a:lnTo>
                <a:lnTo>
                  <a:pt x="242809" y="158497"/>
                </a:lnTo>
                <a:lnTo>
                  <a:pt x="242912" y="158656"/>
                </a:lnTo>
                <a:cubicBezTo>
                  <a:pt x="245227" y="161455"/>
                  <a:pt x="245904" y="165264"/>
                  <a:pt x="244697" y="168691"/>
                </a:cubicBezTo>
                <a:lnTo>
                  <a:pt x="244682" y="1686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B4A15E-1FBB-4D36-9750-EE242828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788" y="4873078"/>
            <a:ext cx="257302" cy="256684"/>
          </a:xfrm>
          <a:custGeom xmlns:a="http://schemas.openxmlformats.org/drawingml/2006/main">
            <a:pathLst>
              <a:path w="257302" h="256684" fill="none">
                <a:moveTo>
                  <a:pt x="248822" y="154826"/>
                </a:moveTo>
                <a:lnTo>
                  <a:pt x="224442" y="112402"/>
                </a:lnTo>
                <a:lnTo>
                  <a:pt x="224442" y="110634"/>
                </a:lnTo>
                <a:cubicBezTo>
                  <a:pt x="225938" y="71692"/>
                  <a:pt x="206004" y="35056"/>
                  <a:pt x="172503" y="15173"/>
                </a:cubicBezTo>
                <a:cubicBezTo>
                  <a:pt x="154298" y="5126"/>
                  <a:pt x="133778" y="0"/>
                  <a:pt x="112982" y="324"/>
                </a:cubicBezTo>
                <a:cubicBezTo>
                  <a:pt x="92177" y="0"/>
                  <a:pt x="71646" y="5097"/>
                  <a:pt x="53432" y="15173"/>
                </a:cubicBezTo>
                <a:cubicBezTo>
                  <a:pt x="19933" y="35056"/>
                  <a:pt x="0" y="71692"/>
                  <a:pt x="1493" y="110634"/>
                </a:cubicBezTo>
                <a:cubicBezTo>
                  <a:pt x="1472" y="125197"/>
                  <a:pt x="4355" y="139621"/>
                  <a:pt x="9973" y="153059"/>
                </a:cubicBezTo>
                <a:cubicBezTo>
                  <a:pt x="16659" y="168570"/>
                  <a:pt x="31956" y="178587"/>
                  <a:pt x="48839" y="178513"/>
                </a:cubicBezTo>
                <a:lnTo>
                  <a:pt x="114558" y="178513"/>
                </a:lnTo>
                <a:cubicBezTo>
                  <a:pt x="126253" y="178546"/>
                  <a:pt x="135722" y="188023"/>
                  <a:pt x="135757" y="199726"/>
                </a:cubicBezTo>
                <a:lnTo>
                  <a:pt x="135757" y="216695"/>
                </a:lnTo>
                <a:cubicBezTo>
                  <a:pt x="135804" y="225407"/>
                  <a:pt x="141110" y="233229"/>
                  <a:pt x="149184" y="236494"/>
                </a:cubicBezTo>
                <a:lnTo>
                  <a:pt x="154130" y="238615"/>
                </a:lnTo>
                <a:lnTo>
                  <a:pt x="186283" y="250989"/>
                </a:lnTo>
                <a:cubicBezTo>
                  <a:pt x="200843" y="256684"/>
                  <a:pt x="217261" y="249492"/>
                  <a:pt x="222952" y="234923"/>
                </a:cubicBezTo>
                <a:cubicBezTo>
                  <a:pt x="222979" y="234858"/>
                  <a:pt x="223005" y="234791"/>
                  <a:pt x="223029" y="234726"/>
                </a:cubicBezTo>
                <a:cubicBezTo>
                  <a:pt x="224327" y="231467"/>
                  <a:pt x="224928" y="227976"/>
                  <a:pt x="224796" y="224473"/>
                </a:cubicBezTo>
                <a:lnTo>
                  <a:pt x="224795" y="179574"/>
                </a:lnTo>
                <a:lnTo>
                  <a:pt x="240342" y="179574"/>
                </a:lnTo>
                <a:cubicBezTo>
                  <a:pt x="249175" y="178513"/>
                  <a:pt x="257302" y="167907"/>
                  <a:pt x="248822" y="154826"/>
                </a:cubicBezTo>
                <a:close/>
                <a:moveTo>
                  <a:pt x="244682" y="168691"/>
                </a:moveTo>
                <a:cubicBezTo>
                  <a:pt x="243763" y="170656"/>
                  <a:pt x="241970" y="172070"/>
                  <a:pt x="239847" y="172503"/>
                </a:cubicBezTo>
                <a:lnTo>
                  <a:pt x="217729" y="172503"/>
                </a:lnTo>
                <a:lnTo>
                  <a:pt x="217729" y="224473"/>
                </a:lnTo>
                <a:cubicBezTo>
                  <a:pt x="217856" y="226986"/>
                  <a:pt x="217461" y="229499"/>
                  <a:pt x="216572" y="231853"/>
                </a:cubicBezTo>
                <a:lnTo>
                  <a:pt x="216492" y="232027"/>
                </a:lnTo>
                <a:lnTo>
                  <a:pt x="216425" y="232207"/>
                </a:lnTo>
                <a:cubicBezTo>
                  <a:pt x="212235" y="243167"/>
                  <a:pt x="199957" y="248652"/>
                  <a:pt x="189004" y="244457"/>
                </a:cubicBezTo>
                <a:cubicBezTo>
                  <a:pt x="188942" y="244433"/>
                  <a:pt x="188883" y="244410"/>
                  <a:pt x="188821" y="244386"/>
                </a:cubicBezTo>
                <a:lnTo>
                  <a:pt x="156792" y="232063"/>
                </a:lnTo>
                <a:lnTo>
                  <a:pt x="151969" y="229994"/>
                </a:lnTo>
                <a:lnTo>
                  <a:pt x="151863" y="229947"/>
                </a:lnTo>
                <a:lnTo>
                  <a:pt x="151760" y="229909"/>
                </a:lnTo>
                <a:cubicBezTo>
                  <a:pt x="146398" y="227702"/>
                  <a:pt x="142880" y="222496"/>
                  <a:pt x="142824" y="216695"/>
                </a:cubicBezTo>
                <a:lnTo>
                  <a:pt x="142824" y="199726"/>
                </a:lnTo>
                <a:cubicBezTo>
                  <a:pt x="142806" y="184111"/>
                  <a:pt x="130163" y="171460"/>
                  <a:pt x="114558" y="171443"/>
                </a:cubicBezTo>
                <a:lnTo>
                  <a:pt x="48839" y="171443"/>
                </a:lnTo>
                <a:cubicBezTo>
                  <a:pt x="34809" y="171487"/>
                  <a:pt x="22092" y="163184"/>
                  <a:pt x="16486" y="150313"/>
                </a:cubicBezTo>
                <a:cubicBezTo>
                  <a:pt x="11251" y="137739"/>
                  <a:pt x="8556" y="124254"/>
                  <a:pt x="8559" y="110634"/>
                </a:cubicBezTo>
                <a:lnTo>
                  <a:pt x="8559" y="110504"/>
                </a:lnTo>
                <a:lnTo>
                  <a:pt x="8559" y="110375"/>
                </a:lnTo>
                <a:cubicBezTo>
                  <a:pt x="7134" y="74025"/>
                  <a:pt x="25746" y="39817"/>
                  <a:pt x="57030" y="21283"/>
                </a:cubicBezTo>
                <a:cubicBezTo>
                  <a:pt x="74146" y="11844"/>
                  <a:pt x="93437" y="7041"/>
                  <a:pt x="112982" y="7395"/>
                </a:cubicBezTo>
                <a:cubicBezTo>
                  <a:pt x="132521" y="7041"/>
                  <a:pt x="151813" y="11844"/>
                  <a:pt x="168928" y="21268"/>
                </a:cubicBezTo>
                <a:cubicBezTo>
                  <a:pt x="200213" y="39803"/>
                  <a:pt x="218821" y="74010"/>
                  <a:pt x="217393" y="110360"/>
                </a:cubicBezTo>
                <a:lnTo>
                  <a:pt x="217393" y="114275"/>
                </a:lnTo>
                <a:lnTo>
                  <a:pt x="218332" y="115911"/>
                </a:lnTo>
                <a:lnTo>
                  <a:pt x="242712" y="158335"/>
                </a:lnTo>
                <a:lnTo>
                  <a:pt x="242809" y="158497"/>
                </a:lnTo>
                <a:lnTo>
                  <a:pt x="242912" y="158656"/>
                </a:lnTo>
                <a:cubicBezTo>
                  <a:pt x="245227" y="161455"/>
                  <a:pt x="245904" y="165264"/>
                  <a:pt x="244697" y="168691"/>
                </a:cubicBezTo>
                <a:lnTo>
                  <a:pt x="244682" y="1686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71" cap="flat">
            <a:solidFill>
              <a:srgbClr val="000000"/>
            </a:solidFill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880BEB-2289-4CD7-B576-37EE29BD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880" y="4984419"/>
            <a:ext cx="26500" cy="26515"/>
          </a:xfrm>
          <a:custGeom xmlns:a="http://schemas.openxmlformats.org/drawingml/2006/main">
            <a:pathLst>
              <a:path w="26500" h="26515">
                <a:moveTo>
                  <a:pt x="26500" y="26515"/>
                </a:moveTo>
                <a:lnTo>
                  <a:pt x="26500" y="0"/>
                </a:lnTo>
                <a:lnTo>
                  <a:pt x="0" y="0"/>
                </a:lnTo>
                <a:cubicBezTo>
                  <a:pt x="44" y="14625"/>
                  <a:pt x="11884" y="26471"/>
                  <a:pt x="26500" y="265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AC83EE-5FC9-443B-A2CD-F5D8C48A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880" y="4984419"/>
            <a:ext cx="26500" cy="26515"/>
          </a:xfrm>
          <a:custGeom xmlns:a="http://schemas.openxmlformats.org/drawingml/2006/main">
            <a:pathLst>
              <a:path w="26500" h="26515" fill="none">
                <a:moveTo>
                  <a:pt x="26500" y="26515"/>
                </a:moveTo>
                <a:lnTo>
                  <a:pt x="26500" y="0"/>
                </a:lnTo>
                <a:lnTo>
                  <a:pt x="0" y="0"/>
                </a:lnTo>
                <a:cubicBezTo>
                  <a:pt x="44" y="14625"/>
                  <a:pt x="11884" y="26471"/>
                  <a:pt x="26500" y="2651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71" cap="flat">
            <a:solidFill>
              <a:srgbClr val="000000"/>
            </a:solidFill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BEB736-B8F9-4259-A178-0B2EF71B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379" y="4958255"/>
            <a:ext cx="26208" cy="26165"/>
          </a:xfrm>
          <a:custGeom xmlns:a="http://schemas.openxmlformats.org/drawingml/2006/main">
            <a:pathLst>
              <a:path w="26208" h="26165">
                <a:moveTo>
                  <a:pt x="0" y="3"/>
                </a:moveTo>
                <a:lnTo>
                  <a:pt x="0" y="26165"/>
                </a:lnTo>
                <a:lnTo>
                  <a:pt x="26146" y="26165"/>
                </a:lnTo>
                <a:cubicBezTo>
                  <a:pt x="26208" y="11776"/>
                  <a:pt x="14598" y="62"/>
                  <a:pt x="221" y="3"/>
                </a:cubicBezTo>
                <a:cubicBezTo>
                  <a:pt x="147" y="0"/>
                  <a:pt x="74" y="0"/>
                  <a:pt x="0" y="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FC84A2-A072-46E7-B9A5-D8AB8F37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379" y="4958255"/>
            <a:ext cx="26208" cy="26165"/>
          </a:xfrm>
          <a:custGeom xmlns:a="http://schemas.openxmlformats.org/drawingml/2006/main">
            <a:pathLst>
              <a:path w="26208" h="26165" fill="none">
                <a:moveTo>
                  <a:pt x="0" y="3"/>
                </a:moveTo>
                <a:lnTo>
                  <a:pt x="0" y="26165"/>
                </a:lnTo>
                <a:lnTo>
                  <a:pt x="26146" y="26165"/>
                </a:lnTo>
                <a:cubicBezTo>
                  <a:pt x="26208" y="11776"/>
                  <a:pt x="14598" y="62"/>
                  <a:pt x="221" y="3"/>
                </a:cubicBezTo>
                <a:cubicBezTo>
                  <a:pt x="147" y="0"/>
                  <a:pt x="74" y="0"/>
                  <a:pt x="0" y="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71" cap="flat">
            <a:solidFill>
              <a:srgbClr val="000000"/>
            </a:solidFill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7D74A7-7BE7-4010-8ABE-0C892577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944" y="4970275"/>
            <a:ext cx="28352" cy="28286"/>
          </a:xfrm>
          <a:custGeom xmlns:a="http://schemas.openxmlformats.org/drawingml/2006/main">
            <a:pathLst>
              <a:path w="28352" h="28286">
                <a:moveTo>
                  <a:pt x="14133" y="3"/>
                </a:moveTo>
                <a:cubicBezTo>
                  <a:pt x="6327" y="3"/>
                  <a:pt x="0" y="6334"/>
                  <a:pt x="0" y="14144"/>
                </a:cubicBezTo>
                <a:cubicBezTo>
                  <a:pt x="0" y="21955"/>
                  <a:pt x="6328" y="28286"/>
                  <a:pt x="14133" y="28286"/>
                </a:cubicBezTo>
                <a:cubicBezTo>
                  <a:pt x="21939" y="28286"/>
                  <a:pt x="28266" y="21955"/>
                  <a:pt x="28266" y="14144"/>
                </a:cubicBezTo>
                <a:cubicBezTo>
                  <a:pt x="28352" y="6417"/>
                  <a:pt x="22159" y="85"/>
                  <a:pt x="14439" y="3"/>
                </a:cubicBezTo>
                <a:cubicBezTo>
                  <a:pt x="14336" y="0"/>
                  <a:pt x="14236" y="0"/>
                  <a:pt x="14133" y="3"/>
                </a:cubicBezTo>
                <a:close/>
                <a:moveTo>
                  <a:pt x="14133" y="21215"/>
                </a:moveTo>
                <a:cubicBezTo>
                  <a:pt x="10232" y="21215"/>
                  <a:pt x="7067" y="18048"/>
                  <a:pt x="7067" y="14144"/>
                </a:cubicBezTo>
                <a:cubicBezTo>
                  <a:pt x="7067" y="10238"/>
                  <a:pt x="10232" y="7074"/>
                  <a:pt x="14133" y="7074"/>
                </a:cubicBezTo>
                <a:cubicBezTo>
                  <a:pt x="18037" y="7074"/>
                  <a:pt x="21200" y="10238"/>
                  <a:pt x="21200" y="14144"/>
                </a:cubicBezTo>
                <a:cubicBezTo>
                  <a:pt x="21288" y="17963"/>
                  <a:pt x="18264" y="21127"/>
                  <a:pt x="14448" y="21215"/>
                </a:cubicBezTo>
                <a:cubicBezTo>
                  <a:pt x="14342" y="21215"/>
                  <a:pt x="14239" y="21215"/>
                  <a:pt x="14133" y="212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57F275-1132-46AF-9389-B385BCBC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944" y="4970275"/>
            <a:ext cx="28352" cy="28286"/>
          </a:xfrm>
          <a:custGeom xmlns:a="http://schemas.openxmlformats.org/drawingml/2006/main">
            <a:pathLst>
              <a:path w="28352" h="28286" fill="none">
                <a:moveTo>
                  <a:pt x="14133" y="3"/>
                </a:moveTo>
                <a:cubicBezTo>
                  <a:pt x="6327" y="3"/>
                  <a:pt x="0" y="6334"/>
                  <a:pt x="0" y="14144"/>
                </a:cubicBezTo>
                <a:cubicBezTo>
                  <a:pt x="0" y="21955"/>
                  <a:pt x="6328" y="28286"/>
                  <a:pt x="14133" y="28286"/>
                </a:cubicBezTo>
                <a:cubicBezTo>
                  <a:pt x="21939" y="28286"/>
                  <a:pt x="28266" y="21955"/>
                  <a:pt x="28266" y="14144"/>
                </a:cubicBezTo>
                <a:cubicBezTo>
                  <a:pt x="28352" y="6417"/>
                  <a:pt x="22159" y="85"/>
                  <a:pt x="14439" y="3"/>
                </a:cubicBezTo>
                <a:cubicBezTo>
                  <a:pt x="14336" y="0"/>
                  <a:pt x="14236" y="0"/>
                  <a:pt x="14133" y="3"/>
                </a:cubicBezTo>
                <a:close/>
                <a:moveTo>
                  <a:pt x="14133" y="21215"/>
                </a:moveTo>
                <a:cubicBezTo>
                  <a:pt x="10232" y="21215"/>
                  <a:pt x="7067" y="18048"/>
                  <a:pt x="7067" y="14144"/>
                </a:cubicBezTo>
                <a:cubicBezTo>
                  <a:pt x="7067" y="10238"/>
                  <a:pt x="10232" y="7074"/>
                  <a:pt x="14133" y="7074"/>
                </a:cubicBezTo>
                <a:cubicBezTo>
                  <a:pt x="18037" y="7074"/>
                  <a:pt x="21200" y="10238"/>
                  <a:pt x="21200" y="14144"/>
                </a:cubicBezTo>
                <a:cubicBezTo>
                  <a:pt x="21288" y="17963"/>
                  <a:pt x="18264" y="21127"/>
                  <a:pt x="14448" y="21215"/>
                </a:cubicBezTo>
                <a:cubicBezTo>
                  <a:pt x="14342" y="21215"/>
                  <a:pt x="14239" y="21215"/>
                  <a:pt x="14133" y="2121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71" cap="flat">
            <a:solidFill>
              <a:srgbClr val="000000"/>
            </a:solidFill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FA8998-97EE-462A-B1F9-5DF1D989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213" y="5078461"/>
            <a:ext cx="74199" cy="7071"/>
          </a:xfrm>
          <a:custGeom xmlns:a="http://schemas.openxmlformats.org/drawingml/2006/main">
            <a:pathLst>
              <a:path w="74199" h="7071">
                <a:moveTo>
                  <a:pt x="70665" y="0"/>
                </a:moveTo>
                <a:lnTo>
                  <a:pt x="3533" y="0"/>
                </a:lnTo>
                <a:cubicBezTo>
                  <a:pt x="1581" y="0"/>
                  <a:pt x="0" y="1582"/>
                  <a:pt x="0" y="3535"/>
                </a:cubicBezTo>
                <a:cubicBezTo>
                  <a:pt x="0" y="5486"/>
                  <a:pt x="1581" y="7071"/>
                  <a:pt x="3533" y="7071"/>
                </a:cubicBezTo>
                <a:lnTo>
                  <a:pt x="70665" y="7071"/>
                </a:lnTo>
                <a:cubicBezTo>
                  <a:pt x="72617" y="7071"/>
                  <a:pt x="74199" y="5486"/>
                  <a:pt x="74199" y="3535"/>
                </a:cubicBezTo>
                <a:cubicBezTo>
                  <a:pt x="74199" y="1582"/>
                  <a:pt x="72617" y="0"/>
                  <a:pt x="7066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FC2C3E-2240-442D-B9B9-EE73B9AC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213" y="5078461"/>
            <a:ext cx="74199" cy="7071"/>
          </a:xfrm>
          <a:custGeom xmlns:a="http://schemas.openxmlformats.org/drawingml/2006/main">
            <a:pathLst>
              <a:path w="74199" h="7071" fill="none">
                <a:moveTo>
                  <a:pt x="70665" y="0"/>
                </a:moveTo>
                <a:lnTo>
                  <a:pt x="3533" y="0"/>
                </a:lnTo>
                <a:cubicBezTo>
                  <a:pt x="1581" y="0"/>
                  <a:pt x="0" y="1582"/>
                  <a:pt x="0" y="3535"/>
                </a:cubicBezTo>
                <a:cubicBezTo>
                  <a:pt x="0" y="5486"/>
                  <a:pt x="1581" y="7071"/>
                  <a:pt x="3533" y="7071"/>
                </a:cubicBezTo>
                <a:lnTo>
                  <a:pt x="70665" y="7071"/>
                </a:lnTo>
                <a:cubicBezTo>
                  <a:pt x="72617" y="7071"/>
                  <a:pt x="74199" y="5486"/>
                  <a:pt x="74199" y="3535"/>
                </a:cubicBezTo>
                <a:cubicBezTo>
                  <a:pt x="74199" y="1582"/>
                  <a:pt x="72617" y="0"/>
                  <a:pt x="7066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71" cap="flat">
            <a:solidFill>
              <a:srgbClr val="000000"/>
            </a:solidFill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97BAEC-0A53-4C48-A933-867C5F09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213" y="5110279"/>
            <a:ext cx="74199" cy="7071"/>
          </a:xfrm>
          <a:custGeom xmlns:a="http://schemas.openxmlformats.org/drawingml/2006/main">
            <a:pathLst>
              <a:path w="74199" h="7071">
                <a:moveTo>
                  <a:pt x="70665" y="0"/>
                </a:moveTo>
                <a:lnTo>
                  <a:pt x="3533" y="0"/>
                </a:lnTo>
                <a:cubicBezTo>
                  <a:pt x="1581" y="0"/>
                  <a:pt x="0" y="1582"/>
                  <a:pt x="0" y="3535"/>
                </a:cubicBezTo>
                <a:cubicBezTo>
                  <a:pt x="0" y="5486"/>
                  <a:pt x="1581" y="7071"/>
                  <a:pt x="3533" y="7071"/>
                </a:cubicBezTo>
                <a:lnTo>
                  <a:pt x="70665" y="7071"/>
                </a:lnTo>
                <a:cubicBezTo>
                  <a:pt x="72617" y="7071"/>
                  <a:pt x="74199" y="5486"/>
                  <a:pt x="74199" y="3535"/>
                </a:cubicBezTo>
                <a:cubicBezTo>
                  <a:pt x="74199" y="1582"/>
                  <a:pt x="72617" y="0"/>
                  <a:pt x="7066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6FA2BF-40A8-44B1-B0B8-4CDF3476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213" y="5110279"/>
            <a:ext cx="74199" cy="7071"/>
          </a:xfrm>
          <a:custGeom xmlns:a="http://schemas.openxmlformats.org/drawingml/2006/main">
            <a:pathLst>
              <a:path w="74199" h="7071" fill="none">
                <a:moveTo>
                  <a:pt x="70665" y="0"/>
                </a:moveTo>
                <a:lnTo>
                  <a:pt x="3533" y="0"/>
                </a:lnTo>
                <a:cubicBezTo>
                  <a:pt x="1581" y="0"/>
                  <a:pt x="0" y="1582"/>
                  <a:pt x="0" y="3535"/>
                </a:cubicBezTo>
                <a:cubicBezTo>
                  <a:pt x="0" y="5486"/>
                  <a:pt x="1581" y="7071"/>
                  <a:pt x="3533" y="7071"/>
                </a:cubicBezTo>
                <a:lnTo>
                  <a:pt x="70665" y="7071"/>
                </a:lnTo>
                <a:cubicBezTo>
                  <a:pt x="72617" y="7071"/>
                  <a:pt x="74199" y="5486"/>
                  <a:pt x="74199" y="3535"/>
                </a:cubicBezTo>
                <a:cubicBezTo>
                  <a:pt x="74199" y="1582"/>
                  <a:pt x="72617" y="0"/>
                  <a:pt x="7066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71" cap="flat">
            <a:solidFill>
              <a:srgbClr val="000000"/>
            </a:solidFill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75905-0EA3-476B-A76B-FE8D292D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213" y="5142097"/>
            <a:ext cx="74199" cy="7071"/>
          </a:xfrm>
          <a:custGeom xmlns:a="http://schemas.openxmlformats.org/drawingml/2006/main">
            <a:pathLst>
              <a:path w="74199" h="7071">
                <a:moveTo>
                  <a:pt x="70665" y="0"/>
                </a:moveTo>
                <a:lnTo>
                  <a:pt x="3533" y="0"/>
                </a:lnTo>
                <a:cubicBezTo>
                  <a:pt x="1581" y="0"/>
                  <a:pt x="0" y="1582"/>
                  <a:pt x="0" y="3535"/>
                </a:cubicBezTo>
                <a:cubicBezTo>
                  <a:pt x="0" y="5486"/>
                  <a:pt x="1581" y="7071"/>
                  <a:pt x="3533" y="7071"/>
                </a:cubicBezTo>
                <a:lnTo>
                  <a:pt x="70665" y="7071"/>
                </a:lnTo>
                <a:cubicBezTo>
                  <a:pt x="72617" y="7071"/>
                  <a:pt x="74199" y="5486"/>
                  <a:pt x="74199" y="3535"/>
                </a:cubicBezTo>
                <a:cubicBezTo>
                  <a:pt x="74199" y="1582"/>
                  <a:pt x="72617" y="0"/>
                  <a:pt x="7066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9E2432-41D6-41AA-A7B3-A006744A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213" y="5142097"/>
            <a:ext cx="74199" cy="7071"/>
          </a:xfrm>
          <a:custGeom xmlns:a="http://schemas.openxmlformats.org/drawingml/2006/main">
            <a:pathLst>
              <a:path w="74199" h="7071" fill="none">
                <a:moveTo>
                  <a:pt x="70665" y="0"/>
                </a:moveTo>
                <a:lnTo>
                  <a:pt x="3533" y="0"/>
                </a:lnTo>
                <a:cubicBezTo>
                  <a:pt x="1581" y="0"/>
                  <a:pt x="0" y="1582"/>
                  <a:pt x="0" y="3535"/>
                </a:cubicBezTo>
                <a:cubicBezTo>
                  <a:pt x="0" y="5486"/>
                  <a:pt x="1581" y="7071"/>
                  <a:pt x="3533" y="7071"/>
                </a:cubicBezTo>
                <a:lnTo>
                  <a:pt x="70665" y="7071"/>
                </a:lnTo>
                <a:cubicBezTo>
                  <a:pt x="72617" y="7071"/>
                  <a:pt x="74199" y="5486"/>
                  <a:pt x="74199" y="3535"/>
                </a:cubicBezTo>
                <a:cubicBezTo>
                  <a:pt x="74199" y="1582"/>
                  <a:pt x="72617" y="0"/>
                  <a:pt x="7066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71" cap="flat">
            <a:solidFill>
              <a:srgbClr val="000000"/>
            </a:solidFill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F67D06-F685-47EF-A547-B4B6C82F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5513" y="4945527"/>
            <a:ext cx="77794" cy="77781"/>
          </a:xfrm>
          <a:custGeom xmlns:a="http://schemas.openxmlformats.org/drawingml/2006/main">
            <a:pathLst>
              <a:path w="77794" h="77781">
                <a:moveTo>
                  <a:pt x="38866" y="3"/>
                </a:moveTo>
                <a:cubicBezTo>
                  <a:pt x="17401" y="3"/>
                  <a:pt x="0" y="17412"/>
                  <a:pt x="0" y="38892"/>
                </a:cubicBezTo>
                <a:cubicBezTo>
                  <a:pt x="0" y="60370"/>
                  <a:pt x="17401" y="77781"/>
                  <a:pt x="38866" y="77781"/>
                </a:cubicBezTo>
                <a:cubicBezTo>
                  <a:pt x="60331" y="77781"/>
                  <a:pt x="77732" y="60370"/>
                  <a:pt x="77732" y="38892"/>
                </a:cubicBezTo>
                <a:cubicBezTo>
                  <a:pt x="77794" y="17477"/>
                  <a:pt x="60495" y="65"/>
                  <a:pt x="39093" y="3"/>
                </a:cubicBezTo>
                <a:cubicBezTo>
                  <a:pt x="39016" y="0"/>
                  <a:pt x="38942" y="0"/>
                  <a:pt x="38866" y="3"/>
                </a:cubicBezTo>
                <a:close/>
                <a:moveTo>
                  <a:pt x="38866" y="70711"/>
                </a:moveTo>
                <a:cubicBezTo>
                  <a:pt x="21303" y="70711"/>
                  <a:pt x="7067" y="56463"/>
                  <a:pt x="7067" y="38892"/>
                </a:cubicBezTo>
                <a:cubicBezTo>
                  <a:pt x="7067" y="21318"/>
                  <a:pt x="21303" y="7074"/>
                  <a:pt x="38866" y="7074"/>
                </a:cubicBezTo>
                <a:cubicBezTo>
                  <a:pt x="56429" y="7074"/>
                  <a:pt x="70665" y="21318"/>
                  <a:pt x="70665" y="38892"/>
                </a:cubicBezTo>
                <a:cubicBezTo>
                  <a:pt x="70648" y="56457"/>
                  <a:pt x="56420" y="70690"/>
                  <a:pt x="38866" y="707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4AB38-CCD3-4492-AEE7-769A3D72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5513" y="4945527"/>
            <a:ext cx="77794" cy="77781"/>
          </a:xfrm>
          <a:custGeom xmlns:a="http://schemas.openxmlformats.org/drawingml/2006/main">
            <a:pathLst>
              <a:path w="77794" h="77781" fill="none">
                <a:moveTo>
                  <a:pt x="38866" y="3"/>
                </a:moveTo>
                <a:cubicBezTo>
                  <a:pt x="17401" y="3"/>
                  <a:pt x="0" y="17412"/>
                  <a:pt x="0" y="38892"/>
                </a:cubicBezTo>
                <a:cubicBezTo>
                  <a:pt x="0" y="60370"/>
                  <a:pt x="17401" y="77781"/>
                  <a:pt x="38866" y="77781"/>
                </a:cubicBezTo>
                <a:cubicBezTo>
                  <a:pt x="60331" y="77781"/>
                  <a:pt x="77732" y="60370"/>
                  <a:pt x="77732" y="38892"/>
                </a:cubicBezTo>
                <a:cubicBezTo>
                  <a:pt x="77794" y="17477"/>
                  <a:pt x="60495" y="65"/>
                  <a:pt x="39093" y="3"/>
                </a:cubicBezTo>
                <a:cubicBezTo>
                  <a:pt x="39016" y="0"/>
                  <a:pt x="38942" y="0"/>
                  <a:pt x="38866" y="3"/>
                </a:cubicBezTo>
                <a:close/>
                <a:moveTo>
                  <a:pt x="38866" y="70711"/>
                </a:moveTo>
                <a:cubicBezTo>
                  <a:pt x="21303" y="70711"/>
                  <a:pt x="7067" y="56463"/>
                  <a:pt x="7067" y="38892"/>
                </a:cubicBezTo>
                <a:cubicBezTo>
                  <a:pt x="7067" y="21318"/>
                  <a:pt x="21303" y="7074"/>
                  <a:pt x="38866" y="7074"/>
                </a:cubicBezTo>
                <a:cubicBezTo>
                  <a:pt x="56429" y="7074"/>
                  <a:pt x="70665" y="21318"/>
                  <a:pt x="70665" y="38892"/>
                </a:cubicBezTo>
                <a:cubicBezTo>
                  <a:pt x="70648" y="56457"/>
                  <a:pt x="56420" y="70690"/>
                  <a:pt x="38866" y="7071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771" cap="flat">
            <a:solidFill>
              <a:srgbClr val="000000"/>
            </a:solidFill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B9501C-8CD2-4BF5-B218-566C89FF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425" y="4227144"/>
            <a:ext cx="212331" cy="224448"/>
          </a:xfrm>
          <a:custGeom xmlns:a="http://schemas.openxmlformats.org/drawingml/2006/main">
            <a:pathLst>
              <a:path w="212331" h="224448">
                <a:moveTo>
                  <a:pt x="5515" y="223133"/>
                </a:moveTo>
                <a:lnTo>
                  <a:pt x="5588" y="223133"/>
                </a:lnTo>
                <a:cubicBezTo>
                  <a:pt x="7050" y="223133"/>
                  <a:pt x="41916" y="222498"/>
                  <a:pt x="59079" y="213407"/>
                </a:cubicBezTo>
                <a:cubicBezTo>
                  <a:pt x="59225" y="213325"/>
                  <a:pt x="59376" y="213236"/>
                  <a:pt x="59518" y="213142"/>
                </a:cubicBezTo>
                <a:cubicBezTo>
                  <a:pt x="66633" y="207910"/>
                  <a:pt x="73326" y="202129"/>
                  <a:pt x="79544" y="195854"/>
                </a:cubicBezTo>
                <a:cubicBezTo>
                  <a:pt x="80665" y="194784"/>
                  <a:pt x="81745" y="193754"/>
                  <a:pt x="82805" y="192756"/>
                </a:cubicBezTo>
                <a:cubicBezTo>
                  <a:pt x="89254" y="194877"/>
                  <a:pt x="95960" y="196119"/>
                  <a:pt x="102742" y="196449"/>
                </a:cubicBezTo>
                <a:cubicBezTo>
                  <a:pt x="103993" y="196506"/>
                  <a:pt x="105248" y="196538"/>
                  <a:pt x="106490" y="196538"/>
                </a:cubicBezTo>
                <a:cubicBezTo>
                  <a:pt x="113236" y="196522"/>
                  <a:pt x="119949" y="195631"/>
                  <a:pt x="126472" y="193888"/>
                </a:cubicBezTo>
                <a:cubicBezTo>
                  <a:pt x="127361" y="194723"/>
                  <a:pt x="128263" y="195574"/>
                  <a:pt x="129233" y="196494"/>
                </a:cubicBezTo>
                <a:cubicBezTo>
                  <a:pt x="135155" y="202332"/>
                  <a:pt x="141425" y="207800"/>
                  <a:pt x="148013" y="212873"/>
                </a:cubicBezTo>
                <a:cubicBezTo>
                  <a:pt x="163957" y="224448"/>
                  <a:pt x="203839" y="215731"/>
                  <a:pt x="208335" y="214701"/>
                </a:cubicBezTo>
                <a:cubicBezTo>
                  <a:pt x="210227" y="214249"/>
                  <a:pt x="211669" y="212714"/>
                  <a:pt x="212006" y="210793"/>
                </a:cubicBezTo>
                <a:cubicBezTo>
                  <a:pt x="212331" y="208847"/>
                  <a:pt x="211478" y="206892"/>
                  <a:pt x="209825" y="205813"/>
                </a:cubicBezTo>
                <a:cubicBezTo>
                  <a:pt x="209724" y="205752"/>
                  <a:pt x="199847" y="199067"/>
                  <a:pt x="193495" y="173905"/>
                </a:cubicBezTo>
                <a:cubicBezTo>
                  <a:pt x="191415" y="165742"/>
                  <a:pt x="195022" y="149366"/>
                  <a:pt x="198856" y="132026"/>
                </a:cubicBezTo>
                <a:cubicBezTo>
                  <a:pt x="203043" y="115834"/>
                  <a:pt x="205597" y="99259"/>
                  <a:pt x="206479" y="82557"/>
                </a:cubicBezTo>
                <a:cubicBezTo>
                  <a:pt x="206479" y="57762"/>
                  <a:pt x="199168" y="42575"/>
                  <a:pt x="183500" y="34770"/>
                </a:cubicBezTo>
                <a:cubicBezTo>
                  <a:pt x="175430" y="31635"/>
                  <a:pt x="166581" y="31106"/>
                  <a:pt x="158190" y="33264"/>
                </a:cubicBezTo>
                <a:cubicBezTo>
                  <a:pt x="153804" y="27360"/>
                  <a:pt x="142140" y="14902"/>
                  <a:pt x="117691" y="7247"/>
                </a:cubicBezTo>
                <a:cubicBezTo>
                  <a:pt x="91289" y="0"/>
                  <a:pt x="63075" y="3624"/>
                  <a:pt x="39374" y="17385"/>
                </a:cubicBezTo>
                <a:cubicBezTo>
                  <a:pt x="18974" y="30577"/>
                  <a:pt x="9190" y="45336"/>
                  <a:pt x="8736" y="93339"/>
                </a:cubicBezTo>
                <a:cubicBezTo>
                  <a:pt x="8549" y="113578"/>
                  <a:pt x="9739" y="132425"/>
                  <a:pt x="10791" y="149073"/>
                </a:cubicBezTo>
                <a:cubicBezTo>
                  <a:pt x="12212" y="162839"/>
                  <a:pt x="12448" y="176702"/>
                  <a:pt x="11497" y="190513"/>
                </a:cubicBezTo>
                <a:cubicBezTo>
                  <a:pt x="10364" y="199503"/>
                  <a:pt x="6953" y="208053"/>
                  <a:pt x="1596" y="215353"/>
                </a:cubicBezTo>
                <a:cubicBezTo>
                  <a:pt x="0" y="217523"/>
                  <a:pt x="463" y="220585"/>
                  <a:pt x="2632" y="222185"/>
                </a:cubicBezTo>
                <a:cubicBezTo>
                  <a:pt x="3460" y="222795"/>
                  <a:pt x="4463" y="223129"/>
                  <a:pt x="5495" y="223133"/>
                </a:cubicBezTo>
                <a:lnTo>
                  <a:pt x="5515" y="223133"/>
                </a:lnTo>
                <a:close/>
                <a:moveTo>
                  <a:pt x="103189" y="186686"/>
                </a:moveTo>
                <a:cubicBezTo>
                  <a:pt x="68343" y="184784"/>
                  <a:pt x="40450" y="157000"/>
                  <a:pt x="38334" y="122079"/>
                </a:cubicBezTo>
                <a:cubicBezTo>
                  <a:pt x="38212" y="119714"/>
                  <a:pt x="38212" y="117348"/>
                  <a:pt x="38334" y="114983"/>
                </a:cubicBezTo>
                <a:cubicBezTo>
                  <a:pt x="38562" y="110015"/>
                  <a:pt x="42554" y="106058"/>
                  <a:pt x="47509" y="105883"/>
                </a:cubicBezTo>
                <a:cubicBezTo>
                  <a:pt x="51018" y="105826"/>
                  <a:pt x="54518" y="105496"/>
                  <a:pt x="57979" y="104906"/>
                </a:cubicBezTo>
                <a:cubicBezTo>
                  <a:pt x="73822" y="102805"/>
                  <a:pt x="89283" y="98432"/>
                  <a:pt x="103887" y="91914"/>
                </a:cubicBezTo>
                <a:cubicBezTo>
                  <a:pt x="119937" y="83815"/>
                  <a:pt x="134842" y="73608"/>
                  <a:pt x="148199" y="61557"/>
                </a:cubicBezTo>
                <a:cubicBezTo>
                  <a:pt x="149414" y="69170"/>
                  <a:pt x="152110" y="76466"/>
                  <a:pt x="156143" y="83030"/>
                </a:cubicBezTo>
                <a:cubicBezTo>
                  <a:pt x="156241" y="83188"/>
                  <a:pt x="156342" y="83339"/>
                  <a:pt x="156456" y="83482"/>
                </a:cubicBezTo>
                <a:cubicBezTo>
                  <a:pt x="158385" y="85786"/>
                  <a:pt x="160615" y="87818"/>
                  <a:pt x="163088" y="89520"/>
                </a:cubicBezTo>
                <a:lnTo>
                  <a:pt x="163884" y="90118"/>
                </a:lnTo>
                <a:cubicBezTo>
                  <a:pt x="164802" y="90835"/>
                  <a:pt x="165651" y="91637"/>
                  <a:pt x="166414" y="92512"/>
                </a:cubicBezTo>
                <a:cubicBezTo>
                  <a:pt x="170955" y="97748"/>
                  <a:pt x="173721" y="104295"/>
                  <a:pt x="174305" y="111208"/>
                </a:cubicBezTo>
                <a:cubicBezTo>
                  <a:pt x="174545" y="113586"/>
                  <a:pt x="174667" y="115972"/>
                  <a:pt x="174659" y="118366"/>
                </a:cubicBezTo>
                <a:cubicBezTo>
                  <a:pt x="174659" y="156141"/>
                  <a:pt x="144110" y="186763"/>
                  <a:pt x="106429" y="186763"/>
                </a:cubicBezTo>
                <a:cubicBezTo>
                  <a:pt x="105349" y="186763"/>
                  <a:pt x="104269" y="186738"/>
                  <a:pt x="103189" y="186686"/>
                </a:cubicBezTo>
                <a:close/>
                <a:moveTo>
                  <a:pt x="20526" y="148450"/>
                </a:moveTo>
                <a:cubicBezTo>
                  <a:pt x="19482" y="131981"/>
                  <a:pt x="18296" y="113309"/>
                  <a:pt x="18483" y="93428"/>
                </a:cubicBezTo>
                <a:cubicBezTo>
                  <a:pt x="18897" y="49635"/>
                  <a:pt x="26894" y="37107"/>
                  <a:pt x="44442" y="25732"/>
                </a:cubicBezTo>
                <a:cubicBezTo>
                  <a:pt x="65788" y="13395"/>
                  <a:pt x="91175" y="10097"/>
                  <a:pt x="114946" y="16612"/>
                </a:cubicBezTo>
                <a:cubicBezTo>
                  <a:pt x="142863" y="25365"/>
                  <a:pt x="151635" y="40951"/>
                  <a:pt x="151708" y="41057"/>
                </a:cubicBezTo>
                <a:cubicBezTo>
                  <a:pt x="152801" y="43125"/>
                  <a:pt x="155197" y="44127"/>
                  <a:pt x="157431" y="43451"/>
                </a:cubicBezTo>
                <a:cubicBezTo>
                  <a:pt x="161175" y="42323"/>
                  <a:pt x="172380" y="40124"/>
                  <a:pt x="179146" y="43496"/>
                </a:cubicBezTo>
                <a:cubicBezTo>
                  <a:pt x="187326" y="47559"/>
                  <a:pt x="196691" y="55673"/>
                  <a:pt x="196691" y="82492"/>
                </a:cubicBezTo>
                <a:cubicBezTo>
                  <a:pt x="195793" y="98497"/>
                  <a:pt x="193316" y="114372"/>
                  <a:pt x="189300" y="129884"/>
                </a:cubicBezTo>
                <a:cubicBezTo>
                  <a:pt x="185043" y="149195"/>
                  <a:pt x="181372" y="165872"/>
                  <a:pt x="184028" y="176299"/>
                </a:cubicBezTo>
                <a:cubicBezTo>
                  <a:pt x="186408" y="187280"/>
                  <a:pt x="190948" y="197674"/>
                  <a:pt x="197386" y="206876"/>
                </a:cubicBezTo>
                <a:cubicBezTo>
                  <a:pt x="183496" y="209168"/>
                  <a:pt x="162097" y="211057"/>
                  <a:pt x="153703" y="204971"/>
                </a:cubicBezTo>
                <a:cubicBezTo>
                  <a:pt x="147810" y="200427"/>
                  <a:pt x="142193" y="195529"/>
                  <a:pt x="136885" y="190313"/>
                </a:cubicBezTo>
                <a:cubicBezTo>
                  <a:pt x="165700" y="178070"/>
                  <a:pt x="184414" y="149737"/>
                  <a:pt x="184406" y="118366"/>
                </a:cubicBezTo>
                <a:cubicBezTo>
                  <a:pt x="184406" y="115634"/>
                  <a:pt x="184268" y="112902"/>
                  <a:pt x="183987" y="110186"/>
                </a:cubicBezTo>
                <a:cubicBezTo>
                  <a:pt x="183191" y="101221"/>
                  <a:pt x="179569" y="92740"/>
                  <a:pt x="173651" y="85973"/>
                </a:cubicBezTo>
                <a:cubicBezTo>
                  <a:pt x="172470" y="84630"/>
                  <a:pt x="171166" y="83404"/>
                  <a:pt x="169753" y="82313"/>
                </a:cubicBezTo>
                <a:lnTo>
                  <a:pt x="168920" y="81686"/>
                </a:lnTo>
                <a:cubicBezTo>
                  <a:pt x="167227" y="80526"/>
                  <a:pt x="165671" y="79174"/>
                  <a:pt x="164290" y="77655"/>
                </a:cubicBezTo>
                <a:cubicBezTo>
                  <a:pt x="160871" y="72016"/>
                  <a:pt x="158629" y="65742"/>
                  <a:pt x="157695" y="59207"/>
                </a:cubicBezTo>
                <a:cubicBezTo>
                  <a:pt x="156947" y="54134"/>
                  <a:pt x="152240" y="50633"/>
                  <a:pt x="147180" y="51382"/>
                </a:cubicBezTo>
                <a:cubicBezTo>
                  <a:pt x="145296" y="51659"/>
                  <a:pt x="143541" y="52518"/>
                  <a:pt x="142156" y="53833"/>
                </a:cubicBezTo>
                <a:cubicBezTo>
                  <a:pt x="129384" y="65441"/>
                  <a:pt x="115104" y="75269"/>
                  <a:pt x="99708" y="83054"/>
                </a:cubicBezTo>
                <a:cubicBezTo>
                  <a:pt x="85957" y="89165"/>
                  <a:pt x="71401" y="93265"/>
                  <a:pt x="56488" y="95224"/>
                </a:cubicBezTo>
                <a:cubicBezTo>
                  <a:pt x="53438" y="95753"/>
                  <a:pt x="50356" y="96046"/>
                  <a:pt x="47261" y="96099"/>
                </a:cubicBezTo>
                <a:cubicBezTo>
                  <a:pt x="37209" y="96417"/>
                  <a:pt x="29083" y="104421"/>
                  <a:pt x="28587" y="114490"/>
                </a:cubicBezTo>
                <a:cubicBezTo>
                  <a:pt x="28457" y="117185"/>
                  <a:pt x="28465" y="119905"/>
                  <a:pt x="28587" y="122576"/>
                </a:cubicBezTo>
                <a:cubicBezTo>
                  <a:pt x="30317" y="151036"/>
                  <a:pt x="47257" y="176336"/>
                  <a:pt x="72875" y="188721"/>
                </a:cubicBezTo>
                <a:lnTo>
                  <a:pt x="72823" y="188774"/>
                </a:lnTo>
                <a:cubicBezTo>
                  <a:pt x="67051" y="194596"/>
                  <a:pt x="60862" y="199987"/>
                  <a:pt x="54303" y="204897"/>
                </a:cubicBezTo>
                <a:cubicBezTo>
                  <a:pt x="44069" y="210206"/>
                  <a:pt x="25618" y="212226"/>
                  <a:pt x="14556" y="212955"/>
                </a:cubicBezTo>
                <a:cubicBezTo>
                  <a:pt x="17983" y="206367"/>
                  <a:pt x="20213" y="199226"/>
                  <a:pt x="21143" y="191856"/>
                </a:cubicBezTo>
                <a:cubicBezTo>
                  <a:pt x="22244" y="177398"/>
                  <a:pt x="22036" y="162871"/>
                  <a:pt x="20526" y="1484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7F8DED-629A-4DF6-A9D5-0679387E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425" y="4227144"/>
            <a:ext cx="212331" cy="224448"/>
          </a:xfrm>
          <a:custGeom xmlns:a="http://schemas.openxmlformats.org/drawingml/2006/main">
            <a:pathLst>
              <a:path w="212331" h="224448" fill="none">
                <a:moveTo>
                  <a:pt x="5515" y="223133"/>
                </a:moveTo>
                <a:lnTo>
                  <a:pt x="5588" y="223133"/>
                </a:lnTo>
                <a:cubicBezTo>
                  <a:pt x="7050" y="223133"/>
                  <a:pt x="41916" y="222498"/>
                  <a:pt x="59079" y="213407"/>
                </a:cubicBezTo>
                <a:cubicBezTo>
                  <a:pt x="59225" y="213325"/>
                  <a:pt x="59376" y="213236"/>
                  <a:pt x="59518" y="213142"/>
                </a:cubicBezTo>
                <a:cubicBezTo>
                  <a:pt x="66633" y="207910"/>
                  <a:pt x="73326" y="202129"/>
                  <a:pt x="79544" y="195854"/>
                </a:cubicBezTo>
                <a:cubicBezTo>
                  <a:pt x="80665" y="194784"/>
                  <a:pt x="81745" y="193754"/>
                  <a:pt x="82805" y="192756"/>
                </a:cubicBezTo>
                <a:cubicBezTo>
                  <a:pt x="89254" y="194877"/>
                  <a:pt x="95960" y="196119"/>
                  <a:pt x="102742" y="196449"/>
                </a:cubicBezTo>
                <a:cubicBezTo>
                  <a:pt x="103993" y="196506"/>
                  <a:pt x="105248" y="196538"/>
                  <a:pt x="106490" y="196538"/>
                </a:cubicBezTo>
                <a:cubicBezTo>
                  <a:pt x="113236" y="196522"/>
                  <a:pt x="119949" y="195631"/>
                  <a:pt x="126472" y="193888"/>
                </a:cubicBezTo>
                <a:cubicBezTo>
                  <a:pt x="127361" y="194723"/>
                  <a:pt x="128263" y="195574"/>
                  <a:pt x="129233" y="196494"/>
                </a:cubicBezTo>
                <a:cubicBezTo>
                  <a:pt x="135155" y="202332"/>
                  <a:pt x="141425" y="207800"/>
                  <a:pt x="148013" y="212873"/>
                </a:cubicBezTo>
                <a:cubicBezTo>
                  <a:pt x="163957" y="224448"/>
                  <a:pt x="203839" y="215731"/>
                  <a:pt x="208335" y="214701"/>
                </a:cubicBezTo>
                <a:cubicBezTo>
                  <a:pt x="210227" y="214249"/>
                  <a:pt x="211669" y="212714"/>
                  <a:pt x="212006" y="210793"/>
                </a:cubicBezTo>
                <a:cubicBezTo>
                  <a:pt x="212331" y="208847"/>
                  <a:pt x="211478" y="206892"/>
                  <a:pt x="209825" y="205813"/>
                </a:cubicBezTo>
                <a:cubicBezTo>
                  <a:pt x="209724" y="205752"/>
                  <a:pt x="199847" y="199067"/>
                  <a:pt x="193495" y="173905"/>
                </a:cubicBezTo>
                <a:cubicBezTo>
                  <a:pt x="191415" y="165742"/>
                  <a:pt x="195022" y="149366"/>
                  <a:pt x="198856" y="132026"/>
                </a:cubicBezTo>
                <a:cubicBezTo>
                  <a:pt x="203043" y="115834"/>
                  <a:pt x="205597" y="99259"/>
                  <a:pt x="206479" y="82557"/>
                </a:cubicBezTo>
                <a:cubicBezTo>
                  <a:pt x="206479" y="57762"/>
                  <a:pt x="199168" y="42575"/>
                  <a:pt x="183500" y="34770"/>
                </a:cubicBezTo>
                <a:cubicBezTo>
                  <a:pt x="175430" y="31635"/>
                  <a:pt x="166581" y="31106"/>
                  <a:pt x="158190" y="33264"/>
                </a:cubicBezTo>
                <a:cubicBezTo>
                  <a:pt x="153804" y="27360"/>
                  <a:pt x="142140" y="14902"/>
                  <a:pt x="117691" y="7247"/>
                </a:cubicBezTo>
                <a:cubicBezTo>
                  <a:pt x="91289" y="0"/>
                  <a:pt x="63075" y="3624"/>
                  <a:pt x="39374" y="17385"/>
                </a:cubicBezTo>
                <a:cubicBezTo>
                  <a:pt x="18974" y="30577"/>
                  <a:pt x="9190" y="45336"/>
                  <a:pt x="8736" y="93339"/>
                </a:cubicBezTo>
                <a:cubicBezTo>
                  <a:pt x="8549" y="113578"/>
                  <a:pt x="9739" y="132425"/>
                  <a:pt x="10791" y="149073"/>
                </a:cubicBezTo>
                <a:cubicBezTo>
                  <a:pt x="12212" y="162839"/>
                  <a:pt x="12448" y="176702"/>
                  <a:pt x="11497" y="190513"/>
                </a:cubicBezTo>
                <a:cubicBezTo>
                  <a:pt x="10364" y="199503"/>
                  <a:pt x="6953" y="208053"/>
                  <a:pt x="1596" y="215353"/>
                </a:cubicBezTo>
                <a:cubicBezTo>
                  <a:pt x="0" y="217523"/>
                  <a:pt x="463" y="220585"/>
                  <a:pt x="2632" y="222185"/>
                </a:cubicBezTo>
                <a:cubicBezTo>
                  <a:pt x="3460" y="222795"/>
                  <a:pt x="4463" y="223129"/>
                  <a:pt x="5495" y="223133"/>
                </a:cubicBezTo>
                <a:lnTo>
                  <a:pt x="5515" y="223133"/>
                </a:lnTo>
                <a:close/>
                <a:moveTo>
                  <a:pt x="103189" y="186686"/>
                </a:moveTo>
                <a:cubicBezTo>
                  <a:pt x="68343" y="184784"/>
                  <a:pt x="40450" y="157000"/>
                  <a:pt x="38334" y="122079"/>
                </a:cubicBezTo>
                <a:cubicBezTo>
                  <a:pt x="38212" y="119714"/>
                  <a:pt x="38212" y="117348"/>
                  <a:pt x="38334" y="114983"/>
                </a:cubicBezTo>
                <a:cubicBezTo>
                  <a:pt x="38562" y="110015"/>
                  <a:pt x="42554" y="106058"/>
                  <a:pt x="47509" y="105883"/>
                </a:cubicBezTo>
                <a:cubicBezTo>
                  <a:pt x="51018" y="105826"/>
                  <a:pt x="54518" y="105496"/>
                  <a:pt x="57979" y="104906"/>
                </a:cubicBezTo>
                <a:cubicBezTo>
                  <a:pt x="73822" y="102805"/>
                  <a:pt x="89283" y="98432"/>
                  <a:pt x="103887" y="91914"/>
                </a:cubicBezTo>
                <a:cubicBezTo>
                  <a:pt x="119937" y="83815"/>
                  <a:pt x="134842" y="73608"/>
                  <a:pt x="148199" y="61557"/>
                </a:cubicBezTo>
                <a:cubicBezTo>
                  <a:pt x="149414" y="69170"/>
                  <a:pt x="152110" y="76466"/>
                  <a:pt x="156143" y="83030"/>
                </a:cubicBezTo>
                <a:cubicBezTo>
                  <a:pt x="156241" y="83188"/>
                  <a:pt x="156342" y="83339"/>
                  <a:pt x="156456" y="83482"/>
                </a:cubicBezTo>
                <a:cubicBezTo>
                  <a:pt x="158385" y="85786"/>
                  <a:pt x="160615" y="87818"/>
                  <a:pt x="163088" y="89520"/>
                </a:cubicBezTo>
                <a:lnTo>
                  <a:pt x="163884" y="90118"/>
                </a:lnTo>
                <a:cubicBezTo>
                  <a:pt x="164802" y="90835"/>
                  <a:pt x="165651" y="91637"/>
                  <a:pt x="166414" y="92512"/>
                </a:cubicBezTo>
                <a:cubicBezTo>
                  <a:pt x="170955" y="97748"/>
                  <a:pt x="173721" y="104295"/>
                  <a:pt x="174305" y="111208"/>
                </a:cubicBezTo>
                <a:cubicBezTo>
                  <a:pt x="174545" y="113586"/>
                  <a:pt x="174667" y="115972"/>
                  <a:pt x="174659" y="118366"/>
                </a:cubicBezTo>
                <a:cubicBezTo>
                  <a:pt x="174659" y="156141"/>
                  <a:pt x="144110" y="186763"/>
                  <a:pt x="106429" y="186763"/>
                </a:cubicBezTo>
                <a:cubicBezTo>
                  <a:pt x="105349" y="186763"/>
                  <a:pt x="104269" y="186738"/>
                  <a:pt x="103189" y="186686"/>
                </a:cubicBezTo>
                <a:close/>
                <a:moveTo>
                  <a:pt x="20526" y="148450"/>
                </a:moveTo>
                <a:cubicBezTo>
                  <a:pt x="19482" y="131981"/>
                  <a:pt x="18296" y="113309"/>
                  <a:pt x="18483" y="93428"/>
                </a:cubicBezTo>
                <a:cubicBezTo>
                  <a:pt x="18897" y="49635"/>
                  <a:pt x="26894" y="37107"/>
                  <a:pt x="44442" y="25732"/>
                </a:cubicBezTo>
                <a:cubicBezTo>
                  <a:pt x="65788" y="13395"/>
                  <a:pt x="91175" y="10097"/>
                  <a:pt x="114946" y="16612"/>
                </a:cubicBezTo>
                <a:cubicBezTo>
                  <a:pt x="142863" y="25365"/>
                  <a:pt x="151635" y="40951"/>
                  <a:pt x="151708" y="41057"/>
                </a:cubicBezTo>
                <a:cubicBezTo>
                  <a:pt x="152801" y="43125"/>
                  <a:pt x="155197" y="44127"/>
                  <a:pt x="157431" y="43451"/>
                </a:cubicBezTo>
                <a:cubicBezTo>
                  <a:pt x="161175" y="42323"/>
                  <a:pt x="172380" y="40124"/>
                  <a:pt x="179146" y="43496"/>
                </a:cubicBezTo>
                <a:cubicBezTo>
                  <a:pt x="187326" y="47559"/>
                  <a:pt x="196691" y="55673"/>
                  <a:pt x="196691" y="82492"/>
                </a:cubicBezTo>
                <a:cubicBezTo>
                  <a:pt x="195793" y="98497"/>
                  <a:pt x="193316" y="114372"/>
                  <a:pt x="189300" y="129884"/>
                </a:cubicBezTo>
                <a:cubicBezTo>
                  <a:pt x="185043" y="149195"/>
                  <a:pt x="181372" y="165872"/>
                  <a:pt x="184028" y="176299"/>
                </a:cubicBezTo>
                <a:cubicBezTo>
                  <a:pt x="186408" y="187280"/>
                  <a:pt x="190948" y="197674"/>
                  <a:pt x="197386" y="206876"/>
                </a:cubicBezTo>
                <a:cubicBezTo>
                  <a:pt x="183496" y="209168"/>
                  <a:pt x="162097" y="211057"/>
                  <a:pt x="153703" y="204971"/>
                </a:cubicBezTo>
                <a:cubicBezTo>
                  <a:pt x="147810" y="200427"/>
                  <a:pt x="142193" y="195529"/>
                  <a:pt x="136885" y="190313"/>
                </a:cubicBezTo>
                <a:cubicBezTo>
                  <a:pt x="165700" y="178070"/>
                  <a:pt x="184414" y="149737"/>
                  <a:pt x="184406" y="118366"/>
                </a:cubicBezTo>
                <a:cubicBezTo>
                  <a:pt x="184406" y="115634"/>
                  <a:pt x="184268" y="112902"/>
                  <a:pt x="183987" y="110186"/>
                </a:cubicBezTo>
                <a:cubicBezTo>
                  <a:pt x="183191" y="101221"/>
                  <a:pt x="179569" y="92740"/>
                  <a:pt x="173651" y="85973"/>
                </a:cubicBezTo>
                <a:cubicBezTo>
                  <a:pt x="172470" y="84630"/>
                  <a:pt x="171166" y="83404"/>
                  <a:pt x="169753" y="82313"/>
                </a:cubicBezTo>
                <a:lnTo>
                  <a:pt x="168920" y="81686"/>
                </a:lnTo>
                <a:cubicBezTo>
                  <a:pt x="167227" y="80526"/>
                  <a:pt x="165671" y="79174"/>
                  <a:pt x="164290" y="77655"/>
                </a:cubicBezTo>
                <a:cubicBezTo>
                  <a:pt x="160871" y="72016"/>
                  <a:pt x="158629" y="65742"/>
                  <a:pt x="157695" y="59207"/>
                </a:cubicBezTo>
                <a:cubicBezTo>
                  <a:pt x="156947" y="54134"/>
                  <a:pt x="152240" y="50633"/>
                  <a:pt x="147180" y="51382"/>
                </a:cubicBezTo>
                <a:cubicBezTo>
                  <a:pt x="145296" y="51659"/>
                  <a:pt x="143541" y="52518"/>
                  <a:pt x="142156" y="53833"/>
                </a:cubicBezTo>
                <a:cubicBezTo>
                  <a:pt x="129384" y="65441"/>
                  <a:pt x="115104" y="75269"/>
                  <a:pt x="99708" y="83054"/>
                </a:cubicBezTo>
                <a:cubicBezTo>
                  <a:pt x="85957" y="89165"/>
                  <a:pt x="71401" y="93265"/>
                  <a:pt x="56488" y="95224"/>
                </a:cubicBezTo>
                <a:cubicBezTo>
                  <a:pt x="53438" y="95753"/>
                  <a:pt x="50356" y="96046"/>
                  <a:pt x="47261" y="96099"/>
                </a:cubicBezTo>
                <a:cubicBezTo>
                  <a:pt x="37209" y="96417"/>
                  <a:pt x="29083" y="104421"/>
                  <a:pt x="28587" y="114490"/>
                </a:cubicBezTo>
                <a:cubicBezTo>
                  <a:pt x="28457" y="117185"/>
                  <a:pt x="28465" y="119905"/>
                  <a:pt x="28587" y="122576"/>
                </a:cubicBezTo>
                <a:cubicBezTo>
                  <a:pt x="30317" y="151036"/>
                  <a:pt x="47257" y="176336"/>
                  <a:pt x="72875" y="188721"/>
                </a:cubicBezTo>
                <a:lnTo>
                  <a:pt x="72823" y="188774"/>
                </a:lnTo>
                <a:cubicBezTo>
                  <a:pt x="67051" y="194596"/>
                  <a:pt x="60862" y="199987"/>
                  <a:pt x="54303" y="204897"/>
                </a:cubicBezTo>
                <a:cubicBezTo>
                  <a:pt x="44069" y="210206"/>
                  <a:pt x="25618" y="212226"/>
                  <a:pt x="14556" y="212955"/>
                </a:cubicBezTo>
                <a:cubicBezTo>
                  <a:pt x="17983" y="206367"/>
                  <a:pt x="20213" y="199226"/>
                  <a:pt x="21143" y="191856"/>
                </a:cubicBezTo>
                <a:cubicBezTo>
                  <a:pt x="22244" y="177398"/>
                  <a:pt x="22036" y="162871"/>
                  <a:pt x="20526" y="14845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012" cap="flat">
            <a:solidFill>
              <a:srgbClr val="000000"/>
            </a:solidFill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8F0827-E53D-4F49-A9D6-203EEAED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902" y="4447509"/>
            <a:ext cx="311905" cy="152062"/>
          </a:xfrm>
          <a:custGeom xmlns:a="http://schemas.openxmlformats.org/drawingml/2006/main">
            <a:pathLst>
              <a:path w="311905" h="152062">
                <a:moveTo>
                  <a:pt x="295010" y="42254"/>
                </a:moveTo>
                <a:cubicBezTo>
                  <a:pt x="272641" y="24987"/>
                  <a:pt x="247014" y="12447"/>
                  <a:pt x="219674" y="5382"/>
                </a:cubicBezTo>
                <a:cubicBezTo>
                  <a:pt x="213379" y="3493"/>
                  <a:pt x="207039" y="1861"/>
                  <a:pt x="200834" y="533"/>
                </a:cubicBezTo>
                <a:lnTo>
                  <a:pt x="198364" y="0"/>
                </a:lnTo>
                <a:lnTo>
                  <a:pt x="196504" y="1726"/>
                </a:lnTo>
                <a:cubicBezTo>
                  <a:pt x="176645" y="20146"/>
                  <a:pt x="163186" y="20146"/>
                  <a:pt x="155953" y="20146"/>
                </a:cubicBezTo>
                <a:cubicBezTo>
                  <a:pt x="148719" y="20146"/>
                  <a:pt x="135147" y="20146"/>
                  <a:pt x="115385" y="1971"/>
                </a:cubicBezTo>
                <a:lnTo>
                  <a:pt x="113541" y="269"/>
                </a:lnTo>
                <a:lnTo>
                  <a:pt x="111104" y="786"/>
                </a:lnTo>
                <a:cubicBezTo>
                  <a:pt x="105134" y="2048"/>
                  <a:pt x="98827" y="3587"/>
                  <a:pt x="92304" y="5370"/>
                </a:cubicBezTo>
                <a:cubicBezTo>
                  <a:pt x="65297" y="13306"/>
                  <a:pt x="39821" y="25764"/>
                  <a:pt x="16956" y="42217"/>
                </a:cubicBezTo>
                <a:cubicBezTo>
                  <a:pt x="6474" y="50454"/>
                  <a:pt x="244" y="62982"/>
                  <a:pt x="0" y="76332"/>
                </a:cubicBezTo>
                <a:lnTo>
                  <a:pt x="0" y="152062"/>
                </a:lnTo>
                <a:lnTo>
                  <a:pt x="9747" y="152062"/>
                </a:lnTo>
                <a:lnTo>
                  <a:pt x="9747" y="76332"/>
                </a:lnTo>
                <a:cubicBezTo>
                  <a:pt x="9962" y="66027"/>
                  <a:pt x="14771" y="56362"/>
                  <a:pt x="22849" y="49986"/>
                </a:cubicBezTo>
                <a:cubicBezTo>
                  <a:pt x="44731" y="34286"/>
                  <a:pt x="69094" y="22393"/>
                  <a:pt x="94916" y="14808"/>
                </a:cubicBezTo>
                <a:cubicBezTo>
                  <a:pt x="100325" y="13342"/>
                  <a:pt x="105638" y="12015"/>
                  <a:pt x="110682" y="10899"/>
                </a:cubicBezTo>
                <a:cubicBezTo>
                  <a:pt x="129636" y="27605"/>
                  <a:pt x="144179" y="29917"/>
                  <a:pt x="155953" y="29917"/>
                </a:cubicBezTo>
                <a:cubicBezTo>
                  <a:pt x="167726" y="29917"/>
                  <a:pt x="182192" y="27576"/>
                  <a:pt x="201227" y="10622"/>
                </a:cubicBezTo>
                <a:cubicBezTo>
                  <a:pt x="206397" y="11795"/>
                  <a:pt x="211657" y="13175"/>
                  <a:pt x="216936" y="14763"/>
                </a:cubicBezTo>
                <a:cubicBezTo>
                  <a:pt x="243034" y="21473"/>
                  <a:pt x="267503" y="33406"/>
                  <a:pt x="288878" y="49851"/>
                </a:cubicBezTo>
                <a:cubicBezTo>
                  <a:pt x="297053" y="56227"/>
                  <a:pt x="301927" y="65950"/>
                  <a:pt x="302158" y="76332"/>
                </a:cubicBezTo>
                <a:lnTo>
                  <a:pt x="302158" y="152062"/>
                </a:lnTo>
                <a:lnTo>
                  <a:pt x="311905" y="152062"/>
                </a:lnTo>
                <a:lnTo>
                  <a:pt x="311905" y="76332"/>
                </a:lnTo>
                <a:cubicBezTo>
                  <a:pt x="311670" y="63002"/>
                  <a:pt x="305464" y="50486"/>
                  <a:pt x="295010" y="422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8A0DB6-4C8A-42DC-BC88-C16DFB7F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902" y="4447509"/>
            <a:ext cx="311905" cy="152062"/>
          </a:xfrm>
          <a:custGeom xmlns:a="http://schemas.openxmlformats.org/drawingml/2006/main">
            <a:pathLst>
              <a:path w="311905" h="152062" fill="none">
                <a:moveTo>
                  <a:pt x="295010" y="42254"/>
                </a:moveTo>
                <a:cubicBezTo>
                  <a:pt x="272641" y="24987"/>
                  <a:pt x="247014" y="12447"/>
                  <a:pt x="219674" y="5382"/>
                </a:cubicBezTo>
                <a:cubicBezTo>
                  <a:pt x="213379" y="3493"/>
                  <a:pt x="207039" y="1861"/>
                  <a:pt x="200834" y="533"/>
                </a:cubicBezTo>
                <a:lnTo>
                  <a:pt x="198364" y="0"/>
                </a:lnTo>
                <a:lnTo>
                  <a:pt x="196504" y="1726"/>
                </a:lnTo>
                <a:cubicBezTo>
                  <a:pt x="176645" y="20146"/>
                  <a:pt x="163186" y="20146"/>
                  <a:pt x="155953" y="20146"/>
                </a:cubicBezTo>
                <a:cubicBezTo>
                  <a:pt x="148719" y="20146"/>
                  <a:pt x="135147" y="20146"/>
                  <a:pt x="115385" y="1971"/>
                </a:cubicBezTo>
                <a:lnTo>
                  <a:pt x="113541" y="269"/>
                </a:lnTo>
                <a:lnTo>
                  <a:pt x="111104" y="786"/>
                </a:lnTo>
                <a:cubicBezTo>
                  <a:pt x="105134" y="2048"/>
                  <a:pt x="98827" y="3587"/>
                  <a:pt x="92304" y="5370"/>
                </a:cubicBezTo>
                <a:cubicBezTo>
                  <a:pt x="65297" y="13306"/>
                  <a:pt x="39821" y="25764"/>
                  <a:pt x="16956" y="42217"/>
                </a:cubicBezTo>
                <a:cubicBezTo>
                  <a:pt x="6474" y="50454"/>
                  <a:pt x="244" y="62982"/>
                  <a:pt x="0" y="76332"/>
                </a:cubicBezTo>
                <a:lnTo>
                  <a:pt x="0" y="152062"/>
                </a:lnTo>
                <a:lnTo>
                  <a:pt x="9747" y="152062"/>
                </a:lnTo>
                <a:lnTo>
                  <a:pt x="9747" y="76332"/>
                </a:lnTo>
                <a:cubicBezTo>
                  <a:pt x="9962" y="66027"/>
                  <a:pt x="14771" y="56362"/>
                  <a:pt x="22849" y="49986"/>
                </a:cubicBezTo>
                <a:cubicBezTo>
                  <a:pt x="44731" y="34286"/>
                  <a:pt x="69094" y="22393"/>
                  <a:pt x="94916" y="14808"/>
                </a:cubicBezTo>
                <a:cubicBezTo>
                  <a:pt x="100325" y="13342"/>
                  <a:pt x="105638" y="12015"/>
                  <a:pt x="110682" y="10899"/>
                </a:cubicBezTo>
                <a:cubicBezTo>
                  <a:pt x="129636" y="27605"/>
                  <a:pt x="144179" y="29917"/>
                  <a:pt x="155953" y="29917"/>
                </a:cubicBezTo>
                <a:cubicBezTo>
                  <a:pt x="167726" y="29917"/>
                  <a:pt x="182192" y="27576"/>
                  <a:pt x="201227" y="10622"/>
                </a:cubicBezTo>
                <a:cubicBezTo>
                  <a:pt x="206397" y="11795"/>
                  <a:pt x="211657" y="13175"/>
                  <a:pt x="216936" y="14763"/>
                </a:cubicBezTo>
                <a:cubicBezTo>
                  <a:pt x="243034" y="21473"/>
                  <a:pt x="267503" y="33406"/>
                  <a:pt x="288878" y="49851"/>
                </a:cubicBezTo>
                <a:cubicBezTo>
                  <a:pt x="297053" y="56227"/>
                  <a:pt x="301927" y="65950"/>
                  <a:pt x="302158" y="76332"/>
                </a:cubicBezTo>
                <a:lnTo>
                  <a:pt x="302158" y="152062"/>
                </a:lnTo>
                <a:lnTo>
                  <a:pt x="311905" y="152062"/>
                </a:lnTo>
                <a:lnTo>
                  <a:pt x="311905" y="76332"/>
                </a:lnTo>
                <a:cubicBezTo>
                  <a:pt x="311670" y="63002"/>
                  <a:pt x="305464" y="50486"/>
                  <a:pt x="295010" y="422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012" cap="flat">
            <a:solidFill>
              <a:srgbClr val="000000"/>
            </a:solidFill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E3476-9DE1-4FCE-96E8-EF367427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6" y="1391156"/>
            <a:ext cx="510619" cy="1799453"/>
          </a:xfrm>
          <a:custGeom xmlns:a="http://schemas.openxmlformats.org/drawingml/2006/main">
            <a:pathLst>
              <a:path w="510619" h="1799453" fill="none">
                <a:moveTo>
                  <a:pt x="0" y="1799453"/>
                </a:moveTo>
                <a:lnTo>
                  <a:pt x="510619" y="1799453"/>
                </a:lnTo>
                <a:lnTo>
                  <a:pt x="510619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338" name="Text 𝑻">
            <a:extLst xmlns:a="http://schemas.openxmlformats.org/drawingml/2006/main">
              <a:ext uri="{FF2B5EF4-FFF2-40B4-BE49-F238E27FC236}">
                <a16:creationId xmlns:a16="http://schemas.microsoft.com/office/drawing/2014/main" id="{BF85F36B-5182-44F9-A774-13C62438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49" y="2662966"/>
            <a:ext cx="141349" cy="121881"/>
          </a:xfrm>
          <a:custGeom xmlns:a="http://schemas.openxmlformats.org/drawingml/2006/main">
            <a:pathLst>
              <a:path w="141349" h="121881">
                <a:moveTo>
                  <a:pt x="0" y="0"/>
                </a:moveTo>
                <a:lnTo>
                  <a:pt x="37486" y="8181"/>
                </a:lnTo>
                <a:lnTo>
                  <a:pt x="37486" y="21435"/>
                </a:lnTo>
                <a:cubicBezTo>
                  <a:pt x="29823" y="21504"/>
                  <a:pt x="24456" y="21953"/>
                  <a:pt x="21384" y="22781"/>
                </a:cubicBezTo>
                <a:cubicBezTo>
                  <a:pt x="18312" y="23610"/>
                  <a:pt x="15999" y="24939"/>
                  <a:pt x="14446" y="26768"/>
                </a:cubicBezTo>
                <a:cubicBezTo>
                  <a:pt x="12892" y="28598"/>
                  <a:pt x="12116" y="31169"/>
                  <a:pt x="12116" y="34483"/>
                </a:cubicBezTo>
                <a:lnTo>
                  <a:pt x="12116" y="43699"/>
                </a:lnTo>
                <a:lnTo>
                  <a:pt x="113390" y="65963"/>
                </a:lnTo>
                <a:cubicBezTo>
                  <a:pt x="115668" y="66446"/>
                  <a:pt x="117601" y="66791"/>
                  <a:pt x="119189" y="66998"/>
                </a:cubicBezTo>
                <a:cubicBezTo>
                  <a:pt x="120777" y="67205"/>
                  <a:pt x="122882" y="67309"/>
                  <a:pt x="125505" y="67309"/>
                </a:cubicBezTo>
                <a:cubicBezTo>
                  <a:pt x="128681" y="67309"/>
                  <a:pt x="130925" y="66498"/>
                  <a:pt x="132236" y="64876"/>
                </a:cubicBezTo>
                <a:cubicBezTo>
                  <a:pt x="133548" y="63253"/>
                  <a:pt x="134307" y="60716"/>
                  <a:pt x="134514" y="57264"/>
                </a:cubicBezTo>
                <a:lnTo>
                  <a:pt x="141349" y="58714"/>
                </a:lnTo>
                <a:lnTo>
                  <a:pt x="141349" y="113700"/>
                </a:lnTo>
                <a:lnTo>
                  <a:pt x="134514" y="112251"/>
                </a:lnTo>
                <a:cubicBezTo>
                  <a:pt x="134100" y="109213"/>
                  <a:pt x="133203" y="106797"/>
                  <a:pt x="131822" y="105002"/>
                </a:cubicBezTo>
                <a:cubicBezTo>
                  <a:pt x="130441" y="103207"/>
                  <a:pt x="128388" y="101706"/>
                  <a:pt x="125661" y="100498"/>
                </a:cubicBezTo>
                <a:cubicBezTo>
                  <a:pt x="122934" y="99289"/>
                  <a:pt x="118844" y="98064"/>
                  <a:pt x="113390" y="96821"/>
                </a:cubicBezTo>
                <a:lnTo>
                  <a:pt x="12116" y="74558"/>
                </a:lnTo>
                <a:lnTo>
                  <a:pt x="12116" y="82842"/>
                </a:lnTo>
                <a:cubicBezTo>
                  <a:pt x="12116" y="86639"/>
                  <a:pt x="12685" y="89711"/>
                  <a:pt x="13824" y="92058"/>
                </a:cubicBezTo>
                <a:cubicBezTo>
                  <a:pt x="14963" y="94405"/>
                  <a:pt x="17345" y="97029"/>
                  <a:pt x="20969" y="99928"/>
                </a:cubicBezTo>
                <a:cubicBezTo>
                  <a:pt x="24594" y="102827"/>
                  <a:pt x="29374" y="105623"/>
                  <a:pt x="35311" y="108316"/>
                </a:cubicBezTo>
                <a:lnTo>
                  <a:pt x="35311" y="121881"/>
                </a:lnTo>
                <a:lnTo>
                  <a:pt x="0" y="1141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Text 𝒓">
            <a:extLst xmlns:a="http://schemas.openxmlformats.org/drawingml/2006/main">
              <a:ext uri="{FF2B5EF4-FFF2-40B4-BE49-F238E27FC236}">
                <a16:creationId xmlns:a16="http://schemas.microsoft.com/office/drawing/2014/main" id="{32B77C30-FB83-44E2-966E-9E963D44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17" y="2549685"/>
            <a:ext cx="104381" cy="107694"/>
          </a:xfrm>
          <a:custGeom xmlns:a="http://schemas.openxmlformats.org/drawingml/2006/main">
            <a:pathLst>
              <a:path w="104381" h="107694">
                <a:moveTo>
                  <a:pt x="24853" y="53847"/>
                </a:moveTo>
                <a:cubicBezTo>
                  <a:pt x="16706" y="48048"/>
                  <a:pt x="10528" y="41973"/>
                  <a:pt x="6317" y="35622"/>
                </a:cubicBezTo>
                <a:cubicBezTo>
                  <a:pt x="2106" y="29271"/>
                  <a:pt x="0" y="22229"/>
                  <a:pt x="0" y="14497"/>
                </a:cubicBezTo>
                <a:cubicBezTo>
                  <a:pt x="0" y="9941"/>
                  <a:pt x="656" y="5109"/>
                  <a:pt x="1967" y="0"/>
                </a:cubicBezTo>
                <a:lnTo>
                  <a:pt x="29823" y="6110"/>
                </a:lnTo>
                <a:lnTo>
                  <a:pt x="29823" y="24645"/>
                </a:lnTo>
                <a:cubicBezTo>
                  <a:pt x="25198" y="24645"/>
                  <a:pt x="21988" y="25146"/>
                  <a:pt x="20193" y="26147"/>
                </a:cubicBezTo>
                <a:cubicBezTo>
                  <a:pt x="18398" y="27148"/>
                  <a:pt x="17500" y="28857"/>
                  <a:pt x="17500" y="31273"/>
                </a:cubicBezTo>
                <a:cubicBezTo>
                  <a:pt x="17500" y="33137"/>
                  <a:pt x="18156" y="35173"/>
                  <a:pt x="19468" y="37382"/>
                </a:cubicBezTo>
                <a:cubicBezTo>
                  <a:pt x="20779" y="39592"/>
                  <a:pt x="23334" y="42232"/>
                  <a:pt x="27131" y="45304"/>
                </a:cubicBezTo>
                <a:cubicBezTo>
                  <a:pt x="30928" y="48376"/>
                  <a:pt x="34552" y="50689"/>
                  <a:pt x="38004" y="52242"/>
                </a:cubicBezTo>
                <a:cubicBezTo>
                  <a:pt x="41455" y="53795"/>
                  <a:pt x="45874" y="55159"/>
                  <a:pt x="51258" y="56332"/>
                </a:cubicBezTo>
                <a:lnTo>
                  <a:pt x="104381" y="68034"/>
                </a:lnTo>
                <a:lnTo>
                  <a:pt x="104381" y="97753"/>
                </a:lnTo>
                <a:lnTo>
                  <a:pt x="32412" y="81081"/>
                </a:lnTo>
                <a:cubicBezTo>
                  <a:pt x="27925" y="80046"/>
                  <a:pt x="24507" y="79528"/>
                  <a:pt x="22160" y="79528"/>
                </a:cubicBezTo>
                <a:cubicBezTo>
                  <a:pt x="19882" y="79528"/>
                  <a:pt x="18122" y="79908"/>
                  <a:pt x="16879" y="80667"/>
                </a:cubicBezTo>
                <a:cubicBezTo>
                  <a:pt x="15636" y="81427"/>
                  <a:pt x="15015" y="82738"/>
                  <a:pt x="15015" y="84602"/>
                </a:cubicBezTo>
                <a:cubicBezTo>
                  <a:pt x="15015" y="86742"/>
                  <a:pt x="15982" y="89055"/>
                  <a:pt x="17915" y="91540"/>
                </a:cubicBezTo>
                <a:cubicBezTo>
                  <a:pt x="19848" y="94026"/>
                  <a:pt x="22712" y="96925"/>
                  <a:pt x="26509" y="100239"/>
                </a:cubicBezTo>
                <a:lnTo>
                  <a:pt x="19054" y="107694"/>
                </a:lnTo>
                <a:cubicBezTo>
                  <a:pt x="12012" y="100791"/>
                  <a:pt x="7076" y="94664"/>
                  <a:pt x="4246" y="89314"/>
                </a:cubicBezTo>
                <a:cubicBezTo>
                  <a:pt x="1415" y="83964"/>
                  <a:pt x="0" y="78320"/>
                  <a:pt x="0" y="72383"/>
                </a:cubicBezTo>
                <a:cubicBezTo>
                  <a:pt x="0" y="66653"/>
                  <a:pt x="1605" y="62080"/>
                  <a:pt x="4815" y="58662"/>
                </a:cubicBezTo>
                <a:cubicBezTo>
                  <a:pt x="8025" y="55245"/>
                  <a:pt x="12254" y="53537"/>
                  <a:pt x="17500" y="53537"/>
                </a:cubicBezTo>
                <a:cubicBezTo>
                  <a:pt x="19364" y="53537"/>
                  <a:pt x="21711" y="53916"/>
                  <a:pt x="24542" y="54676"/>
                </a:cubicBezTo>
                <a:lnTo>
                  <a:pt x="24853" y="538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Text 𝒂">
            <a:extLst xmlns:a="http://schemas.openxmlformats.org/drawingml/2006/main">
              <a:ext uri="{FF2B5EF4-FFF2-40B4-BE49-F238E27FC236}">
                <a16:creationId xmlns:a16="http://schemas.microsoft.com/office/drawing/2014/main" id="{28B8C2CA-CC08-4807-BE80-3A5184DA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17" y="2416643"/>
            <a:ext cx="106038" cy="118360"/>
          </a:xfrm>
          <a:custGeom xmlns:a="http://schemas.openxmlformats.org/drawingml/2006/main">
            <a:pathLst>
              <a:path w="106038" h="118360">
                <a:moveTo>
                  <a:pt x="72072" y="26613"/>
                </a:moveTo>
                <a:cubicBezTo>
                  <a:pt x="76422" y="27648"/>
                  <a:pt x="80357" y="28166"/>
                  <a:pt x="83877" y="28166"/>
                </a:cubicBezTo>
                <a:cubicBezTo>
                  <a:pt x="86156" y="28166"/>
                  <a:pt x="87916" y="27787"/>
                  <a:pt x="89159" y="27027"/>
                </a:cubicBezTo>
                <a:cubicBezTo>
                  <a:pt x="90401" y="26268"/>
                  <a:pt x="91022" y="24956"/>
                  <a:pt x="91022" y="23092"/>
                </a:cubicBezTo>
                <a:cubicBezTo>
                  <a:pt x="91022" y="20952"/>
                  <a:pt x="90056" y="18639"/>
                  <a:pt x="88123" y="16154"/>
                </a:cubicBezTo>
                <a:cubicBezTo>
                  <a:pt x="86190" y="13669"/>
                  <a:pt x="83325" y="10769"/>
                  <a:pt x="79528" y="7456"/>
                </a:cubicBezTo>
                <a:lnTo>
                  <a:pt x="86984" y="0"/>
                </a:lnTo>
                <a:cubicBezTo>
                  <a:pt x="94233" y="7249"/>
                  <a:pt x="99220" y="13496"/>
                  <a:pt x="101947" y="18743"/>
                </a:cubicBezTo>
                <a:cubicBezTo>
                  <a:pt x="104674" y="23990"/>
                  <a:pt x="106038" y="29512"/>
                  <a:pt x="106038" y="35311"/>
                </a:cubicBezTo>
                <a:cubicBezTo>
                  <a:pt x="106038" y="41110"/>
                  <a:pt x="104433" y="45701"/>
                  <a:pt x="101222" y="49084"/>
                </a:cubicBezTo>
                <a:cubicBezTo>
                  <a:pt x="98012" y="52467"/>
                  <a:pt x="93784" y="54158"/>
                  <a:pt x="88537" y="54158"/>
                </a:cubicBezTo>
                <a:cubicBezTo>
                  <a:pt x="86811" y="54158"/>
                  <a:pt x="85155" y="53951"/>
                  <a:pt x="83567" y="53537"/>
                </a:cubicBezTo>
                <a:lnTo>
                  <a:pt x="83360" y="54986"/>
                </a:lnTo>
                <a:cubicBezTo>
                  <a:pt x="89297" y="60026"/>
                  <a:pt x="93767" y="64358"/>
                  <a:pt x="96770" y="67982"/>
                </a:cubicBezTo>
                <a:cubicBezTo>
                  <a:pt x="99773" y="71606"/>
                  <a:pt x="102068" y="75455"/>
                  <a:pt x="103656" y="79528"/>
                </a:cubicBezTo>
                <a:cubicBezTo>
                  <a:pt x="105244" y="83601"/>
                  <a:pt x="106038" y="88123"/>
                  <a:pt x="106038" y="93094"/>
                </a:cubicBezTo>
                <a:cubicBezTo>
                  <a:pt x="106038" y="101378"/>
                  <a:pt x="103224" y="107660"/>
                  <a:pt x="97598" y="111940"/>
                </a:cubicBezTo>
                <a:cubicBezTo>
                  <a:pt x="91972" y="116220"/>
                  <a:pt x="83774" y="118360"/>
                  <a:pt x="73004" y="118360"/>
                </a:cubicBezTo>
                <a:cubicBezTo>
                  <a:pt x="63685" y="118360"/>
                  <a:pt x="54434" y="117014"/>
                  <a:pt x="45252" y="114322"/>
                </a:cubicBezTo>
                <a:cubicBezTo>
                  <a:pt x="36071" y="111629"/>
                  <a:pt x="28149" y="107763"/>
                  <a:pt x="21487" y="102724"/>
                </a:cubicBezTo>
                <a:cubicBezTo>
                  <a:pt x="14825" y="97684"/>
                  <a:pt x="9579" y="91350"/>
                  <a:pt x="5747" y="83722"/>
                </a:cubicBezTo>
                <a:cubicBezTo>
                  <a:pt x="1916" y="76094"/>
                  <a:pt x="0" y="67447"/>
                  <a:pt x="0" y="57782"/>
                </a:cubicBezTo>
                <a:cubicBezTo>
                  <a:pt x="0" y="47496"/>
                  <a:pt x="2485" y="38729"/>
                  <a:pt x="7456" y="31480"/>
                </a:cubicBezTo>
                <a:lnTo>
                  <a:pt x="0" y="21435"/>
                </a:lnTo>
                <a:lnTo>
                  <a:pt x="1657" y="9837"/>
                </a:lnTo>
                <a:lnTo>
                  <a:pt x="72072" y="26613"/>
                </a:lnTo>
                <a:moveTo>
                  <a:pt x="39971" y="47116"/>
                </a:moveTo>
                <a:cubicBezTo>
                  <a:pt x="34863" y="46012"/>
                  <a:pt x="29754" y="45459"/>
                  <a:pt x="24645" y="45459"/>
                </a:cubicBezTo>
                <a:cubicBezTo>
                  <a:pt x="20089" y="45459"/>
                  <a:pt x="16637" y="46322"/>
                  <a:pt x="14290" y="48048"/>
                </a:cubicBezTo>
                <a:cubicBezTo>
                  <a:pt x="11943" y="49774"/>
                  <a:pt x="10769" y="52605"/>
                  <a:pt x="10769" y="56540"/>
                </a:cubicBezTo>
                <a:cubicBezTo>
                  <a:pt x="10769" y="62960"/>
                  <a:pt x="13997" y="68655"/>
                  <a:pt x="20452" y="73626"/>
                </a:cubicBezTo>
                <a:cubicBezTo>
                  <a:pt x="26906" y="78596"/>
                  <a:pt x="35587" y="82600"/>
                  <a:pt x="46495" y="85638"/>
                </a:cubicBezTo>
                <a:cubicBezTo>
                  <a:pt x="57403" y="88675"/>
                  <a:pt x="67171" y="90194"/>
                  <a:pt x="75800" y="90194"/>
                </a:cubicBezTo>
                <a:cubicBezTo>
                  <a:pt x="80840" y="90194"/>
                  <a:pt x="84602" y="89452"/>
                  <a:pt x="87087" y="87968"/>
                </a:cubicBezTo>
                <a:cubicBezTo>
                  <a:pt x="89573" y="86483"/>
                  <a:pt x="90815" y="84188"/>
                  <a:pt x="90815" y="81081"/>
                </a:cubicBezTo>
                <a:cubicBezTo>
                  <a:pt x="90815" y="76525"/>
                  <a:pt x="88589" y="71883"/>
                  <a:pt x="84136" y="67154"/>
                </a:cubicBezTo>
                <a:cubicBezTo>
                  <a:pt x="79684" y="62425"/>
                  <a:pt x="74454" y="58611"/>
                  <a:pt x="68448" y="55711"/>
                </a:cubicBezTo>
                <a:cubicBezTo>
                  <a:pt x="62442" y="52812"/>
                  <a:pt x="54227" y="50223"/>
                  <a:pt x="43803" y="47945"/>
                </a:cubicBezTo>
                <a:lnTo>
                  <a:pt x="39971" y="471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Text 𝒊">
            <a:extLst xmlns:a="http://schemas.openxmlformats.org/drawingml/2006/main">
              <a:ext uri="{FF2B5EF4-FFF2-40B4-BE49-F238E27FC236}">
                <a16:creationId xmlns:a16="http://schemas.microsoft.com/office/drawing/2014/main" id="{5CD46501-916A-4417-9E64-8746C06A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57" y="2342727"/>
            <a:ext cx="145698" cy="56954"/>
          </a:xfrm>
          <a:custGeom xmlns:a="http://schemas.openxmlformats.org/drawingml/2006/main">
            <a:pathLst>
              <a:path w="145698" h="56954">
                <a:moveTo>
                  <a:pt x="0" y="2692"/>
                </a:moveTo>
                <a:lnTo>
                  <a:pt x="25370" y="8077"/>
                </a:lnTo>
                <a:lnTo>
                  <a:pt x="25370" y="34897"/>
                </a:lnTo>
                <a:lnTo>
                  <a:pt x="0" y="29202"/>
                </a:lnTo>
                <a:lnTo>
                  <a:pt x="0" y="2692"/>
                </a:lnTo>
                <a:moveTo>
                  <a:pt x="111422" y="26406"/>
                </a:moveTo>
                <a:cubicBezTo>
                  <a:pt x="114322" y="27096"/>
                  <a:pt x="116565" y="27562"/>
                  <a:pt x="118153" y="27804"/>
                </a:cubicBezTo>
                <a:cubicBezTo>
                  <a:pt x="119741" y="28045"/>
                  <a:pt x="121536" y="28166"/>
                  <a:pt x="123538" y="28166"/>
                </a:cubicBezTo>
                <a:cubicBezTo>
                  <a:pt x="126230" y="28166"/>
                  <a:pt x="128094" y="27718"/>
                  <a:pt x="129130" y="26820"/>
                </a:cubicBezTo>
                <a:cubicBezTo>
                  <a:pt x="130165" y="25923"/>
                  <a:pt x="130683" y="24645"/>
                  <a:pt x="130683" y="22989"/>
                </a:cubicBezTo>
                <a:cubicBezTo>
                  <a:pt x="130683" y="20987"/>
                  <a:pt x="129734" y="18743"/>
                  <a:pt x="127835" y="16258"/>
                </a:cubicBezTo>
                <a:cubicBezTo>
                  <a:pt x="125937" y="13772"/>
                  <a:pt x="123055" y="10838"/>
                  <a:pt x="119189" y="7456"/>
                </a:cubicBezTo>
                <a:lnTo>
                  <a:pt x="126644" y="0"/>
                </a:lnTo>
                <a:cubicBezTo>
                  <a:pt x="133548" y="6765"/>
                  <a:pt x="138449" y="12823"/>
                  <a:pt x="141349" y="18173"/>
                </a:cubicBezTo>
                <a:cubicBezTo>
                  <a:pt x="144248" y="23524"/>
                  <a:pt x="145698" y="29409"/>
                  <a:pt x="145698" y="35829"/>
                </a:cubicBezTo>
                <a:cubicBezTo>
                  <a:pt x="145698" y="43147"/>
                  <a:pt x="143903" y="48497"/>
                  <a:pt x="140313" y="51880"/>
                </a:cubicBezTo>
                <a:cubicBezTo>
                  <a:pt x="136724" y="55262"/>
                  <a:pt x="131304" y="56954"/>
                  <a:pt x="124056" y="56954"/>
                </a:cubicBezTo>
                <a:cubicBezTo>
                  <a:pt x="119430" y="56954"/>
                  <a:pt x="114011" y="56194"/>
                  <a:pt x="107798" y="54676"/>
                </a:cubicBezTo>
                <a:lnTo>
                  <a:pt x="71762" y="45977"/>
                </a:lnTo>
                <a:cubicBezTo>
                  <a:pt x="65203" y="44389"/>
                  <a:pt x="60026" y="43596"/>
                  <a:pt x="56229" y="43596"/>
                </a:cubicBezTo>
                <a:cubicBezTo>
                  <a:pt x="53537" y="43596"/>
                  <a:pt x="51621" y="44234"/>
                  <a:pt x="50482" y="45511"/>
                </a:cubicBezTo>
                <a:cubicBezTo>
                  <a:pt x="49343" y="46788"/>
                  <a:pt x="48566" y="49463"/>
                  <a:pt x="48152" y="53537"/>
                </a:cubicBezTo>
                <a:lnTo>
                  <a:pt x="41317" y="51983"/>
                </a:lnTo>
                <a:lnTo>
                  <a:pt x="40178" y="21642"/>
                </a:lnTo>
                <a:lnTo>
                  <a:pt x="40178" y="9837"/>
                </a:lnTo>
                <a:lnTo>
                  <a:pt x="111422" y="264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Text 𝒏">
            <a:extLst xmlns:a="http://schemas.openxmlformats.org/drawingml/2006/main">
              <a:ext uri="{FF2B5EF4-FFF2-40B4-BE49-F238E27FC236}">
                <a16:creationId xmlns:a16="http://schemas.microsoft.com/office/drawing/2014/main" id="{01CB0129-B0EE-467B-9280-2F2E89F4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17" y="2200776"/>
            <a:ext cx="106038" cy="132236"/>
          </a:xfrm>
          <a:custGeom xmlns:a="http://schemas.openxmlformats.org/drawingml/2006/main">
            <a:pathLst>
              <a:path w="106038" h="132236">
                <a:moveTo>
                  <a:pt x="26509" y="124781"/>
                </a:moveTo>
                <a:lnTo>
                  <a:pt x="19054" y="132236"/>
                </a:lnTo>
                <a:cubicBezTo>
                  <a:pt x="12012" y="125333"/>
                  <a:pt x="7076" y="119206"/>
                  <a:pt x="4246" y="113856"/>
                </a:cubicBezTo>
                <a:cubicBezTo>
                  <a:pt x="1415" y="108506"/>
                  <a:pt x="0" y="102862"/>
                  <a:pt x="0" y="96925"/>
                </a:cubicBezTo>
                <a:cubicBezTo>
                  <a:pt x="0" y="91195"/>
                  <a:pt x="1605" y="86622"/>
                  <a:pt x="4815" y="83204"/>
                </a:cubicBezTo>
                <a:cubicBezTo>
                  <a:pt x="8025" y="79787"/>
                  <a:pt x="12254" y="78078"/>
                  <a:pt x="17500" y="78078"/>
                </a:cubicBezTo>
                <a:cubicBezTo>
                  <a:pt x="19226" y="78078"/>
                  <a:pt x="20883" y="78286"/>
                  <a:pt x="22471" y="78700"/>
                </a:cubicBezTo>
                <a:lnTo>
                  <a:pt x="23299" y="77664"/>
                </a:lnTo>
                <a:cubicBezTo>
                  <a:pt x="15222" y="71175"/>
                  <a:pt x="9320" y="65014"/>
                  <a:pt x="5592" y="59180"/>
                </a:cubicBezTo>
                <a:cubicBezTo>
                  <a:pt x="1864" y="53347"/>
                  <a:pt x="0" y="46530"/>
                  <a:pt x="0" y="38729"/>
                </a:cubicBezTo>
                <a:cubicBezTo>
                  <a:pt x="0" y="31618"/>
                  <a:pt x="2002" y="26043"/>
                  <a:pt x="6006" y="22005"/>
                </a:cubicBezTo>
                <a:cubicBezTo>
                  <a:pt x="10010" y="17966"/>
                  <a:pt x="15464" y="15947"/>
                  <a:pt x="22367" y="15947"/>
                </a:cubicBezTo>
                <a:cubicBezTo>
                  <a:pt x="24576" y="15947"/>
                  <a:pt x="27338" y="16171"/>
                  <a:pt x="30651" y="16620"/>
                </a:cubicBezTo>
                <a:cubicBezTo>
                  <a:pt x="33965" y="17069"/>
                  <a:pt x="36899" y="17604"/>
                  <a:pt x="39453" y="18225"/>
                </a:cubicBezTo>
                <a:lnTo>
                  <a:pt x="71762" y="26406"/>
                </a:lnTo>
                <a:cubicBezTo>
                  <a:pt x="76387" y="27579"/>
                  <a:pt x="80426" y="28166"/>
                  <a:pt x="83877" y="28166"/>
                </a:cubicBezTo>
                <a:cubicBezTo>
                  <a:pt x="86570" y="28166"/>
                  <a:pt x="88434" y="27717"/>
                  <a:pt x="89469" y="26820"/>
                </a:cubicBezTo>
                <a:cubicBezTo>
                  <a:pt x="90505" y="25923"/>
                  <a:pt x="91022" y="24645"/>
                  <a:pt x="91022" y="22989"/>
                </a:cubicBezTo>
                <a:cubicBezTo>
                  <a:pt x="91022" y="20987"/>
                  <a:pt x="90073" y="18743"/>
                  <a:pt x="88175" y="16258"/>
                </a:cubicBezTo>
                <a:cubicBezTo>
                  <a:pt x="86276" y="13772"/>
                  <a:pt x="83394" y="10838"/>
                  <a:pt x="79528" y="7456"/>
                </a:cubicBezTo>
                <a:lnTo>
                  <a:pt x="86984" y="0"/>
                </a:lnTo>
                <a:cubicBezTo>
                  <a:pt x="93887" y="6765"/>
                  <a:pt x="98789" y="12823"/>
                  <a:pt x="101688" y="18173"/>
                </a:cubicBezTo>
                <a:cubicBezTo>
                  <a:pt x="104588" y="23524"/>
                  <a:pt x="106038" y="29409"/>
                  <a:pt x="106038" y="35829"/>
                </a:cubicBezTo>
                <a:cubicBezTo>
                  <a:pt x="106038" y="43147"/>
                  <a:pt x="104225" y="48497"/>
                  <a:pt x="100601" y="51880"/>
                </a:cubicBezTo>
                <a:cubicBezTo>
                  <a:pt x="96977" y="55262"/>
                  <a:pt x="91644" y="56954"/>
                  <a:pt x="84602" y="56954"/>
                </a:cubicBezTo>
                <a:cubicBezTo>
                  <a:pt x="79563" y="56954"/>
                  <a:pt x="73108" y="55953"/>
                  <a:pt x="65238" y="53951"/>
                </a:cubicBezTo>
                <a:lnTo>
                  <a:pt x="48048" y="49394"/>
                </a:lnTo>
                <a:cubicBezTo>
                  <a:pt x="43630" y="48221"/>
                  <a:pt x="39264" y="47220"/>
                  <a:pt x="34949" y="46391"/>
                </a:cubicBezTo>
                <a:cubicBezTo>
                  <a:pt x="30634" y="45563"/>
                  <a:pt x="27096" y="45149"/>
                  <a:pt x="24335" y="45149"/>
                </a:cubicBezTo>
                <a:cubicBezTo>
                  <a:pt x="21228" y="45149"/>
                  <a:pt x="18916" y="45805"/>
                  <a:pt x="17397" y="47116"/>
                </a:cubicBezTo>
                <a:cubicBezTo>
                  <a:pt x="15878" y="48428"/>
                  <a:pt x="15119" y="50292"/>
                  <a:pt x="15119" y="52708"/>
                </a:cubicBezTo>
                <a:cubicBezTo>
                  <a:pt x="15119" y="56091"/>
                  <a:pt x="17121" y="59957"/>
                  <a:pt x="21125" y="64306"/>
                </a:cubicBezTo>
                <a:cubicBezTo>
                  <a:pt x="25129" y="68655"/>
                  <a:pt x="29357" y="72141"/>
                  <a:pt x="33810" y="74765"/>
                </a:cubicBezTo>
                <a:cubicBezTo>
                  <a:pt x="38263" y="77388"/>
                  <a:pt x="44079" y="79459"/>
                  <a:pt x="51258" y="80978"/>
                </a:cubicBezTo>
                <a:lnTo>
                  <a:pt x="104381" y="92576"/>
                </a:lnTo>
                <a:lnTo>
                  <a:pt x="104381" y="122295"/>
                </a:lnTo>
                <a:lnTo>
                  <a:pt x="32412" y="105623"/>
                </a:lnTo>
                <a:cubicBezTo>
                  <a:pt x="27925" y="104588"/>
                  <a:pt x="24507" y="104070"/>
                  <a:pt x="22160" y="104070"/>
                </a:cubicBezTo>
                <a:cubicBezTo>
                  <a:pt x="19882" y="104070"/>
                  <a:pt x="18122" y="104450"/>
                  <a:pt x="16879" y="105209"/>
                </a:cubicBezTo>
                <a:cubicBezTo>
                  <a:pt x="15636" y="105969"/>
                  <a:pt x="15015" y="107280"/>
                  <a:pt x="15015" y="109144"/>
                </a:cubicBezTo>
                <a:cubicBezTo>
                  <a:pt x="15015" y="111284"/>
                  <a:pt x="15982" y="113597"/>
                  <a:pt x="17915" y="116082"/>
                </a:cubicBezTo>
                <a:cubicBezTo>
                  <a:pt x="19848" y="118567"/>
                  <a:pt x="22712" y="121467"/>
                  <a:pt x="26509" y="1247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Text 𝒊">
            <a:extLst xmlns:a="http://schemas.openxmlformats.org/drawingml/2006/main">
              <a:ext uri="{FF2B5EF4-FFF2-40B4-BE49-F238E27FC236}">
                <a16:creationId xmlns:a16="http://schemas.microsoft.com/office/drawing/2014/main" id="{96CB7D0A-0DE2-4680-9BCA-858AA09C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57" y="2126834"/>
            <a:ext cx="145698" cy="56954"/>
          </a:xfrm>
          <a:custGeom xmlns:a="http://schemas.openxmlformats.org/drawingml/2006/main">
            <a:pathLst>
              <a:path w="145698" h="56954">
                <a:moveTo>
                  <a:pt x="0" y="2692"/>
                </a:moveTo>
                <a:lnTo>
                  <a:pt x="25370" y="8077"/>
                </a:lnTo>
                <a:lnTo>
                  <a:pt x="25370" y="34897"/>
                </a:lnTo>
                <a:lnTo>
                  <a:pt x="0" y="29202"/>
                </a:lnTo>
                <a:lnTo>
                  <a:pt x="0" y="2692"/>
                </a:lnTo>
                <a:moveTo>
                  <a:pt x="111422" y="26406"/>
                </a:moveTo>
                <a:cubicBezTo>
                  <a:pt x="114322" y="27096"/>
                  <a:pt x="116565" y="27562"/>
                  <a:pt x="118153" y="27804"/>
                </a:cubicBezTo>
                <a:cubicBezTo>
                  <a:pt x="119741" y="28045"/>
                  <a:pt x="121536" y="28166"/>
                  <a:pt x="123538" y="28166"/>
                </a:cubicBezTo>
                <a:cubicBezTo>
                  <a:pt x="126230" y="28166"/>
                  <a:pt x="128094" y="27718"/>
                  <a:pt x="129130" y="26820"/>
                </a:cubicBezTo>
                <a:cubicBezTo>
                  <a:pt x="130165" y="25923"/>
                  <a:pt x="130683" y="24645"/>
                  <a:pt x="130683" y="22989"/>
                </a:cubicBezTo>
                <a:cubicBezTo>
                  <a:pt x="130683" y="20987"/>
                  <a:pt x="129734" y="18743"/>
                  <a:pt x="127835" y="16258"/>
                </a:cubicBezTo>
                <a:cubicBezTo>
                  <a:pt x="125937" y="13772"/>
                  <a:pt x="123055" y="10838"/>
                  <a:pt x="119189" y="7456"/>
                </a:cubicBezTo>
                <a:lnTo>
                  <a:pt x="126644" y="0"/>
                </a:lnTo>
                <a:cubicBezTo>
                  <a:pt x="133548" y="6765"/>
                  <a:pt x="138449" y="12823"/>
                  <a:pt x="141349" y="18173"/>
                </a:cubicBezTo>
                <a:cubicBezTo>
                  <a:pt x="144248" y="23524"/>
                  <a:pt x="145698" y="29409"/>
                  <a:pt x="145698" y="35829"/>
                </a:cubicBezTo>
                <a:cubicBezTo>
                  <a:pt x="145698" y="43147"/>
                  <a:pt x="143903" y="48497"/>
                  <a:pt x="140313" y="51880"/>
                </a:cubicBezTo>
                <a:cubicBezTo>
                  <a:pt x="136724" y="55262"/>
                  <a:pt x="131304" y="56954"/>
                  <a:pt x="124056" y="56954"/>
                </a:cubicBezTo>
                <a:cubicBezTo>
                  <a:pt x="119430" y="56954"/>
                  <a:pt x="114011" y="56194"/>
                  <a:pt x="107798" y="54676"/>
                </a:cubicBezTo>
                <a:lnTo>
                  <a:pt x="71762" y="45977"/>
                </a:lnTo>
                <a:cubicBezTo>
                  <a:pt x="65203" y="44389"/>
                  <a:pt x="60026" y="43596"/>
                  <a:pt x="56229" y="43596"/>
                </a:cubicBezTo>
                <a:cubicBezTo>
                  <a:pt x="53537" y="43596"/>
                  <a:pt x="51621" y="44234"/>
                  <a:pt x="50482" y="45511"/>
                </a:cubicBezTo>
                <a:cubicBezTo>
                  <a:pt x="49343" y="46788"/>
                  <a:pt x="48566" y="49463"/>
                  <a:pt x="48152" y="53537"/>
                </a:cubicBezTo>
                <a:lnTo>
                  <a:pt x="41317" y="51983"/>
                </a:lnTo>
                <a:lnTo>
                  <a:pt x="40178" y="21642"/>
                </a:lnTo>
                <a:lnTo>
                  <a:pt x="40178" y="9837"/>
                </a:lnTo>
                <a:lnTo>
                  <a:pt x="111422" y="264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Text 𝒏">
            <a:extLst xmlns:a="http://schemas.openxmlformats.org/drawingml/2006/main">
              <a:ext uri="{FF2B5EF4-FFF2-40B4-BE49-F238E27FC236}">
                <a16:creationId xmlns:a16="http://schemas.microsoft.com/office/drawing/2014/main" id="{C99A1DF3-52FF-454B-883E-6E116CA2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17" y="1984883"/>
            <a:ext cx="106038" cy="132236"/>
          </a:xfrm>
          <a:custGeom xmlns:a="http://schemas.openxmlformats.org/drawingml/2006/main">
            <a:pathLst>
              <a:path w="106038" h="132236">
                <a:moveTo>
                  <a:pt x="26509" y="124781"/>
                </a:moveTo>
                <a:lnTo>
                  <a:pt x="19054" y="132236"/>
                </a:lnTo>
                <a:cubicBezTo>
                  <a:pt x="12012" y="125333"/>
                  <a:pt x="7076" y="119206"/>
                  <a:pt x="4246" y="113856"/>
                </a:cubicBezTo>
                <a:cubicBezTo>
                  <a:pt x="1415" y="108506"/>
                  <a:pt x="0" y="102862"/>
                  <a:pt x="0" y="96925"/>
                </a:cubicBezTo>
                <a:cubicBezTo>
                  <a:pt x="0" y="91195"/>
                  <a:pt x="1605" y="86622"/>
                  <a:pt x="4815" y="83204"/>
                </a:cubicBezTo>
                <a:cubicBezTo>
                  <a:pt x="8025" y="79787"/>
                  <a:pt x="12254" y="78078"/>
                  <a:pt x="17500" y="78078"/>
                </a:cubicBezTo>
                <a:cubicBezTo>
                  <a:pt x="19226" y="78078"/>
                  <a:pt x="20883" y="78286"/>
                  <a:pt x="22471" y="78700"/>
                </a:cubicBezTo>
                <a:lnTo>
                  <a:pt x="23299" y="77664"/>
                </a:lnTo>
                <a:cubicBezTo>
                  <a:pt x="15222" y="71175"/>
                  <a:pt x="9320" y="65014"/>
                  <a:pt x="5592" y="59180"/>
                </a:cubicBezTo>
                <a:cubicBezTo>
                  <a:pt x="1864" y="53347"/>
                  <a:pt x="0" y="46530"/>
                  <a:pt x="0" y="38729"/>
                </a:cubicBezTo>
                <a:cubicBezTo>
                  <a:pt x="0" y="31618"/>
                  <a:pt x="2002" y="26043"/>
                  <a:pt x="6006" y="22005"/>
                </a:cubicBezTo>
                <a:cubicBezTo>
                  <a:pt x="10010" y="17966"/>
                  <a:pt x="15464" y="15947"/>
                  <a:pt x="22367" y="15947"/>
                </a:cubicBezTo>
                <a:cubicBezTo>
                  <a:pt x="24576" y="15947"/>
                  <a:pt x="27338" y="16171"/>
                  <a:pt x="30651" y="16620"/>
                </a:cubicBezTo>
                <a:cubicBezTo>
                  <a:pt x="33965" y="17069"/>
                  <a:pt x="36899" y="17604"/>
                  <a:pt x="39453" y="18225"/>
                </a:cubicBezTo>
                <a:lnTo>
                  <a:pt x="71762" y="26406"/>
                </a:lnTo>
                <a:cubicBezTo>
                  <a:pt x="76387" y="27579"/>
                  <a:pt x="80426" y="28166"/>
                  <a:pt x="83877" y="28166"/>
                </a:cubicBezTo>
                <a:cubicBezTo>
                  <a:pt x="86570" y="28166"/>
                  <a:pt x="88434" y="27717"/>
                  <a:pt x="89469" y="26820"/>
                </a:cubicBezTo>
                <a:cubicBezTo>
                  <a:pt x="90505" y="25923"/>
                  <a:pt x="91022" y="24645"/>
                  <a:pt x="91022" y="22989"/>
                </a:cubicBezTo>
                <a:cubicBezTo>
                  <a:pt x="91022" y="20987"/>
                  <a:pt x="90073" y="18743"/>
                  <a:pt x="88175" y="16258"/>
                </a:cubicBezTo>
                <a:cubicBezTo>
                  <a:pt x="86276" y="13772"/>
                  <a:pt x="83394" y="10838"/>
                  <a:pt x="79528" y="7456"/>
                </a:cubicBezTo>
                <a:lnTo>
                  <a:pt x="86984" y="0"/>
                </a:lnTo>
                <a:cubicBezTo>
                  <a:pt x="93887" y="6765"/>
                  <a:pt x="98789" y="12823"/>
                  <a:pt x="101688" y="18173"/>
                </a:cubicBezTo>
                <a:cubicBezTo>
                  <a:pt x="104588" y="23524"/>
                  <a:pt x="106038" y="29409"/>
                  <a:pt x="106038" y="35829"/>
                </a:cubicBezTo>
                <a:cubicBezTo>
                  <a:pt x="106038" y="43147"/>
                  <a:pt x="104225" y="48497"/>
                  <a:pt x="100601" y="51880"/>
                </a:cubicBezTo>
                <a:cubicBezTo>
                  <a:pt x="96977" y="55262"/>
                  <a:pt x="91644" y="56954"/>
                  <a:pt x="84602" y="56954"/>
                </a:cubicBezTo>
                <a:cubicBezTo>
                  <a:pt x="79563" y="56954"/>
                  <a:pt x="73108" y="55953"/>
                  <a:pt x="65238" y="53951"/>
                </a:cubicBezTo>
                <a:lnTo>
                  <a:pt x="48048" y="49394"/>
                </a:lnTo>
                <a:cubicBezTo>
                  <a:pt x="43630" y="48221"/>
                  <a:pt x="39264" y="47220"/>
                  <a:pt x="34949" y="46391"/>
                </a:cubicBezTo>
                <a:cubicBezTo>
                  <a:pt x="30634" y="45563"/>
                  <a:pt x="27096" y="45149"/>
                  <a:pt x="24335" y="45149"/>
                </a:cubicBezTo>
                <a:cubicBezTo>
                  <a:pt x="21228" y="45149"/>
                  <a:pt x="18916" y="45805"/>
                  <a:pt x="17397" y="47116"/>
                </a:cubicBezTo>
                <a:cubicBezTo>
                  <a:pt x="15878" y="48428"/>
                  <a:pt x="15119" y="50292"/>
                  <a:pt x="15119" y="52708"/>
                </a:cubicBezTo>
                <a:cubicBezTo>
                  <a:pt x="15119" y="56091"/>
                  <a:pt x="17121" y="59957"/>
                  <a:pt x="21125" y="64306"/>
                </a:cubicBezTo>
                <a:cubicBezTo>
                  <a:pt x="25129" y="68655"/>
                  <a:pt x="29357" y="72141"/>
                  <a:pt x="33810" y="74765"/>
                </a:cubicBezTo>
                <a:cubicBezTo>
                  <a:pt x="38263" y="77388"/>
                  <a:pt x="44079" y="79459"/>
                  <a:pt x="51258" y="80978"/>
                </a:cubicBezTo>
                <a:lnTo>
                  <a:pt x="104381" y="92576"/>
                </a:lnTo>
                <a:lnTo>
                  <a:pt x="104381" y="122295"/>
                </a:lnTo>
                <a:lnTo>
                  <a:pt x="32412" y="105623"/>
                </a:lnTo>
                <a:cubicBezTo>
                  <a:pt x="27925" y="104588"/>
                  <a:pt x="24507" y="104070"/>
                  <a:pt x="22160" y="104070"/>
                </a:cubicBezTo>
                <a:cubicBezTo>
                  <a:pt x="19882" y="104070"/>
                  <a:pt x="18122" y="104450"/>
                  <a:pt x="16879" y="105209"/>
                </a:cubicBezTo>
                <a:cubicBezTo>
                  <a:pt x="15636" y="105969"/>
                  <a:pt x="15015" y="107280"/>
                  <a:pt x="15015" y="109144"/>
                </a:cubicBezTo>
                <a:cubicBezTo>
                  <a:pt x="15015" y="111284"/>
                  <a:pt x="15982" y="113597"/>
                  <a:pt x="17915" y="116082"/>
                </a:cubicBezTo>
                <a:cubicBezTo>
                  <a:pt x="19848" y="118567"/>
                  <a:pt x="22712" y="121467"/>
                  <a:pt x="26509" y="1247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Text 𝒈">
            <a:extLst xmlns:a="http://schemas.openxmlformats.org/drawingml/2006/main">
              <a:ext uri="{FF2B5EF4-FFF2-40B4-BE49-F238E27FC236}">
                <a16:creationId xmlns:a16="http://schemas.microsoft.com/office/drawing/2014/main" id="{DD1C1756-357A-4687-BA55-FBBEC136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17" y="1850881"/>
            <a:ext cx="150669" cy="128405"/>
          </a:xfrm>
          <a:custGeom xmlns:a="http://schemas.openxmlformats.org/drawingml/2006/main">
            <a:pathLst>
              <a:path w="150669" h="128405">
                <a:moveTo>
                  <a:pt x="112976" y="99617"/>
                </a:moveTo>
                <a:cubicBezTo>
                  <a:pt x="115254" y="101481"/>
                  <a:pt x="117394" y="102776"/>
                  <a:pt x="119396" y="103501"/>
                </a:cubicBezTo>
                <a:cubicBezTo>
                  <a:pt x="121398" y="104225"/>
                  <a:pt x="123572" y="104588"/>
                  <a:pt x="125920" y="104588"/>
                </a:cubicBezTo>
                <a:cubicBezTo>
                  <a:pt x="130614" y="104588"/>
                  <a:pt x="134118" y="102948"/>
                  <a:pt x="136430" y="99669"/>
                </a:cubicBezTo>
                <a:cubicBezTo>
                  <a:pt x="138743" y="96390"/>
                  <a:pt x="139899" y="91471"/>
                  <a:pt x="139899" y="84913"/>
                </a:cubicBezTo>
                <a:cubicBezTo>
                  <a:pt x="139899" y="74351"/>
                  <a:pt x="135947" y="65997"/>
                  <a:pt x="128042" y="59853"/>
                </a:cubicBezTo>
                <a:cubicBezTo>
                  <a:pt x="120138" y="53709"/>
                  <a:pt x="105692" y="48462"/>
                  <a:pt x="84706" y="44113"/>
                </a:cubicBezTo>
                <a:lnTo>
                  <a:pt x="83774" y="45459"/>
                </a:lnTo>
                <a:cubicBezTo>
                  <a:pt x="91506" y="51535"/>
                  <a:pt x="97149" y="57368"/>
                  <a:pt x="100705" y="62960"/>
                </a:cubicBezTo>
                <a:cubicBezTo>
                  <a:pt x="104260" y="68552"/>
                  <a:pt x="106038" y="75248"/>
                  <a:pt x="106038" y="83049"/>
                </a:cubicBezTo>
                <a:cubicBezTo>
                  <a:pt x="106038" y="90781"/>
                  <a:pt x="103207" y="96839"/>
                  <a:pt x="97546" y="101222"/>
                </a:cubicBezTo>
                <a:cubicBezTo>
                  <a:pt x="91885" y="105606"/>
                  <a:pt x="83705" y="107798"/>
                  <a:pt x="73004" y="107798"/>
                </a:cubicBezTo>
                <a:cubicBezTo>
                  <a:pt x="63547" y="107798"/>
                  <a:pt x="54210" y="106417"/>
                  <a:pt x="44993" y="103656"/>
                </a:cubicBezTo>
                <a:cubicBezTo>
                  <a:pt x="35777" y="100894"/>
                  <a:pt x="27856" y="96977"/>
                  <a:pt x="21228" y="91903"/>
                </a:cubicBezTo>
                <a:cubicBezTo>
                  <a:pt x="14601" y="86829"/>
                  <a:pt x="9406" y="80512"/>
                  <a:pt x="5644" y="72953"/>
                </a:cubicBezTo>
                <a:cubicBezTo>
                  <a:pt x="1881" y="65393"/>
                  <a:pt x="0" y="56747"/>
                  <a:pt x="0" y="47013"/>
                </a:cubicBezTo>
                <a:cubicBezTo>
                  <a:pt x="0" y="42111"/>
                  <a:pt x="535" y="37607"/>
                  <a:pt x="1605" y="33499"/>
                </a:cubicBezTo>
                <a:cubicBezTo>
                  <a:pt x="2675" y="29392"/>
                  <a:pt x="4625" y="25198"/>
                  <a:pt x="7456" y="20918"/>
                </a:cubicBezTo>
                <a:lnTo>
                  <a:pt x="0" y="11598"/>
                </a:lnTo>
                <a:lnTo>
                  <a:pt x="1657" y="0"/>
                </a:lnTo>
                <a:lnTo>
                  <a:pt x="42146" y="8905"/>
                </a:lnTo>
                <a:cubicBezTo>
                  <a:pt x="48773" y="10355"/>
                  <a:pt x="55124" y="11667"/>
                  <a:pt x="61199" y="12840"/>
                </a:cubicBezTo>
                <a:cubicBezTo>
                  <a:pt x="80115" y="16568"/>
                  <a:pt x="92714" y="19157"/>
                  <a:pt x="98996" y="20607"/>
                </a:cubicBezTo>
                <a:cubicBezTo>
                  <a:pt x="109696" y="23161"/>
                  <a:pt x="117773" y="25785"/>
                  <a:pt x="123227" y="28477"/>
                </a:cubicBezTo>
                <a:cubicBezTo>
                  <a:pt x="128957" y="31307"/>
                  <a:pt x="133841" y="34966"/>
                  <a:pt x="137880" y="39453"/>
                </a:cubicBezTo>
                <a:cubicBezTo>
                  <a:pt x="141918" y="43941"/>
                  <a:pt x="144973" y="49567"/>
                  <a:pt x="147044" y="56332"/>
                </a:cubicBezTo>
                <a:cubicBezTo>
                  <a:pt x="149461" y="64064"/>
                  <a:pt x="150669" y="73453"/>
                  <a:pt x="150669" y="84499"/>
                </a:cubicBezTo>
                <a:cubicBezTo>
                  <a:pt x="150669" y="99134"/>
                  <a:pt x="148718" y="110111"/>
                  <a:pt x="144818" y="117428"/>
                </a:cubicBezTo>
                <a:cubicBezTo>
                  <a:pt x="140917" y="124746"/>
                  <a:pt x="135067" y="128405"/>
                  <a:pt x="127266" y="128405"/>
                </a:cubicBezTo>
                <a:cubicBezTo>
                  <a:pt x="122986" y="128405"/>
                  <a:pt x="118947" y="126886"/>
                  <a:pt x="115150" y="123849"/>
                </a:cubicBezTo>
                <a:cubicBezTo>
                  <a:pt x="111353" y="120811"/>
                  <a:pt x="107729" y="116324"/>
                  <a:pt x="104277" y="110387"/>
                </a:cubicBezTo>
                <a:lnTo>
                  <a:pt x="112976" y="99617"/>
                </a:lnTo>
                <a:moveTo>
                  <a:pt x="39868" y="36554"/>
                </a:moveTo>
                <a:cubicBezTo>
                  <a:pt x="34759" y="35449"/>
                  <a:pt x="29789" y="34897"/>
                  <a:pt x="24956" y="34897"/>
                </a:cubicBezTo>
                <a:cubicBezTo>
                  <a:pt x="20193" y="34897"/>
                  <a:pt x="16637" y="35760"/>
                  <a:pt x="14290" y="37486"/>
                </a:cubicBezTo>
                <a:cubicBezTo>
                  <a:pt x="11943" y="39212"/>
                  <a:pt x="10769" y="42042"/>
                  <a:pt x="10769" y="45977"/>
                </a:cubicBezTo>
                <a:cubicBezTo>
                  <a:pt x="10769" y="52190"/>
                  <a:pt x="13876" y="57782"/>
                  <a:pt x="20089" y="62753"/>
                </a:cubicBezTo>
                <a:cubicBezTo>
                  <a:pt x="26302" y="67723"/>
                  <a:pt x="34932" y="71779"/>
                  <a:pt x="45977" y="74920"/>
                </a:cubicBezTo>
                <a:cubicBezTo>
                  <a:pt x="57023" y="78061"/>
                  <a:pt x="66964" y="79632"/>
                  <a:pt x="75800" y="79632"/>
                </a:cubicBezTo>
                <a:cubicBezTo>
                  <a:pt x="80840" y="79632"/>
                  <a:pt x="84602" y="78890"/>
                  <a:pt x="87087" y="77405"/>
                </a:cubicBezTo>
                <a:cubicBezTo>
                  <a:pt x="89573" y="75921"/>
                  <a:pt x="90815" y="73626"/>
                  <a:pt x="90815" y="70519"/>
                </a:cubicBezTo>
                <a:cubicBezTo>
                  <a:pt x="90815" y="67551"/>
                  <a:pt x="89866" y="64548"/>
                  <a:pt x="87968" y="61510"/>
                </a:cubicBezTo>
                <a:cubicBezTo>
                  <a:pt x="86069" y="58473"/>
                  <a:pt x="83135" y="55280"/>
                  <a:pt x="79166" y="51931"/>
                </a:cubicBezTo>
                <a:cubicBezTo>
                  <a:pt x="75196" y="48583"/>
                  <a:pt x="70416" y="45770"/>
                  <a:pt x="64824" y="43492"/>
                </a:cubicBezTo>
                <a:cubicBezTo>
                  <a:pt x="59232" y="41214"/>
                  <a:pt x="52190" y="39177"/>
                  <a:pt x="43699" y="37382"/>
                </a:cubicBezTo>
                <a:lnTo>
                  <a:pt x="39868" y="365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Text 𝑷">
            <a:extLst xmlns:a="http://schemas.openxmlformats.org/drawingml/2006/main">
              <a:ext uri="{FF2B5EF4-FFF2-40B4-BE49-F238E27FC236}">
                <a16:creationId xmlns:a16="http://schemas.microsoft.com/office/drawing/2014/main" id="{45BE0BBC-E2FA-42F0-969A-6BFC0656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03" y="2472768"/>
            <a:ext cx="141349" cy="130476"/>
          </a:xfrm>
          <a:custGeom xmlns:a="http://schemas.openxmlformats.org/drawingml/2006/main">
            <a:pathLst>
              <a:path w="141349" h="130476">
                <a:moveTo>
                  <a:pt x="0" y="50326"/>
                </a:moveTo>
                <a:cubicBezTo>
                  <a:pt x="0" y="43078"/>
                  <a:pt x="224" y="37210"/>
                  <a:pt x="673" y="32723"/>
                </a:cubicBezTo>
                <a:cubicBezTo>
                  <a:pt x="1122" y="28235"/>
                  <a:pt x="2157" y="23869"/>
                  <a:pt x="3780" y="19623"/>
                </a:cubicBezTo>
                <a:cubicBezTo>
                  <a:pt x="5402" y="15378"/>
                  <a:pt x="7542" y="11805"/>
                  <a:pt x="10200" y="8906"/>
                </a:cubicBezTo>
                <a:cubicBezTo>
                  <a:pt x="12858" y="6006"/>
                  <a:pt x="16068" y="3797"/>
                  <a:pt x="19830" y="2278"/>
                </a:cubicBezTo>
                <a:cubicBezTo>
                  <a:pt x="23593" y="759"/>
                  <a:pt x="27890" y="0"/>
                  <a:pt x="32723" y="0"/>
                </a:cubicBezTo>
                <a:cubicBezTo>
                  <a:pt x="40454" y="0"/>
                  <a:pt x="47375" y="1432"/>
                  <a:pt x="53485" y="4297"/>
                </a:cubicBezTo>
                <a:cubicBezTo>
                  <a:pt x="59594" y="7162"/>
                  <a:pt x="64858" y="11218"/>
                  <a:pt x="69276" y="16465"/>
                </a:cubicBezTo>
                <a:cubicBezTo>
                  <a:pt x="73695" y="21711"/>
                  <a:pt x="77026" y="28391"/>
                  <a:pt x="79269" y="36502"/>
                </a:cubicBezTo>
                <a:cubicBezTo>
                  <a:pt x="81513" y="44614"/>
                  <a:pt x="82635" y="53675"/>
                  <a:pt x="82635" y="63685"/>
                </a:cubicBezTo>
                <a:lnTo>
                  <a:pt x="82635" y="66688"/>
                </a:lnTo>
                <a:cubicBezTo>
                  <a:pt x="82635" y="70899"/>
                  <a:pt x="82462" y="74420"/>
                  <a:pt x="82117" y="77250"/>
                </a:cubicBezTo>
                <a:lnTo>
                  <a:pt x="113390" y="84188"/>
                </a:lnTo>
                <a:cubicBezTo>
                  <a:pt x="115599" y="84671"/>
                  <a:pt x="117515" y="85016"/>
                  <a:pt x="119137" y="85224"/>
                </a:cubicBezTo>
                <a:cubicBezTo>
                  <a:pt x="120759" y="85431"/>
                  <a:pt x="122882" y="85534"/>
                  <a:pt x="125505" y="85534"/>
                </a:cubicBezTo>
                <a:cubicBezTo>
                  <a:pt x="128681" y="85534"/>
                  <a:pt x="130925" y="84723"/>
                  <a:pt x="132236" y="83101"/>
                </a:cubicBezTo>
                <a:cubicBezTo>
                  <a:pt x="133548" y="81478"/>
                  <a:pt x="134307" y="78941"/>
                  <a:pt x="134514" y="75490"/>
                </a:cubicBezTo>
                <a:lnTo>
                  <a:pt x="141349" y="76939"/>
                </a:lnTo>
                <a:lnTo>
                  <a:pt x="141349" y="130476"/>
                </a:lnTo>
                <a:lnTo>
                  <a:pt x="134514" y="129026"/>
                </a:lnTo>
                <a:cubicBezTo>
                  <a:pt x="133410" y="125091"/>
                  <a:pt x="131477" y="122192"/>
                  <a:pt x="128716" y="120328"/>
                </a:cubicBezTo>
                <a:cubicBezTo>
                  <a:pt x="125954" y="118464"/>
                  <a:pt x="120846" y="116703"/>
                  <a:pt x="113390" y="115047"/>
                </a:cubicBezTo>
                <a:lnTo>
                  <a:pt x="27959" y="96200"/>
                </a:lnTo>
                <a:cubicBezTo>
                  <a:pt x="23886" y="95303"/>
                  <a:pt x="19848" y="94854"/>
                  <a:pt x="15843" y="94854"/>
                </a:cubicBezTo>
                <a:cubicBezTo>
                  <a:pt x="12944" y="94854"/>
                  <a:pt x="10821" y="95527"/>
                  <a:pt x="9475" y="96873"/>
                </a:cubicBezTo>
                <a:cubicBezTo>
                  <a:pt x="8129" y="98219"/>
                  <a:pt x="7249" y="100411"/>
                  <a:pt x="6834" y="103449"/>
                </a:cubicBezTo>
                <a:lnTo>
                  <a:pt x="0" y="101999"/>
                </a:lnTo>
                <a:lnTo>
                  <a:pt x="0" y="50326"/>
                </a:lnTo>
                <a:moveTo>
                  <a:pt x="70623" y="69276"/>
                </a:moveTo>
                <a:cubicBezTo>
                  <a:pt x="70623" y="59819"/>
                  <a:pt x="69138" y="52536"/>
                  <a:pt x="66170" y="47427"/>
                </a:cubicBezTo>
                <a:cubicBezTo>
                  <a:pt x="63201" y="42318"/>
                  <a:pt x="58766" y="38418"/>
                  <a:pt x="52863" y="35726"/>
                </a:cubicBezTo>
                <a:cubicBezTo>
                  <a:pt x="46961" y="33033"/>
                  <a:pt x="40316" y="31687"/>
                  <a:pt x="32930" y="31687"/>
                </a:cubicBezTo>
                <a:cubicBezTo>
                  <a:pt x="25957" y="31687"/>
                  <a:pt x="20745" y="33327"/>
                  <a:pt x="17293" y="36606"/>
                </a:cubicBezTo>
                <a:cubicBezTo>
                  <a:pt x="13841" y="39885"/>
                  <a:pt x="12116" y="44976"/>
                  <a:pt x="12116" y="51880"/>
                </a:cubicBezTo>
                <a:cubicBezTo>
                  <a:pt x="12116" y="55746"/>
                  <a:pt x="12185" y="59094"/>
                  <a:pt x="12323" y="61924"/>
                </a:cubicBezTo>
                <a:lnTo>
                  <a:pt x="70623" y="74661"/>
                </a:lnTo>
                <a:lnTo>
                  <a:pt x="70623" y="692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Text 𝒉">
            <a:extLst xmlns:a="http://schemas.openxmlformats.org/drawingml/2006/main">
              <a:ext uri="{FF2B5EF4-FFF2-40B4-BE49-F238E27FC236}">
                <a16:creationId xmlns:a16="http://schemas.microsoft.com/office/drawing/2014/main" id="{0A6B7626-EA52-4082-B6D1-5E7E748C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65" y="2331939"/>
            <a:ext cx="149944" cy="121985"/>
          </a:xfrm>
          <a:custGeom xmlns:a="http://schemas.openxmlformats.org/drawingml/2006/main">
            <a:pathLst>
              <a:path w="149944" h="121985">
                <a:moveTo>
                  <a:pt x="63270" y="75593"/>
                </a:moveTo>
                <a:lnTo>
                  <a:pt x="63685" y="74247"/>
                </a:lnTo>
                <a:cubicBezTo>
                  <a:pt x="56919" y="68655"/>
                  <a:pt x="51931" y="63029"/>
                  <a:pt x="48721" y="57368"/>
                </a:cubicBezTo>
                <a:cubicBezTo>
                  <a:pt x="45511" y="51707"/>
                  <a:pt x="43906" y="45425"/>
                  <a:pt x="43906" y="38521"/>
                </a:cubicBezTo>
                <a:cubicBezTo>
                  <a:pt x="43906" y="31480"/>
                  <a:pt x="45908" y="25957"/>
                  <a:pt x="49912" y="21953"/>
                </a:cubicBezTo>
                <a:cubicBezTo>
                  <a:pt x="53916" y="17949"/>
                  <a:pt x="59370" y="15947"/>
                  <a:pt x="66273" y="15947"/>
                </a:cubicBezTo>
                <a:cubicBezTo>
                  <a:pt x="68483" y="15947"/>
                  <a:pt x="71244" y="16171"/>
                  <a:pt x="74558" y="16620"/>
                </a:cubicBezTo>
                <a:cubicBezTo>
                  <a:pt x="77871" y="17069"/>
                  <a:pt x="80805" y="17604"/>
                  <a:pt x="83360" y="18225"/>
                </a:cubicBezTo>
                <a:lnTo>
                  <a:pt x="115668" y="26406"/>
                </a:lnTo>
                <a:cubicBezTo>
                  <a:pt x="120293" y="27579"/>
                  <a:pt x="124332" y="28166"/>
                  <a:pt x="127784" y="28166"/>
                </a:cubicBezTo>
                <a:cubicBezTo>
                  <a:pt x="130476" y="28166"/>
                  <a:pt x="132340" y="27718"/>
                  <a:pt x="133375" y="26820"/>
                </a:cubicBezTo>
                <a:cubicBezTo>
                  <a:pt x="134411" y="25923"/>
                  <a:pt x="134929" y="24645"/>
                  <a:pt x="134929" y="22989"/>
                </a:cubicBezTo>
                <a:cubicBezTo>
                  <a:pt x="134929" y="20987"/>
                  <a:pt x="133997" y="18760"/>
                  <a:pt x="132133" y="16309"/>
                </a:cubicBezTo>
                <a:cubicBezTo>
                  <a:pt x="130269" y="13859"/>
                  <a:pt x="127369" y="10908"/>
                  <a:pt x="123434" y="7456"/>
                </a:cubicBezTo>
                <a:lnTo>
                  <a:pt x="130890" y="0"/>
                </a:lnTo>
                <a:cubicBezTo>
                  <a:pt x="137794" y="6765"/>
                  <a:pt x="142695" y="12823"/>
                  <a:pt x="145595" y="18173"/>
                </a:cubicBezTo>
                <a:cubicBezTo>
                  <a:pt x="148494" y="23524"/>
                  <a:pt x="149944" y="29409"/>
                  <a:pt x="149944" y="35829"/>
                </a:cubicBezTo>
                <a:cubicBezTo>
                  <a:pt x="149944" y="42871"/>
                  <a:pt x="148218" y="48152"/>
                  <a:pt x="144766" y="51673"/>
                </a:cubicBezTo>
                <a:cubicBezTo>
                  <a:pt x="141314" y="55193"/>
                  <a:pt x="136033" y="56954"/>
                  <a:pt x="128923" y="56954"/>
                </a:cubicBezTo>
                <a:cubicBezTo>
                  <a:pt x="123469" y="56954"/>
                  <a:pt x="117152" y="56022"/>
                  <a:pt x="109973" y="54158"/>
                </a:cubicBezTo>
                <a:lnTo>
                  <a:pt x="91954" y="49394"/>
                </a:lnTo>
                <a:cubicBezTo>
                  <a:pt x="87467" y="48221"/>
                  <a:pt x="83066" y="47220"/>
                  <a:pt x="78752" y="46391"/>
                </a:cubicBezTo>
                <a:cubicBezTo>
                  <a:pt x="74437" y="45563"/>
                  <a:pt x="70933" y="45149"/>
                  <a:pt x="68241" y="45149"/>
                </a:cubicBezTo>
                <a:cubicBezTo>
                  <a:pt x="65272" y="45149"/>
                  <a:pt x="62994" y="45770"/>
                  <a:pt x="61407" y="47013"/>
                </a:cubicBezTo>
                <a:cubicBezTo>
                  <a:pt x="59819" y="48255"/>
                  <a:pt x="59025" y="50119"/>
                  <a:pt x="59025" y="52605"/>
                </a:cubicBezTo>
                <a:cubicBezTo>
                  <a:pt x="59025" y="56125"/>
                  <a:pt x="61251" y="60233"/>
                  <a:pt x="65704" y="64927"/>
                </a:cubicBezTo>
                <a:cubicBezTo>
                  <a:pt x="70157" y="69622"/>
                  <a:pt x="74558" y="73125"/>
                  <a:pt x="78907" y="75438"/>
                </a:cubicBezTo>
                <a:cubicBezTo>
                  <a:pt x="83256" y="77751"/>
                  <a:pt x="88675" y="79563"/>
                  <a:pt x="95165" y="80874"/>
                </a:cubicBezTo>
                <a:lnTo>
                  <a:pt x="148287" y="92265"/>
                </a:lnTo>
                <a:lnTo>
                  <a:pt x="148287" y="121985"/>
                </a:lnTo>
                <a:lnTo>
                  <a:pt x="31273" y="95786"/>
                </a:lnTo>
                <a:cubicBezTo>
                  <a:pt x="24507" y="94267"/>
                  <a:pt x="19571" y="93508"/>
                  <a:pt x="16465" y="93508"/>
                </a:cubicBezTo>
                <a:cubicBezTo>
                  <a:pt x="14946" y="93508"/>
                  <a:pt x="13755" y="93663"/>
                  <a:pt x="12892" y="93974"/>
                </a:cubicBezTo>
                <a:cubicBezTo>
                  <a:pt x="12029" y="94284"/>
                  <a:pt x="11322" y="94750"/>
                  <a:pt x="10769" y="95372"/>
                </a:cubicBezTo>
                <a:cubicBezTo>
                  <a:pt x="10217" y="95993"/>
                  <a:pt x="9786" y="96821"/>
                  <a:pt x="9475" y="97857"/>
                </a:cubicBezTo>
                <a:cubicBezTo>
                  <a:pt x="9164" y="98892"/>
                  <a:pt x="8802" y="100929"/>
                  <a:pt x="8388" y="103967"/>
                </a:cubicBezTo>
                <a:lnTo>
                  <a:pt x="1657" y="102310"/>
                </a:lnTo>
                <a:lnTo>
                  <a:pt x="0" y="71348"/>
                </a:lnTo>
                <a:lnTo>
                  <a:pt x="0" y="59646"/>
                </a:lnTo>
                <a:lnTo>
                  <a:pt x="63270" y="75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Text 𝒂">
            <a:extLst xmlns:a="http://schemas.openxmlformats.org/drawingml/2006/main">
              <a:ext uri="{FF2B5EF4-FFF2-40B4-BE49-F238E27FC236}">
                <a16:creationId xmlns:a16="http://schemas.microsoft.com/office/drawing/2014/main" id="{AFC7A672-2B2A-42DB-A393-BC9EAFD5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72" y="2200186"/>
            <a:ext cx="106038" cy="118360"/>
          </a:xfrm>
          <a:custGeom xmlns:a="http://schemas.openxmlformats.org/drawingml/2006/main">
            <a:pathLst>
              <a:path w="106038" h="118360">
                <a:moveTo>
                  <a:pt x="72072" y="26613"/>
                </a:moveTo>
                <a:cubicBezTo>
                  <a:pt x="76422" y="27648"/>
                  <a:pt x="80357" y="28166"/>
                  <a:pt x="83877" y="28166"/>
                </a:cubicBezTo>
                <a:cubicBezTo>
                  <a:pt x="86156" y="28166"/>
                  <a:pt x="87916" y="27787"/>
                  <a:pt x="89159" y="27027"/>
                </a:cubicBezTo>
                <a:cubicBezTo>
                  <a:pt x="90401" y="26268"/>
                  <a:pt x="91022" y="24956"/>
                  <a:pt x="91022" y="23092"/>
                </a:cubicBezTo>
                <a:cubicBezTo>
                  <a:pt x="91022" y="20952"/>
                  <a:pt x="90056" y="18639"/>
                  <a:pt x="88123" y="16154"/>
                </a:cubicBezTo>
                <a:cubicBezTo>
                  <a:pt x="86190" y="13669"/>
                  <a:pt x="83325" y="10769"/>
                  <a:pt x="79528" y="7456"/>
                </a:cubicBezTo>
                <a:lnTo>
                  <a:pt x="86984" y="0"/>
                </a:lnTo>
                <a:cubicBezTo>
                  <a:pt x="94233" y="7249"/>
                  <a:pt x="99220" y="13496"/>
                  <a:pt x="101947" y="18743"/>
                </a:cubicBezTo>
                <a:cubicBezTo>
                  <a:pt x="104674" y="23990"/>
                  <a:pt x="106038" y="29512"/>
                  <a:pt x="106038" y="35311"/>
                </a:cubicBezTo>
                <a:cubicBezTo>
                  <a:pt x="106038" y="41110"/>
                  <a:pt x="104433" y="45701"/>
                  <a:pt x="101222" y="49084"/>
                </a:cubicBezTo>
                <a:cubicBezTo>
                  <a:pt x="98012" y="52467"/>
                  <a:pt x="93784" y="54158"/>
                  <a:pt x="88537" y="54158"/>
                </a:cubicBezTo>
                <a:cubicBezTo>
                  <a:pt x="86811" y="54158"/>
                  <a:pt x="85155" y="53951"/>
                  <a:pt x="83567" y="53537"/>
                </a:cubicBezTo>
                <a:lnTo>
                  <a:pt x="83360" y="54986"/>
                </a:lnTo>
                <a:cubicBezTo>
                  <a:pt x="89297" y="60026"/>
                  <a:pt x="93767" y="64358"/>
                  <a:pt x="96770" y="67982"/>
                </a:cubicBezTo>
                <a:cubicBezTo>
                  <a:pt x="99773" y="71606"/>
                  <a:pt x="102068" y="75455"/>
                  <a:pt x="103656" y="79528"/>
                </a:cubicBezTo>
                <a:cubicBezTo>
                  <a:pt x="105244" y="83601"/>
                  <a:pt x="106038" y="88123"/>
                  <a:pt x="106038" y="93094"/>
                </a:cubicBezTo>
                <a:cubicBezTo>
                  <a:pt x="106038" y="101378"/>
                  <a:pt x="103224" y="107660"/>
                  <a:pt x="97598" y="111940"/>
                </a:cubicBezTo>
                <a:cubicBezTo>
                  <a:pt x="91972" y="116220"/>
                  <a:pt x="83774" y="118360"/>
                  <a:pt x="73004" y="118360"/>
                </a:cubicBezTo>
                <a:cubicBezTo>
                  <a:pt x="63685" y="118360"/>
                  <a:pt x="54434" y="117014"/>
                  <a:pt x="45252" y="114322"/>
                </a:cubicBezTo>
                <a:cubicBezTo>
                  <a:pt x="36071" y="111629"/>
                  <a:pt x="28149" y="107763"/>
                  <a:pt x="21487" y="102724"/>
                </a:cubicBezTo>
                <a:cubicBezTo>
                  <a:pt x="14825" y="97684"/>
                  <a:pt x="9579" y="91350"/>
                  <a:pt x="5747" y="83722"/>
                </a:cubicBezTo>
                <a:cubicBezTo>
                  <a:pt x="1916" y="76094"/>
                  <a:pt x="0" y="67447"/>
                  <a:pt x="0" y="57782"/>
                </a:cubicBezTo>
                <a:cubicBezTo>
                  <a:pt x="0" y="47496"/>
                  <a:pt x="2485" y="38729"/>
                  <a:pt x="7456" y="31480"/>
                </a:cubicBezTo>
                <a:lnTo>
                  <a:pt x="0" y="21435"/>
                </a:lnTo>
                <a:lnTo>
                  <a:pt x="1657" y="9837"/>
                </a:lnTo>
                <a:lnTo>
                  <a:pt x="72072" y="26613"/>
                </a:lnTo>
                <a:moveTo>
                  <a:pt x="39971" y="47116"/>
                </a:moveTo>
                <a:cubicBezTo>
                  <a:pt x="34863" y="46012"/>
                  <a:pt x="29754" y="45459"/>
                  <a:pt x="24645" y="45459"/>
                </a:cubicBezTo>
                <a:cubicBezTo>
                  <a:pt x="20089" y="45459"/>
                  <a:pt x="16637" y="46322"/>
                  <a:pt x="14290" y="48048"/>
                </a:cubicBezTo>
                <a:cubicBezTo>
                  <a:pt x="11943" y="49774"/>
                  <a:pt x="10769" y="52605"/>
                  <a:pt x="10769" y="56540"/>
                </a:cubicBezTo>
                <a:cubicBezTo>
                  <a:pt x="10769" y="62960"/>
                  <a:pt x="13997" y="68655"/>
                  <a:pt x="20452" y="73626"/>
                </a:cubicBezTo>
                <a:cubicBezTo>
                  <a:pt x="26906" y="78596"/>
                  <a:pt x="35587" y="82600"/>
                  <a:pt x="46495" y="85638"/>
                </a:cubicBezTo>
                <a:cubicBezTo>
                  <a:pt x="57403" y="88675"/>
                  <a:pt x="67171" y="90194"/>
                  <a:pt x="75800" y="90194"/>
                </a:cubicBezTo>
                <a:cubicBezTo>
                  <a:pt x="80840" y="90194"/>
                  <a:pt x="84602" y="89452"/>
                  <a:pt x="87087" y="87968"/>
                </a:cubicBezTo>
                <a:cubicBezTo>
                  <a:pt x="89573" y="86483"/>
                  <a:pt x="90815" y="84188"/>
                  <a:pt x="90815" y="81081"/>
                </a:cubicBezTo>
                <a:cubicBezTo>
                  <a:pt x="90815" y="76525"/>
                  <a:pt x="88589" y="71883"/>
                  <a:pt x="84136" y="67154"/>
                </a:cubicBezTo>
                <a:cubicBezTo>
                  <a:pt x="79684" y="62425"/>
                  <a:pt x="74454" y="58611"/>
                  <a:pt x="68448" y="55711"/>
                </a:cubicBezTo>
                <a:cubicBezTo>
                  <a:pt x="62442" y="52812"/>
                  <a:pt x="54227" y="50223"/>
                  <a:pt x="43803" y="47945"/>
                </a:cubicBezTo>
                <a:lnTo>
                  <a:pt x="39971" y="471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Text 𝒔">
            <a:extLst xmlns:a="http://schemas.openxmlformats.org/drawingml/2006/main">
              <a:ext uri="{FF2B5EF4-FFF2-40B4-BE49-F238E27FC236}">
                <a16:creationId xmlns:a16="http://schemas.microsoft.com/office/drawing/2014/main" id="{CF277C64-D2B7-4F78-A662-B7EB2B16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72" y="2098103"/>
            <a:ext cx="106038" cy="94440"/>
          </a:xfrm>
          <a:custGeom xmlns:a="http://schemas.openxmlformats.org/drawingml/2006/main">
            <a:pathLst>
              <a:path w="106038" h="94440">
                <a:moveTo>
                  <a:pt x="75386" y="75490"/>
                </a:moveTo>
                <a:cubicBezTo>
                  <a:pt x="81599" y="75144"/>
                  <a:pt x="86466" y="73539"/>
                  <a:pt x="89987" y="70674"/>
                </a:cubicBezTo>
                <a:cubicBezTo>
                  <a:pt x="93508" y="67810"/>
                  <a:pt x="95268" y="63409"/>
                  <a:pt x="95268" y="57472"/>
                </a:cubicBezTo>
                <a:cubicBezTo>
                  <a:pt x="95268" y="52018"/>
                  <a:pt x="93939" y="47807"/>
                  <a:pt x="91281" y="44838"/>
                </a:cubicBezTo>
                <a:cubicBezTo>
                  <a:pt x="88624" y="41870"/>
                  <a:pt x="84878" y="40385"/>
                  <a:pt x="80046" y="40385"/>
                </a:cubicBezTo>
                <a:cubicBezTo>
                  <a:pt x="77146" y="40385"/>
                  <a:pt x="74696" y="40869"/>
                  <a:pt x="72694" y="41835"/>
                </a:cubicBezTo>
                <a:cubicBezTo>
                  <a:pt x="70692" y="42802"/>
                  <a:pt x="68741" y="44389"/>
                  <a:pt x="66843" y="46599"/>
                </a:cubicBezTo>
                <a:cubicBezTo>
                  <a:pt x="64945" y="48808"/>
                  <a:pt x="62477" y="52397"/>
                  <a:pt x="59439" y="57368"/>
                </a:cubicBezTo>
                <a:cubicBezTo>
                  <a:pt x="55297" y="64271"/>
                  <a:pt x="51000" y="69294"/>
                  <a:pt x="46547" y="72435"/>
                </a:cubicBezTo>
                <a:cubicBezTo>
                  <a:pt x="42094" y="75576"/>
                  <a:pt x="37106" y="77146"/>
                  <a:pt x="31583" y="77146"/>
                </a:cubicBezTo>
                <a:cubicBezTo>
                  <a:pt x="21435" y="77146"/>
                  <a:pt x="13634" y="73350"/>
                  <a:pt x="8181" y="65756"/>
                </a:cubicBezTo>
                <a:cubicBezTo>
                  <a:pt x="2727" y="58162"/>
                  <a:pt x="0" y="47531"/>
                  <a:pt x="0" y="33862"/>
                </a:cubicBezTo>
                <a:cubicBezTo>
                  <a:pt x="0" y="28546"/>
                  <a:pt x="431" y="22833"/>
                  <a:pt x="1294" y="16724"/>
                </a:cubicBezTo>
                <a:cubicBezTo>
                  <a:pt x="2157" y="10614"/>
                  <a:pt x="3314" y="5040"/>
                  <a:pt x="4763" y="0"/>
                </a:cubicBezTo>
                <a:lnTo>
                  <a:pt x="29512" y="5385"/>
                </a:lnTo>
                <a:lnTo>
                  <a:pt x="29512" y="18536"/>
                </a:lnTo>
                <a:cubicBezTo>
                  <a:pt x="23092" y="19157"/>
                  <a:pt x="18363" y="20797"/>
                  <a:pt x="15326" y="23455"/>
                </a:cubicBezTo>
                <a:cubicBezTo>
                  <a:pt x="12288" y="26112"/>
                  <a:pt x="10769" y="29927"/>
                  <a:pt x="10769" y="34897"/>
                </a:cubicBezTo>
                <a:cubicBezTo>
                  <a:pt x="10769" y="39522"/>
                  <a:pt x="11960" y="43233"/>
                  <a:pt x="14342" y="46029"/>
                </a:cubicBezTo>
                <a:cubicBezTo>
                  <a:pt x="16724" y="48825"/>
                  <a:pt x="19951" y="50223"/>
                  <a:pt x="24024" y="50223"/>
                </a:cubicBezTo>
                <a:cubicBezTo>
                  <a:pt x="27614" y="50223"/>
                  <a:pt x="30755" y="49049"/>
                  <a:pt x="33447" y="46702"/>
                </a:cubicBezTo>
                <a:cubicBezTo>
                  <a:pt x="36140" y="44355"/>
                  <a:pt x="39522" y="39799"/>
                  <a:pt x="43596" y="33033"/>
                </a:cubicBezTo>
                <a:cubicBezTo>
                  <a:pt x="47945" y="25715"/>
                  <a:pt x="52432" y="20469"/>
                  <a:pt x="57057" y="17293"/>
                </a:cubicBezTo>
                <a:cubicBezTo>
                  <a:pt x="61683" y="14118"/>
                  <a:pt x="67102" y="12530"/>
                  <a:pt x="73315" y="12530"/>
                </a:cubicBezTo>
                <a:cubicBezTo>
                  <a:pt x="80357" y="12530"/>
                  <a:pt x="86363" y="14411"/>
                  <a:pt x="91333" y="18173"/>
                </a:cubicBezTo>
                <a:cubicBezTo>
                  <a:pt x="96304" y="21936"/>
                  <a:pt x="99997" y="27079"/>
                  <a:pt x="102413" y="33603"/>
                </a:cubicBezTo>
                <a:cubicBezTo>
                  <a:pt x="104829" y="40127"/>
                  <a:pt x="106038" y="47565"/>
                  <a:pt x="106038" y="55918"/>
                </a:cubicBezTo>
                <a:cubicBezTo>
                  <a:pt x="106038" y="69311"/>
                  <a:pt x="104381" y="82151"/>
                  <a:pt x="101067" y="94440"/>
                </a:cubicBezTo>
                <a:lnTo>
                  <a:pt x="75386" y="88641"/>
                </a:lnTo>
                <a:lnTo>
                  <a:pt x="75386" y="754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Text 𝒆">
            <a:extLst xmlns:a="http://schemas.openxmlformats.org/drawingml/2006/main">
              <a:ext uri="{FF2B5EF4-FFF2-40B4-BE49-F238E27FC236}">
                <a16:creationId xmlns:a16="http://schemas.microsoft.com/office/drawing/2014/main" id="{1074787F-43C8-4AB0-8FB8-FFF30DC3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72" y="1984600"/>
            <a:ext cx="106038" cy="95786"/>
          </a:xfrm>
          <a:custGeom xmlns:a="http://schemas.openxmlformats.org/drawingml/2006/main">
            <a:pathLst>
              <a:path w="106038" h="95786">
                <a:moveTo>
                  <a:pt x="82842" y="9423"/>
                </a:moveTo>
                <a:cubicBezTo>
                  <a:pt x="90712" y="16396"/>
                  <a:pt x="96545" y="23903"/>
                  <a:pt x="100342" y="31946"/>
                </a:cubicBezTo>
                <a:cubicBezTo>
                  <a:pt x="104139" y="39988"/>
                  <a:pt x="106038" y="48704"/>
                  <a:pt x="106038" y="58093"/>
                </a:cubicBezTo>
                <a:cubicBezTo>
                  <a:pt x="106038" y="66170"/>
                  <a:pt x="104622" y="73039"/>
                  <a:pt x="101792" y="78700"/>
                </a:cubicBezTo>
                <a:cubicBezTo>
                  <a:pt x="98961" y="84361"/>
                  <a:pt x="94768" y="88624"/>
                  <a:pt x="89210" y="91488"/>
                </a:cubicBezTo>
                <a:cubicBezTo>
                  <a:pt x="83653" y="94353"/>
                  <a:pt x="77008" y="95786"/>
                  <a:pt x="69276" y="95786"/>
                </a:cubicBezTo>
                <a:cubicBezTo>
                  <a:pt x="65687" y="95786"/>
                  <a:pt x="61096" y="95303"/>
                  <a:pt x="55504" y="94336"/>
                </a:cubicBezTo>
                <a:cubicBezTo>
                  <a:pt x="47910" y="93024"/>
                  <a:pt x="41145" y="91022"/>
                  <a:pt x="35208" y="88330"/>
                </a:cubicBezTo>
                <a:cubicBezTo>
                  <a:pt x="27890" y="84947"/>
                  <a:pt x="21608" y="80529"/>
                  <a:pt x="16361" y="75075"/>
                </a:cubicBezTo>
                <a:cubicBezTo>
                  <a:pt x="11115" y="69622"/>
                  <a:pt x="7076" y="63219"/>
                  <a:pt x="4246" y="55866"/>
                </a:cubicBezTo>
                <a:cubicBezTo>
                  <a:pt x="1415" y="48514"/>
                  <a:pt x="0" y="40454"/>
                  <a:pt x="0" y="31687"/>
                </a:cubicBezTo>
                <a:cubicBezTo>
                  <a:pt x="0" y="10562"/>
                  <a:pt x="7628" y="0"/>
                  <a:pt x="22885" y="0"/>
                </a:cubicBezTo>
                <a:cubicBezTo>
                  <a:pt x="28132" y="0"/>
                  <a:pt x="32757" y="1053"/>
                  <a:pt x="36761" y="3158"/>
                </a:cubicBezTo>
                <a:cubicBezTo>
                  <a:pt x="40765" y="5264"/>
                  <a:pt x="44389" y="8767"/>
                  <a:pt x="47634" y="13669"/>
                </a:cubicBezTo>
                <a:cubicBezTo>
                  <a:pt x="50879" y="18570"/>
                  <a:pt x="53502" y="25491"/>
                  <a:pt x="55504" y="34431"/>
                </a:cubicBezTo>
                <a:cubicBezTo>
                  <a:pt x="57506" y="43371"/>
                  <a:pt x="58645" y="54158"/>
                  <a:pt x="58921" y="66791"/>
                </a:cubicBezTo>
                <a:cubicBezTo>
                  <a:pt x="62994" y="67689"/>
                  <a:pt x="67205" y="68137"/>
                  <a:pt x="71555" y="68137"/>
                </a:cubicBezTo>
                <a:cubicBezTo>
                  <a:pt x="77975" y="68137"/>
                  <a:pt x="82807" y="66791"/>
                  <a:pt x="86052" y="64099"/>
                </a:cubicBezTo>
                <a:cubicBezTo>
                  <a:pt x="89297" y="61407"/>
                  <a:pt x="90919" y="57333"/>
                  <a:pt x="90919" y="51880"/>
                </a:cubicBezTo>
                <a:cubicBezTo>
                  <a:pt x="90919" y="45805"/>
                  <a:pt x="89694" y="40316"/>
                  <a:pt x="87243" y="35415"/>
                </a:cubicBezTo>
                <a:cubicBezTo>
                  <a:pt x="84792" y="30513"/>
                  <a:pt x="80426" y="24749"/>
                  <a:pt x="74143" y="18122"/>
                </a:cubicBezTo>
                <a:lnTo>
                  <a:pt x="82842" y="9423"/>
                </a:lnTo>
                <a:moveTo>
                  <a:pt x="48048" y="64306"/>
                </a:moveTo>
                <a:cubicBezTo>
                  <a:pt x="47703" y="51604"/>
                  <a:pt x="45270" y="41887"/>
                  <a:pt x="40748" y="35156"/>
                </a:cubicBezTo>
                <a:cubicBezTo>
                  <a:pt x="36226" y="28425"/>
                  <a:pt x="29823" y="25060"/>
                  <a:pt x="21539" y="25060"/>
                </a:cubicBezTo>
                <a:cubicBezTo>
                  <a:pt x="18018" y="25060"/>
                  <a:pt x="15343" y="25871"/>
                  <a:pt x="13514" y="27493"/>
                </a:cubicBezTo>
                <a:cubicBezTo>
                  <a:pt x="11684" y="29115"/>
                  <a:pt x="10769" y="31376"/>
                  <a:pt x="10769" y="34276"/>
                </a:cubicBezTo>
                <a:cubicBezTo>
                  <a:pt x="10769" y="40696"/>
                  <a:pt x="13945" y="46478"/>
                  <a:pt x="20296" y="51621"/>
                </a:cubicBezTo>
                <a:cubicBezTo>
                  <a:pt x="26647" y="56764"/>
                  <a:pt x="35898" y="60992"/>
                  <a:pt x="48048" y="643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0CE726-E101-4B3D-93C3-74620934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426" y="4492944"/>
            <a:ext cx="426805" cy="238289"/>
          </a:xfrm>
          <a:custGeom xmlns:a="http://schemas.openxmlformats.org/drawingml/2006/main">
            <a:pathLst>
              <a:path w="426805" h="238289">
                <a:moveTo>
                  <a:pt x="358996" y="201373"/>
                </a:moveTo>
                <a:lnTo>
                  <a:pt x="337530" y="135619"/>
                </a:lnTo>
                <a:lnTo>
                  <a:pt x="22831" y="238289"/>
                </a:lnTo>
                <a:lnTo>
                  <a:pt x="0" y="168409"/>
                </a:lnTo>
                <a:lnTo>
                  <a:pt x="314775" y="65761"/>
                </a:lnTo>
                <a:lnTo>
                  <a:pt x="293310" y="0"/>
                </a:lnTo>
                <a:lnTo>
                  <a:pt x="426805" y="67885"/>
                </a:lnTo>
                <a:lnTo>
                  <a:pt x="358996" y="2013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64272A-A517-448D-971F-3391521D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702" y="4786080"/>
            <a:ext cx="434769" cy="224014"/>
          </a:xfrm>
          <a:custGeom xmlns:a="http://schemas.openxmlformats.org/drawingml/2006/main">
            <a:pathLst>
              <a:path w="434769" h="224014">
                <a:moveTo>
                  <a:pt x="305142" y="224014"/>
                </a:moveTo>
                <a:lnTo>
                  <a:pt x="322967" y="157206"/>
                </a:lnTo>
                <a:lnTo>
                  <a:pt x="0" y="71018"/>
                </a:lnTo>
                <a:lnTo>
                  <a:pt x="18962" y="0"/>
                </a:lnTo>
                <a:lnTo>
                  <a:pt x="341929" y="86180"/>
                </a:lnTo>
                <a:lnTo>
                  <a:pt x="359754" y="19372"/>
                </a:lnTo>
                <a:lnTo>
                  <a:pt x="434769" y="148991"/>
                </a:lnTo>
                <a:lnTo>
                  <a:pt x="305142" y="224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D4685-BC22-4481-A28E-52916821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384" y="4409358"/>
            <a:ext cx="657160" cy="239381"/>
          </a:xfrm>
          <a:custGeom xmlns:a="http://schemas.openxmlformats.org/drawingml/2006/main">
            <a:pathLst>
              <a:path w="657160" h="239381" fill="none">
                <a:moveTo>
                  <a:pt x="0" y="239381"/>
                </a:moveTo>
                <a:lnTo>
                  <a:pt x="657160" y="239381"/>
                </a:lnTo>
                <a:lnTo>
                  <a:pt x="657160" y="0"/>
                </a:lnTo>
                <a:lnTo>
                  <a:pt x="0" y="0"/>
                </a:lnTo>
                <a:lnTo>
                  <a:pt x="0" y="2393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354" name="Text 𝑯𝒖𝒎𝒂𝒏">
            <a:extLst xmlns:a="http://schemas.openxmlformats.org/drawingml/2006/main">
              <a:ext uri="{FF2B5EF4-FFF2-40B4-BE49-F238E27FC236}">
                <a16:creationId xmlns:a16="http://schemas.microsoft.com/office/drawing/2014/main" id="{C8635246-DBD7-4494-A292-94D42ED0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985" y="4479316"/>
            <a:ext cx="544537" cy="102498"/>
          </a:xfrm>
          <a:custGeom xmlns:a="http://schemas.openxmlformats.org/drawingml/2006/main">
            <a:pathLst>
              <a:path w="544537" h="102498">
                <a:moveTo>
                  <a:pt x="86763" y="81271"/>
                </a:moveTo>
                <a:cubicBezTo>
                  <a:pt x="86417" y="82854"/>
                  <a:pt x="86169" y="84227"/>
                  <a:pt x="86021" y="85390"/>
                </a:cubicBezTo>
                <a:cubicBezTo>
                  <a:pt x="85872" y="86553"/>
                  <a:pt x="85798" y="88074"/>
                  <a:pt x="85798" y="89955"/>
                </a:cubicBezTo>
                <a:cubicBezTo>
                  <a:pt x="85798" y="92033"/>
                  <a:pt x="86281" y="93554"/>
                  <a:pt x="87246" y="94519"/>
                </a:cubicBezTo>
                <a:cubicBezTo>
                  <a:pt x="88210" y="95484"/>
                  <a:pt x="89781" y="96115"/>
                  <a:pt x="91958" y="96412"/>
                </a:cubicBezTo>
                <a:lnTo>
                  <a:pt x="90919" y="101310"/>
                </a:lnTo>
                <a:lnTo>
                  <a:pt x="53587" y="101310"/>
                </a:lnTo>
                <a:lnTo>
                  <a:pt x="54626" y="96412"/>
                </a:lnTo>
                <a:cubicBezTo>
                  <a:pt x="57446" y="95620"/>
                  <a:pt x="59524" y="94235"/>
                  <a:pt x="60860" y="92255"/>
                </a:cubicBezTo>
                <a:cubicBezTo>
                  <a:pt x="62196" y="90276"/>
                  <a:pt x="63458" y="86615"/>
                  <a:pt x="64646" y="81271"/>
                </a:cubicBezTo>
                <a:lnTo>
                  <a:pt x="70880" y="52919"/>
                </a:lnTo>
                <a:lnTo>
                  <a:pt x="39411" y="52919"/>
                </a:lnTo>
                <a:lnTo>
                  <a:pt x="33176" y="81271"/>
                </a:lnTo>
                <a:cubicBezTo>
                  <a:pt x="32830" y="82904"/>
                  <a:pt x="32583" y="84289"/>
                  <a:pt x="32434" y="85427"/>
                </a:cubicBezTo>
                <a:cubicBezTo>
                  <a:pt x="32286" y="86565"/>
                  <a:pt x="32211" y="88074"/>
                  <a:pt x="32211" y="89955"/>
                </a:cubicBezTo>
                <a:cubicBezTo>
                  <a:pt x="32211" y="92033"/>
                  <a:pt x="32694" y="93554"/>
                  <a:pt x="33659" y="94519"/>
                </a:cubicBezTo>
                <a:cubicBezTo>
                  <a:pt x="34624" y="95484"/>
                  <a:pt x="36195" y="96115"/>
                  <a:pt x="38372" y="96412"/>
                </a:cubicBezTo>
                <a:lnTo>
                  <a:pt x="37333" y="101310"/>
                </a:lnTo>
                <a:lnTo>
                  <a:pt x="0" y="101310"/>
                </a:lnTo>
                <a:lnTo>
                  <a:pt x="1039" y="96412"/>
                </a:lnTo>
                <a:cubicBezTo>
                  <a:pt x="3859" y="95620"/>
                  <a:pt x="5938" y="94235"/>
                  <a:pt x="7274" y="92255"/>
                </a:cubicBezTo>
                <a:cubicBezTo>
                  <a:pt x="8610" y="90276"/>
                  <a:pt x="9871" y="86615"/>
                  <a:pt x="11059" y="81271"/>
                </a:cubicBezTo>
                <a:lnTo>
                  <a:pt x="24567" y="20039"/>
                </a:lnTo>
                <a:cubicBezTo>
                  <a:pt x="25210" y="17120"/>
                  <a:pt x="25532" y="14225"/>
                  <a:pt x="25532" y="11356"/>
                </a:cubicBezTo>
                <a:cubicBezTo>
                  <a:pt x="25532" y="9277"/>
                  <a:pt x="25049" y="7756"/>
                  <a:pt x="24084" y="6791"/>
                </a:cubicBezTo>
                <a:cubicBezTo>
                  <a:pt x="23119" y="5826"/>
                  <a:pt x="21549" y="5195"/>
                  <a:pt x="19371" y="4899"/>
                </a:cubicBezTo>
                <a:lnTo>
                  <a:pt x="20410" y="0"/>
                </a:lnTo>
                <a:lnTo>
                  <a:pt x="57743" y="0"/>
                </a:lnTo>
                <a:lnTo>
                  <a:pt x="56704" y="4899"/>
                </a:lnTo>
                <a:cubicBezTo>
                  <a:pt x="53884" y="5690"/>
                  <a:pt x="51805" y="7076"/>
                  <a:pt x="50470" y="9055"/>
                </a:cubicBezTo>
                <a:cubicBezTo>
                  <a:pt x="49134" y="11034"/>
                  <a:pt x="47872" y="14696"/>
                  <a:pt x="46684" y="20039"/>
                </a:cubicBezTo>
                <a:lnTo>
                  <a:pt x="41489" y="43567"/>
                </a:lnTo>
                <a:lnTo>
                  <a:pt x="72958" y="43567"/>
                </a:lnTo>
                <a:lnTo>
                  <a:pt x="78154" y="20039"/>
                </a:lnTo>
                <a:cubicBezTo>
                  <a:pt x="78797" y="17120"/>
                  <a:pt x="79118" y="14225"/>
                  <a:pt x="79118" y="11356"/>
                </a:cubicBezTo>
                <a:cubicBezTo>
                  <a:pt x="79118" y="9277"/>
                  <a:pt x="78636" y="7756"/>
                  <a:pt x="77671" y="6791"/>
                </a:cubicBezTo>
                <a:cubicBezTo>
                  <a:pt x="76706" y="5826"/>
                  <a:pt x="75135" y="5195"/>
                  <a:pt x="72958" y="4899"/>
                </a:cubicBezTo>
                <a:lnTo>
                  <a:pt x="73997" y="0"/>
                </a:lnTo>
                <a:lnTo>
                  <a:pt x="111330" y="0"/>
                </a:lnTo>
                <a:lnTo>
                  <a:pt x="110291" y="4899"/>
                </a:lnTo>
                <a:cubicBezTo>
                  <a:pt x="107470" y="5690"/>
                  <a:pt x="105392" y="7076"/>
                  <a:pt x="104056" y="9055"/>
                </a:cubicBezTo>
                <a:cubicBezTo>
                  <a:pt x="102720" y="11034"/>
                  <a:pt x="101459" y="14696"/>
                  <a:pt x="100271" y="20039"/>
                </a:cubicBezTo>
                <a:lnTo>
                  <a:pt x="86763" y="81271"/>
                </a:lnTo>
                <a:close/>
                <a:moveTo>
                  <a:pt x="183458" y="27684"/>
                </a:moveTo>
                <a:lnTo>
                  <a:pt x="204685" y="27684"/>
                </a:lnTo>
                <a:lnTo>
                  <a:pt x="192587" y="79118"/>
                </a:lnTo>
                <a:cubicBezTo>
                  <a:pt x="191994" y="81642"/>
                  <a:pt x="191697" y="84141"/>
                  <a:pt x="191697" y="86615"/>
                </a:cubicBezTo>
                <a:cubicBezTo>
                  <a:pt x="191697" y="88247"/>
                  <a:pt x="191969" y="89509"/>
                  <a:pt x="192513" y="90400"/>
                </a:cubicBezTo>
                <a:cubicBezTo>
                  <a:pt x="193057" y="91290"/>
                  <a:pt x="193997" y="91736"/>
                  <a:pt x="195333" y="91736"/>
                </a:cubicBezTo>
                <a:cubicBezTo>
                  <a:pt x="196867" y="91736"/>
                  <a:pt x="198525" y="91043"/>
                  <a:pt x="200306" y="89658"/>
                </a:cubicBezTo>
                <a:cubicBezTo>
                  <a:pt x="202087" y="88272"/>
                  <a:pt x="204166" y="86219"/>
                  <a:pt x="206541" y="83497"/>
                </a:cubicBezTo>
                <a:lnTo>
                  <a:pt x="211884" y="88841"/>
                </a:lnTo>
                <a:cubicBezTo>
                  <a:pt x="206689" y="94037"/>
                  <a:pt x="202211" y="97612"/>
                  <a:pt x="198451" y="99566"/>
                </a:cubicBezTo>
                <a:cubicBezTo>
                  <a:pt x="194690" y="101520"/>
                  <a:pt x="190732" y="102498"/>
                  <a:pt x="186575" y="102498"/>
                </a:cubicBezTo>
                <a:cubicBezTo>
                  <a:pt x="182419" y="102498"/>
                  <a:pt x="179129" y="101347"/>
                  <a:pt x="176704" y="99046"/>
                </a:cubicBezTo>
                <a:cubicBezTo>
                  <a:pt x="174280" y="96746"/>
                  <a:pt x="173067" y="93715"/>
                  <a:pt x="173067" y="89955"/>
                </a:cubicBezTo>
                <a:cubicBezTo>
                  <a:pt x="173067" y="88718"/>
                  <a:pt x="173216" y="87530"/>
                  <a:pt x="173513" y="86392"/>
                </a:cubicBezTo>
                <a:lnTo>
                  <a:pt x="172771" y="85798"/>
                </a:lnTo>
                <a:cubicBezTo>
                  <a:pt x="168169" y="91488"/>
                  <a:pt x="163753" y="95694"/>
                  <a:pt x="159522" y="98416"/>
                </a:cubicBezTo>
                <a:cubicBezTo>
                  <a:pt x="155292" y="101137"/>
                  <a:pt x="150406" y="102498"/>
                  <a:pt x="144864" y="102498"/>
                </a:cubicBezTo>
                <a:cubicBezTo>
                  <a:pt x="139817" y="102498"/>
                  <a:pt x="135871" y="101063"/>
                  <a:pt x="133026" y="98193"/>
                </a:cubicBezTo>
                <a:cubicBezTo>
                  <a:pt x="130181" y="95323"/>
                  <a:pt x="128758" y="91414"/>
                  <a:pt x="128758" y="86466"/>
                </a:cubicBezTo>
                <a:cubicBezTo>
                  <a:pt x="128758" y="84883"/>
                  <a:pt x="128919" y="82904"/>
                  <a:pt x="129241" y="80529"/>
                </a:cubicBezTo>
                <a:cubicBezTo>
                  <a:pt x="129562" y="78154"/>
                  <a:pt x="129946" y="76051"/>
                  <a:pt x="130391" y="74220"/>
                </a:cubicBezTo>
                <a:lnTo>
                  <a:pt x="136254" y="51063"/>
                </a:lnTo>
                <a:cubicBezTo>
                  <a:pt x="137096" y="47748"/>
                  <a:pt x="137516" y="44854"/>
                  <a:pt x="137516" y="42380"/>
                </a:cubicBezTo>
                <a:cubicBezTo>
                  <a:pt x="137516" y="40450"/>
                  <a:pt x="137194" y="39114"/>
                  <a:pt x="136551" y="38372"/>
                </a:cubicBezTo>
                <a:cubicBezTo>
                  <a:pt x="135908" y="37629"/>
                  <a:pt x="134993" y="37258"/>
                  <a:pt x="133805" y="37258"/>
                </a:cubicBezTo>
                <a:cubicBezTo>
                  <a:pt x="132370" y="37258"/>
                  <a:pt x="130774" y="37939"/>
                  <a:pt x="129018" y="39299"/>
                </a:cubicBezTo>
                <a:cubicBezTo>
                  <a:pt x="127261" y="40660"/>
                  <a:pt x="125146" y="42726"/>
                  <a:pt x="122672" y="45497"/>
                </a:cubicBezTo>
                <a:lnTo>
                  <a:pt x="117328" y="40153"/>
                </a:lnTo>
                <a:cubicBezTo>
                  <a:pt x="122425" y="35057"/>
                  <a:pt x="126853" y="31506"/>
                  <a:pt x="130614" y="29502"/>
                </a:cubicBezTo>
                <a:cubicBezTo>
                  <a:pt x="134374" y="27498"/>
                  <a:pt x="138506" y="26497"/>
                  <a:pt x="143008" y="26497"/>
                </a:cubicBezTo>
                <a:cubicBezTo>
                  <a:pt x="148204" y="26497"/>
                  <a:pt x="152026" y="27808"/>
                  <a:pt x="154475" y="30430"/>
                </a:cubicBezTo>
                <a:cubicBezTo>
                  <a:pt x="156925" y="33053"/>
                  <a:pt x="158149" y="36863"/>
                  <a:pt x="158149" y="41860"/>
                </a:cubicBezTo>
                <a:cubicBezTo>
                  <a:pt x="158149" y="45373"/>
                  <a:pt x="157432" y="49950"/>
                  <a:pt x="155997" y="55591"/>
                </a:cubicBezTo>
                <a:lnTo>
                  <a:pt x="152731" y="68060"/>
                </a:lnTo>
                <a:cubicBezTo>
                  <a:pt x="150703" y="75828"/>
                  <a:pt x="149688" y="81493"/>
                  <a:pt x="149688" y="85056"/>
                </a:cubicBezTo>
                <a:cubicBezTo>
                  <a:pt x="149688" y="89460"/>
                  <a:pt x="151420" y="91662"/>
                  <a:pt x="154884" y="91662"/>
                </a:cubicBezTo>
                <a:cubicBezTo>
                  <a:pt x="156467" y="91662"/>
                  <a:pt x="158174" y="91068"/>
                  <a:pt x="160005" y="89880"/>
                </a:cubicBezTo>
                <a:cubicBezTo>
                  <a:pt x="161835" y="88693"/>
                  <a:pt x="163877" y="86874"/>
                  <a:pt x="166128" y="84425"/>
                </a:cubicBezTo>
                <a:cubicBezTo>
                  <a:pt x="168379" y="81976"/>
                  <a:pt x="170222" y="79267"/>
                  <a:pt x="171657" y="76298"/>
                </a:cubicBezTo>
                <a:cubicBezTo>
                  <a:pt x="173092" y="73329"/>
                  <a:pt x="174255" y="69816"/>
                  <a:pt x="175146" y="65759"/>
                </a:cubicBezTo>
                <a:lnTo>
                  <a:pt x="183458" y="27684"/>
                </a:lnTo>
                <a:close/>
                <a:moveTo>
                  <a:pt x="334281" y="77931"/>
                </a:moveTo>
                <a:cubicBezTo>
                  <a:pt x="333737" y="80009"/>
                  <a:pt x="333391" y="81617"/>
                  <a:pt x="333242" y="82755"/>
                </a:cubicBezTo>
                <a:cubicBezTo>
                  <a:pt x="333094" y="83893"/>
                  <a:pt x="333020" y="85180"/>
                  <a:pt x="333020" y="86615"/>
                </a:cubicBezTo>
                <a:cubicBezTo>
                  <a:pt x="333020" y="88544"/>
                  <a:pt x="333341" y="89880"/>
                  <a:pt x="333984" y="90623"/>
                </a:cubicBezTo>
                <a:cubicBezTo>
                  <a:pt x="334628" y="91365"/>
                  <a:pt x="335543" y="91736"/>
                  <a:pt x="336731" y="91736"/>
                </a:cubicBezTo>
                <a:cubicBezTo>
                  <a:pt x="338165" y="91736"/>
                  <a:pt x="339774" y="91055"/>
                  <a:pt x="341555" y="89695"/>
                </a:cubicBezTo>
                <a:cubicBezTo>
                  <a:pt x="343336" y="88334"/>
                  <a:pt x="345439" y="86268"/>
                  <a:pt x="347864" y="83497"/>
                </a:cubicBezTo>
                <a:lnTo>
                  <a:pt x="353207" y="88841"/>
                </a:lnTo>
                <a:cubicBezTo>
                  <a:pt x="348358" y="93789"/>
                  <a:pt x="344016" y="97302"/>
                  <a:pt x="340182" y="99380"/>
                </a:cubicBezTo>
                <a:cubicBezTo>
                  <a:pt x="336347" y="101459"/>
                  <a:pt x="332129" y="102498"/>
                  <a:pt x="327527" y="102498"/>
                </a:cubicBezTo>
                <a:cubicBezTo>
                  <a:pt x="322431" y="102498"/>
                  <a:pt x="318646" y="101236"/>
                  <a:pt x="316172" y="98712"/>
                </a:cubicBezTo>
                <a:cubicBezTo>
                  <a:pt x="313698" y="96189"/>
                  <a:pt x="312461" y="92330"/>
                  <a:pt x="312461" y="87134"/>
                </a:cubicBezTo>
                <a:cubicBezTo>
                  <a:pt x="312461" y="85501"/>
                  <a:pt x="312634" y="83510"/>
                  <a:pt x="312980" y="81159"/>
                </a:cubicBezTo>
                <a:cubicBezTo>
                  <a:pt x="313327" y="78809"/>
                  <a:pt x="313821" y="76372"/>
                  <a:pt x="314465" y="73849"/>
                </a:cubicBezTo>
                <a:lnTo>
                  <a:pt x="317879" y="60935"/>
                </a:lnTo>
                <a:cubicBezTo>
                  <a:pt x="318670" y="58015"/>
                  <a:pt x="319375" y="54935"/>
                  <a:pt x="319994" y="51694"/>
                </a:cubicBezTo>
                <a:cubicBezTo>
                  <a:pt x="320612" y="48453"/>
                  <a:pt x="320922" y="45942"/>
                  <a:pt x="320922" y="44161"/>
                </a:cubicBezTo>
                <a:cubicBezTo>
                  <a:pt x="320922" y="39609"/>
                  <a:pt x="319140" y="37333"/>
                  <a:pt x="315578" y="37333"/>
                </a:cubicBezTo>
                <a:cubicBezTo>
                  <a:pt x="313450" y="37333"/>
                  <a:pt x="310853" y="38693"/>
                  <a:pt x="307785" y="41415"/>
                </a:cubicBezTo>
                <a:cubicBezTo>
                  <a:pt x="304717" y="44136"/>
                  <a:pt x="302181" y="47117"/>
                  <a:pt x="300177" y="50358"/>
                </a:cubicBezTo>
                <a:cubicBezTo>
                  <a:pt x="298173" y="53599"/>
                  <a:pt x="296627" y="57892"/>
                  <a:pt x="295538" y="63235"/>
                </a:cubicBezTo>
                <a:lnTo>
                  <a:pt x="287374" y="101310"/>
                </a:lnTo>
                <a:lnTo>
                  <a:pt x="265999" y="101310"/>
                </a:lnTo>
                <a:lnTo>
                  <a:pt x="276835" y="54106"/>
                </a:lnTo>
                <a:cubicBezTo>
                  <a:pt x="277379" y="51830"/>
                  <a:pt x="277750" y="49962"/>
                  <a:pt x="277948" y="48503"/>
                </a:cubicBezTo>
                <a:cubicBezTo>
                  <a:pt x="278146" y="47043"/>
                  <a:pt x="278245" y="45769"/>
                  <a:pt x="278245" y="44680"/>
                </a:cubicBezTo>
                <a:cubicBezTo>
                  <a:pt x="278245" y="42107"/>
                  <a:pt x="277800" y="40240"/>
                  <a:pt x="276909" y="39077"/>
                </a:cubicBezTo>
                <a:cubicBezTo>
                  <a:pt x="276019" y="37914"/>
                  <a:pt x="274608" y="37333"/>
                  <a:pt x="272679" y="37333"/>
                </a:cubicBezTo>
                <a:cubicBezTo>
                  <a:pt x="270403" y="37333"/>
                  <a:pt x="267718" y="38743"/>
                  <a:pt x="264626" y="41563"/>
                </a:cubicBezTo>
                <a:cubicBezTo>
                  <a:pt x="261533" y="44383"/>
                  <a:pt x="259035" y="47352"/>
                  <a:pt x="257130" y="50470"/>
                </a:cubicBezTo>
                <a:cubicBezTo>
                  <a:pt x="255225" y="53587"/>
                  <a:pt x="253703" y="57842"/>
                  <a:pt x="252565" y="63235"/>
                </a:cubicBezTo>
                <a:lnTo>
                  <a:pt x="244253" y="101310"/>
                </a:lnTo>
                <a:lnTo>
                  <a:pt x="222951" y="101310"/>
                </a:lnTo>
                <a:lnTo>
                  <a:pt x="234901" y="49727"/>
                </a:lnTo>
                <a:cubicBezTo>
                  <a:pt x="235643" y="46511"/>
                  <a:pt x="236014" y="44062"/>
                  <a:pt x="236014" y="42380"/>
                </a:cubicBezTo>
                <a:cubicBezTo>
                  <a:pt x="236014" y="40747"/>
                  <a:pt x="235742" y="39485"/>
                  <a:pt x="235198" y="38594"/>
                </a:cubicBezTo>
                <a:cubicBezTo>
                  <a:pt x="234653" y="37704"/>
                  <a:pt x="233713" y="37258"/>
                  <a:pt x="232377" y="37258"/>
                </a:cubicBezTo>
                <a:cubicBezTo>
                  <a:pt x="230843" y="37258"/>
                  <a:pt x="229186" y="37951"/>
                  <a:pt x="227405" y="39337"/>
                </a:cubicBezTo>
                <a:cubicBezTo>
                  <a:pt x="225623" y="40722"/>
                  <a:pt x="223545" y="42775"/>
                  <a:pt x="221170" y="45497"/>
                </a:cubicBezTo>
                <a:lnTo>
                  <a:pt x="215826" y="40153"/>
                </a:lnTo>
                <a:cubicBezTo>
                  <a:pt x="220774" y="35106"/>
                  <a:pt x="225166" y="31568"/>
                  <a:pt x="229000" y="29540"/>
                </a:cubicBezTo>
                <a:cubicBezTo>
                  <a:pt x="232835" y="27511"/>
                  <a:pt x="236880" y="26497"/>
                  <a:pt x="241135" y="26497"/>
                </a:cubicBezTo>
                <a:cubicBezTo>
                  <a:pt x="245242" y="26497"/>
                  <a:pt x="248520" y="27647"/>
                  <a:pt x="250969" y="29948"/>
                </a:cubicBezTo>
                <a:cubicBezTo>
                  <a:pt x="253419" y="32249"/>
                  <a:pt x="254643" y="35279"/>
                  <a:pt x="254643" y="39040"/>
                </a:cubicBezTo>
                <a:cubicBezTo>
                  <a:pt x="254643" y="40277"/>
                  <a:pt x="254495" y="41464"/>
                  <a:pt x="254198" y="42602"/>
                </a:cubicBezTo>
                <a:lnTo>
                  <a:pt x="255089" y="43048"/>
                </a:lnTo>
                <a:cubicBezTo>
                  <a:pt x="259591" y="37357"/>
                  <a:pt x="263958" y="33176"/>
                  <a:pt x="268188" y="30504"/>
                </a:cubicBezTo>
                <a:cubicBezTo>
                  <a:pt x="272419" y="27832"/>
                  <a:pt x="277330" y="26497"/>
                  <a:pt x="282921" y="26497"/>
                </a:cubicBezTo>
                <a:cubicBezTo>
                  <a:pt x="287869" y="26497"/>
                  <a:pt x="291766" y="27857"/>
                  <a:pt x="294611" y="30579"/>
                </a:cubicBezTo>
                <a:cubicBezTo>
                  <a:pt x="297456" y="33300"/>
                  <a:pt x="298953" y="37060"/>
                  <a:pt x="299101" y="41860"/>
                </a:cubicBezTo>
                <a:cubicBezTo>
                  <a:pt x="303208" y="36615"/>
                  <a:pt x="307352" y="32743"/>
                  <a:pt x="311533" y="30245"/>
                </a:cubicBezTo>
                <a:cubicBezTo>
                  <a:pt x="315714" y="27746"/>
                  <a:pt x="320452" y="26497"/>
                  <a:pt x="325746" y="26497"/>
                </a:cubicBezTo>
                <a:cubicBezTo>
                  <a:pt x="330743" y="26497"/>
                  <a:pt x="334665" y="27907"/>
                  <a:pt x="337510" y="30727"/>
                </a:cubicBezTo>
                <a:cubicBezTo>
                  <a:pt x="340355" y="33547"/>
                  <a:pt x="341777" y="37481"/>
                  <a:pt x="341777" y="42528"/>
                </a:cubicBezTo>
                <a:cubicBezTo>
                  <a:pt x="341777" y="44012"/>
                  <a:pt x="341654" y="45818"/>
                  <a:pt x="341406" y="47946"/>
                </a:cubicBezTo>
                <a:cubicBezTo>
                  <a:pt x="341159" y="50074"/>
                  <a:pt x="340788" y="52102"/>
                  <a:pt x="340293" y="54032"/>
                </a:cubicBezTo>
                <a:lnTo>
                  <a:pt x="334281" y="77931"/>
                </a:lnTo>
                <a:close/>
                <a:moveTo>
                  <a:pt x="427743" y="78154"/>
                </a:moveTo>
                <a:cubicBezTo>
                  <a:pt x="427001" y="81271"/>
                  <a:pt x="426629" y="84091"/>
                  <a:pt x="426629" y="86615"/>
                </a:cubicBezTo>
                <a:cubicBezTo>
                  <a:pt x="426629" y="88247"/>
                  <a:pt x="426902" y="89509"/>
                  <a:pt x="427446" y="90400"/>
                </a:cubicBezTo>
                <a:cubicBezTo>
                  <a:pt x="427990" y="91290"/>
                  <a:pt x="428930" y="91736"/>
                  <a:pt x="430266" y="91736"/>
                </a:cubicBezTo>
                <a:cubicBezTo>
                  <a:pt x="431800" y="91736"/>
                  <a:pt x="433458" y="91043"/>
                  <a:pt x="435239" y="89658"/>
                </a:cubicBezTo>
                <a:cubicBezTo>
                  <a:pt x="437020" y="88272"/>
                  <a:pt x="439098" y="86219"/>
                  <a:pt x="441473" y="83497"/>
                </a:cubicBezTo>
                <a:lnTo>
                  <a:pt x="446817" y="88841"/>
                </a:lnTo>
                <a:cubicBezTo>
                  <a:pt x="441622" y="94037"/>
                  <a:pt x="437144" y="97612"/>
                  <a:pt x="433383" y="99566"/>
                </a:cubicBezTo>
                <a:cubicBezTo>
                  <a:pt x="429623" y="101520"/>
                  <a:pt x="425665" y="102498"/>
                  <a:pt x="421508" y="102498"/>
                </a:cubicBezTo>
                <a:cubicBezTo>
                  <a:pt x="417352" y="102498"/>
                  <a:pt x="414062" y="101347"/>
                  <a:pt x="411637" y="99046"/>
                </a:cubicBezTo>
                <a:cubicBezTo>
                  <a:pt x="409213" y="96746"/>
                  <a:pt x="408000" y="93715"/>
                  <a:pt x="408000" y="89955"/>
                </a:cubicBezTo>
                <a:cubicBezTo>
                  <a:pt x="408000" y="88718"/>
                  <a:pt x="408149" y="87530"/>
                  <a:pt x="408446" y="86392"/>
                </a:cubicBezTo>
                <a:lnTo>
                  <a:pt x="407407" y="86244"/>
                </a:lnTo>
                <a:cubicBezTo>
                  <a:pt x="403794" y="90499"/>
                  <a:pt x="400690" y="93703"/>
                  <a:pt x="398092" y="95855"/>
                </a:cubicBezTo>
                <a:cubicBezTo>
                  <a:pt x="395494" y="98007"/>
                  <a:pt x="392736" y="99653"/>
                  <a:pt x="389816" y="100791"/>
                </a:cubicBezTo>
                <a:cubicBezTo>
                  <a:pt x="386897" y="101929"/>
                  <a:pt x="383656" y="102498"/>
                  <a:pt x="380094" y="102498"/>
                </a:cubicBezTo>
                <a:cubicBezTo>
                  <a:pt x="374156" y="102498"/>
                  <a:pt x="369653" y="100481"/>
                  <a:pt x="366586" y="96449"/>
                </a:cubicBezTo>
                <a:cubicBezTo>
                  <a:pt x="363518" y="92416"/>
                  <a:pt x="361984" y="86540"/>
                  <a:pt x="361984" y="78822"/>
                </a:cubicBezTo>
                <a:cubicBezTo>
                  <a:pt x="361984" y="72142"/>
                  <a:pt x="362949" y="65511"/>
                  <a:pt x="364878" y="58931"/>
                </a:cubicBezTo>
                <a:cubicBezTo>
                  <a:pt x="366808" y="52350"/>
                  <a:pt x="369579" y="46672"/>
                  <a:pt x="373191" y="41897"/>
                </a:cubicBezTo>
                <a:cubicBezTo>
                  <a:pt x="376803" y="37122"/>
                  <a:pt x="381343" y="33362"/>
                  <a:pt x="386810" y="30616"/>
                </a:cubicBezTo>
                <a:cubicBezTo>
                  <a:pt x="392278" y="27870"/>
                  <a:pt x="398475" y="26497"/>
                  <a:pt x="405403" y="26497"/>
                </a:cubicBezTo>
                <a:cubicBezTo>
                  <a:pt x="412775" y="26497"/>
                  <a:pt x="419059" y="28278"/>
                  <a:pt x="424254" y="31840"/>
                </a:cubicBezTo>
                <a:lnTo>
                  <a:pt x="431454" y="26497"/>
                </a:lnTo>
                <a:lnTo>
                  <a:pt x="439766" y="27684"/>
                </a:lnTo>
                <a:lnTo>
                  <a:pt x="427743" y="78154"/>
                </a:lnTo>
                <a:moveTo>
                  <a:pt x="413047" y="55145"/>
                </a:moveTo>
                <a:cubicBezTo>
                  <a:pt x="413839" y="51484"/>
                  <a:pt x="414235" y="47822"/>
                  <a:pt x="414235" y="44161"/>
                </a:cubicBezTo>
                <a:cubicBezTo>
                  <a:pt x="414235" y="40895"/>
                  <a:pt x="413616" y="38421"/>
                  <a:pt x="412379" y="36739"/>
                </a:cubicBezTo>
                <a:cubicBezTo>
                  <a:pt x="411142" y="35057"/>
                  <a:pt x="409114" y="34215"/>
                  <a:pt x="406293" y="34215"/>
                </a:cubicBezTo>
                <a:cubicBezTo>
                  <a:pt x="401692" y="34215"/>
                  <a:pt x="397609" y="36529"/>
                  <a:pt x="394047" y="41155"/>
                </a:cubicBezTo>
                <a:cubicBezTo>
                  <a:pt x="390484" y="45781"/>
                  <a:pt x="387615" y="52003"/>
                  <a:pt x="385437" y="59821"/>
                </a:cubicBezTo>
                <a:cubicBezTo>
                  <a:pt x="383260" y="67639"/>
                  <a:pt x="382172" y="74640"/>
                  <a:pt x="382172" y="80825"/>
                </a:cubicBezTo>
                <a:cubicBezTo>
                  <a:pt x="382172" y="84438"/>
                  <a:pt x="382704" y="87134"/>
                  <a:pt x="383767" y="88915"/>
                </a:cubicBezTo>
                <a:cubicBezTo>
                  <a:pt x="384831" y="90697"/>
                  <a:pt x="386476" y="91587"/>
                  <a:pt x="388703" y="91587"/>
                </a:cubicBezTo>
                <a:cubicBezTo>
                  <a:pt x="391969" y="91587"/>
                  <a:pt x="395296" y="89992"/>
                  <a:pt x="398686" y="86800"/>
                </a:cubicBezTo>
                <a:cubicBezTo>
                  <a:pt x="402075" y="83609"/>
                  <a:pt x="404809" y="79861"/>
                  <a:pt x="406887" y="75556"/>
                </a:cubicBezTo>
                <a:cubicBezTo>
                  <a:pt x="408965" y="71251"/>
                  <a:pt x="410821" y="65363"/>
                  <a:pt x="412453" y="57892"/>
                </a:cubicBezTo>
                <a:lnTo>
                  <a:pt x="413047" y="55145"/>
                </a:lnTo>
                <a:close/>
                <a:moveTo>
                  <a:pt x="455102" y="45497"/>
                </a:moveTo>
                <a:lnTo>
                  <a:pt x="449758" y="40153"/>
                </a:lnTo>
                <a:cubicBezTo>
                  <a:pt x="454706" y="35106"/>
                  <a:pt x="459097" y="31568"/>
                  <a:pt x="462932" y="29540"/>
                </a:cubicBezTo>
                <a:cubicBezTo>
                  <a:pt x="466767" y="27511"/>
                  <a:pt x="470812" y="26497"/>
                  <a:pt x="475067" y="26497"/>
                </a:cubicBezTo>
                <a:cubicBezTo>
                  <a:pt x="479174" y="26497"/>
                  <a:pt x="482452" y="27647"/>
                  <a:pt x="484901" y="29948"/>
                </a:cubicBezTo>
                <a:cubicBezTo>
                  <a:pt x="487350" y="32249"/>
                  <a:pt x="488575" y="35279"/>
                  <a:pt x="488575" y="39040"/>
                </a:cubicBezTo>
                <a:cubicBezTo>
                  <a:pt x="488575" y="40277"/>
                  <a:pt x="488426" y="41464"/>
                  <a:pt x="488130" y="42602"/>
                </a:cubicBezTo>
                <a:lnTo>
                  <a:pt x="488872" y="43196"/>
                </a:lnTo>
                <a:cubicBezTo>
                  <a:pt x="493523" y="37407"/>
                  <a:pt x="497939" y="33176"/>
                  <a:pt x="502120" y="30504"/>
                </a:cubicBezTo>
                <a:cubicBezTo>
                  <a:pt x="506301" y="27832"/>
                  <a:pt x="511187" y="26497"/>
                  <a:pt x="516778" y="26497"/>
                </a:cubicBezTo>
                <a:cubicBezTo>
                  <a:pt x="521875" y="26497"/>
                  <a:pt x="525870" y="27931"/>
                  <a:pt x="528765" y="30801"/>
                </a:cubicBezTo>
                <a:cubicBezTo>
                  <a:pt x="531659" y="33671"/>
                  <a:pt x="533107" y="37580"/>
                  <a:pt x="533107" y="42528"/>
                </a:cubicBezTo>
                <a:cubicBezTo>
                  <a:pt x="533107" y="44111"/>
                  <a:pt x="532946" y="46091"/>
                  <a:pt x="532624" y="48466"/>
                </a:cubicBezTo>
                <a:cubicBezTo>
                  <a:pt x="532303" y="50841"/>
                  <a:pt x="531919" y="52944"/>
                  <a:pt x="531474" y="54774"/>
                </a:cubicBezTo>
                <a:lnTo>
                  <a:pt x="525611" y="77931"/>
                </a:lnTo>
                <a:cubicBezTo>
                  <a:pt x="524769" y="81246"/>
                  <a:pt x="524349" y="84141"/>
                  <a:pt x="524349" y="86615"/>
                </a:cubicBezTo>
                <a:cubicBezTo>
                  <a:pt x="524349" y="88544"/>
                  <a:pt x="524670" y="89880"/>
                  <a:pt x="525314" y="90623"/>
                </a:cubicBezTo>
                <a:cubicBezTo>
                  <a:pt x="525957" y="91365"/>
                  <a:pt x="526872" y="91736"/>
                  <a:pt x="528060" y="91736"/>
                </a:cubicBezTo>
                <a:cubicBezTo>
                  <a:pt x="529495" y="91736"/>
                  <a:pt x="531103" y="91055"/>
                  <a:pt x="532884" y="89695"/>
                </a:cubicBezTo>
                <a:cubicBezTo>
                  <a:pt x="534665" y="88334"/>
                  <a:pt x="536768" y="86268"/>
                  <a:pt x="539193" y="83497"/>
                </a:cubicBezTo>
                <a:lnTo>
                  <a:pt x="544537" y="88841"/>
                </a:lnTo>
                <a:cubicBezTo>
                  <a:pt x="539688" y="93789"/>
                  <a:pt x="535346" y="97302"/>
                  <a:pt x="531511" y="99380"/>
                </a:cubicBezTo>
                <a:cubicBezTo>
                  <a:pt x="527676" y="101459"/>
                  <a:pt x="523458" y="102498"/>
                  <a:pt x="518857" y="102498"/>
                </a:cubicBezTo>
                <a:cubicBezTo>
                  <a:pt x="513612" y="102498"/>
                  <a:pt x="509777" y="101199"/>
                  <a:pt x="507352" y="98601"/>
                </a:cubicBezTo>
                <a:cubicBezTo>
                  <a:pt x="504928" y="96003"/>
                  <a:pt x="503716" y="92181"/>
                  <a:pt x="503716" y="87134"/>
                </a:cubicBezTo>
                <a:cubicBezTo>
                  <a:pt x="503716" y="83522"/>
                  <a:pt x="504433" y="78896"/>
                  <a:pt x="505868" y="73255"/>
                </a:cubicBezTo>
                <a:lnTo>
                  <a:pt x="509134" y="60935"/>
                </a:lnTo>
                <a:cubicBezTo>
                  <a:pt x="509975" y="57768"/>
                  <a:pt x="510692" y="54638"/>
                  <a:pt x="511286" y="51546"/>
                </a:cubicBezTo>
                <a:cubicBezTo>
                  <a:pt x="511880" y="48453"/>
                  <a:pt x="512177" y="45917"/>
                  <a:pt x="512177" y="43938"/>
                </a:cubicBezTo>
                <a:cubicBezTo>
                  <a:pt x="512177" y="41712"/>
                  <a:pt x="511707" y="40054"/>
                  <a:pt x="510767" y="38965"/>
                </a:cubicBezTo>
                <a:cubicBezTo>
                  <a:pt x="509826" y="37877"/>
                  <a:pt x="508491" y="37333"/>
                  <a:pt x="506759" y="37333"/>
                </a:cubicBezTo>
                <a:cubicBezTo>
                  <a:pt x="504334" y="37333"/>
                  <a:pt x="501563" y="38768"/>
                  <a:pt x="498446" y="41637"/>
                </a:cubicBezTo>
                <a:cubicBezTo>
                  <a:pt x="495329" y="44507"/>
                  <a:pt x="492830" y="47538"/>
                  <a:pt x="490950" y="50729"/>
                </a:cubicBezTo>
                <a:cubicBezTo>
                  <a:pt x="489070" y="53921"/>
                  <a:pt x="487585" y="58089"/>
                  <a:pt x="486497" y="63235"/>
                </a:cubicBezTo>
                <a:lnTo>
                  <a:pt x="478184" y="101310"/>
                </a:lnTo>
                <a:lnTo>
                  <a:pt x="456883" y="101310"/>
                </a:lnTo>
                <a:lnTo>
                  <a:pt x="468832" y="49727"/>
                </a:lnTo>
                <a:cubicBezTo>
                  <a:pt x="469575" y="46511"/>
                  <a:pt x="469946" y="44062"/>
                  <a:pt x="469946" y="42380"/>
                </a:cubicBezTo>
                <a:cubicBezTo>
                  <a:pt x="469946" y="40747"/>
                  <a:pt x="469674" y="39485"/>
                  <a:pt x="469129" y="38594"/>
                </a:cubicBezTo>
                <a:cubicBezTo>
                  <a:pt x="468585" y="37704"/>
                  <a:pt x="467645" y="37258"/>
                  <a:pt x="466309" y="37258"/>
                </a:cubicBezTo>
                <a:cubicBezTo>
                  <a:pt x="464775" y="37258"/>
                  <a:pt x="463117" y="37951"/>
                  <a:pt x="461336" y="39337"/>
                </a:cubicBezTo>
                <a:cubicBezTo>
                  <a:pt x="459555" y="40722"/>
                  <a:pt x="457477" y="42775"/>
                  <a:pt x="455102" y="454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713C03-594C-4FD5-9773-2F034F5C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82" y="4879018"/>
            <a:ext cx="563410" cy="238471"/>
          </a:xfrm>
          <a:custGeom xmlns:a="http://schemas.openxmlformats.org/drawingml/2006/main">
            <a:pathLst>
              <a:path w="563410" h="238471" fill="none">
                <a:moveTo>
                  <a:pt x="0" y="238471"/>
                </a:moveTo>
                <a:lnTo>
                  <a:pt x="563410" y="238471"/>
                </a:lnTo>
                <a:lnTo>
                  <a:pt x="563410" y="0"/>
                </a:lnTo>
                <a:lnTo>
                  <a:pt x="0" y="0"/>
                </a:lnTo>
                <a:lnTo>
                  <a:pt x="0" y="2384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356" name="Text 𝑮𝒆𝒏𝑨𝑰">
            <a:extLst xmlns:a="http://schemas.openxmlformats.org/drawingml/2006/main">
              <a:ext uri="{FF2B5EF4-FFF2-40B4-BE49-F238E27FC236}">
                <a16:creationId xmlns:a16="http://schemas.microsoft.com/office/drawing/2014/main" id="{F95961E4-1994-4A56-A941-673F222C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092" y="4947455"/>
            <a:ext cx="436368" cy="103685"/>
          </a:xfrm>
          <a:custGeom xmlns:a="http://schemas.openxmlformats.org/drawingml/2006/main">
            <a:pathLst>
              <a:path w="436368" h="103685">
                <a:moveTo>
                  <a:pt x="50841" y="74962"/>
                </a:moveTo>
                <a:cubicBezTo>
                  <a:pt x="51236" y="73131"/>
                  <a:pt x="51484" y="71610"/>
                  <a:pt x="51583" y="70398"/>
                </a:cubicBezTo>
                <a:cubicBezTo>
                  <a:pt x="51682" y="69185"/>
                  <a:pt x="51731" y="68084"/>
                  <a:pt x="51731" y="67095"/>
                </a:cubicBezTo>
                <a:cubicBezTo>
                  <a:pt x="51731" y="65066"/>
                  <a:pt x="51261" y="63545"/>
                  <a:pt x="50321" y="62530"/>
                </a:cubicBezTo>
                <a:cubicBezTo>
                  <a:pt x="49381" y="61516"/>
                  <a:pt x="47773" y="60860"/>
                  <a:pt x="45497" y="60563"/>
                </a:cubicBezTo>
                <a:lnTo>
                  <a:pt x="46536" y="55665"/>
                </a:lnTo>
                <a:lnTo>
                  <a:pt x="82755" y="55665"/>
                </a:lnTo>
                <a:lnTo>
                  <a:pt x="81716" y="60563"/>
                </a:lnTo>
                <a:cubicBezTo>
                  <a:pt x="79786" y="61207"/>
                  <a:pt x="78351" y="61986"/>
                  <a:pt x="77411" y="62901"/>
                </a:cubicBezTo>
                <a:cubicBezTo>
                  <a:pt x="76471" y="63817"/>
                  <a:pt x="75630" y="65153"/>
                  <a:pt x="74888" y="66909"/>
                </a:cubicBezTo>
                <a:cubicBezTo>
                  <a:pt x="74146" y="68666"/>
                  <a:pt x="73329" y="71597"/>
                  <a:pt x="72439" y="75704"/>
                </a:cubicBezTo>
                <a:lnTo>
                  <a:pt x="66724" y="101310"/>
                </a:lnTo>
                <a:lnTo>
                  <a:pt x="56481" y="103685"/>
                </a:lnTo>
                <a:lnTo>
                  <a:pt x="52548" y="98416"/>
                </a:lnTo>
                <a:cubicBezTo>
                  <a:pt x="46066" y="101929"/>
                  <a:pt x="39312" y="103685"/>
                  <a:pt x="32286" y="103685"/>
                </a:cubicBezTo>
                <a:cubicBezTo>
                  <a:pt x="21895" y="103685"/>
                  <a:pt x="13916" y="100766"/>
                  <a:pt x="8350" y="94927"/>
                </a:cubicBezTo>
                <a:cubicBezTo>
                  <a:pt x="2783" y="89089"/>
                  <a:pt x="0" y="80652"/>
                  <a:pt x="0" y="69618"/>
                </a:cubicBezTo>
                <a:cubicBezTo>
                  <a:pt x="0" y="62790"/>
                  <a:pt x="1163" y="54985"/>
                  <a:pt x="3488" y="46202"/>
                </a:cubicBezTo>
                <a:cubicBezTo>
                  <a:pt x="5814" y="37419"/>
                  <a:pt x="9414" y="29502"/>
                  <a:pt x="14287" y="22452"/>
                </a:cubicBezTo>
                <a:cubicBezTo>
                  <a:pt x="19161" y="15401"/>
                  <a:pt x="25284" y="9896"/>
                  <a:pt x="32657" y="5938"/>
                </a:cubicBezTo>
                <a:cubicBezTo>
                  <a:pt x="40029" y="1979"/>
                  <a:pt x="48391" y="0"/>
                  <a:pt x="57743" y="0"/>
                </a:cubicBezTo>
                <a:cubicBezTo>
                  <a:pt x="68233" y="0"/>
                  <a:pt x="77634" y="1410"/>
                  <a:pt x="85947" y="4231"/>
                </a:cubicBezTo>
                <a:lnTo>
                  <a:pt x="81419" y="25457"/>
                </a:lnTo>
                <a:lnTo>
                  <a:pt x="71696" y="25457"/>
                </a:lnTo>
                <a:cubicBezTo>
                  <a:pt x="71696" y="21153"/>
                  <a:pt x="71239" y="17800"/>
                  <a:pt x="70323" y="15401"/>
                </a:cubicBezTo>
                <a:cubicBezTo>
                  <a:pt x="69408" y="13001"/>
                  <a:pt x="68010" y="11281"/>
                  <a:pt x="66130" y="10242"/>
                </a:cubicBezTo>
                <a:cubicBezTo>
                  <a:pt x="64250" y="9203"/>
                  <a:pt x="61726" y="8684"/>
                  <a:pt x="58560" y="8684"/>
                </a:cubicBezTo>
                <a:cubicBezTo>
                  <a:pt x="51979" y="8684"/>
                  <a:pt x="46066" y="11714"/>
                  <a:pt x="40821" y="17776"/>
                </a:cubicBezTo>
                <a:cubicBezTo>
                  <a:pt x="35576" y="23837"/>
                  <a:pt x="31123" y="32743"/>
                  <a:pt x="27461" y="44495"/>
                </a:cubicBezTo>
                <a:cubicBezTo>
                  <a:pt x="23800" y="56246"/>
                  <a:pt x="21969" y="66823"/>
                  <a:pt x="21969" y="76224"/>
                </a:cubicBezTo>
                <a:cubicBezTo>
                  <a:pt x="21969" y="88742"/>
                  <a:pt x="26101" y="95001"/>
                  <a:pt x="34364" y="95001"/>
                </a:cubicBezTo>
                <a:cubicBezTo>
                  <a:pt x="38322" y="95001"/>
                  <a:pt x="41588" y="93752"/>
                  <a:pt x="44161" y="91253"/>
                </a:cubicBezTo>
                <a:cubicBezTo>
                  <a:pt x="46734" y="88755"/>
                  <a:pt x="48614" y="84883"/>
                  <a:pt x="49802" y="79638"/>
                </a:cubicBezTo>
                <a:lnTo>
                  <a:pt x="50841" y="74962"/>
                </a:lnTo>
                <a:close/>
                <a:moveTo>
                  <a:pt x="161666" y="87060"/>
                </a:moveTo>
                <a:cubicBezTo>
                  <a:pt x="156669" y="92701"/>
                  <a:pt x="151288" y="96882"/>
                  <a:pt x="145524" y="99603"/>
                </a:cubicBezTo>
                <a:cubicBezTo>
                  <a:pt x="139759" y="102325"/>
                  <a:pt x="133512" y="103685"/>
                  <a:pt x="126783" y="103685"/>
                </a:cubicBezTo>
                <a:cubicBezTo>
                  <a:pt x="120994" y="103685"/>
                  <a:pt x="116071" y="102671"/>
                  <a:pt x="112013" y="100642"/>
                </a:cubicBezTo>
                <a:cubicBezTo>
                  <a:pt x="107956" y="98614"/>
                  <a:pt x="104901" y="95608"/>
                  <a:pt x="102847" y="91624"/>
                </a:cubicBezTo>
                <a:cubicBezTo>
                  <a:pt x="100794" y="87641"/>
                  <a:pt x="99767" y="82879"/>
                  <a:pt x="99767" y="77337"/>
                </a:cubicBezTo>
                <a:cubicBezTo>
                  <a:pt x="99767" y="74764"/>
                  <a:pt x="100113" y="71474"/>
                  <a:pt x="100806" y="67466"/>
                </a:cubicBezTo>
                <a:cubicBezTo>
                  <a:pt x="101746" y="62023"/>
                  <a:pt x="103181" y="57174"/>
                  <a:pt x="105111" y="52919"/>
                </a:cubicBezTo>
                <a:cubicBezTo>
                  <a:pt x="107535" y="47674"/>
                  <a:pt x="110702" y="43171"/>
                  <a:pt x="114611" y="39411"/>
                </a:cubicBezTo>
                <a:cubicBezTo>
                  <a:pt x="118520" y="35650"/>
                  <a:pt x="123109" y="32756"/>
                  <a:pt x="128379" y="30727"/>
                </a:cubicBezTo>
                <a:cubicBezTo>
                  <a:pt x="133648" y="28698"/>
                  <a:pt x="139425" y="27684"/>
                  <a:pt x="145709" y="27684"/>
                </a:cubicBezTo>
                <a:cubicBezTo>
                  <a:pt x="160850" y="27684"/>
                  <a:pt x="168420" y="33152"/>
                  <a:pt x="168420" y="44087"/>
                </a:cubicBezTo>
                <a:cubicBezTo>
                  <a:pt x="168420" y="47847"/>
                  <a:pt x="167666" y="51162"/>
                  <a:pt x="166157" y="54032"/>
                </a:cubicBezTo>
                <a:cubicBezTo>
                  <a:pt x="164648" y="56902"/>
                  <a:pt x="162136" y="59500"/>
                  <a:pt x="158623" y="61825"/>
                </a:cubicBezTo>
                <a:cubicBezTo>
                  <a:pt x="155110" y="64151"/>
                  <a:pt x="150150" y="66031"/>
                  <a:pt x="143742" y="67466"/>
                </a:cubicBezTo>
                <a:cubicBezTo>
                  <a:pt x="137335" y="68901"/>
                  <a:pt x="129603" y="69717"/>
                  <a:pt x="120549" y="69915"/>
                </a:cubicBezTo>
                <a:cubicBezTo>
                  <a:pt x="119905" y="72834"/>
                  <a:pt x="119584" y="75853"/>
                  <a:pt x="119584" y="78970"/>
                </a:cubicBezTo>
                <a:cubicBezTo>
                  <a:pt x="119584" y="83572"/>
                  <a:pt x="120549" y="87035"/>
                  <a:pt x="122478" y="89361"/>
                </a:cubicBezTo>
                <a:cubicBezTo>
                  <a:pt x="124408" y="91686"/>
                  <a:pt x="127327" y="92849"/>
                  <a:pt x="131236" y="92849"/>
                </a:cubicBezTo>
                <a:cubicBezTo>
                  <a:pt x="135590" y="92849"/>
                  <a:pt x="139524" y="91971"/>
                  <a:pt x="143037" y="90214"/>
                </a:cubicBezTo>
                <a:cubicBezTo>
                  <a:pt x="146550" y="88458"/>
                  <a:pt x="150682" y="85328"/>
                  <a:pt x="155432" y="80825"/>
                </a:cubicBezTo>
                <a:lnTo>
                  <a:pt x="161666" y="87060"/>
                </a:lnTo>
                <a:moveTo>
                  <a:pt x="122330" y="62122"/>
                </a:moveTo>
                <a:cubicBezTo>
                  <a:pt x="131434" y="61875"/>
                  <a:pt x="138398" y="60130"/>
                  <a:pt x="143223" y="56890"/>
                </a:cubicBezTo>
                <a:cubicBezTo>
                  <a:pt x="148047" y="53649"/>
                  <a:pt x="150459" y="49059"/>
                  <a:pt x="150459" y="43122"/>
                </a:cubicBezTo>
                <a:cubicBezTo>
                  <a:pt x="150459" y="40598"/>
                  <a:pt x="149878" y="38681"/>
                  <a:pt x="148715" y="37370"/>
                </a:cubicBezTo>
                <a:cubicBezTo>
                  <a:pt x="147552" y="36059"/>
                  <a:pt x="145932" y="35403"/>
                  <a:pt x="143854" y="35403"/>
                </a:cubicBezTo>
                <a:cubicBezTo>
                  <a:pt x="139252" y="35403"/>
                  <a:pt x="135108" y="37679"/>
                  <a:pt x="131422" y="42231"/>
                </a:cubicBezTo>
                <a:cubicBezTo>
                  <a:pt x="127736" y="46783"/>
                  <a:pt x="124705" y="53414"/>
                  <a:pt x="122330" y="62122"/>
                </a:cubicBezTo>
                <a:close/>
                <a:moveTo>
                  <a:pt x="182548" y="46684"/>
                </a:moveTo>
                <a:lnTo>
                  <a:pt x="177204" y="41340"/>
                </a:lnTo>
                <a:cubicBezTo>
                  <a:pt x="182152" y="36294"/>
                  <a:pt x="186544" y="32756"/>
                  <a:pt x="190378" y="30727"/>
                </a:cubicBezTo>
                <a:cubicBezTo>
                  <a:pt x="194213" y="28698"/>
                  <a:pt x="198258" y="27684"/>
                  <a:pt x="202513" y="27684"/>
                </a:cubicBezTo>
                <a:cubicBezTo>
                  <a:pt x="206620" y="27684"/>
                  <a:pt x="209898" y="28834"/>
                  <a:pt x="212347" y="31135"/>
                </a:cubicBezTo>
                <a:cubicBezTo>
                  <a:pt x="214797" y="33436"/>
                  <a:pt x="216021" y="36467"/>
                  <a:pt x="216021" y="40227"/>
                </a:cubicBezTo>
                <a:cubicBezTo>
                  <a:pt x="216021" y="41464"/>
                  <a:pt x="215873" y="42652"/>
                  <a:pt x="215576" y="43790"/>
                </a:cubicBezTo>
                <a:lnTo>
                  <a:pt x="216318" y="44383"/>
                </a:lnTo>
                <a:cubicBezTo>
                  <a:pt x="220969" y="38594"/>
                  <a:pt x="225385" y="34364"/>
                  <a:pt x="229566" y="31692"/>
                </a:cubicBezTo>
                <a:cubicBezTo>
                  <a:pt x="233747" y="29020"/>
                  <a:pt x="238634" y="27684"/>
                  <a:pt x="244225" y="27684"/>
                </a:cubicBezTo>
                <a:cubicBezTo>
                  <a:pt x="249321" y="27684"/>
                  <a:pt x="253317" y="29119"/>
                  <a:pt x="256211" y="31989"/>
                </a:cubicBezTo>
                <a:cubicBezTo>
                  <a:pt x="259106" y="34859"/>
                  <a:pt x="260553" y="38768"/>
                  <a:pt x="260553" y="43716"/>
                </a:cubicBezTo>
                <a:cubicBezTo>
                  <a:pt x="260553" y="45299"/>
                  <a:pt x="260392" y="47278"/>
                  <a:pt x="260071" y="49653"/>
                </a:cubicBezTo>
                <a:cubicBezTo>
                  <a:pt x="259749" y="52028"/>
                  <a:pt x="259366" y="54131"/>
                  <a:pt x="258920" y="55962"/>
                </a:cubicBezTo>
                <a:lnTo>
                  <a:pt x="253057" y="79118"/>
                </a:lnTo>
                <a:cubicBezTo>
                  <a:pt x="252216" y="82434"/>
                  <a:pt x="251795" y="85328"/>
                  <a:pt x="251795" y="87802"/>
                </a:cubicBezTo>
                <a:cubicBezTo>
                  <a:pt x="251795" y="89732"/>
                  <a:pt x="252117" y="91068"/>
                  <a:pt x="252760" y="91810"/>
                </a:cubicBezTo>
                <a:cubicBezTo>
                  <a:pt x="253403" y="92552"/>
                  <a:pt x="254319" y="92923"/>
                  <a:pt x="255506" y="92923"/>
                </a:cubicBezTo>
                <a:cubicBezTo>
                  <a:pt x="256941" y="92923"/>
                  <a:pt x="258549" y="92243"/>
                  <a:pt x="260330" y="90882"/>
                </a:cubicBezTo>
                <a:cubicBezTo>
                  <a:pt x="262112" y="89522"/>
                  <a:pt x="264215" y="87456"/>
                  <a:pt x="266639" y="84685"/>
                </a:cubicBezTo>
                <a:lnTo>
                  <a:pt x="271983" y="90029"/>
                </a:lnTo>
                <a:cubicBezTo>
                  <a:pt x="267134" y="94977"/>
                  <a:pt x="262792" y="98490"/>
                  <a:pt x="258957" y="100568"/>
                </a:cubicBezTo>
                <a:cubicBezTo>
                  <a:pt x="255123" y="102646"/>
                  <a:pt x="250905" y="103685"/>
                  <a:pt x="246303" y="103685"/>
                </a:cubicBezTo>
                <a:cubicBezTo>
                  <a:pt x="241058" y="103685"/>
                  <a:pt x="237223" y="102386"/>
                  <a:pt x="234799" y="99789"/>
                </a:cubicBezTo>
                <a:cubicBezTo>
                  <a:pt x="232374" y="97191"/>
                  <a:pt x="231162" y="93369"/>
                  <a:pt x="231162" y="88322"/>
                </a:cubicBezTo>
                <a:cubicBezTo>
                  <a:pt x="231162" y="84710"/>
                  <a:pt x="231880" y="80083"/>
                  <a:pt x="233314" y="74443"/>
                </a:cubicBezTo>
                <a:lnTo>
                  <a:pt x="236580" y="62122"/>
                </a:lnTo>
                <a:cubicBezTo>
                  <a:pt x="237421" y="58955"/>
                  <a:pt x="238139" y="55826"/>
                  <a:pt x="238732" y="52733"/>
                </a:cubicBezTo>
                <a:cubicBezTo>
                  <a:pt x="239326" y="49641"/>
                  <a:pt x="239623" y="47105"/>
                  <a:pt x="239623" y="45126"/>
                </a:cubicBezTo>
                <a:cubicBezTo>
                  <a:pt x="239623" y="42899"/>
                  <a:pt x="239153" y="41242"/>
                  <a:pt x="238213" y="40153"/>
                </a:cubicBezTo>
                <a:cubicBezTo>
                  <a:pt x="237273" y="39064"/>
                  <a:pt x="235937" y="38520"/>
                  <a:pt x="234205" y="38520"/>
                </a:cubicBezTo>
                <a:cubicBezTo>
                  <a:pt x="231781" y="38520"/>
                  <a:pt x="229010" y="39955"/>
                  <a:pt x="225892" y="42825"/>
                </a:cubicBezTo>
                <a:cubicBezTo>
                  <a:pt x="222775" y="45695"/>
                  <a:pt x="220276" y="48725"/>
                  <a:pt x="218396" y="51917"/>
                </a:cubicBezTo>
                <a:cubicBezTo>
                  <a:pt x="216516" y="55108"/>
                  <a:pt x="215032" y="59277"/>
                  <a:pt x="213943" y="64423"/>
                </a:cubicBezTo>
                <a:lnTo>
                  <a:pt x="205630" y="102498"/>
                </a:lnTo>
                <a:lnTo>
                  <a:pt x="184329" y="102498"/>
                </a:lnTo>
                <a:lnTo>
                  <a:pt x="196279" y="50915"/>
                </a:lnTo>
                <a:cubicBezTo>
                  <a:pt x="197021" y="47699"/>
                  <a:pt x="197392" y="45249"/>
                  <a:pt x="197392" y="43567"/>
                </a:cubicBezTo>
                <a:cubicBezTo>
                  <a:pt x="197392" y="41934"/>
                  <a:pt x="197120" y="40673"/>
                  <a:pt x="196576" y="39782"/>
                </a:cubicBezTo>
                <a:cubicBezTo>
                  <a:pt x="196031" y="38891"/>
                  <a:pt x="195091" y="38446"/>
                  <a:pt x="193755" y="38446"/>
                </a:cubicBezTo>
                <a:cubicBezTo>
                  <a:pt x="192221" y="38446"/>
                  <a:pt x="190564" y="39139"/>
                  <a:pt x="188783" y="40524"/>
                </a:cubicBezTo>
                <a:cubicBezTo>
                  <a:pt x="187001" y="41910"/>
                  <a:pt x="184923" y="43963"/>
                  <a:pt x="182548" y="46684"/>
                </a:cubicBezTo>
                <a:close/>
                <a:moveTo>
                  <a:pt x="335891" y="71103"/>
                </a:moveTo>
                <a:lnTo>
                  <a:pt x="306871" y="71103"/>
                </a:lnTo>
                <a:lnTo>
                  <a:pt x="305832" y="72958"/>
                </a:lnTo>
                <a:cubicBezTo>
                  <a:pt x="303061" y="77956"/>
                  <a:pt x="301218" y="81741"/>
                  <a:pt x="300302" y="84314"/>
                </a:cubicBezTo>
                <a:cubicBezTo>
                  <a:pt x="299387" y="86887"/>
                  <a:pt x="298929" y="89262"/>
                  <a:pt x="298929" y="91439"/>
                </a:cubicBezTo>
                <a:cubicBezTo>
                  <a:pt x="298929" y="95001"/>
                  <a:pt x="301032" y="97055"/>
                  <a:pt x="305238" y="97599"/>
                </a:cubicBezTo>
                <a:lnTo>
                  <a:pt x="304125" y="102498"/>
                </a:lnTo>
                <a:lnTo>
                  <a:pt x="272804" y="102498"/>
                </a:lnTo>
                <a:lnTo>
                  <a:pt x="273917" y="97599"/>
                </a:lnTo>
                <a:cubicBezTo>
                  <a:pt x="275649" y="97203"/>
                  <a:pt x="277170" y="96535"/>
                  <a:pt x="278482" y="95595"/>
                </a:cubicBezTo>
                <a:cubicBezTo>
                  <a:pt x="279793" y="94655"/>
                  <a:pt x="281042" y="93381"/>
                  <a:pt x="282230" y="91773"/>
                </a:cubicBezTo>
                <a:cubicBezTo>
                  <a:pt x="283417" y="90165"/>
                  <a:pt x="285100" y="87406"/>
                  <a:pt x="287277" y="83497"/>
                </a:cubicBezTo>
                <a:lnTo>
                  <a:pt x="333367" y="668"/>
                </a:lnTo>
                <a:lnTo>
                  <a:pt x="354743" y="668"/>
                </a:lnTo>
                <a:lnTo>
                  <a:pt x="357934" y="80009"/>
                </a:lnTo>
                <a:cubicBezTo>
                  <a:pt x="358033" y="82829"/>
                  <a:pt x="358231" y="85365"/>
                  <a:pt x="358528" y="87617"/>
                </a:cubicBezTo>
                <a:cubicBezTo>
                  <a:pt x="358825" y="89868"/>
                  <a:pt x="359295" y="91711"/>
                  <a:pt x="359938" y="93146"/>
                </a:cubicBezTo>
                <a:cubicBezTo>
                  <a:pt x="360581" y="94581"/>
                  <a:pt x="361385" y="95632"/>
                  <a:pt x="362350" y="96300"/>
                </a:cubicBezTo>
                <a:cubicBezTo>
                  <a:pt x="363315" y="96968"/>
                  <a:pt x="364540" y="97401"/>
                  <a:pt x="366024" y="97599"/>
                </a:cubicBezTo>
                <a:lnTo>
                  <a:pt x="364911" y="102498"/>
                </a:lnTo>
                <a:lnTo>
                  <a:pt x="326539" y="102498"/>
                </a:lnTo>
                <a:lnTo>
                  <a:pt x="327652" y="97599"/>
                </a:lnTo>
                <a:cubicBezTo>
                  <a:pt x="329829" y="97451"/>
                  <a:pt x="331549" y="96894"/>
                  <a:pt x="332811" y="95929"/>
                </a:cubicBezTo>
                <a:cubicBezTo>
                  <a:pt x="334072" y="94964"/>
                  <a:pt x="334951" y="93653"/>
                  <a:pt x="335445" y="91996"/>
                </a:cubicBezTo>
                <a:cubicBezTo>
                  <a:pt x="335940" y="90338"/>
                  <a:pt x="336188" y="88025"/>
                  <a:pt x="336188" y="85056"/>
                </a:cubicBezTo>
                <a:cubicBezTo>
                  <a:pt x="336188" y="82928"/>
                  <a:pt x="336138" y="80702"/>
                  <a:pt x="336039" y="78376"/>
                </a:cubicBezTo>
                <a:lnTo>
                  <a:pt x="335891" y="71103"/>
                </a:lnTo>
                <a:moveTo>
                  <a:pt x="311472" y="62419"/>
                </a:moveTo>
                <a:lnTo>
                  <a:pt x="335668" y="62419"/>
                </a:lnTo>
                <a:lnTo>
                  <a:pt x="335371" y="44606"/>
                </a:lnTo>
                <a:cubicBezTo>
                  <a:pt x="335272" y="38273"/>
                  <a:pt x="335223" y="33028"/>
                  <a:pt x="335223" y="28872"/>
                </a:cubicBezTo>
                <a:cubicBezTo>
                  <a:pt x="335223" y="25705"/>
                  <a:pt x="335247" y="22464"/>
                  <a:pt x="335297" y="19149"/>
                </a:cubicBezTo>
                <a:lnTo>
                  <a:pt x="334406" y="19149"/>
                </a:lnTo>
                <a:lnTo>
                  <a:pt x="311472" y="62419"/>
                </a:lnTo>
                <a:close/>
                <a:moveTo>
                  <a:pt x="415957" y="102498"/>
                </a:moveTo>
                <a:lnTo>
                  <a:pt x="378625" y="102498"/>
                </a:lnTo>
                <a:lnTo>
                  <a:pt x="379664" y="97599"/>
                </a:lnTo>
                <a:cubicBezTo>
                  <a:pt x="382484" y="96807"/>
                  <a:pt x="384562" y="95422"/>
                  <a:pt x="385898" y="93443"/>
                </a:cubicBezTo>
                <a:cubicBezTo>
                  <a:pt x="387234" y="91464"/>
                  <a:pt x="388496" y="87802"/>
                  <a:pt x="389683" y="82458"/>
                </a:cubicBezTo>
                <a:lnTo>
                  <a:pt x="403191" y="21227"/>
                </a:lnTo>
                <a:cubicBezTo>
                  <a:pt x="403835" y="18308"/>
                  <a:pt x="404156" y="15413"/>
                  <a:pt x="404156" y="12543"/>
                </a:cubicBezTo>
                <a:cubicBezTo>
                  <a:pt x="404156" y="10465"/>
                  <a:pt x="403674" y="8943"/>
                  <a:pt x="402709" y="7979"/>
                </a:cubicBezTo>
                <a:cubicBezTo>
                  <a:pt x="401744" y="7014"/>
                  <a:pt x="400173" y="6383"/>
                  <a:pt x="397996" y="6086"/>
                </a:cubicBezTo>
                <a:lnTo>
                  <a:pt x="399035" y="1188"/>
                </a:lnTo>
                <a:lnTo>
                  <a:pt x="436368" y="1188"/>
                </a:lnTo>
                <a:lnTo>
                  <a:pt x="435329" y="6086"/>
                </a:lnTo>
                <a:cubicBezTo>
                  <a:pt x="432508" y="6878"/>
                  <a:pt x="430430" y="8263"/>
                  <a:pt x="429094" y="10242"/>
                </a:cubicBezTo>
                <a:cubicBezTo>
                  <a:pt x="427758" y="12222"/>
                  <a:pt x="426496" y="15883"/>
                  <a:pt x="425309" y="21227"/>
                </a:cubicBezTo>
                <a:lnTo>
                  <a:pt x="411801" y="82458"/>
                </a:lnTo>
                <a:cubicBezTo>
                  <a:pt x="411455" y="84042"/>
                  <a:pt x="411207" y="85415"/>
                  <a:pt x="411059" y="86578"/>
                </a:cubicBezTo>
                <a:cubicBezTo>
                  <a:pt x="410910" y="87740"/>
                  <a:pt x="410836" y="89262"/>
                  <a:pt x="410836" y="91142"/>
                </a:cubicBezTo>
                <a:cubicBezTo>
                  <a:pt x="410836" y="93220"/>
                  <a:pt x="411318" y="94742"/>
                  <a:pt x="412283" y="95707"/>
                </a:cubicBezTo>
                <a:cubicBezTo>
                  <a:pt x="413248" y="96671"/>
                  <a:pt x="414819" y="97302"/>
                  <a:pt x="416996" y="97599"/>
                </a:cubicBezTo>
                <a:lnTo>
                  <a:pt x="415957" y="102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8CAFE0-4DE3-4B3A-8060-2CDCE27E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588" y="1589578"/>
            <a:ext cx="386832" cy="321299"/>
          </a:xfrm>
          <a:custGeom xmlns:a="http://schemas.openxmlformats.org/drawingml/2006/main">
            <a:pathLst>
              <a:path w="386832" h="321299" fill="none">
                <a:moveTo>
                  <a:pt x="0" y="321299"/>
                </a:moveTo>
                <a:lnTo>
                  <a:pt x="386832" y="321299"/>
                </a:lnTo>
                <a:lnTo>
                  <a:pt x="386832" y="0"/>
                </a:lnTo>
                <a:lnTo>
                  <a:pt x="0" y="0"/>
                </a:lnTo>
                <a:lnTo>
                  <a:pt x="0" y="3212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358" name="Text 𝒇">
            <a:extLst xmlns:a="http://schemas.openxmlformats.org/drawingml/2006/main">
              <a:ext uri="{FF2B5EF4-FFF2-40B4-BE49-F238E27FC236}">
                <a16:creationId xmlns:a16="http://schemas.microsoft.com/office/drawing/2014/main" id="{ABEB3E00-65D2-4D3C-ADFB-F3089CF4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4524" y="1660739"/>
            <a:ext cx="102575" cy="167373"/>
          </a:xfrm>
          <a:custGeom xmlns:a="http://schemas.openxmlformats.org/drawingml/2006/main">
            <a:pathLst>
              <a:path w="102575" h="167373">
                <a:moveTo>
                  <a:pt x="25244" y="50576"/>
                </a:moveTo>
                <a:lnTo>
                  <a:pt x="26844" y="43376"/>
                </a:lnTo>
                <a:cubicBezTo>
                  <a:pt x="30932" y="43317"/>
                  <a:pt x="33821" y="43021"/>
                  <a:pt x="35510" y="42488"/>
                </a:cubicBezTo>
                <a:cubicBezTo>
                  <a:pt x="37199" y="41954"/>
                  <a:pt x="38591" y="40976"/>
                  <a:pt x="39688" y="39554"/>
                </a:cubicBezTo>
                <a:cubicBezTo>
                  <a:pt x="40784" y="38132"/>
                  <a:pt x="41836" y="35495"/>
                  <a:pt x="42843" y="31643"/>
                </a:cubicBezTo>
                <a:cubicBezTo>
                  <a:pt x="44325" y="26014"/>
                  <a:pt x="46191" y="21347"/>
                  <a:pt x="48443" y="17644"/>
                </a:cubicBezTo>
                <a:cubicBezTo>
                  <a:pt x="50695" y="13940"/>
                  <a:pt x="53628" y="10711"/>
                  <a:pt x="57243" y="7955"/>
                </a:cubicBezTo>
                <a:cubicBezTo>
                  <a:pt x="60857" y="5200"/>
                  <a:pt x="65079" y="3185"/>
                  <a:pt x="69909" y="1911"/>
                </a:cubicBezTo>
                <a:cubicBezTo>
                  <a:pt x="74738" y="637"/>
                  <a:pt x="80057" y="0"/>
                  <a:pt x="85864" y="0"/>
                </a:cubicBezTo>
                <a:cubicBezTo>
                  <a:pt x="91790" y="0"/>
                  <a:pt x="97360" y="533"/>
                  <a:pt x="102575" y="1600"/>
                </a:cubicBezTo>
                <a:lnTo>
                  <a:pt x="98575" y="19377"/>
                </a:lnTo>
                <a:lnTo>
                  <a:pt x="87108" y="19377"/>
                </a:lnTo>
                <a:cubicBezTo>
                  <a:pt x="86871" y="15703"/>
                  <a:pt x="86279" y="13096"/>
                  <a:pt x="85331" y="11555"/>
                </a:cubicBezTo>
                <a:cubicBezTo>
                  <a:pt x="84383" y="10014"/>
                  <a:pt x="82901" y="9244"/>
                  <a:pt x="80886" y="9244"/>
                </a:cubicBezTo>
                <a:cubicBezTo>
                  <a:pt x="78516" y="9244"/>
                  <a:pt x="76590" y="10074"/>
                  <a:pt x="75109" y="11733"/>
                </a:cubicBezTo>
                <a:cubicBezTo>
                  <a:pt x="73627" y="13392"/>
                  <a:pt x="72383" y="15644"/>
                  <a:pt x="71376" y="18488"/>
                </a:cubicBezTo>
                <a:cubicBezTo>
                  <a:pt x="70368" y="21333"/>
                  <a:pt x="69361" y="25066"/>
                  <a:pt x="68353" y="29688"/>
                </a:cubicBezTo>
                <a:lnTo>
                  <a:pt x="66131" y="39465"/>
                </a:lnTo>
                <a:lnTo>
                  <a:pt x="85153" y="39465"/>
                </a:lnTo>
                <a:lnTo>
                  <a:pt x="82753" y="50576"/>
                </a:lnTo>
                <a:lnTo>
                  <a:pt x="63642" y="50576"/>
                </a:lnTo>
                <a:lnTo>
                  <a:pt x="47554" y="124885"/>
                </a:lnTo>
                <a:cubicBezTo>
                  <a:pt x="44413" y="139285"/>
                  <a:pt x="39347" y="149966"/>
                  <a:pt x="32355" y="156928"/>
                </a:cubicBezTo>
                <a:cubicBezTo>
                  <a:pt x="25362" y="163891"/>
                  <a:pt x="16622" y="167373"/>
                  <a:pt x="6133" y="167373"/>
                </a:cubicBezTo>
                <a:cubicBezTo>
                  <a:pt x="3585" y="167373"/>
                  <a:pt x="1541" y="167224"/>
                  <a:pt x="0" y="166928"/>
                </a:cubicBezTo>
                <a:lnTo>
                  <a:pt x="2133" y="156973"/>
                </a:lnTo>
                <a:cubicBezTo>
                  <a:pt x="3318" y="157151"/>
                  <a:pt x="4385" y="157240"/>
                  <a:pt x="5333" y="157240"/>
                </a:cubicBezTo>
                <a:cubicBezTo>
                  <a:pt x="8711" y="157240"/>
                  <a:pt x="11511" y="155373"/>
                  <a:pt x="13733" y="151640"/>
                </a:cubicBezTo>
                <a:cubicBezTo>
                  <a:pt x="15955" y="147906"/>
                  <a:pt x="17925" y="142307"/>
                  <a:pt x="19644" y="134840"/>
                </a:cubicBezTo>
                <a:lnTo>
                  <a:pt x="38665" y="50576"/>
                </a:lnTo>
                <a:lnTo>
                  <a:pt x="25244" y="505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Text 𝒐">
            <a:extLst xmlns:a="http://schemas.openxmlformats.org/drawingml/2006/main">
              <a:ext uri="{FF2B5EF4-FFF2-40B4-BE49-F238E27FC236}">
                <a16:creationId xmlns:a16="http://schemas.microsoft.com/office/drawing/2014/main" id="{D15786F7-6468-4240-8E34-5C9846B4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846" y="1760291"/>
            <a:ext cx="62356" cy="66444"/>
          </a:xfrm>
          <a:custGeom xmlns:a="http://schemas.openxmlformats.org/drawingml/2006/main">
            <a:pathLst>
              <a:path w="62356" h="66444">
                <a:moveTo>
                  <a:pt x="24138" y="66444"/>
                </a:moveTo>
                <a:cubicBezTo>
                  <a:pt x="19380" y="66444"/>
                  <a:pt x="15194" y="65590"/>
                  <a:pt x="11582" y="63881"/>
                </a:cubicBezTo>
                <a:cubicBezTo>
                  <a:pt x="7970" y="62172"/>
                  <a:pt x="5137" y="59577"/>
                  <a:pt x="3082" y="56095"/>
                </a:cubicBezTo>
                <a:cubicBezTo>
                  <a:pt x="1027" y="52612"/>
                  <a:pt x="0" y="48362"/>
                  <a:pt x="0" y="43344"/>
                </a:cubicBezTo>
                <a:cubicBezTo>
                  <a:pt x="0" y="38240"/>
                  <a:pt x="800" y="32887"/>
                  <a:pt x="2401" y="27285"/>
                </a:cubicBezTo>
                <a:cubicBezTo>
                  <a:pt x="4001" y="21683"/>
                  <a:pt x="6489" y="16752"/>
                  <a:pt x="9863" y="12491"/>
                </a:cubicBezTo>
                <a:cubicBezTo>
                  <a:pt x="13237" y="8230"/>
                  <a:pt x="17314" y="5083"/>
                  <a:pt x="22094" y="3050"/>
                </a:cubicBezTo>
                <a:cubicBezTo>
                  <a:pt x="26874" y="1017"/>
                  <a:pt x="32227" y="0"/>
                  <a:pt x="38153" y="0"/>
                </a:cubicBezTo>
                <a:cubicBezTo>
                  <a:pt x="43517" y="0"/>
                  <a:pt x="48016" y="984"/>
                  <a:pt x="51650" y="2952"/>
                </a:cubicBezTo>
                <a:cubicBezTo>
                  <a:pt x="55284" y="4921"/>
                  <a:pt x="57976" y="7657"/>
                  <a:pt x="59728" y="11161"/>
                </a:cubicBezTo>
                <a:cubicBezTo>
                  <a:pt x="61480" y="14664"/>
                  <a:pt x="62356" y="18731"/>
                  <a:pt x="62356" y="23359"/>
                </a:cubicBezTo>
                <a:cubicBezTo>
                  <a:pt x="62356" y="29069"/>
                  <a:pt x="61405" y="34801"/>
                  <a:pt x="59501" y="40554"/>
                </a:cubicBezTo>
                <a:cubicBezTo>
                  <a:pt x="57598" y="46308"/>
                  <a:pt x="54970" y="51131"/>
                  <a:pt x="51618" y="55024"/>
                </a:cubicBezTo>
                <a:cubicBezTo>
                  <a:pt x="48265" y="58917"/>
                  <a:pt x="44296" y="61794"/>
                  <a:pt x="39711" y="63654"/>
                </a:cubicBezTo>
                <a:cubicBezTo>
                  <a:pt x="35125" y="65514"/>
                  <a:pt x="29934" y="66444"/>
                  <a:pt x="24138" y="66444"/>
                </a:cubicBezTo>
                <a:moveTo>
                  <a:pt x="17455" y="47562"/>
                </a:moveTo>
                <a:cubicBezTo>
                  <a:pt x="17455" y="51628"/>
                  <a:pt x="18114" y="54667"/>
                  <a:pt x="19434" y="56679"/>
                </a:cubicBezTo>
                <a:cubicBezTo>
                  <a:pt x="20753" y="58690"/>
                  <a:pt x="22840" y="59696"/>
                  <a:pt x="25695" y="59696"/>
                </a:cubicBezTo>
                <a:cubicBezTo>
                  <a:pt x="29372" y="59696"/>
                  <a:pt x="32562" y="57912"/>
                  <a:pt x="35266" y="54343"/>
                </a:cubicBezTo>
                <a:cubicBezTo>
                  <a:pt x="37970" y="50774"/>
                  <a:pt x="40230" y="45378"/>
                  <a:pt x="42047" y="38153"/>
                </a:cubicBezTo>
                <a:cubicBezTo>
                  <a:pt x="43864" y="30929"/>
                  <a:pt x="44772" y="24657"/>
                  <a:pt x="44772" y="19336"/>
                </a:cubicBezTo>
                <a:cubicBezTo>
                  <a:pt x="44772" y="15010"/>
                  <a:pt x="44112" y="11831"/>
                  <a:pt x="42793" y="9798"/>
                </a:cubicBezTo>
                <a:cubicBezTo>
                  <a:pt x="41474" y="7765"/>
                  <a:pt x="39430" y="6748"/>
                  <a:pt x="36661" y="6748"/>
                </a:cubicBezTo>
                <a:cubicBezTo>
                  <a:pt x="33027" y="6748"/>
                  <a:pt x="29880" y="8511"/>
                  <a:pt x="27220" y="12037"/>
                </a:cubicBezTo>
                <a:cubicBezTo>
                  <a:pt x="24560" y="15562"/>
                  <a:pt x="22267" y="21013"/>
                  <a:pt x="20342" y="28388"/>
                </a:cubicBezTo>
                <a:cubicBezTo>
                  <a:pt x="18417" y="35763"/>
                  <a:pt x="17455" y="42155"/>
                  <a:pt x="17455" y="475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25D6BE-673E-468E-B48B-F8C3C222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967" y="664366"/>
            <a:ext cx="386832" cy="386832"/>
          </a:xfrm>
          <a:custGeom xmlns:a="http://schemas.openxmlformats.org/drawingml/2006/main">
            <a:pathLst>
              <a:path w="386832" h="386832">
                <a:moveTo>
                  <a:pt x="0" y="193416"/>
                </a:moveTo>
                <a:cubicBezTo>
                  <a:pt x="0" y="86620"/>
                  <a:pt x="86620" y="0"/>
                  <a:pt x="193416" y="0"/>
                </a:cubicBezTo>
                <a:cubicBezTo>
                  <a:pt x="300212" y="0"/>
                  <a:pt x="386832" y="86620"/>
                  <a:pt x="386832" y="193416"/>
                </a:cubicBezTo>
                <a:cubicBezTo>
                  <a:pt x="386832" y="300212"/>
                  <a:pt x="300212" y="386832"/>
                  <a:pt x="193416" y="386832"/>
                </a:cubicBezTo>
                <a:cubicBezTo>
                  <a:pt x="86620" y="386832"/>
                  <a:pt x="0" y="300212"/>
                  <a:pt x="0" y="193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7532A5-A173-414E-AF30-853FE308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967" y="664366"/>
            <a:ext cx="386832" cy="386832"/>
          </a:xfrm>
          <a:custGeom xmlns:a="http://schemas.openxmlformats.org/drawingml/2006/main">
            <a:pathLst>
              <a:path w="386832" h="386832" fill="none">
                <a:moveTo>
                  <a:pt x="0" y="193416"/>
                </a:moveTo>
                <a:cubicBezTo>
                  <a:pt x="0" y="86620"/>
                  <a:pt x="86620" y="0"/>
                  <a:pt x="193416" y="0"/>
                </a:cubicBezTo>
                <a:cubicBezTo>
                  <a:pt x="300212" y="0"/>
                  <a:pt x="386832" y="86620"/>
                  <a:pt x="386832" y="193416"/>
                </a:cubicBezTo>
                <a:cubicBezTo>
                  <a:pt x="386832" y="300212"/>
                  <a:pt x="300212" y="386832"/>
                  <a:pt x="193416" y="386832"/>
                </a:cubicBezTo>
                <a:cubicBezTo>
                  <a:pt x="86620" y="386832"/>
                  <a:pt x="0" y="300212"/>
                  <a:pt x="0" y="193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0000"/>
            </a:solidFill>
            <a:miter/>
          </a:ln>
        </p:spPr>
      </p:sp>
      <p:sp>
        <p:nvSpPr>
          <p:cNvPr id="362" name="Text 1">
            <a:extLst xmlns:a="http://schemas.openxmlformats.org/drawingml/2006/main">
              <a:ext uri="{FF2B5EF4-FFF2-40B4-BE49-F238E27FC236}">
                <a16:creationId xmlns:a16="http://schemas.microsoft.com/office/drawing/2014/main" id="{1F63B6B5-9099-4B2E-AE22-FD589404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407" y="775319"/>
            <a:ext cx="100397" cy="173861"/>
          </a:xfrm>
          <a:custGeom xmlns:a="http://schemas.openxmlformats.org/drawingml/2006/main">
            <a:pathLst>
              <a:path w="100397" h="173861">
                <a:moveTo>
                  <a:pt x="100397" y="164795"/>
                </a:moveTo>
                <a:cubicBezTo>
                  <a:pt x="100397" y="166484"/>
                  <a:pt x="100264" y="167906"/>
                  <a:pt x="99997" y="169061"/>
                </a:cubicBezTo>
                <a:cubicBezTo>
                  <a:pt x="99730" y="170217"/>
                  <a:pt x="99375" y="171150"/>
                  <a:pt x="98930" y="171861"/>
                </a:cubicBezTo>
                <a:cubicBezTo>
                  <a:pt x="98486" y="172572"/>
                  <a:pt x="97975" y="173083"/>
                  <a:pt x="97397" y="173395"/>
                </a:cubicBezTo>
                <a:cubicBezTo>
                  <a:pt x="96819" y="173706"/>
                  <a:pt x="96219" y="173861"/>
                  <a:pt x="95597" y="173861"/>
                </a:cubicBezTo>
                <a:lnTo>
                  <a:pt x="5466" y="173861"/>
                </a:lnTo>
                <a:cubicBezTo>
                  <a:pt x="4844" y="173861"/>
                  <a:pt x="4267" y="173706"/>
                  <a:pt x="3733" y="173395"/>
                </a:cubicBezTo>
                <a:cubicBezTo>
                  <a:pt x="3200" y="173083"/>
                  <a:pt x="2689" y="172572"/>
                  <a:pt x="2200" y="171861"/>
                </a:cubicBezTo>
                <a:cubicBezTo>
                  <a:pt x="1711" y="171150"/>
                  <a:pt x="1333" y="170217"/>
                  <a:pt x="1067" y="169061"/>
                </a:cubicBezTo>
                <a:cubicBezTo>
                  <a:pt x="800" y="167906"/>
                  <a:pt x="667" y="166484"/>
                  <a:pt x="667" y="164795"/>
                </a:cubicBezTo>
                <a:cubicBezTo>
                  <a:pt x="667" y="163195"/>
                  <a:pt x="800" y="161817"/>
                  <a:pt x="1067" y="160662"/>
                </a:cubicBezTo>
                <a:cubicBezTo>
                  <a:pt x="1333" y="159506"/>
                  <a:pt x="1667" y="158551"/>
                  <a:pt x="2067" y="157795"/>
                </a:cubicBezTo>
                <a:cubicBezTo>
                  <a:pt x="2467" y="157040"/>
                  <a:pt x="2955" y="156462"/>
                  <a:pt x="3533" y="156062"/>
                </a:cubicBezTo>
                <a:cubicBezTo>
                  <a:pt x="4111" y="155662"/>
                  <a:pt x="4755" y="155462"/>
                  <a:pt x="5466" y="155462"/>
                </a:cubicBezTo>
                <a:lnTo>
                  <a:pt x="41465" y="155462"/>
                </a:lnTo>
                <a:lnTo>
                  <a:pt x="41465" y="24133"/>
                </a:lnTo>
                <a:lnTo>
                  <a:pt x="8133" y="44132"/>
                </a:lnTo>
                <a:cubicBezTo>
                  <a:pt x="6444" y="45021"/>
                  <a:pt x="5089" y="45554"/>
                  <a:pt x="4067" y="45732"/>
                </a:cubicBezTo>
                <a:cubicBezTo>
                  <a:pt x="3044" y="45910"/>
                  <a:pt x="2222" y="45710"/>
                  <a:pt x="1600" y="45132"/>
                </a:cubicBezTo>
                <a:cubicBezTo>
                  <a:pt x="978" y="44554"/>
                  <a:pt x="556" y="43597"/>
                  <a:pt x="333" y="42261"/>
                </a:cubicBezTo>
                <a:cubicBezTo>
                  <a:pt x="111" y="40922"/>
                  <a:pt x="0" y="39228"/>
                  <a:pt x="0" y="37178"/>
                </a:cubicBezTo>
                <a:cubicBezTo>
                  <a:pt x="0" y="35661"/>
                  <a:pt x="67" y="34368"/>
                  <a:pt x="200" y="33299"/>
                </a:cubicBezTo>
                <a:cubicBezTo>
                  <a:pt x="333" y="32230"/>
                  <a:pt x="533" y="31338"/>
                  <a:pt x="800" y="30624"/>
                </a:cubicBezTo>
                <a:cubicBezTo>
                  <a:pt x="1067" y="29910"/>
                  <a:pt x="1444" y="29287"/>
                  <a:pt x="1933" y="28753"/>
                </a:cubicBezTo>
                <a:cubicBezTo>
                  <a:pt x="2422" y="28217"/>
                  <a:pt x="3067" y="27682"/>
                  <a:pt x="3867" y="27149"/>
                </a:cubicBezTo>
                <a:lnTo>
                  <a:pt x="43599" y="1604"/>
                </a:lnTo>
                <a:cubicBezTo>
                  <a:pt x="43954" y="1337"/>
                  <a:pt x="44399" y="1115"/>
                  <a:pt x="44932" y="937"/>
                </a:cubicBezTo>
                <a:cubicBezTo>
                  <a:pt x="45465" y="757"/>
                  <a:pt x="46132" y="578"/>
                  <a:pt x="46932" y="400"/>
                </a:cubicBezTo>
                <a:cubicBezTo>
                  <a:pt x="47732" y="222"/>
                  <a:pt x="48665" y="111"/>
                  <a:pt x="49732" y="67"/>
                </a:cubicBezTo>
                <a:cubicBezTo>
                  <a:pt x="50798" y="22"/>
                  <a:pt x="52132" y="0"/>
                  <a:pt x="53732" y="0"/>
                </a:cubicBezTo>
                <a:cubicBezTo>
                  <a:pt x="55865" y="0"/>
                  <a:pt x="57643" y="89"/>
                  <a:pt x="59065" y="267"/>
                </a:cubicBezTo>
                <a:cubicBezTo>
                  <a:pt x="60487" y="444"/>
                  <a:pt x="61598" y="689"/>
                  <a:pt x="62398" y="1000"/>
                </a:cubicBezTo>
                <a:cubicBezTo>
                  <a:pt x="63198" y="1311"/>
                  <a:pt x="63731" y="1712"/>
                  <a:pt x="63998" y="2204"/>
                </a:cubicBezTo>
                <a:cubicBezTo>
                  <a:pt x="64265" y="2693"/>
                  <a:pt x="64398" y="3204"/>
                  <a:pt x="64398" y="3737"/>
                </a:cubicBezTo>
                <a:lnTo>
                  <a:pt x="64398" y="155462"/>
                </a:lnTo>
                <a:lnTo>
                  <a:pt x="95597" y="155462"/>
                </a:lnTo>
                <a:cubicBezTo>
                  <a:pt x="96308" y="155462"/>
                  <a:pt x="96975" y="155662"/>
                  <a:pt x="97597" y="156062"/>
                </a:cubicBezTo>
                <a:cubicBezTo>
                  <a:pt x="98219" y="156462"/>
                  <a:pt x="98730" y="157040"/>
                  <a:pt x="99130" y="157795"/>
                </a:cubicBezTo>
                <a:cubicBezTo>
                  <a:pt x="99530" y="158551"/>
                  <a:pt x="99841" y="159506"/>
                  <a:pt x="100064" y="160662"/>
                </a:cubicBezTo>
                <a:cubicBezTo>
                  <a:pt x="100286" y="161817"/>
                  <a:pt x="100397" y="163195"/>
                  <a:pt x="100397" y="1647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F05A84-3C3C-418D-9359-4F97D677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126" y="745373"/>
            <a:ext cx="386832" cy="386832"/>
          </a:xfrm>
          <a:custGeom xmlns:a="http://schemas.openxmlformats.org/drawingml/2006/main">
            <a:pathLst>
              <a:path w="386832" h="386832">
                <a:moveTo>
                  <a:pt x="0" y="193416"/>
                </a:moveTo>
                <a:cubicBezTo>
                  <a:pt x="0" y="86620"/>
                  <a:pt x="86620" y="0"/>
                  <a:pt x="193416" y="0"/>
                </a:cubicBezTo>
                <a:cubicBezTo>
                  <a:pt x="300212" y="0"/>
                  <a:pt x="386832" y="86620"/>
                  <a:pt x="386832" y="193416"/>
                </a:cubicBezTo>
                <a:cubicBezTo>
                  <a:pt x="386832" y="300212"/>
                  <a:pt x="300212" y="386832"/>
                  <a:pt x="193416" y="386832"/>
                </a:cubicBezTo>
                <a:cubicBezTo>
                  <a:pt x="86620" y="386832"/>
                  <a:pt x="0" y="300212"/>
                  <a:pt x="0" y="193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4ECC14-2BF4-46A6-9849-08D7BBFF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126" y="745373"/>
            <a:ext cx="386832" cy="386832"/>
          </a:xfrm>
          <a:custGeom xmlns:a="http://schemas.openxmlformats.org/drawingml/2006/main">
            <a:pathLst>
              <a:path w="386832" h="386832" fill="none">
                <a:moveTo>
                  <a:pt x="0" y="193416"/>
                </a:moveTo>
                <a:cubicBezTo>
                  <a:pt x="0" y="86620"/>
                  <a:pt x="86620" y="0"/>
                  <a:pt x="193416" y="0"/>
                </a:cubicBezTo>
                <a:cubicBezTo>
                  <a:pt x="300212" y="0"/>
                  <a:pt x="386832" y="86620"/>
                  <a:pt x="386832" y="193416"/>
                </a:cubicBezTo>
                <a:cubicBezTo>
                  <a:pt x="386832" y="300212"/>
                  <a:pt x="300212" y="386832"/>
                  <a:pt x="193416" y="386832"/>
                </a:cubicBezTo>
                <a:cubicBezTo>
                  <a:pt x="86620" y="386832"/>
                  <a:pt x="0" y="300212"/>
                  <a:pt x="0" y="193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0000"/>
            </a:solidFill>
            <a:miter/>
          </a:ln>
        </p:spPr>
      </p:sp>
      <p:sp>
        <p:nvSpPr>
          <p:cNvPr id="365" name="Text 2">
            <a:extLst xmlns:a="http://schemas.openxmlformats.org/drawingml/2006/main">
              <a:ext uri="{FF2B5EF4-FFF2-40B4-BE49-F238E27FC236}">
                <a16:creationId xmlns:a16="http://schemas.microsoft.com/office/drawing/2014/main" id="{2C3BA3C7-0C57-471C-BF3C-45D9BC67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718" y="855373"/>
            <a:ext cx="107997" cy="175195"/>
          </a:xfrm>
          <a:custGeom xmlns:a="http://schemas.openxmlformats.org/drawingml/2006/main">
            <a:pathLst>
              <a:path w="107997" h="175195">
                <a:moveTo>
                  <a:pt x="107997" y="165328"/>
                </a:moveTo>
                <a:cubicBezTo>
                  <a:pt x="107997" y="166928"/>
                  <a:pt x="107886" y="168350"/>
                  <a:pt x="107663" y="169595"/>
                </a:cubicBezTo>
                <a:cubicBezTo>
                  <a:pt x="107441" y="170839"/>
                  <a:pt x="107130" y="171884"/>
                  <a:pt x="106730" y="172728"/>
                </a:cubicBezTo>
                <a:cubicBezTo>
                  <a:pt x="106330" y="173572"/>
                  <a:pt x="105797" y="174195"/>
                  <a:pt x="105130" y="174595"/>
                </a:cubicBezTo>
                <a:cubicBezTo>
                  <a:pt x="104463" y="174995"/>
                  <a:pt x="103730" y="175195"/>
                  <a:pt x="102930" y="175195"/>
                </a:cubicBezTo>
                <a:lnTo>
                  <a:pt x="7600" y="175195"/>
                </a:lnTo>
                <a:cubicBezTo>
                  <a:pt x="6355" y="175195"/>
                  <a:pt x="5267" y="175039"/>
                  <a:pt x="4333" y="174728"/>
                </a:cubicBezTo>
                <a:cubicBezTo>
                  <a:pt x="3400" y="174417"/>
                  <a:pt x="2600" y="173906"/>
                  <a:pt x="1933" y="173195"/>
                </a:cubicBezTo>
                <a:cubicBezTo>
                  <a:pt x="1267" y="172484"/>
                  <a:pt x="778" y="171461"/>
                  <a:pt x="467" y="170128"/>
                </a:cubicBezTo>
                <a:cubicBezTo>
                  <a:pt x="156" y="168795"/>
                  <a:pt x="0" y="167150"/>
                  <a:pt x="0" y="165195"/>
                </a:cubicBezTo>
                <a:cubicBezTo>
                  <a:pt x="0" y="163417"/>
                  <a:pt x="67" y="161862"/>
                  <a:pt x="200" y="160528"/>
                </a:cubicBezTo>
                <a:cubicBezTo>
                  <a:pt x="333" y="159195"/>
                  <a:pt x="622" y="158017"/>
                  <a:pt x="1067" y="156995"/>
                </a:cubicBezTo>
                <a:cubicBezTo>
                  <a:pt x="1511" y="155973"/>
                  <a:pt x="2067" y="154951"/>
                  <a:pt x="2733" y="153929"/>
                </a:cubicBezTo>
                <a:cubicBezTo>
                  <a:pt x="3400" y="152906"/>
                  <a:pt x="4267" y="151817"/>
                  <a:pt x="5333" y="150662"/>
                </a:cubicBezTo>
                <a:lnTo>
                  <a:pt x="38799" y="115151"/>
                </a:lnTo>
                <a:cubicBezTo>
                  <a:pt x="46532" y="106967"/>
                  <a:pt x="52732" y="99629"/>
                  <a:pt x="57398" y="93135"/>
                </a:cubicBezTo>
                <a:cubicBezTo>
                  <a:pt x="62065" y="86640"/>
                  <a:pt x="65665" y="80725"/>
                  <a:pt x="68198" y="75389"/>
                </a:cubicBezTo>
                <a:cubicBezTo>
                  <a:pt x="70731" y="70051"/>
                  <a:pt x="72398" y="65202"/>
                  <a:pt x="73198" y="60844"/>
                </a:cubicBezTo>
                <a:cubicBezTo>
                  <a:pt x="73998" y="56486"/>
                  <a:pt x="74398" y="52394"/>
                  <a:pt x="74398" y="48569"/>
                </a:cubicBezTo>
                <a:cubicBezTo>
                  <a:pt x="74398" y="44742"/>
                  <a:pt x="73775" y="41115"/>
                  <a:pt x="72531" y="37690"/>
                </a:cubicBezTo>
                <a:cubicBezTo>
                  <a:pt x="71287" y="34263"/>
                  <a:pt x="69487" y="31259"/>
                  <a:pt x="67131" y="28678"/>
                </a:cubicBezTo>
                <a:cubicBezTo>
                  <a:pt x="64776" y="26095"/>
                  <a:pt x="61820" y="24048"/>
                  <a:pt x="58265" y="22537"/>
                </a:cubicBezTo>
                <a:cubicBezTo>
                  <a:pt x="54709" y="21023"/>
                  <a:pt x="50621" y="20266"/>
                  <a:pt x="45999" y="20266"/>
                </a:cubicBezTo>
                <a:cubicBezTo>
                  <a:pt x="40577" y="20266"/>
                  <a:pt x="35710" y="21022"/>
                  <a:pt x="31399" y="22533"/>
                </a:cubicBezTo>
                <a:cubicBezTo>
                  <a:pt x="27088" y="24044"/>
                  <a:pt x="23310" y="25688"/>
                  <a:pt x="20066" y="27466"/>
                </a:cubicBezTo>
                <a:cubicBezTo>
                  <a:pt x="16822" y="29244"/>
                  <a:pt x="14111" y="30888"/>
                  <a:pt x="11933" y="32399"/>
                </a:cubicBezTo>
                <a:cubicBezTo>
                  <a:pt x="9755" y="33910"/>
                  <a:pt x="8133" y="34666"/>
                  <a:pt x="7066" y="34666"/>
                </a:cubicBezTo>
                <a:cubicBezTo>
                  <a:pt x="6444" y="34666"/>
                  <a:pt x="5889" y="34488"/>
                  <a:pt x="5400" y="34132"/>
                </a:cubicBezTo>
                <a:cubicBezTo>
                  <a:pt x="4911" y="33777"/>
                  <a:pt x="4511" y="33199"/>
                  <a:pt x="4200" y="32399"/>
                </a:cubicBezTo>
                <a:cubicBezTo>
                  <a:pt x="3889" y="31599"/>
                  <a:pt x="3644" y="30532"/>
                  <a:pt x="3467" y="29199"/>
                </a:cubicBezTo>
                <a:cubicBezTo>
                  <a:pt x="3289" y="27866"/>
                  <a:pt x="3200" y="26266"/>
                  <a:pt x="3200" y="24399"/>
                </a:cubicBezTo>
                <a:cubicBezTo>
                  <a:pt x="3200" y="23066"/>
                  <a:pt x="3244" y="21910"/>
                  <a:pt x="3333" y="20933"/>
                </a:cubicBezTo>
                <a:cubicBezTo>
                  <a:pt x="3422" y="19955"/>
                  <a:pt x="3578" y="19111"/>
                  <a:pt x="3800" y="18399"/>
                </a:cubicBezTo>
                <a:cubicBezTo>
                  <a:pt x="4022" y="17688"/>
                  <a:pt x="4311" y="17022"/>
                  <a:pt x="4667" y="16399"/>
                </a:cubicBezTo>
                <a:cubicBezTo>
                  <a:pt x="5022" y="15777"/>
                  <a:pt x="5733" y="15000"/>
                  <a:pt x="6800" y="14066"/>
                </a:cubicBezTo>
                <a:cubicBezTo>
                  <a:pt x="7866" y="13133"/>
                  <a:pt x="9711" y="11866"/>
                  <a:pt x="12333" y="10266"/>
                </a:cubicBezTo>
                <a:cubicBezTo>
                  <a:pt x="14955" y="8666"/>
                  <a:pt x="18244" y="7089"/>
                  <a:pt x="22199" y="5533"/>
                </a:cubicBezTo>
                <a:cubicBezTo>
                  <a:pt x="26155" y="3978"/>
                  <a:pt x="30510" y="2667"/>
                  <a:pt x="35266" y="1600"/>
                </a:cubicBezTo>
                <a:cubicBezTo>
                  <a:pt x="40021" y="533"/>
                  <a:pt x="45021" y="0"/>
                  <a:pt x="50265" y="0"/>
                </a:cubicBezTo>
                <a:cubicBezTo>
                  <a:pt x="58620" y="0"/>
                  <a:pt x="65931" y="1179"/>
                  <a:pt x="72198" y="3537"/>
                </a:cubicBezTo>
                <a:cubicBezTo>
                  <a:pt x="78464" y="5893"/>
                  <a:pt x="83664" y="9116"/>
                  <a:pt x="87797" y="13208"/>
                </a:cubicBezTo>
                <a:cubicBezTo>
                  <a:pt x="91930" y="17299"/>
                  <a:pt x="95019" y="22059"/>
                  <a:pt x="97064" y="27487"/>
                </a:cubicBezTo>
                <a:cubicBezTo>
                  <a:pt x="99108" y="32911"/>
                  <a:pt x="100130" y="38693"/>
                  <a:pt x="100130" y="44832"/>
                </a:cubicBezTo>
                <a:cubicBezTo>
                  <a:pt x="100130" y="50348"/>
                  <a:pt x="99641" y="55843"/>
                  <a:pt x="98664" y="61315"/>
                </a:cubicBezTo>
                <a:cubicBezTo>
                  <a:pt x="97686" y="66784"/>
                  <a:pt x="95619" y="72699"/>
                  <a:pt x="92464" y="79060"/>
                </a:cubicBezTo>
                <a:cubicBezTo>
                  <a:pt x="89308" y="85421"/>
                  <a:pt x="84753" y="92493"/>
                  <a:pt x="78798" y="100276"/>
                </a:cubicBezTo>
                <a:cubicBezTo>
                  <a:pt x="72842" y="108059"/>
                  <a:pt x="64931" y="117021"/>
                  <a:pt x="55065" y="127163"/>
                </a:cubicBezTo>
                <a:lnTo>
                  <a:pt x="27732" y="155728"/>
                </a:lnTo>
                <a:lnTo>
                  <a:pt x="102797" y="155728"/>
                </a:lnTo>
                <a:cubicBezTo>
                  <a:pt x="103508" y="155728"/>
                  <a:pt x="104197" y="155928"/>
                  <a:pt x="104863" y="156328"/>
                </a:cubicBezTo>
                <a:cubicBezTo>
                  <a:pt x="105530" y="156728"/>
                  <a:pt x="106108" y="157328"/>
                  <a:pt x="106597" y="158128"/>
                </a:cubicBezTo>
                <a:cubicBezTo>
                  <a:pt x="107086" y="158928"/>
                  <a:pt x="107441" y="159928"/>
                  <a:pt x="107663" y="161128"/>
                </a:cubicBezTo>
                <a:cubicBezTo>
                  <a:pt x="107886" y="162328"/>
                  <a:pt x="107997" y="163728"/>
                  <a:pt x="107997" y="1653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79DB89-E20A-498D-B6EB-68716949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407" y="3182872"/>
            <a:ext cx="386832" cy="386832"/>
          </a:xfrm>
          <a:custGeom xmlns:a="http://schemas.openxmlformats.org/drawingml/2006/main">
            <a:pathLst>
              <a:path w="386832" h="386832">
                <a:moveTo>
                  <a:pt x="0" y="193416"/>
                </a:moveTo>
                <a:cubicBezTo>
                  <a:pt x="0" y="86620"/>
                  <a:pt x="86620" y="0"/>
                  <a:pt x="193416" y="0"/>
                </a:cubicBezTo>
                <a:cubicBezTo>
                  <a:pt x="300212" y="0"/>
                  <a:pt x="386832" y="86620"/>
                  <a:pt x="386832" y="193416"/>
                </a:cubicBezTo>
                <a:cubicBezTo>
                  <a:pt x="386832" y="300212"/>
                  <a:pt x="300212" y="386832"/>
                  <a:pt x="193416" y="386832"/>
                </a:cubicBezTo>
                <a:cubicBezTo>
                  <a:pt x="86620" y="386832"/>
                  <a:pt x="0" y="300212"/>
                  <a:pt x="0" y="193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DC6F20-B44E-45C8-81CE-705814DE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407" y="3182872"/>
            <a:ext cx="386832" cy="386832"/>
          </a:xfrm>
          <a:custGeom xmlns:a="http://schemas.openxmlformats.org/drawingml/2006/main">
            <a:pathLst>
              <a:path w="386832" h="386832" fill="none">
                <a:moveTo>
                  <a:pt x="0" y="193416"/>
                </a:moveTo>
                <a:cubicBezTo>
                  <a:pt x="0" y="86620"/>
                  <a:pt x="86620" y="0"/>
                  <a:pt x="193416" y="0"/>
                </a:cubicBezTo>
                <a:cubicBezTo>
                  <a:pt x="300212" y="0"/>
                  <a:pt x="386832" y="86620"/>
                  <a:pt x="386832" y="193416"/>
                </a:cubicBezTo>
                <a:cubicBezTo>
                  <a:pt x="386832" y="300212"/>
                  <a:pt x="300212" y="386832"/>
                  <a:pt x="193416" y="386832"/>
                </a:cubicBezTo>
                <a:cubicBezTo>
                  <a:pt x="86620" y="386832"/>
                  <a:pt x="0" y="300212"/>
                  <a:pt x="0" y="193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0000"/>
            </a:solidFill>
            <a:miter/>
          </a:ln>
        </p:spPr>
      </p:sp>
      <p:sp>
        <p:nvSpPr>
          <p:cNvPr id="368" name="Text 3">
            <a:extLst xmlns:a="http://schemas.openxmlformats.org/drawingml/2006/main">
              <a:ext uri="{FF2B5EF4-FFF2-40B4-BE49-F238E27FC236}">
                <a16:creationId xmlns:a16="http://schemas.microsoft.com/office/drawing/2014/main" id="{04F89138-556A-4ECF-BF72-0ED32C7B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0912" y="3293403"/>
            <a:ext cx="108130" cy="177861"/>
          </a:xfrm>
          <a:custGeom xmlns:a="http://schemas.openxmlformats.org/drawingml/2006/main">
            <a:pathLst>
              <a:path w="108130" h="177861">
                <a:moveTo>
                  <a:pt x="108130" y="125996"/>
                </a:moveTo>
                <a:cubicBezTo>
                  <a:pt x="108130" y="133907"/>
                  <a:pt x="106752" y="141040"/>
                  <a:pt x="103997" y="147395"/>
                </a:cubicBezTo>
                <a:cubicBezTo>
                  <a:pt x="101241" y="153751"/>
                  <a:pt x="97286" y="159195"/>
                  <a:pt x="92130" y="163728"/>
                </a:cubicBezTo>
                <a:cubicBezTo>
                  <a:pt x="86975" y="168261"/>
                  <a:pt x="80620" y="171750"/>
                  <a:pt x="73064" y="174195"/>
                </a:cubicBezTo>
                <a:cubicBezTo>
                  <a:pt x="65509" y="176639"/>
                  <a:pt x="56976" y="177861"/>
                  <a:pt x="47465" y="177861"/>
                </a:cubicBezTo>
                <a:cubicBezTo>
                  <a:pt x="41688" y="177861"/>
                  <a:pt x="36288" y="177392"/>
                  <a:pt x="31266" y="176453"/>
                </a:cubicBezTo>
                <a:cubicBezTo>
                  <a:pt x="26244" y="175517"/>
                  <a:pt x="21777" y="174401"/>
                  <a:pt x="17866" y="173107"/>
                </a:cubicBezTo>
                <a:cubicBezTo>
                  <a:pt x="13955" y="171813"/>
                  <a:pt x="10711" y="170474"/>
                  <a:pt x="8133" y="169091"/>
                </a:cubicBezTo>
                <a:cubicBezTo>
                  <a:pt x="5555" y="167707"/>
                  <a:pt x="3933" y="166703"/>
                  <a:pt x="3267" y="166078"/>
                </a:cubicBezTo>
                <a:cubicBezTo>
                  <a:pt x="2600" y="165453"/>
                  <a:pt x="2089" y="164830"/>
                  <a:pt x="1733" y="164207"/>
                </a:cubicBezTo>
                <a:cubicBezTo>
                  <a:pt x="1378" y="163582"/>
                  <a:pt x="1067" y="162824"/>
                  <a:pt x="800" y="161932"/>
                </a:cubicBezTo>
                <a:cubicBezTo>
                  <a:pt x="533" y="161038"/>
                  <a:pt x="333" y="159944"/>
                  <a:pt x="200" y="158649"/>
                </a:cubicBezTo>
                <a:cubicBezTo>
                  <a:pt x="67" y="157355"/>
                  <a:pt x="0" y="155770"/>
                  <a:pt x="0" y="153895"/>
                </a:cubicBezTo>
                <a:cubicBezTo>
                  <a:pt x="0" y="150684"/>
                  <a:pt x="311" y="148454"/>
                  <a:pt x="933" y="147204"/>
                </a:cubicBezTo>
                <a:cubicBezTo>
                  <a:pt x="1556" y="145954"/>
                  <a:pt x="2444" y="145329"/>
                  <a:pt x="3600" y="145329"/>
                </a:cubicBezTo>
                <a:cubicBezTo>
                  <a:pt x="4400" y="145329"/>
                  <a:pt x="5978" y="146047"/>
                  <a:pt x="8333" y="147483"/>
                </a:cubicBezTo>
                <a:cubicBezTo>
                  <a:pt x="10689" y="148919"/>
                  <a:pt x="13711" y="150468"/>
                  <a:pt x="17399" y="152129"/>
                </a:cubicBezTo>
                <a:cubicBezTo>
                  <a:pt x="21088" y="153790"/>
                  <a:pt x="25399" y="155338"/>
                  <a:pt x="30332" y="156774"/>
                </a:cubicBezTo>
                <a:cubicBezTo>
                  <a:pt x="35266" y="158210"/>
                  <a:pt x="40754" y="158928"/>
                  <a:pt x="46799" y="158928"/>
                </a:cubicBezTo>
                <a:cubicBezTo>
                  <a:pt x="52665" y="158928"/>
                  <a:pt x="57820" y="158173"/>
                  <a:pt x="62265" y="156662"/>
                </a:cubicBezTo>
                <a:cubicBezTo>
                  <a:pt x="66709" y="155151"/>
                  <a:pt x="70442" y="153017"/>
                  <a:pt x="73464" y="150262"/>
                </a:cubicBezTo>
                <a:cubicBezTo>
                  <a:pt x="76487" y="147507"/>
                  <a:pt x="78753" y="144240"/>
                  <a:pt x="80264" y="140462"/>
                </a:cubicBezTo>
                <a:cubicBezTo>
                  <a:pt x="81775" y="136685"/>
                  <a:pt x="82531" y="132574"/>
                  <a:pt x="82531" y="128129"/>
                </a:cubicBezTo>
                <a:cubicBezTo>
                  <a:pt x="82531" y="123241"/>
                  <a:pt x="81575" y="118841"/>
                  <a:pt x="79664" y="114930"/>
                </a:cubicBezTo>
                <a:cubicBezTo>
                  <a:pt x="77753" y="111019"/>
                  <a:pt x="74953" y="107641"/>
                  <a:pt x="71264" y="104797"/>
                </a:cubicBezTo>
                <a:cubicBezTo>
                  <a:pt x="67576" y="101952"/>
                  <a:pt x="63042" y="99775"/>
                  <a:pt x="57665" y="98264"/>
                </a:cubicBezTo>
                <a:cubicBezTo>
                  <a:pt x="52287" y="96753"/>
                  <a:pt x="46176" y="95997"/>
                  <a:pt x="39332" y="95997"/>
                </a:cubicBezTo>
                <a:lnTo>
                  <a:pt x="22933" y="95997"/>
                </a:lnTo>
                <a:cubicBezTo>
                  <a:pt x="22222" y="95997"/>
                  <a:pt x="21533" y="95841"/>
                  <a:pt x="20866" y="95530"/>
                </a:cubicBezTo>
                <a:cubicBezTo>
                  <a:pt x="20199" y="95219"/>
                  <a:pt x="19622" y="94708"/>
                  <a:pt x="19133" y="93997"/>
                </a:cubicBezTo>
                <a:cubicBezTo>
                  <a:pt x="18644" y="93286"/>
                  <a:pt x="18244" y="92353"/>
                  <a:pt x="17933" y="91197"/>
                </a:cubicBezTo>
                <a:cubicBezTo>
                  <a:pt x="17622" y="90042"/>
                  <a:pt x="17466" y="88531"/>
                  <a:pt x="17466" y="86664"/>
                </a:cubicBezTo>
                <a:cubicBezTo>
                  <a:pt x="17466" y="84975"/>
                  <a:pt x="17599" y="83575"/>
                  <a:pt x="17866" y="82464"/>
                </a:cubicBezTo>
                <a:cubicBezTo>
                  <a:pt x="18133" y="81353"/>
                  <a:pt x="18511" y="80464"/>
                  <a:pt x="18999" y="79798"/>
                </a:cubicBezTo>
                <a:cubicBezTo>
                  <a:pt x="19488" y="79131"/>
                  <a:pt x="20044" y="78642"/>
                  <a:pt x="20666" y="78331"/>
                </a:cubicBezTo>
                <a:cubicBezTo>
                  <a:pt x="21288" y="78020"/>
                  <a:pt x="21999" y="77864"/>
                  <a:pt x="22799" y="77864"/>
                </a:cubicBezTo>
                <a:lnTo>
                  <a:pt x="37865" y="77864"/>
                </a:lnTo>
                <a:cubicBezTo>
                  <a:pt x="43732" y="77864"/>
                  <a:pt x="48998" y="77106"/>
                  <a:pt x="53665" y="75589"/>
                </a:cubicBezTo>
                <a:cubicBezTo>
                  <a:pt x="58332" y="74070"/>
                  <a:pt x="62287" y="71882"/>
                  <a:pt x="65531" y="69027"/>
                </a:cubicBezTo>
                <a:cubicBezTo>
                  <a:pt x="68776" y="66169"/>
                  <a:pt x="71264" y="62754"/>
                  <a:pt x="72998" y="58781"/>
                </a:cubicBezTo>
                <a:cubicBezTo>
                  <a:pt x="74731" y="54807"/>
                  <a:pt x="75598" y="50364"/>
                  <a:pt x="75598" y="45453"/>
                </a:cubicBezTo>
                <a:cubicBezTo>
                  <a:pt x="75598" y="41881"/>
                  <a:pt x="75020" y="38465"/>
                  <a:pt x="73864" y="35207"/>
                </a:cubicBezTo>
                <a:cubicBezTo>
                  <a:pt x="72709" y="31946"/>
                  <a:pt x="70976" y="29112"/>
                  <a:pt x="68665" y="26703"/>
                </a:cubicBezTo>
                <a:cubicBezTo>
                  <a:pt x="66353" y="24292"/>
                  <a:pt x="63398" y="22395"/>
                  <a:pt x="59798" y="21012"/>
                </a:cubicBezTo>
                <a:cubicBezTo>
                  <a:pt x="56198" y="19626"/>
                  <a:pt x="52043" y="18933"/>
                  <a:pt x="47332" y="18933"/>
                </a:cubicBezTo>
                <a:cubicBezTo>
                  <a:pt x="42176" y="18933"/>
                  <a:pt x="37443" y="19711"/>
                  <a:pt x="33132" y="21266"/>
                </a:cubicBezTo>
                <a:cubicBezTo>
                  <a:pt x="28821" y="22822"/>
                  <a:pt x="24977" y="24488"/>
                  <a:pt x="21599" y="26266"/>
                </a:cubicBezTo>
                <a:cubicBezTo>
                  <a:pt x="18222" y="28044"/>
                  <a:pt x="15422" y="29710"/>
                  <a:pt x="13200" y="31266"/>
                </a:cubicBezTo>
                <a:cubicBezTo>
                  <a:pt x="10977" y="32821"/>
                  <a:pt x="9422" y="33599"/>
                  <a:pt x="8533" y="33599"/>
                </a:cubicBezTo>
                <a:cubicBezTo>
                  <a:pt x="7911" y="33599"/>
                  <a:pt x="7355" y="33488"/>
                  <a:pt x="6866" y="33266"/>
                </a:cubicBezTo>
                <a:cubicBezTo>
                  <a:pt x="6378" y="33043"/>
                  <a:pt x="5978" y="32599"/>
                  <a:pt x="5666" y="31932"/>
                </a:cubicBezTo>
                <a:cubicBezTo>
                  <a:pt x="5355" y="31266"/>
                  <a:pt x="5133" y="30332"/>
                  <a:pt x="5000" y="29132"/>
                </a:cubicBezTo>
                <a:cubicBezTo>
                  <a:pt x="4867" y="27932"/>
                  <a:pt x="4800" y="26355"/>
                  <a:pt x="4800" y="24399"/>
                </a:cubicBezTo>
                <a:cubicBezTo>
                  <a:pt x="4800" y="23066"/>
                  <a:pt x="4844" y="21888"/>
                  <a:pt x="4933" y="20866"/>
                </a:cubicBezTo>
                <a:cubicBezTo>
                  <a:pt x="5022" y="19844"/>
                  <a:pt x="5200" y="18955"/>
                  <a:pt x="5466" y="18199"/>
                </a:cubicBezTo>
                <a:cubicBezTo>
                  <a:pt x="5733" y="17444"/>
                  <a:pt x="6044" y="16755"/>
                  <a:pt x="6400" y="16133"/>
                </a:cubicBezTo>
                <a:cubicBezTo>
                  <a:pt x="6755" y="15511"/>
                  <a:pt x="7355" y="14777"/>
                  <a:pt x="8200" y="13933"/>
                </a:cubicBezTo>
                <a:cubicBezTo>
                  <a:pt x="9044" y="13088"/>
                  <a:pt x="10755" y="11866"/>
                  <a:pt x="13333" y="10266"/>
                </a:cubicBezTo>
                <a:cubicBezTo>
                  <a:pt x="15911" y="8666"/>
                  <a:pt x="19088" y="7089"/>
                  <a:pt x="22866" y="5533"/>
                </a:cubicBezTo>
                <a:cubicBezTo>
                  <a:pt x="26644" y="3978"/>
                  <a:pt x="30999" y="2667"/>
                  <a:pt x="35932" y="1600"/>
                </a:cubicBezTo>
                <a:cubicBezTo>
                  <a:pt x="40865" y="533"/>
                  <a:pt x="46176" y="0"/>
                  <a:pt x="51865" y="0"/>
                </a:cubicBezTo>
                <a:cubicBezTo>
                  <a:pt x="59865" y="0"/>
                  <a:pt x="66887" y="1026"/>
                  <a:pt x="72931" y="3079"/>
                </a:cubicBezTo>
                <a:cubicBezTo>
                  <a:pt x="78975" y="5129"/>
                  <a:pt x="84020" y="8026"/>
                  <a:pt x="88064" y="11770"/>
                </a:cubicBezTo>
                <a:cubicBezTo>
                  <a:pt x="92108" y="15515"/>
                  <a:pt x="95130" y="19995"/>
                  <a:pt x="97130" y="25212"/>
                </a:cubicBezTo>
                <a:cubicBezTo>
                  <a:pt x="99130" y="30428"/>
                  <a:pt x="100130" y="36202"/>
                  <a:pt x="100130" y="42532"/>
                </a:cubicBezTo>
                <a:cubicBezTo>
                  <a:pt x="100130" y="47971"/>
                  <a:pt x="99419" y="53032"/>
                  <a:pt x="97997" y="57715"/>
                </a:cubicBezTo>
                <a:cubicBezTo>
                  <a:pt x="96575" y="62395"/>
                  <a:pt x="94486" y="66541"/>
                  <a:pt x="91730" y="70152"/>
                </a:cubicBezTo>
                <a:cubicBezTo>
                  <a:pt x="88975" y="73763"/>
                  <a:pt x="85597" y="76839"/>
                  <a:pt x="81597" y="79381"/>
                </a:cubicBezTo>
                <a:cubicBezTo>
                  <a:pt x="77598" y="81922"/>
                  <a:pt x="72975" y="83683"/>
                  <a:pt x="67731" y="84664"/>
                </a:cubicBezTo>
                <a:lnTo>
                  <a:pt x="67731" y="84931"/>
                </a:lnTo>
                <a:cubicBezTo>
                  <a:pt x="73687" y="85553"/>
                  <a:pt x="79131" y="87042"/>
                  <a:pt x="84064" y="89397"/>
                </a:cubicBezTo>
                <a:cubicBezTo>
                  <a:pt x="88997" y="91753"/>
                  <a:pt x="93242" y="94708"/>
                  <a:pt x="96797" y="98264"/>
                </a:cubicBezTo>
                <a:cubicBezTo>
                  <a:pt x="100352" y="101819"/>
                  <a:pt x="103130" y="105974"/>
                  <a:pt x="105130" y="110730"/>
                </a:cubicBezTo>
                <a:cubicBezTo>
                  <a:pt x="107130" y="115485"/>
                  <a:pt x="108130" y="120574"/>
                  <a:pt x="108130" y="1259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1136E5-FD1A-49DE-A0A0-55EB6270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315" y="4133114"/>
            <a:ext cx="386832" cy="386832"/>
          </a:xfrm>
          <a:custGeom xmlns:a="http://schemas.openxmlformats.org/drawingml/2006/main">
            <a:pathLst>
              <a:path w="386832" h="386832">
                <a:moveTo>
                  <a:pt x="0" y="193416"/>
                </a:moveTo>
                <a:cubicBezTo>
                  <a:pt x="0" y="86620"/>
                  <a:pt x="86620" y="0"/>
                  <a:pt x="193416" y="0"/>
                </a:cubicBezTo>
                <a:cubicBezTo>
                  <a:pt x="300212" y="0"/>
                  <a:pt x="386832" y="86620"/>
                  <a:pt x="386832" y="193416"/>
                </a:cubicBezTo>
                <a:cubicBezTo>
                  <a:pt x="386832" y="300212"/>
                  <a:pt x="300212" y="386832"/>
                  <a:pt x="193416" y="386832"/>
                </a:cubicBezTo>
                <a:cubicBezTo>
                  <a:pt x="86620" y="386832"/>
                  <a:pt x="0" y="300212"/>
                  <a:pt x="0" y="193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A9E689-88E7-466B-A04D-93634166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315" y="4133114"/>
            <a:ext cx="386832" cy="386832"/>
          </a:xfrm>
          <a:custGeom xmlns:a="http://schemas.openxmlformats.org/drawingml/2006/main">
            <a:pathLst>
              <a:path w="386832" h="386832" fill="none">
                <a:moveTo>
                  <a:pt x="0" y="193416"/>
                </a:moveTo>
                <a:cubicBezTo>
                  <a:pt x="0" y="86620"/>
                  <a:pt x="86620" y="0"/>
                  <a:pt x="193416" y="0"/>
                </a:cubicBezTo>
                <a:cubicBezTo>
                  <a:pt x="300212" y="0"/>
                  <a:pt x="386832" y="86620"/>
                  <a:pt x="386832" y="193416"/>
                </a:cubicBezTo>
                <a:cubicBezTo>
                  <a:pt x="386832" y="300212"/>
                  <a:pt x="300212" y="386832"/>
                  <a:pt x="193416" y="386832"/>
                </a:cubicBezTo>
                <a:cubicBezTo>
                  <a:pt x="86620" y="386832"/>
                  <a:pt x="0" y="300212"/>
                  <a:pt x="0" y="193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066" cap="flat">
            <a:solidFill>
              <a:srgbClr val="000000"/>
            </a:solidFill>
            <a:miter/>
          </a:ln>
        </p:spPr>
      </p:sp>
      <p:sp>
        <p:nvSpPr>
          <p:cNvPr id="371" name="Text 4">
            <a:extLst xmlns:a="http://schemas.openxmlformats.org/drawingml/2006/main">
              <a:ext uri="{FF2B5EF4-FFF2-40B4-BE49-F238E27FC236}">
                <a16:creationId xmlns:a16="http://schemas.microsoft.com/office/drawing/2014/main" id="{EDF3F74E-FDD4-4AC6-89C0-3C38CDDC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09" y="4245017"/>
            <a:ext cx="124212" cy="174244"/>
          </a:xfrm>
          <a:custGeom xmlns:a="http://schemas.openxmlformats.org/drawingml/2006/main">
            <a:pathLst>
              <a:path w="124212" h="174244">
                <a:moveTo>
                  <a:pt x="124212" y="124212"/>
                </a:moveTo>
                <a:cubicBezTo>
                  <a:pt x="124212" y="127147"/>
                  <a:pt x="123767" y="129460"/>
                  <a:pt x="122878" y="131150"/>
                </a:cubicBezTo>
                <a:cubicBezTo>
                  <a:pt x="121989" y="132840"/>
                  <a:pt x="120743" y="133685"/>
                  <a:pt x="119142" y="133685"/>
                </a:cubicBezTo>
                <a:lnTo>
                  <a:pt x="99663" y="133685"/>
                </a:lnTo>
                <a:lnTo>
                  <a:pt x="99663" y="170095"/>
                </a:lnTo>
                <a:cubicBezTo>
                  <a:pt x="99663" y="170810"/>
                  <a:pt x="99485" y="171413"/>
                  <a:pt x="99130" y="171905"/>
                </a:cubicBezTo>
                <a:cubicBezTo>
                  <a:pt x="98774" y="172394"/>
                  <a:pt x="98151" y="172818"/>
                  <a:pt x="97262" y="173177"/>
                </a:cubicBezTo>
                <a:cubicBezTo>
                  <a:pt x="96372" y="173532"/>
                  <a:pt x="95216" y="173799"/>
                  <a:pt x="93793" y="173977"/>
                </a:cubicBezTo>
                <a:cubicBezTo>
                  <a:pt x="92370" y="174155"/>
                  <a:pt x="90546" y="174244"/>
                  <a:pt x="88323" y="174244"/>
                </a:cubicBezTo>
                <a:cubicBezTo>
                  <a:pt x="86188" y="174244"/>
                  <a:pt x="84409" y="174155"/>
                  <a:pt x="82986" y="173977"/>
                </a:cubicBezTo>
                <a:cubicBezTo>
                  <a:pt x="81563" y="173799"/>
                  <a:pt x="80429" y="173532"/>
                  <a:pt x="79584" y="173177"/>
                </a:cubicBezTo>
                <a:cubicBezTo>
                  <a:pt x="78739" y="172818"/>
                  <a:pt x="78161" y="172394"/>
                  <a:pt x="77849" y="171905"/>
                </a:cubicBezTo>
                <a:cubicBezTo>
                  <a:pt x="77538" y="171413"/>
                  <a:pt x="77382" y="170810"/>
                  <a:pt x="77382" y="170095"/>
                </a:cubicBezTo>
                <a:lnTo>
                  <a:pt x="77382" y="133685"/>
                </a:lnTo>
                <a:lnTo>
                  <a:pt x="6137" y="133685"/>
                </a:lnTo>
                <a:cubicBezTo>
                  <a:pt x="5070" y="133685"/>
                  <a:pt x="4180" y="133551"/>
                  <a:pt x="3469" y="133285"/>
                </a:cubicBezTo>
                <a:cubicBezTo>
                  <a:pt x="2757" y="133018"/>
                  <a:pt x="2112" y="132529"/>
                  <a:pt x="1534" y="131817"/>
                </a:cubicBezTo>
                <a:cubicBezTo>
                  <a:pt x="956" y="131105"/>
                  <a:pt x="556" y="130083"/>
                  <a:pt x="334" y="128748"/>
                </a:cubicBezTo>
                <a:cubicBezTo>
                  <a:pt x="111" y="127414"/>
                  <a:pt x="0" y="125680"/>
                  <a:pt x="0" y="123545"/>
                </a:cubicBezTo>
                <a:cubicBezTo>
                  <a:pt x="0" y="121855"/>
                  <a:pt x="44" y="120343"/>
                  <a:pt x="133" y="119009"/>
                </a:cubicBezTo>
                <a:cubicBezTo>
                  <a:pt x="222" y="117675"/>
                  <a:pt x="400" y="116452"/>
                  <a:pt x="667" y="115340"/>
                </a:cubicBezTo>
                <a:cubicBezTo>
                  <a:pt x="934" y="114228"/>
                  <a:pt x="1290" y="113161"/>
                  <a:pt x="1734" y="112138"/>
                </a:cubicBezTo>
                <a:cubicBezTo>
                  <a:pt x="2179" y="111115"/>
                  <a:pt x="2713" y="110025"/>
                  <a:pt x="3335" y="108869"/>
                </a:cubicBezTo>
                <a:lnTo>
                  <a:pt x="65508" y="4132"/>
                </a:lnTo>
                <a:cubicBezTo>
                  <a:pt x="65953" y="3420"/>
                  <a:pt x="66598" y="2799"/>
                  <a:pt x="67443" y="2268"/>
                </a:cubicBezTo>
                <a:cubicBezTo>
                  <a:pt x="68288" y="1734"/>
                  <a:pt x="69377" y="1290"/>
                  <a:pt x="70712" y="934"/>
                </a:cubicBezTo>
                <a:cubicBezTo>
                  <a:pt x="72046" y="578"/>
                  <a:pt x="73691" y="334"/>
                  <a:pt x="75648" y="200"/>
                </a:cubicBezTo>
                <a:cubicBezTo>
                  <a:pt x="77605" y="67"/>
                  <a:pt x="79917" y="0"/>
                  <a:pt x="82586" y="0"/>
                </a:cubicBezTo>
                <a:cubicBezTo>
                  <a:pt x="85521" y="0"/>
                  <a:pt x="88078" y="111"/>
                  <a:pt x="90257" y="334"/>
                </a:cubicBezTo>
                <a:cubicBezTo>
                  <a:pt x="92436" y="556"/>
                  <a:pt x="94193" y="845"/>
                  <a:pt x="95527" y="1201"/>
                </a:cubicBezTo>
                <a:cubicBezTo>
                  <a:pt x="96862" y="1557"/>
                  <a:pt x="97884" y="2023"/>
                  <a:pt x="98596" y="2602"/>
                </a:cubicBezTo>
                <a:cubicBezTo>
                  <a:pt x="99307" y="3177"/>
                  <a:pt x="99663" y="3865"/>
                  <a:pt x="99663" y="4665"/>
                </a:cubicBezTo>
                <a:lnTo>
                  <a:pt x="99663" y="114740"/>
                </a:lnTo>
                <a:lnTo>
                  <a:pt x="119142" y="114740"/>
                </a:lnTo>
                <a:cubicBezTo>
                  <a:pt x="120654" y="114740"/>
                  <a:pt x="121877" y="115518"/>
                  <a:pt x="122811" y="117074"/>
                </a:cubicBezTo>
                <a:cubicBezTo>
                  <a:pt x="123745" y="118631"/>
                  <a:pt x="124212" y="121010"/>
                  <a:pt x="124212" y="124212"/>
                </a:cubicBezTo>
                <a:moveTo>
                  <a:pt x="77382" y="20125"/>
                </a:moveTo>
                <a:lnTo>
                  <a:pt x="77116" y="20125"/>
                </a:lnTo>
                <a:lnTo>
                  <a:pt x="20947" y="114740"/>
                </a:lnTo>
                <a:lnTo>
                  <a:pt x="77382" y="114740"/>
                </a:lnTo>
                <a:lnTo>
                  <a:pt x="77382" y="201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CDFC8-46FC-4A24-9502-E35CB3DC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194" y="2213061"/>
            <a:ext cx="3232098" cy="274878"/>
          </a:xfrm>
          <a:custGeom xmlns:a="http://schemas.openxmlformats.org/drawingml/2006/main">
            <a:pathLst>
              <a:path w="3232098" h="274878" fill="none">
                <a:moveTo>
                  <a:pt x="0" y="274878"/>
                </a:moveTo>
                <a:lnTo>
                  <a:pt x="3232098" y="274878"/>
                </a:lnTo>
                <a:lnTo>
                  <a:pt x="3232098" y="0"/>
                </a:lnTo>
                <a:lnTo>
                  <a:pt x="0" y="0"/>
                </a:lnTo>
                <a:lnTo>
                  <a:pt x="0" y="2748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373" name="Text 𝐋𝐞𝐚𝐫𝐧𝐢𝐧𝐠:𝑾=𝒂𝒓𝒈𝒎𝒊𝒏">
            <a:extLst xmlns:a="http://schemas.openxmlformats.org/drawingml/2006/main">
              <a:ext uri="{FF2B5EF4-FFF2-40B4-BE49-F238E27FC236}">
                <a16:creationId xmlns:a16="http://schemas.microsoft.com/office/drawing/2014/main" id="{E749B8CA-1999-4F59-A361-5B31BA32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772" y="2280406"/>
            <a:ext cx="1618394" cy="136490"/>
          </a:xfrm>
          <a:custGeom xmlns:a="http://schemas.openxmlformats.org/drawingml/2006/main">
            <a:pathLst>
              <a:path w="1618394" h="136490">
                <a:moveTo>
                  <a:pt x="38965" y="1930"/>
                </a:moveTo>
                <a:lnTo>
                  <a:pt x="38965" y="6828"/>
                </a:lnTo>
                <a:cubicBezTo>
                  <a:pt x="36343" y="7521"/>
                  <a:pt x="34549" y="8313"/>
                  <a:pt x="33585" y="9203"/>
                </a:cubicBezTo>
                <a:cubicBezTo>
                  <a:pt x="32620" y="10094"/>
                  <a:pt x="31939" y="11281"/>
                  <a:pt x="31543" y="12766"/>
                </a:cubicBezTo>
                <a:cubicBezTo>
                  <a:pt x="31148" y="14250"/>
                  <a:pt x="30950" y="16823"/>
                  <a:pt x="30950" y="20485"/>
                </a:cubicBezTo>
                <a:lnTo>
                  <a:pt x="30950" y="94408"/>
                </a:lnTo>
                <a:lnTo>
                  <a:pt x="45348" y="94408"/>
                </a:lnTo>
                <a:cubicBezTo>
                  <a:pt x="48466" y="94408"/>
                  <a:pt x="51001" y="93826"/>
                  <a:pt x="52956" y="92664"/>
                </a:cubicBezTo>
                <a:cubicBezTo>
                  <a:pt x="54910" y="91501"/>
                  <a:pt x="56593" y="89546"/>
                  <a:pt x="58003" y="86800"/>
                </a:cubicBezTo>
                <a:cubicBezTo>
                  <a:pt x="59413" y="84054"/>
                  <a:pt x="60811" y="79539"/>
                  <a:pt x="62196" y="73255"/>
                </a:cubicBezTo>
                <a:lnTo>
                  <a:pt x="72364" y="73255"/>
                </a:lnTo>
                <a:lnTo>
                  <a:pt x="70732" y="103240"/>
                </a:lnTo>
                <a:lnTo>
                  <a:pt x="0" y="103240"/>
                </a:lnTo>
                <a:lnTo>
                  <a:pt x="0" y="98341"/>
                </a:lnTo>
                <a:cubicBezTo>
                  <a:pt x="2672" y="97649"/>
                  <a:pt x="4490" y="96857"/>
                  <a:pt x="5455" y="95966"/>
                </a:cubicBezTo>
                <a:cubicBezTo>
                  <a:pt x="6420" y="95076"/>
                  <a:pt x="7076" y="93888"/>
                  <a:pt x="7422" y="92404"/>
                </a:cubicBezTo>
                <a:cubicBezTo>
                  <a:pt x="7768" y="90919"/>
                  <a:pt x="7942" y="88297"/>
                  <a:pt x="7942" y="84536"/>
                </a:cubicBezTo>
                <a:lnTo>
                  <a:pt x="7942" y="20633"/>
                </a:lnTo>
                <a:cubicBezTo>
                  <a:pt x="7942" y="16873"/>
                  <a:pt x="7781" y="14263"/>
                  <a:pt x="7459" y="12803"/>
                </a:cubicBezTo>
                <a:cubicBezTo>
                  <a:pt x="7137" y="11343"/>
                  <a:pt x="6482" y="10168"/>
                  <a:pt x="5492" y="9277"/>
                </a:cubicBezTo>
                <a:cubicBezTo>
                  <a:pt x="4503" y="8387"/>
                  <a:pt x="2672" y="7570"/>
                  <a:pt x="0" y="6828"/>
                </a:cubicBezTo>
                <a:lnTo>
                  <a:pt x="0" y="1930"/>
                </a:lnTo>
                <a:lnTo>
                  <a:pt x="38965" y="1930"/>
                </a:lnTo>
                <a:close/>
                <a:moveTo>
                  <a:pt x="152308" y="89732"/>
                </a:moveTo>
                <a:cubicBezTo>
                  <a:pt x="147261" y="95076"/>
                  <a:pt x="142264" y="98861"/>
                  <a:pt x="137316" y="101088"/>
                </a:cubicBezTo>
                <a:cubicBezTo>
                  <a:pt x="132368" y="103314"/>
                  <a:pt x="126678" y="104427"/>
                  <a:pt x="120245" y="104427"/>
                </a:cubicBezTo>
                <a:cubicBezTo>
                  <a:pt x="108716" y="104427"/>
                  <a:pt x="100045" y="101273"/>
                  <a:pt x="94231" y="94964"/>
                </a:cubicBezTo>
                <a:cubicBezTo>
                  <a:pt x="88417" y="88656"/>
                  <a:pt x="85510" y="79292"/>
                  <a:pt x="85510" y="66872"/>
                </a:cubicBezTo>
                <a:cubicBezTo>
                  <a:pt x="85510" y="58856"/>
                  <a:pt x="87007" y="51942"/>
                  <a:pt x="90001" y="46128"/>
                </a:cubicBezTo>
                <a:cubicBezTo>
                  <a:pt x="92994" y="40314"/>
                  <a:pt x="97237" y="35910"/>
                  <a:pt x="102729" y="32917"/>
                </a:cubicBezTo>
                <a:cubicBezTo>
                  <a:pt x="108221" y="29923"/>
                  <a:pt x="114604" y="28426"/>
                  <a:pt x="121878" y="28426"/>
                </a:cubicBezTo>
                <a:cubicBezTo>
                  <a:pt x="126381" y="28426"/>
                  <a:pt x="130327" y="28946"/>
                  <a:pt x="133716" y="29985"/>
                </a:cubicBezTo>
                <a:cubicBezTo>
                  <a:pt x="137105" y="31024"/>
                  <a:pt x="140012" y="32471"/>
                  <a:pt x="142437" y="34327"/>
                </a:cubicBezTo>
                <a:cubicBezTo>
                  <a:pt x="144861" y="36182"/>
                  <a:pt x="146865" y="38421"/>
                  <a:pt x="148449" y="41044"/>
                </a:cubicBezTo>
                <a:cubicBezTo>
                  <a:pt x="150329" y="44161"/>
                  <a:pt x="151751" y="47748"/>
                  <a:pt x="152716" y="51805"/>
                </a:cubicBezTo>
                <a:cubicBezTo>
                  <a:pt x="153681" y="55863"/>
                  <a:pt x="154188" y="60811"/>
                  <a:pt x="154238" y="66649"/>
                </a:cubicBezTo>
                <a:lnTo>
                  <a:pt x="107182" y="66649"/>
                </a:lnTo>
                <a:cubicBezTo>
                  <a:pt x="107232" y="75605"/>
                  <a:pt x="108828" y="82199"/>
                  <a:pt x="111970" y="86429"/>
                </a:cubicBezTo>
                <a:cubicBezTo>
                  <a:pt x="115112" y="90660"/>
                  <a:pt x="119899" y="92775"/>
                  <a:pt x="126331" y="92775"/>
                </a:cubicBezTo>
                <a:cubicBezTo>
                  <a:pt x="130092" y="92775"/>
                  <a:pt x="133481" y="92070"/>
                  <a:pt x="136499" y="90660"/>
                </a:cubicBezTo>
                <a:cubicBezTo>
                  <a:pt x="139518" y="89249"/>
                  <a:pt x="142783" y="86763"/>
                  <a:pt x="146296" y="83201"/>
                </a:cubicBezTo>
                <a:lnTo>
                  <a:pt x="152308" y="89732"/>
                </a:lnTo>
                <a:moveTo>
                  <a:pt x="132269" y="58634"/>
                </a:moveTo>
                <a:cubicBezTo>
                  <a:pt x="132071" y="51063"/>
                  <a:pt x="131081" y="45423"/>
                  <a:pt x="129300" y="41712"/>
                </a:cubicBezTo>
                <a:cubicBezTo>
                  <a:pt x="127519" y="38001"/>
                  <a:pt x="124649" y="36145"/>
                  <a:pt x="120690" y="36145"/>
                </a:cubicBezTo>
                <a:cubicBezTo>
                  <a:pt x="116880" y="36145"/>
                  <a:pt x="113850" y="38075"/>
                  <a:pt x="111599" y="41934"/>
                </a:cubicBezTo>
                <a:cubicBezTo>
                  <a:pt x="109347" y="45794"/>
                  <a:pt x="107999" y="51360"/>
                  <a:pt x="107554" y="58634"/>
                </a:cubicBezTo>
                <a:lnTo>
                  <a:pt x="132269" y="58634"/>
                </a:lnTo>
                <a:close/>
                <a:moveTo>
                  <a:pt x="211844" y="93517"/>
                </a:moveTo>
                <a:lnTo>
                  <a:pt x="210731" y="93146"/>
                </a:lnTo>
                <a:cubicBezTo>
                  <a:pt x="206674" y="97104"/>
                  <a:pt x="202728" y="99974"/>
                  <a:pt x="198893" y="101755"/>
                </a:cubicBezTo>
                <a:cubicBezTo>
                  <a:pt x="195058" y="103537"/>
                  <a:pt x="190988" y="104427"/>
                  <a:pt x="186684" y="104427"/>
                </a:cubicBezTo>
                <a:cubicBezTo>
                  <a:pt x="180350" y="104427"/>
                  <a:pt x="175328" y="102757"/>
                  <a:pt x="171617" y="99418"/>
                </a:cubicBezTo>
                <a:cubicBezTo>
                  <a:pt x="167906" y="96078"/>
                  <a:pt x="166051" y="91612"/>
                  <a:pt x="166051" y="86021"/>
                </a:cubicBezTo>
                <a:cubicBezTo>
                  <a:pt x="166051" y="78747"/>
                  <a:pt x="169626" y="73020"/>
                  <a:pt x="176775" y="68839"/>
                </a:cubicBezTo>
                <a:cubicBezTo>
                  <a:pt x="183925" y="64658"/>
                  <a:pt x="194774" y="62023"/>
                  <a:pt x="209321" y="60935"/>
                </a:cubicBezTo>
                <a:lnTo>
                  <a:pt x="209321" y="53884"/>
                </a:lnTo>
                <a:cubicBezTo>
                  <a:pt x="209321" y="49282"/>
                  <a:pt x="208801" y="45732"/>
                  <a:pt x="207762" y="43233"/>
                </a:cubicBezTo>
                <a:cubicBezTo>
                  <a:pt x="206723" y="40734"/>
                  <a:pt x="205387" y="38978"/>
                  <a:pt x="203754" y="37963"/>
                </a:cubicBezTo>
                <a:cubicBezTo>
                  <a:pt x="202121" y="36949"/>
                  <a:pt x="200167" y="36442"/>
                  <a:pt x="197891" y="36442"/>
                </a:cubicBezTo>
                <a:cubicBezTo>
                  <a:pt x="195615" y="36442"/>
                  <a:pt x="193648" y="36838"/>
                  <a:pt x="191990" y="37629"/>
                </a:cubicBezTo>
                <a:cubicBezTo>
                  <a:pt x="190333" y="38421"/>
                  <a:pt x="188836" y="39918"/>
                  <a:pt x="187500" y="42120"/>
                </a:cubicBezTo>
                <a:cubicBezTo>
                  <a:pt x="186164" y="44322"/>
                  <a:pt x="185175" y="47377"/>
                  <a:pt x="184531" y="51286"/>
                </a:cubicBezTo>
                <a:lnTo>
                  <a:pt x="170504" y="51286"/>
                </a:lnTo>
                <a:lnTo>
                  <a:pt x="170504" y="37778"/>
                </a:lnTo>
                <a:cubicBezTo>
                  <a:pt x="176194" y="35254"/>
                  <a:pt x="181006" y="33362"/>
                  <a:pt x="184940" y="32100"/>
                </a:cubicBezTo>
                <a:cubicBezTo>
                  <a:pt x="188873" y="30838"/>
                  <a:pt x="192535" y="29911"/>
                  <a:pt x="195924" y="29317"/>
                </a:cubicBezTo>
                <a:cubicBezTo>
                  <a:pt x="199313" y="28723"/>
                  <a:pt x="202567" y="28426"/>
                  <a:pt x="205684" y="28426"/>
                </a:cubicBezTo>
                <a:cubicBezTo>
                  <a:pt x="211671" y="28426"/>
                  <a:pt x="216458" y="29218"/>
                  <a:pt x="220046" y="30801"/>
                </a:cubicBezTo>
                <a:cubicBezTo>
                  <a:pt x="223633" y="32385"/>
                  <a:pt x="226317" y="34958"/>
                  <a:pt x="228098" y="38520"/>
                </a:cubicBezTo>
                <a:cubicBezTo>
                  <a:pt x="229880" y="42083"/>
                  <a:pt x="230770" y="47006"/>
                  <a:pt x="230770" y="53290"/>
                </a:cubicBezTo>
                <a:lnTo>
                  <a:pt x="230770" y="82236"/>
                </a:lnTo>
                <a:cubicBezTo>
                  <a:pt x="230770" y="86441"/>
                  <a:pt x="230894" y="89423"/>
                  <a:pt x="231141" y="91179"/>
                </a:cubicBezTo>
                <a:cubicBezTo>
                  <a:pt x="231389" y="92936"/>
                  <a:pt x="231772" y="94210"/>
                  <a:pt x="232292" y="95001"/>
                </a:cubicBezTo>
                <a:cubicBezTo>
                  <a:pt x="232811" y="95793"/>
                  <a:pt x="233479" y="96412"/>
                  <a:pt x="234296" y="96857"/>
                </a:cubicBezTo>
                <a:cubicBezTo>
                  <a:pt x="235112" y="97302"/>
                  <a:pt x="236609" y="97797"/>
                  <a:pt x="238786" y="98341"/>
                </a:cubicBezTo>
                <a:lnTo>
                  <a:pt x="238786" y="103240"/>
                </a:lnTo>
                <a:lnTo>
                  <a:pt x="211176" y="103240"/>
                </a:lnTo>
                <a:lnTo>
                  <a:pt x="211844" y="93517"/>
                </a:lnTo>
                <a:moveTo>
                  <a:pt x="209395" y="68208"/>
                </a:moveTo>
                <a:cubicBezTo>
                  <a:pt x="201726" y="68406"/>
                  <a:pt x="196048" y="69841"/>
                  <a:pt x="192362" y="72513"/>
                </a:cubicBezTo>
                <a:cubicBezTo>
                  <a:pt x="188675" y="75185"/>
                  <a:pt x="186832" y="79094"/>
                  <a:pt x="186832" y="84240"/>
                </a:cubicBezTo>
                <a:cubicBezTo>
                  <a:pt x="186832" y="87307"/>
                  <a:pt x="187673" y="89645"/>
                  <a:pt x="189356" y="91253"/>
                </a:cubicBezTo>
                <a:cubicBezTo>
                  <a:pt x="191038" y="92861"/>
                  <a:pt x="193364" y="93666"/>
                  <a:pt x="196332" y="93666"/>
                </a:cubicBezTo>
                <a:cubicBezTo>
                  <a:pt x="198608" y="93666"/>
                  <a:pt x="200761" y="93059"/>
                  <a:pt x="202789" y="91847"/>
                </a:cubicBezTo>
                <a:cubicBezTo>
                  <a:pt x="204818" y="90635"/>
                  <a:pt x="206426" y="89014"/>
                  <a:pt x="207614" y="86986"/>
                </a:cubicBezTo>
                <a:cubicBezTo>
                  <a:pt x="208801" y="84957"/>
                  <a:pt x="209395" y="82805"/>
                  <a:pt x="209395" y="80529"/>
                </a:cubicBezTo>
                <a:lnTo>
                  <a:pt x="209395" y="68208"/>
                </a:lnTo>
                <a:close/>
                <a:moveTo>
                  <a:pt x="279265" y="40227"/>
                </a:moveTo>
                <a:lnTo>
                  <a:pt x="280230" y="40450"/>
                </a:lnTo>
                <a:cubicBezTo>
                  <a:pt x="283842" y="36195"/>
                  <a:pt x="287553" y="33127"/>
                  <a:pt x="291363" y="31247"/>
                </a:cubicBezTo>
                <a:cubicBezTo>
                  <a:pt x="295173" y="29366"/>
                  <a:pt x="299304" y="28426"/>
                  <a:pt x="303758" y="28426"/>
                </a:cubicBezTo>
                <a:cubicBezTo>
                  <a:pt x="306776" y="28426"/>
                  <a:pt x="309943" y="28748"/>
                  <a:pt x="313258" y="29391"/>
                </a:cubicBezTo>
                <a:lnTo>
                  <a:pt x="313258" y="49876"/>
                </a:lnTo>
                <a:lnTo>
                  <a:pt x="299824" y="49876"/>
                </a:lnTo>
                <a:cubicBezTo>
                  <a:pt x="298983" y="47006"/>
                  <a:pt x="297882" y="44804"/>
                  <a:pt x="296521" y="43270"/>
                </a:cubicBezTo>
                <a:cubicBezTo>
                  <a:pt x="295161" y="41736"/>
                  <a:pt x="293342" y="40969"/>
                  <a:pt x="291066" y="40969"/>
                </a:cubicBezTo>
                <a:cubicBezTo>
                  <a:pt x="289977" y="40969"/>
                  <a:pt x="288778" y="41303"/>
                  <a:pt x="287466" y="41971"/>
                </a:cubicBezTo>
                <a:cubicBezTo>
                  <a:pt x="286155" y="42639"/>
                  <a:pt x="284943" y="43579"/>
                  <a:pt x="283830" y="44792"/>
                </a:cubicBezTo>
                <a:cubicBezTo>
                  <a:pt x="282716" y="46004"/>
                  <a:pt x="281925" y="47241"/>
                  <a:pt x="281455" y="48503"/>
                </a:cubicBezTo>
                <a:cubicBezTo>
                  <a:pt x="280985" y="49764"/>
                  <a:pt x="280675" y="51039"/>
                  <a:pt x="280527" y="52325"/>
                </a:cubicBezTo>
                <a:cubicBezTo>
                  <a:pt x="280378" y="53612"/>
                  <a:pt x="280304" y="55541"/>
                  <a:pt x="280304" y="58114"/>
                </a:cubicBezTo>
                <a:lnTo>
                  <a:pt x="280304" y="81790"/>
                </a:lnTo>
                <a:cubicBezTo>
                  <a:pt x="280304" y="86491"/>
                  <a:pt x="280477" y="89781"/>
                  <a:pt x="280824" y="91662"/>
                </a:cubicBezTo>
                <a:cubicBezTo>
                  <a:pt x="281170" y="93542"/>
                  <a:pt x="281863" y="95014"/>
                  <a:pt x="282902" y="96078"/>
                </a:cubicBezTo>
                <a:cubicBezTo>
                  <a:pt x="283941" y="97141"/>
                  <a:pt x="285697" y="97896"/>
                  <a:pt x="288171" y="98341"/>
                </a:cubicBezTo>
                <a:lnTo>
                  <a:pt x="288171" y="103240"/>
                </a:lnTo>
                <a:lnTo>
                  <a:pt x="251581" y="103240"/>
                </a:lnTo>
                <a:lnTo>
                  <a:pt x="251581" y="98341"/>
                </a:lnTo>
                <a:cubicBezTo>
                  <a:pt x="253956" y="97698"/>
                  <a:pt x="255601" y="96857"/>
                  <a:pt x="256517" y="95818"/>
                </a:cubicBezTo>
                <a:cubicBezTo>
                  <a:pt x="257432" y="94779"/>
                  <a:pt x="258051" y="93369"/>
                  <a:pt x="258372" y="91587"/>
                </a:cubicBezTo>
                <a:cubicBezTo>
                  <a:pt x="258694" y="89806"/>
                  <a:pt x="258855" y="86565"/>
                  <a:pt x="258855" y="81865"/>
                </a:cubicBezTo>
                <a:lnTo>
                  <a:pt x="258855" y="51360"/>
                </a:lnTo>
                <a:cubicBezTo>
                  <a:pt x="258855" y="47699"/>
                  <a:pt x="258793" y="44990"/>
                  <a:pt x="258669" y="43233"/>
                </a:cubicBezTo>
                <a:cubicBezTo>
                  <a:pt x="258545" y="41477"/>
                  <a:pt x="258248" y="40066"/>
                  <a:pt x="257778" y="39003"/>
                </a:cubicBezTo>
                <a:cubicBezTo>
                  <a:pt x="257308" y="37939"/>
                  <a:pt x="256591" y="37073"/>
                  <a:pt x="255626" y="36405"/>
                </a:cubicBezTo>
                <a:cubicBezTo>
                  <a:pt x="254661" y="35737"/>
                  <a:pt x="252991" y="35155"/>
                  <a:pt x="250616" y="34661"/>
                </a:cubicBezTo>
                <a:lnTo>
                  <a:pt x="250616" y="29614"/>
                </a:lnTo>
                <a:lnTo>
                  <a:pt x="270952" y="29020"/>
                </a:lnTo>
                <a:lnTo>
                  <a:pt x="280304" y="29020"/>
                </a:lnTo>
                <a:lnTo>
                  <a:pt x="279265" y="40227"/>
                </a:lnTo>
                <a:close/>
                <a:moveTo>
                  <a:pt x="404612" y="103240"/>
                </a:moveTo>
                <a:lnTo>
                  <a:pt x="368615" y="103240"/>
                </a:lnTo>
                <a:lnTo>
                  <a:pt x="368615" y="98341"/>
                </a:lnTo>
                <a:cubicBezTo>
                  <a:pt x="370891" y="97797"/>
                  <a:pt x="372474" y="96993"/>
                  <a:pt x="373365" y="95929"/>
                </a:cubicBezTo>
                <a:cubicBezTo>
                  <a:pt x="374256" y="94865"/>
                  <a:pt x="374862" y="93430"/>
                  <a:pt x="375184" y="91624"/>
                </a:cubicBezTo>
                <a:cubicBezTo>
                  <a:pt x="375505" y="89818"/>
                  <a:pt x="375666" y="86565"/>
                  <a:pt x="375666" y="81865"/>
                </a:cubicBezTo>
                <a:lnTo>
                  <a:pt x="375666" y="62048"/>
                </a:lnTo>
                <a:cubicBezTo>
                  <a:pt x="375666" y="58436"/>
                  <a:pt x="375567" y="55306"/>
                  <a:pt x="375369" y="52659"/>
                </a:cubicBezTo>
                <a:cubicBezTo>
                  <a:pt x="375171" y="50012"/>
                  <a:pt x="374825" y="47958"/>
                  <a:pt x="374330" y="46499"/>
                </a:cubicBezTo>
                <a:cubicBezTo>
                  <a:pt x="373835" y="45039"/>
                  <a:pt x="373217" y="43852"/>
                  <a:pt x="372474" y="42936"/>
                </a:cubicBezTo>
                <a:cubicBezTo>
                  <a:pt x="371732" y="42021"/>
                  <a:pt x="370866" y="41316"/>
                  <a:pt x="369877" y="40821"/>
                </a:cubicBezTo>
                <a:cubicBezTo>
                  <a:pt x="368887" y="40326"/>
                  <a:pt x="367502" y="40079"/>
                  <a:pt x="365720" y="40079"/>
                </a:cubicBezTo>
                <a:cubicBezTo>
                  <a:pt x="363840" y="40079"/>
                  <a:pt x="361886" y="40660"/>
                  <a:pt x="359857" y="41823"/>
                </a:cubicBezTo>
                <a:cubicBezTo>
                  <a:pt x="357828" y="42986"/>
                  <a:pt x="356121" y="44594"/>
                  <a:pt x="354736" y="46647"/>
                </a:cubicBezTo>
                <a:cubicBezTo>
                  <a:pt x="353350" y="48701"/>
                  <a:pt x="352658" y="50890"/>
                  <a:pt x="352658" y="53216"/>
                </a:cubicBezTo>
                <a:lnTo>
                  <a:pt x="352658" y="81790"/>
                </a:lnTo>
                <a:cubicBezTo>
                  <a:pt x="352658" y="86491"/>
                  <a:pt x="352806" y="89757"/>
                  <a:pt x="353103" y="91587"/>
                </a:cubicBezTo>
                <a:cubicBezTo>
                  <a:pt x="353400" y="93418"/>
                  <a:pt x="354006" y="94865"/>
                  <a:pt x="354921" y="95929"/>
                </a:cubicBezTo>
                <a:cubicBezTo>
                  <a:pt x="355837" y="96993"/>
                  <a:pt x="357457" y="97797"/>
                  <a:pt x="359783" y="98341"/>
                </a:cubicBezTo>
                <a:lnTo>
                  <a:pt x="359783" y="103240"/>
                </a:lnTo>
                <a:lnTo>
                  <a:pt x="323935" y="103240"/>
                </a:lnTo>
                <a:lnTo>
                  <a:pt x="323935" y="98341"/>
                </a:lnTo>
                <a:cubicBezTo>
                  <a:pt x="326310" y="97698"/>
                  <a:pt x="327955" y="96857"/>
                  <a:pt x="328870" y="95818"/>
                </a:cubicBezTo>
                <a:cubicBezTo>
                  <a:pt x="329786" y="94779"/>
                  <a:pt x="330404" y="93369"/>
                  <a:pt x="330726" y="91587"/>
                </a:cubicBezTo>
                <a:cubicBezTo>
                  <a:pt x="331047" y="89806"/>
                  <a:pt x="331208" y="86565"/>
                  <a:pt x="331208" y="81865"/>
                </a:cubicBezTo>
                <a:lnTo>
                  <a:pt x="331208" y="51360"/>
                </a:lnTo>
                <a:cubicBezTo>
                  <a:pt x="331208" y="47699"/>
                  <a:pt x="331146" y="44990"/>
                  <a:pt x="331023" y="43233"/>
                </a:cubicBezTo>
                <a:cubicBezTo>
                  <a:pt x="330899" y="41477"/>
                  <a:pt x="330602" y="40066"/>
                  <a:pt x="330132" y="39003"/>
                </a:cubicBezTo>
                <a:cubicBezTo>
                  <a:pt x="329662" y="37939"/>
                  <a:pt x="328945" y="37073"/>
                  <a:pt x="327980" y="36405"/>
                </a:cubicBezTo>
                <a:cubicBezTo>
                  <a:pt x="327015" y="35737"/>
                  <a:pt x="325345" y="35155"/>
                  <a:pt x="322970" y="34661"/>
                </a:cubicBezTo>
                <a:lnTo>
                  <a:pt x="322970" y="29614"/>
                </a:lnTo>
                <a:lnTo>
                  <a:pt x="343306" y="29020"/>
                </a:lnTo>
                <a:lnTo>
                  <a:pt x="352658" y="29020"/>
                </a:lnTo>
                <a:lnTo>
                  <a:pt x="351544" y="39708"/>
                </a:lnTo>
                <a:lnTo>
                  <a:pt x="352435" y="39930"/>
                </a:lnTo>
                <a:cubicBezTo>
                  <a:pt x="357185" y="35675"/>
                  <a:pt x="361354" y="32694"/>
                  <a:pt x="364941" y="30987"/>
                </a:cubicBezTo>
                <a:cubicBezTo>
                  <a:pt x="368528" y="29280"/>
                  <a:pt x="372178" y="28426"/>
                  <a:pt x="375889" y="28426"/>
                </a:cubicBezTo>
                <a:cubicBezTo>
                  <a:pt x="379946" y="28426"/>
                  <a:pt x="383311" y="29008"/>
                  <a:pt x="385983" y="30170"/>
                </a:cubicBezTo>
                <a:cubicBezTo>
                  <a:pt x="388654" y="31333"/>
                  <a:pt x="390819" y="33028"/>
                  <a:pt x="392477" y="35254"/>
                </a:cubicBezTo>
                <a:cubicBezTo>
                  <a:pt x="394134" y="37481"/>
                  <a:pt x="395322" y="40202"/>
                  <a:pt x="396039" y="43419"/>
                </a:cubicBezTo>
                <a:cubicBezTo>
                  <a:pt x="396757" y="46635"/>
                  <a:pt x="397115" y="50371"/>
                  <a:pt x="397115" y="54626"/>
                </a:cubicBezTo>
                <a:lnTo>
                  <a:pt x="397115" y="81790"/>
                </a:lnTo>
                <a:cubicBezTo>
                  <a:pt x="397115" y="86491"/>
                  <a:pt x="397264" y="89732"/>
                  <a:pt x="397561" y="91513"/>
                </a:cubicBezTo>
                <a:cubicBezTo>
                  <a:pt x="397858" y="93294"/>
                  <a:pt x="398476" y="94717"/>
                  <a:pt x="399416" y="95781"/>
                </a:cubicBezTo>
                <a:cubicBezTo>
                  <a:pt x="400356" y="96845"/>
                  <a:pt x="402088" y="97698"/>
                  <a:pt x="404612" y="98341"/>
                </a:cubicBezTo>
                <a:lnTo>
                  <a:pt x="404612" y="103240"/>
                </a:lnTo>
                <a:close/>
                <a:moveTo>
                  <a:pt x="446001" y="0"/>
                </a:moveTo>
                <a:lnTo>
                  <a:pt x="446001" y="18184"/>
                </a:lnTo>
                <a:lnTo>
                  <a:pt x="425665" y="18184"/>
                </a:lnTo>
                <a:lnTo>
                  <a:pt x="425665" y="0"/>
                </a:lnTo>
                <a:lnTo>
                  <a:pt x="446001" y="0"/>
                </a:lnTo>
                <a:moveTo>
                  <a:pt x="417798" y="98341"/>
                </a:moveTo>
                <a:cubicBezTo>
                  <a:pt x="420222" y="97698"/>
                  <a:pt x="421892" y="96857"/>
                  <a:pt x="422808" y="95818"/>
                </a:cubicBezTo>
                <a:cubicBezTo>
                  <a:pt x="423723" y="94779"/>
                  <a:pt x="424342" y="93369"/>
                  <a:pt x="424663" y="91587"/>
                </a:cubicBezTo>
                <a:cubicBezTo>
                  <a:pt x="424985" y="89806"/>
                  <a:pt x="425146" y="86565"/>
                  <a:pt x="425146" y="81865"/>
                </a:cubicBezTo>
                <a:lnTo>
                  <a:pt x="425146" y="47352"/>
                </a:lnTo>
                <a:cubicBezTo>
                  <a:pt x="425146" y="43889"/>
                  <a:pt x="424923" y="41427"/>
                  <a:pt x="424478" y="39967"/>
                </a:cubicBezTo>
                <a:cubicBezTo>
                  <a:pt x="424032" y="38508"/>
                  <a:pt x="423303" y="37394"/>
                  <a:pt x="422288" y="36628"/>
                </a:cubicBezTo>
                <a:cubicBezTo>
                  <a:pt x="421274" y="35861"/>
                  <a:pt x="419480" y="35205"/>
                  <a:pt x="416907" y="34661"/>
                </a:cubicBezTo>
                <a:lnTo>
                  <a:pt x="416907" y="29614"/>
                </a:lnTo>
                <a:lnTo>
                  <a:pt x="437318" y="29020"/>
                </a:lnTo>
                <a:lnTo>
                  <a:pt x="446595" y="29020"/>
                </a:lnTo>
                <a:lnTo>
                  <a:pt x="446595" y="81790"/>
                </a:lnTo>
                <a:cubicBezTo>
                  <a:pt x="446595" y="86540"/>
                  <a:pt x="446731" y="89794"/>
                  <a:pt x="447003" y="91550"/>
                </a:cubicBezTo>
                <a:cubicBezTo>
                  <a:pt x="447276" y="93307"/>
                  <a:pt x="447882" y="94717"/>
                  <a:pt x="448822" y="95781"/>
                </a:cubicBezTo>
                <a:cubicBezTo>
                  <a:pt x="449762" y="96845"/>
                  <a:pt x="451494" y="97698"/>
                  <a:pt x="454017" y="98341"/>
                </a:cubicBezTo>
                <a:lnTo>
                  <a:pt x="454017" y="103240"/>
                </a:lnTo>
                <a:lnTo>
                  <a:pt x="417798" y="103240"/>
                </a:lnTo>
                <a:lnTo>
                  <a:pt x="417798" y="98341"/>
                </a:lnTo>
                <a:close/>
                <a:moveTo>
                  <a:pt x="548557" y="103240"/>
                </a:moveTo>
                <a:lnTo>
                  <a:pt x="512561" y="103240"/>
                </a:lnTo>
                <a:lnTo>
                  <a:pt x="512561" y="98341"/>
                </a:lnTo>
                <a:cubicBezTo>
                  <a:pt x="514837" y="97797"/>
                  <a:pt x="516420" y="96993"/>
                  <a:pt x="517311" y="95929"/>
                </a:cubicBezTo>
                <a:cubicBezTo>
                  <a:pt x="518201" y="94865"/>
                  <a:pt x="518808" y="93430"/>
                  <a:pt x="519129" y="91624"/>
                </a:cubicBezTo>
                <a:cubicBezTo>
                  <a:pt x="519451" y="89818"/>
                  <a:pt x="519612" y="86565"/>
                  <a:pt x="519612" y="81865"/>
                </a:cubicBezTo>
                <a:lnTo>
                  <a:pt x="519612" y="62048"/>
                </a:lnTo>
                <a:cubicBezTo>
                  <a:pt x="519612" y="58436"/>
                  <a:pt x="519513" y="55306"/>
                  <a:pt x="519315" y="52659"/>
                </a:cubicBezTo>
                <a:cubicBezTo>
                  <a:pt x="519117" y="50012"/>
                  <a:pt x="518770" y="47958"/>
                  <a:pt x="518276" y="46499"/>
                </a:cubicBezTo>
                <a:cubicBezTo>
                  <a:pt x="517781" y="45039"/>
                  <a:pt x="517162" y="43852"/>
                  <a:pt x="516420" y="42936"/>
                </a:cubicBezTo>
                <a:cubicBezTo>
                  <a:pt x="515678" y="42021"/>
                  <a:pt x="514812" y="41316"/>
                  <a:pt x="513822" y="40821"/>
                </a:cubicBezTo>
                <a:cubicBezTo>
                  <a:pt x="512833" y="40326"/>
                  <a:pt x="511447" y="40079"/>
                  <a:pt x="509666" y="40079"/>
                </a:cubicBezTo>
                <a:cubicBezTo>
                  <a:pt x="507786" y="40079"/>
                  <a:pt x="505831" y="40660"/>
                  <a:pt x="503803" y="41823"/>
                </a:cubicBezTo>
                <a:cubicBezTo>
                  <a:pt x="501774" y="42986"/>
                  <a:pt x="500067" y="44594"/>
                  <a:pt x="498682" y="46647"/>
                </a:cubicBezTo>
                <a:cubicBezTo>
                  <a:pt x="497296" y="48701"/>
                  <a:pt x="496603" y="50890"/>
                  <a:pt x="496603" y="53216"/>
                </a:cubicBezTo>
                <a:lnTo>
                  <a:pt x="496603" y="81790"/>
                </a:lnTo>
                <a:cubicBezTo>
                  <a:pt x="496603" y="86491"/>
                  <a:pt x="496752" y="89757"/>
                  <a:pt x="497049" y="91587"/>
                </a:cubicBezTo>
                <a:cubicBezTo>
                  <a:pt x="497346" y="93418"/>
                  <a:pt x="497952" y="94865"/>
                  <a:pt x="498867" y="95929"/>
                </a:cubicBezTo>
                <a:cubicBezTo>
                  <a:pt x="499783" y="96993"/>
                  <a:pt x="501403" y="97797"/>
                  <a:pt x="503729" y="98341"/>
                </a:cubicBezTo>
                <a:lnTo>
                  <a:pt x="503729" y="103240"/>
                </a:lnTo>
                <a:lnTo>
                  <a:pt x="467880" y="103240"/>
                </a:lnTo>
                <a:lnTo>
                  <a:pt x="467880" y="98341"/>
                </a:lnTo>
                <a:cubicBezTo>
                  <a:pt x="470255" y="97698"/>
                  <a:pt x="471901" y="96857"/>
                  <a:pt x="472816" y="95818"/>
                </a:cubicBezTo>
                <a:cubicBezTo>
                  <a:pt x="473731" y="94779"/>
                  <a:pt x="474350" y="93369"/>
                  <a:pt x="474671" y="91587"/>
                </a:cubicBezTo>
                <a:cubicBezTo>
                  <a:pt x="474993" y="89806"/>
                  <a:pt x="475154" y="86565"/>
                  <a:pt x="475154" y="81865"/>
                </a:cubicBezTo>
                <a:lnTo>
                  <a:pt x="475154" y="51360"/>
                </a:lnTo>
                <a:cubicBezTo>
                  <a:pt x="475154" y="47699"/>
                  <a:pt x="475092" y="44990"/>
                  <a:pt x="474968" y="43233"/>
                </a:cubicBezTo>
                <a:cubicBezTo>
                  <a:pt x="474845" y="41477"/>
                  <a:pt x="474548" y="40066"/>
                  <a:pt x="474078" y="39003"/>
                </a:cubicBezTo>
                <a:cubicBezTo>
                  <a:pt x="473608" y="37939"/>
                  <a:pt x="472890" y="37073"/>
                  <a:pt x="471925" y="36405"/>
                </a:cubicBezTo>
                <a:cubicBezTo>
                  <a:pt x="470960" y="35737"/>
                  <a:pt x="469291" y="35155"/>
                  <a:pt x="466916" y="34661"/>
                </a:cubicBezTo>
                <a:lnTo>
                  <a:pt x="466916" y="29614"/>
                </a:lnTo>
                <a:lnTo>
                  <a:pt x="487252" y="29020"/>
                </a:lnTo>
                <a:lnTo>
                  <a:pt x="496603" y="29020"/>
                </a:lnTo>
                <a:lnTo>
                  <a:pt x="495490" y="39708"/>
                </a:lnTo>
                <a:lnTo>
                  <a:pt x="496381" y="39930"/>
                </a:lnTo>
                <a:cubicBezTo>
                  <a:pt x="501131" y="35675"/>
                  <a:pt x="505300" y="32694"/>
                  <a:pt x="508887" y="30987"/>
                </a:cubicBezTo>
                <a:cubicBezTo>
                  <a:pt x="512474" y="29280"/>
                  <a:pt x="516123" y="28426"/>
                  <a:pt x="519834" y="28426"/>
                </a:cubicBezTo>
                <a:cubicBezTo>
                  <a:pt x="523892" y="28426"/>
                  <a:pt x="527256" y="29008"/>
                  <a:pt x="529928" y="30170"/>
                </a:cubicBezTo>
                <a:cubicBezTo>
                  <a:pt x="532600" y="31333"/>
                  <a:pt x="534765" y="33028"/>
                  <a:pt x="536422" y="35254"/>
                </a:cubicBezTo>
                <a:cubicBezTo>
                  <a:pt x="538080" y="37481"/>
                  <a:pt x="539268" y="40202"/>
                  <a:pt x="539985" y="43419"/>
                </a:cubicBezTo>
                <a:cubicBezTo>
                  <a:pt x="540702" y="46635"/>
                  <a:pt x="541061" y="50371"/>
                  <a:pt x="541061" y="54626"/>
                </a:cubicBezTo>
                <a:lnTo>
                  <a:pt x="541061" y="81790"/>
                </a:lnTo>
                <a:cubicBezTo>
                  <a:pt x="541061" y="86491"/>
                  <a:pt x="541210" y="89732"/>
                  <a:pt x="541507" y="91513"/>
                </a:cubicBezTo>
                <a:cubicBezTo>
                  <a:pt x="541803" y="93294"/>
                  <a:pt x="542422" y="94717"/>
                  <a:pt x="543362" y="95781"/>
                </a:cubicBezTo>
                <a:cubicBezTo>
                  <a:pt x="544302" y="96845"/>
                  <a:pt x="546034" y="97698"/>
                  <a:pt x="548557" y="98341"/>
                </a:cubicBezTo>
                <a:lnTo>
                  <a:pt x="548557" y="103240"/>
                </a:lnTo>
                <a:close/>
                <a:moveTo>
                  <a:pt x="634331" y="39559"/>
                </a:moveTo>
                <a:lnTo>
                  <a:pt x="621639" y="38149"/>
                </a:lnTo>
                <a:lnTo>
                  <a:pt x="621342" y="38965"/>
                </a:lnTo>
                <a:cubicBezTo>
                  <a:pt x="622728" y="40351"/>
                  <a:pt x="623878" y="42243"/>
                  <a:pt x="624793" y="44643"/>
                </a:cubicBezTo>
                <a:cubicBezTo>
                  <a:pt x="625709" y="47043"/>
                  <a:pt x="626166" y="49925"/>
                  <a:pt x="626166" y="53290"/>
                </a:cubicBezTo>
                <a:cubicBezTo>
                  <a:pt x="626166" y="61899"/>
                  <a:pt x="623556" y="68431"/>
                  <a:pt x="618336" y="72884"/>
                </a:cubicBezTo>
                <a:cubicBezTo>
                  <a:pt x="613116" y="77337"/>
                  <a:pt x="605434" y="79564"/>
                  <a:pt x="595291" y="79564"/>
                </a:cubicBezTo>
                <a:cubicBezTo>
                  <a:pt x="590392" y="79564"/>
                  <a:pt x="586385" y="79118"/>
                  <a:pt x="583267" y="78228"/>
                </a:cubicBezTo>
                <a:cubicBezTo>
                  <a:pt x="580793" y="80454"/>
                  <a:pt x="579556" y="82854"/>
                  <a:pt x="579556" y="85427"/>
                </a:cubicBezTo>
                <a:cubicBezTo>
                  <a:pt x="579556" y="86912"/>
                  <a:pt x="579866" y="88050"/>
                  <a:pt x="580484" y="88841"/>
                </a:cubicBezTo>
                <a:cubicBezTo>
                  <a:pt x="581103" y="89633"/>
                  <a:pt x="582154" y="90239"/>
                  <a:pt x="583638" y="90660"/>
                </a:cubicBezTo>
                <a:cubicBezTo>
                  <a:pt x="585123" y="91080"/>
                  <a:pt x="587226" y="91290"/>
                  <a:pt x="589947" y="91290"/>
                </a:cubicBezTo>
                <a:lnTo>
                  <a:pt x="608354" y="91290"/>
                </a:lnTo>
                <a:cubicBezTo>
                  <a:pt x="616617" y="91290"/>
                  <a:pt x="622802" y="92899"/>
                  <a:pt x="626909" y="96115"/>
                </a:cubicBezTo>
                <a:cubicBezTo>
                  <a:pt x="631016" y="99331"/>
                  <a:pt x="633069" y="104328"/>
                  <a:pt x="633069" y="111107"/>
                </a:cubicBezTo>
                <a:cubicBezTo>
                  <a:pt x="633069" y="116402"/>
                  <a:pt x="631572" y="120954"/>
                  <a:pt x="628579" y="124764"/>
                </a:cubicBezTo>
                <a:cubicBezTo>
                  <a:pt x="625585" y="128574"/>
                  <a:pt x="621293" y="131481"/>
                  <a:pt x="615701" y="133484"/>
                </a:cubicBezTo>
                <a:cubicBezTo>
                  <a:pt x="610110" y="135488"/>
                  <a:pt x="603480" y="136490"/>
                  <a:pt x="595811" y="136490"/>
                </a:cubicBezTo>
                <a:cubicBezTo>
                  <a:pt x="590219" y="136490"/>
                  <a:pt x="585148" y="136243"/>
                  <a:pt x="580595" y="135748"/>
                </a:cubicBezTo>
                <a:cubicBezTo>
                  <a:pt x="576043" y="135253"/>
                  <a:pt x="572159" y="134350"/>
                  <a:pt x="568943" y="133039"/>
                </a:cubicBezTo>
                <a:cubicBezTo>
                  <a:pt x="565727" y="131728"/>
                  <a:pt x="563240" y="129934"/>
                  <a:pt x="561484" y="127658"/>
                </a:cubicBezTo>
                <a:cubicBezTo>
                  <a:pt x="559727" y="125382"/>
                  <a:pt x="558849" y="122488"/>
                  <a:pt x="558849" y="118975"/>
                </a:cubicBezTo>
                <a:cubicBezTo>
                  <a:pt x="558849" y="116154"/>
                  <a:pt x="559740" y="113556"/>
                  <a:pt x="561521" y="111181"/>
                </a:cubicBezTo>
                <a:cubicBezTo>
                  <a:pt x="563302" y="108806"/>
                  <a:pt x="565801" y="106778"/>
                  <a:pt x="569017" y="105095"/>
                </a:cubicBezTo>
                <a:cubicBezTo>
                  <a:pt x="566939" y="103611"/>
                  <a:pt x="565430" y="101904"/>
                  <a:pt x="564490" y="99974"/>
                </a:cubicBezTo>
                <a:cubicBezTo>
                  <a:pt x="563550" y="98044"/>
                  <a:pt x="563080" y="95669"/>
                  <a:pt x="563080" y="92849"/>
                </a:cubicBezTo>
                <a:cubicBezTo>
                  <a:pt x="563080" y="89831"/>
                  <a:pt x="563945" y="86961"/>
                  <a:pt x="565677" y="84240"/>
                </a:cubicBezTo>
                <a:cubicBezTo>
                  <a:pt x="567409" y="81518"/>
                  <a:pt x="570403" y="78549"/>
                  <a:pt x="574658" y="75333"/>
                </a:cubicBezTo>
                <a:cubicBezTo>
                  <a:pt x="570798" y="73156"/>
                  <a:pt x="567879" y="70299"/>
                  <a:pt x="565900" y="66761"/>
                </a:cubicBezTo>
                <a:cubicBezTo>
                  <a:pt x="563921" y="63223"/>
                  <a:pt x="562931" y="59079"/>
                  <a:pt x="562931" y="54329"/>
                </a:cubicBezTo>
                <a:cubicBezTo>
                  <a:pt x="562931" y="48391"/>
                  <a:pt x="564341" y="43480"/>
                  <a:pt x="567162" y="39596"/>
                </a:cubicBezTo>
                <a:cubicBezTo>
                  <a:pt x="569982" y="35712"/>
                  <a:pt x="573804" y="32879"/>
                  <a:pt x="578629" y="31098"/>
                </a:cubicBezTo>
                <a:cubicBezTo>
                  <a:pt x="583453" y="29317"/>
                  <a:pt x="588982" y="28426"/>
                  <a:pt x="595217" y="28426"/>
                </a:cubicBezTo>
                <a:cubicBezTo>
                  <a:pt x="597740" y="28426"/>
                  <a:pt x="599967" y="28550"/>
                  <a:pt x="601897" y="28797"/>
                </a:cubicBezTo>
                <a:cubicBezTo>
                  <a:pt x="603826" y="29045"/>
                  <a:pt x="605707" y="29317"/>
                  <a:pt x="607537" y="29614"/>
                </a:cubicBezTo>
                <a:lnTo>
                  <a:pt x="634331" y="29614"/>
                </a:lnTo>
                <a:lnTo>
                  <a:pt x="634331" y="39559"/>
                </a:lnTo>
                <a:moveTo>
                  <a:pt x="584232" y="53438"/>
                </a:moveTo>
                <a:cubicBezTo>
                  <a:pt x="584232" y="59673"/>
                  <a:pt x="585111" y="64312"/>
                  <a:pt x="586867" y="67355"/>
                </a:cubicBezTo>
                <a:cubicBezTo>
                  <a:pt x="588624" y="70398"/>
                  <a:pt x="591382" y="71919"/>
                  <a:pt x="595143" y="71919"/>
                </a:cubicBezTo>
                <a:cubicBezTo>
                  <a:pt x="598557" y="71919"/>
                  <a:pt x="601167" y="70509"/>
                  <a:pt x="602973" y="67689"/>
                </a:cubicBezTo>
                <a:cubicBezTo>
                  <a:pt x="604779" y="64868"/>
                  <a:pt x="605682" y="60563"/>
                  <a:pt x="605682" y="54774"/>
                </a:cubicBezTo>
                <a:cubicBezTo>
                  <a:pt x="605682" y="48688"/>
                  <a:pt x="604804" y="44050"/>
                  <a:pt x="603047" y="40858"/>
                </a:cubicBezTo>
                <a:cubicBezTo>
                  <a:pt x="601290" y="37667"/>
                  <a:pt x="598606" y="36071"/>
                  <a:pt x="594994" y="36071"/>
                </a:cubicBezTo>
                <a:cubicBezTo>
                  <a:pt x="591333" y="36071"/>
                  <a:pt x="588624" y="37493"/>
                  <a:pt x="586867" y="40339"/>
                </a:cubicBezTo>
                <a:cubicBezTo>
                  <a:pt x="585111" y="43184"/>
                  <a:pt x="584232" y="47550"/>
                  <a:pt x="584232" y="53438"/>
                </a:cubicBezTo>
                <a:moveTo>
                  <a:pt x="581560" y="107990"/>
                </a:moveTo>
                <a:cubicBezTo>
                  <a:pt x="579779" y="109375"/>
                  <a:pt x="578431" y="110885"/>
                  <a:pt x="577515" y="112517"/>
                </a:cubicBezTo>
                <a:cubicBezTo>
                  <a:pt x="576600" y="114150"/>
                  <a:pt x="576142" y="116030"/>
                  <a:pt x="576142" y="118158"/>
                </a:cubicBezTo>
                <a:cubicBezTo>
                  <a:pt x="576142" y="121721"/>
                  <a:pt x="577689" y="124355"/>
                  <a:pt x="580781" y="126063"/>
                </a:cubicBezTo>
                <a:cubicBezTo>
                  <a:pt x="583874" y="127770"/>
                  <a:pt x="588760" y="128623"/>
                  <a:pt x="595439" y="128623"/>
                </a:cubicBezTo>
                <a:cubicBezTo>
                  <a:pt x="601674" y="128623"/>
                  <a:pt x="606412" y="127584"/>
                  <a:pt x="609653" y="125506"/>
                </a:cubicBezTo>
                <a:cubicBezTo>
                  <a:pt x="612893" y="123428"/>
                  <a:pt x="614514" y="120508"/>
                  <a:pt x="614514" y="116748"/>
                </a:cubicBezTo>
                <a:cubicBezTo>
                  <a:pt x="614514" y="113631"/>
                  <a:pt x="613524" y="111441"/>
                  <a:pt x="611545" y="110179"/>
                </a:cubicBezTo>
                <a:cubicBezTo>
                  <a:pt x="609566" y="108918"/>
                  <a:pt x="606647" y="108287"/>
                  <a:pt x="602787" y="108287"/>
                </a:cubicBezTo>
                <a:lnTo>
                  <a:pt x="590021" y="108287"/>
                </a:lnTo>
                <a:cubicBezTo>
                  <a:pt x="586409" y="108287"/>
                  <a:pt x="583589" y="108188"/>
                  <a:pt x="581560" y="107990"/>
                </a:cubicBezTo>
                <a:close/>
                <a:moveTo>
                  <a:pt x="662881" y="36219"/>
                </a:moveTo>
                <a:lnTo>
                  <a:pt x="662881" y="53587"/>
                </a:lnTo>
                <a:lnTo>
                  <a:pt x="648037" y="53587"/>
                </a:lnTo>
                <a:lnTo>
                  <a:pt x="648037" y="36219"/>
                </a:lnTo>
                <a:lnTo>
                  <a:pt x="662881" y="36219"/>
                </a:lnTo>
                <a:moveTo>
                  <a:pt x="662881" y="86021"/>
                </a:moveTo>
                <a:lnTo>
                  <a:pt x="662881" y="103240"/>
                </a:lnTo>
                <a:lnTo>
                  <a:pt x="648037" y="103240"/>
                </a:lnTo>
                <a:lnTo>
                  <a:pt x="648037" y="86021"/>
                </a:lnTo>
                <a:lnTo>
                  <a:pt x="662881" y="86021"/>
                </a:lnTo>
                <a:close/>
                <a:moveTo>
                  <a:pt x="815678" y="30875"/>
                </a:moveTo>
                <a:cubicBezTo>
                  <a:pt x="817856" y="26670"/>
                  <a:pt x="819464" y="23231"/>
                  <a:pt x="820503" y="20559"/>
                </a:cubicBezTo>
                <a:cubicBezTo>
                  <a:pt x="821542" y="17887"/>
                  <a:pt x="822061" y="15660"/>
                  <a:pt x="822061" y="13879"/>
                </a:cubicBezTo>
                <a:cubicBezTo>
                  <a:pt x="822061" y="12395"/>
                  <a:pt x="821888" y="11207"/>
                  <a:pt x="821542" y="10317"/>
                </a:cubicBezTo>
                <a:cubicBezTo>
                  <a:pt x="821195" y="9426"/>
                  <a:pt x="820552" y="8684"/>
                  <a:pt x="819612" y="8090"/>
                </a:cubicBezTo>
                <a:cubicBezTo>
                  <a:pt x="818672" y="7496"/>
                  <a:pt x="817385" y="7076"/>
                  <a:pt x="815753" y="6828"/>
                </a:cubicBezTo>
                <a:lnTo>
                  <a:pt x="816866" y="1930"/>
                </a:lnTo>
                <a:lnTo>
                  <a:pt x="848409" y="1930"/>
                </a:lnTo>
                <a:lnTo>
                  <a:pt x="847296" y="6828"/>
                </a:lnTo>
                <a:cubicBezTo>
                  <a:pt x="845663" y="7125"/>
                  <a:pt x="844216" y="7719"/>
                  <a:pt x="842954" y="8610"/>
                </a:cubicBezTo>
                <a:cubicBezTo>
                  <a:pt x="841693" y="9500"/>
                  <a:pt x="840493" y="10688"/>
                  <a:pt x="839355" y="12172"/>
                </a:cubicBezTo>
                <a:cubicBezTo>
                  <a:pt x="838217" y="13656"/>
                  <a:pt x="837103" y="15351"/>
                  <a:pt x="836015" y="17256"/>
                </a:cubicBezTo>
                <a:cubicBezTo>
                  <a:pt x="834926" y="19161"/>
                  <a:pt x="833466" y="21821"/>
                  <a:pt x="831636" y="25235"/>
                </a:cubicBezTo>
                <a:lnTo>
                  <a:pt x="789108" y="103759"/>
                </a:lnTo>
                <a:lnTo>
                  <a:pt x="771295" y="103759"/>
                </a:lnTo>
                <a:lnTo>
                  <a:pt x="771146" y="55962"/>
                </a:lnTo>
                <a:lnTo>
                  <a:pt x="771146" y="43344"/>
                </a:lnTo>
                <a:cubicBezTo>
                  <a:pt x="771146" y="40128"/>
                  <a:pt x="771171" y="36764"/>
                  <a:pt x="771221" y="33251"/>
                </a:cubicBezTo>
                <a:lnTo>
                  <a:pt x="770256" y="33251"/>
                </a:lnTo>
                <a:cubicBezTo>
                  <a:pt x="768623" y="36912"/>
                  <a:pt x="766990" y="40326"/>
                  <a:pt x="765357" y="43493"/>
                </a:cubicBezTo>
                <a:lnTo>
                  <a:pt x="735076" y="103759"/>
                </a:lnTo>
                <a:lnTo>
                  <a:pt x="717263" y="103759"/>
                </a:lnTo>
                <a:lnTo>
                  <a:pt x="715778" y="24789"/>
                </a:lnTo>
                <a:cubicBezTo>
                  <a:pt x="715679" y="20089"/>
                  <a:pt x="715321" y="16526"/>
                  <a:pt x="714702" y="14102"/>
                </a:cubicBezTo>
                <a:cubicBezTo>
                  <a:pt x="714084" y="11677"/>
                  <a:pt x="713255" y="9933"/>
                  <a:pt x="712216" y="8869"/>
                </a:cubicBezTo>
                <a:cubicBezTo>
                  <a:pt x="711177" y="7805"/>
                  <a:pt x="709717" y="7125"/>
                  <a:pt x="707837" y="6828"/>
                </a:cubicBezTo>
                <a:lnTo>
                  <a:pt x="708950" y="1930"/>
                </a:lnTo>
                <a:lnTo>
                  <a:pt x="746951" y="1930"/>
                </a:lnTo>
                <a:lnTo>
                  <a:pt x="745838" y="6828"/>
                </a:lnTo>
                <a:cubicBezTo>
                  <a:pt x="744304" y="7026"/>
                  <a:pt x="743042" y="7373"/>
                  <a:pt x="742052" y="7867"/>
                </a:cubicBezTo>
                <a:cubicBezTo>
                  <a:pt x="741063" y="8362"/>
                  <a:pt x="740259" y="9042"/>
                  <a:pt x="739640" y="9908"/>
                </a:cubicBezTo>
                <a:cubicBezTo>
                  <a:pt x="739022" y="10774"/>
                  <a:pt x="738564" y="11850"/>
                  <a:pt x="738267" y="13137"/>
                </a:cubicBezTo>
                <a:cubicBezTo>
                  <a:pt x="737970" y="14423"/>
                  <a:pt x="737809" y="15611"/>
                  <a:pt x="737785" y="16699"/>
                </a:cubicBezTo>
                <a:cubicBezTo>
                  <a:pt x="737760" y="17788"/>
                  <a:pt x="737723" y="20905"/>
                  <a:pt x="737673" y="26051"/>
                </a:cubicBezTo>
                <a:lnTo>
                  <a:pt x="737376" y="53958"/>
                </a:lnTo>
                <a:cubicBezTo>
                  <a:pt x="737327" y="58856"/>
                  <a:pt x="737080" y="66748"/>
                  <a:pt x="736634" y="77634"/>
                </a:cubicBezTo>
                <a:lnTo>
                  <a:pt x="737599" y="77634"/>
                </a:lnTo>
                <a:cubicBezTo>
                  <a:pt x="739281" y="73824"/>
                  <a:pt x="742893" y="66377"/>
                  <a:pt x="748435" y="55294"/>
                </a:cubicBezTo>
                <a:lnTo>
                  <a:pt x="775229" y="1930"/>
                </a:lnTo>
                <a:lnTo>
                  <a:pt x="791483" y="1930"/>
                </a:lnTo>
                <a:lnTo>
                  <a:pt x="791557" y="50544"/>
                </a:lnTo>
                <a:lnTo>
                  <a:pt x="791631" y="57149"/>
                </a:lnTo>
                <a:cubicBezTo>
                  <a:pt x="791631" y="64077"/>
                  <a:pt x="791458" y="70905"/>
                  <a:pt x="791112" y="77634"/>
                </a:cubicBezTo>
                <a:lnTo>
                  <a:pt x="792077" y="77634"/>
                </a:lnTo>
                <a:cubicBezTo>
                  <a:pt x="794402" y="72785"/>
                  <a:pt x="798583" y="64398"/>
                  <a:pt x="804620" y="52473"/>
                </a:cubicBezTo>
                <a:lnTo>
                  <a:pt x="815678" y="30875"/>
                </a:lnTo>
                <a:close/>
                <a:moveTo>
                  <a:pt x="902243" y="49356"/>
                </a:moveTo>
                <a:lnTo>
                  <a:pt x="902243" y="39485"/>
                </a:lnTo>
                <a:lnTo>
                  <a:pt x="993682" y="39485"/>
                </a:lnTo>
                <a:lnTo>
                  <a:pt x="993682" y="49356"/>
                </a:lnTo>
                <a:lnTo>
                  <a:pt x="902243" y="49356"/>
                </a:lnTo>
                <a:moveTo>
                  <a:pt x="902243" y="80157"/>
                </a:moveTo>
                <a:lnTo>
                  <a:pt x="902243" y="70286"/>
                </a:lnTo>
                <a:lnTo>
                  <a:pt x="993682" y="70286"/>
                </a:lnTo>
                <a:lnTo>
                  <a:pt x="993682" y="80157"/>
                </a:lnTo>
                <a:lnTo>
                  <a:pt x="902243" y="80157"/>
                </a:lnTo>
                <a:moveTo>
                  <a:pt x="996799" y="59821"/>
                </a:moveTo>
                <a:lnTo>
                  <a:pt x="996799" y="59821"/>
                </a:lnTo>
                <a:close/>
                <a:moveTo>
                  <a:pt x="1120379" y="80083"/>
                </a:moveTo>
                <a:cubicBezTo>
                  <a:pt x="1119637" y="83201"/>
                  <a:pt x="1119266" y="86021"/>
                  <a:pt x="1119266" y="88544"/>
                </a:cubicBezTo>
                <a:cubicBezTo>
                  <a:pt x="1119266" y="90177"/>
                  <a:pt x="1119538" y="91439"/>
                  <a:pt x="1120083" y="92330"/>
                </a:cubicBezTo>
                <a:cubicBezTo>
                  <a:pt x="1120627" y="93220"/>
                  <a:pt x="1121567" y="93666"/>
                  <a:pt x="1122903" y="93666"/>
                </a:cubicBezTo>
                <a:cubicBezTo>
                  <a:pt x="1124437" y="93666"/>
                  <a:pt x="1126094" y="92973"/>
                  <a:pt x="1127876" y="91587"/>
                </a:cubicBezTo>
                <a:cubicBezTo>
                  <a:pt x="1129657" y="90202"/>
                  <a:pt x="1131735" y="88149"/>
                  <a:pt x="1134110" y="85427"/>
                </a:cubicBezTo>
                <a:lnTo>
                  <a:pt x="1139454" y="90771"/>
                </a:lnTo>
                <a:cubicBezTo>
                  <a:pt x="1134259" y="95966"/>
                  <a:pt x="1129781" y="99541"/>
                  <a:pt x="1126020" y="101496"/>
                </a:cubicBezTo>
                <a:cubicBezTo>
                  <a:pt x="1122260" y="103450"/>
                  <a:pt x="1118301" y="104427"/>
                  <a:pt x="1114145" y="104427"/>
                </a:cubicBezTo>
                <a:cubicBezTo>
                  <a:pt x="1109989" y="104427"/>
                  <a:pt x="1106698" y="103277"/>
                  <a:pt x="1104274" y="100976"/>
                </a:cubicBezTo>
                <a:cubicBezTo>
                  <a:pt x="1101849" y="98675"/>
                  <a:pt x="1100637" y="95645"/>
                  <a:pt x="1100637" y="91884"/>
                </a:cubicBezTo>
                <a:cubicBezTo>
                  <a:pt x="1100637" y="90647"/>
                  <a:pt x="1100785" y="89460"/>
                  <a:pt x="1101082" y="88322"/>
                </a:cubicBezTo>
                <a:lnTo>
                  <a:pt x="1100043" y="88173"/>
                </a:lnTo>
                <a:cubicBezTo>
                  <a:pt x="1096431" y="92429"/>
                  <a:pt x="1093326" y="95632"/>
                  <a:pt x="1090729" y="97785"/>
                </a:cubicBezTo>
                <a:cubicBezTo>
                  <a:pt x="1088131" y="99937"/>
                  <a:pt x="1085372" y="101582"/>
                  <a:pt x="1082453" y="102720"/>
                </a:cubicBezTo>
                <a:cubicBezTo>
                  <a:pt x="1079534" y="103858"/>
                  <a:pt x="1076293" y="104427"/>
                  <a:pt x="1072730" y="104427"/>
                </a:cubicBezTo>
                <a:cubicBezTo>
                  <a:pt x="1066793" y="104427"/>
                  <a:pt x="1062290" y="102411"/>
                  <a:pt x="1059222" y="98378"/>
                </a:cubicBezTo>
                <a:cubicBezTo>
                  <a:pt x="1056154" y="94346"/>
                  <a:pt x="1054621" y="88470"/>
                  <a:pt x="1054621" y="80751"/>
                </a:cubicBezTo>
                <a:cubicBezTo>
                  <a:pt x="1054621" y="74071"/>
                  <a:pt x="1055585" y="67441"/>
                  <a:pt x="1057515" y="60860"/>
                </a:cubicBezTo>
                <a:cubicBezTo>
                  <a:pt x="1059445" y="54279"/>
                  <a:pt x="1062216" y="48602"/>
                  <a:pt x="1065828" y="43827"/>
                </a:cubicBezTo>
                <a:cubicBezTo>
                  <a:pt x="1069440" y="39052"/>
                  <a:pt x="1073980" y="35292"/>
                  <a:pt x="1079447" y="32545"/>
                </a:cubicBezTo>
                <a:cubicBezTo>
                  <a:pt x="1084915" y="29799"/>
                  <a:pt x="1091112" y="28426"/>
                  <a:pt x="1098039" y="28426"/>
                </a:cubicBezTo>
                <a:cubicBezTo>
                  <a:pt x="1105412" y="28426"/>
                  <a:pt x="1111696" y="30207"/>
                  <a:pt x="1116891" y="33770"/>
                </a:cubicBezTo>
                <a:lnTo>
                  <a:pt x="1124090" y="28426"/>
                </a:lnTo>
                <a:lnTo>
                  <a:pt x="1132403" y="29614"/>
                </a:lnTo>
                <a:lnTo>
                  <a:pt x="1120379" y="80083"/>
                </a:lnTo>
                <a:moveTo>
                  <a:pt x="1105684" y="57075"/>
                </a:moveTo>
                <a:cubicBezTo>
                  <a:pt x="1106476" y="53414"/>
                  <a:pt x="1106871" y="49752"/>
                  <a:pt x="1106871" y="46091"/>
                </a:cubicBezTo>
                <a:cubicBezTo>
                  <a:pt x="1106871" y="42825"/>
                  <a:pt x="1106253" y="40351"/>
                  <a:pt x="1105016" y="38669"/>
                </a:cubicBezTo>
                <a:cubicBezTo>
                  <a:pt x="1103779" y="36986"/>
                  <a:pt x="1101750" y="36145"/>
                  <a:pt x="1098930" y="36145"/>
                </a:cubicBezTo>
                <a:cubicBezTo>
                  <a:pt x="1094328" y="36145"/>
                  <a:pt x="1090246" y="38458"/>
                  <a:pt x="1086684" y="43085"/>
                </a:cubicBezTo>
                <a:cubicBezTo>
                  <a:pt x="1083121" y="47711"/>
                  <a:pt x="1080251" y="53933"/>
                  <a:pt x="1078074" y="61751"/>
                </a:cubicBezTo>
                <a:cubicBezTo>
                  <a:pt x="1075897" y="69569"/>
                  <a:pt x="1074808" y="76570"/>
                  <a:pt x="1074808" y="82755"/>
                </a:cubicBezTo>
                <a:cubicBezTo>
                  <a:pt x="1074808" y="86367"/>
                  <a:pt x="1075340" y="89064"/>
                  <a:pt x="1076404" y="90845"/>
                </a:cubicBezTo>
                <a:cubicBezTo>
                  <a:pt x="1077468" y="92626"/>
                  <a:pt x="1079113" y="93517"/>
                  <a:pt x="1081340" y="93517"/>
                </a:cubicBezTo>
                <a:cubicBezTo>
                  <a:pt x="1084605" y="93517"/>
                  <a:pt x="1087933" y="91921"/>
                  <a:pt x="1091322" y="88730"/>
                </a:cubicBezTo>
                <a:cubicBezTo>
                  <a:pt x="1094712" y="85538"/>
                  <a:pt x="1097445" y="81790"/>
                  <a:pt x="1099524" y="77486"/>
                </a:cubicBezTo>
                <a:cubicBezTo>
                  <a:pt x="1101602" y="73181"/>
                  <a:pt x="1103457" y="67293"/>
                  <a:pt x="1105090" y="59821"/>
                </a:cubicBezTo>
                <a:lnTo>
                  <a:pt x="1105684" y="57075"/>
                </a:lnTo>
                <a:close/>
                <a:moveTo>
                  <a:pt x="1181522" y="46239"/>
                </a:moveTo>
                <a:cubicBezTo>
                  <a:pt x="1185678" y="40400"/>
                  <a:pt x="1190033" y="35972"/>
                  <a:pt x="1194585" y="32954"/>
                </a:cubicBezTo>
                <a:cubicBezTo>
                  <a:pt x="1199137" y="29935"/>
                  <a:pt x="1204184" y="28426"/>
                  <a:pt x="1209726" y="28426"/>
                </a:cubicBezTo>
                <a:cubicBezTo>
                  <a:pt x="1212991" y="28426"/>
                  <a:pt x="1216455" y="28896"/>
                  <a:pt x="1220116" y="29836"/>
                </a:cubicBezTo>
                <a:lnTo>
                  <a:pt x="1215737" y="49802"/>
                </a:lnTo>
                <a:lnTo>
                  <a:pt x="1202452" y="49802"/>
                </a:lnTo>
                <a:cubicBezTo>
                  <a:pt x="1202452" y="46486"/>
                  <a:pt x="1202093" y="44186"/>
                  <a:pt x="1201376" y="42899"/>
                </a:cubicBezTo>
                <a:cubicBezTo>
                  <a:pt x="1200658" y="41613"/>
                  <a:pt x="1199434" y="40969"/>
                  <a:pt x="1197702" y="40969"/>
                </a:cubicBezTo>
                <a:cubicBezTo>
                  <a:pt x="1196366" y="40969"/>
                  <a:pt x="1194906" y="41439"/>
                  <a:pt x="1193323" y="42380"/>
                </a:cubicBezTo>
                <a:cubicBezTo>
                  <a:pt x="1191740" y="43320"/>
                  <a:pt x="1189847" y="45150"/>
                  <a:pt x="1187645" y="47872"/>
                </a:cubicBezTo>
                <a:cubicBezTo>
                  <a:pt x="1185443" y="50593"/>
                  <a:pt x="1183786" y="53191"/>
                  <a:pt x="1182673" y="55665"/>
                </a:cubicBezTo>
                <a:cubicBezTo>
                  <a:pt x="1181559" y="58139"/>
                  <a:pt x="1180582" y="61306"/>
                  <a:pt x="1179741" y="65165"/>
                </a:cubicBezTo>
                <a:lnTo>
                  <a:pt x="1171354" y="103240"/>
                </a:lnTo>
                <a:lnTo>
                  <a:pt x="1150053" y="103240"/>
                </a:lnTo>
                <a:lnTo>
                  <a:pt x="1162002" y="51657"/>
                </a:lnTo>
                <a:cubicBezTo>
                  <a:pt x="1162744" y="48441"/>
                  <a:pt x="1163116" y="45992"/>
                  <a:pt x="1163116" y="44309"/>
                </a:cubicBezTo>
                <a:cubicBezTo>
                  <a:pt x="1163116" y="42676"/>
                  <a:pt x="1162843" y="41415"/>
                  <a:pt x="1162299" y="40524"/>
                </a:cubicBezTo>
                <a:cubicBezTo>
                  <a:pt x="1161755" y="39633"/>
                  <a:pt x="1160815" y="39188"/>
                  <a:pt x="1159479" y="39188"/>
                </a:cubicBezTo>
                <a:cubicBezTo>
                  <a:pt x="1157945" y="39188"/>
                  <a:pt x="1156287" y="39881"/>
                  <a:pt x="1154506" y="41266"/>
                </a:cubicBezTo>
                <a:cubicBezTo>
                  <a:pt x="1152725" y="42652"/>
                  <a:pt x="1150647" y="44705"/>
                  <a:pt x="1148272" y="47427"/>
                </a:cubicBezTo>
                <a:lnTo>
                  <a:pt x="1142928" y="42083"/>
                </a:lnTo>
                <a:cubicBezTo>
                  <a:pt x="1147876" y="37036"/>
                  <a:pt x="1152267" y="33498"/>
                  <a:pt x="1156102" y="31469"/>
                </a:cubicBezTo>
                <a:cubicBezTo>
                  <a:pt x="1159936" y="29441"/>
                  <a:pt x="1163981" y="28426"/>
                  <a:pt x="1168237" y="28426"/>
                </a:cubicBezTo>
                <a:cubicBezTo>
                  <a:pt x="1172344" y="28426"/>
                  <a:pt x="1175622" y="29577"/>
                  <a:pt x="1178071" y="31877"/>
                </a:cubicBezTo>
                <a:cubicBezTo>
                  <a:pt x="1180520" y="34178"/>
                  <a:pt x="1181745" y="37209"/>
                  <a:pt x="1181745" y="40969"/>
                </a:cubicBezTo>
                <a:cubicBezTo>
                  <a:pt x="1181745" y="42305"/>
                  <a:pt x="1181473" y="43988"/>
                  <a:pt x="1180928" y="46016"/>
                </a:cubicBezTo>
                <a:lnTo>
                  <a:pt x="1181522" y="46239"/>
                </a:lnTo>
                <a:close/>
                <a:moveTo>
                  <a:pt x="1246162" y="109400"/>
                </a:moveTo>
                <a:cubicBezTo>
                  <a:pt x="1244826" y="111033"/>
                  <a:pt x="1243898" y="112567"/>
                  <a:pt x="1243379" y="114002"/>
                </a:cubicBezTo>
                <a:cubicBezTo>
                  <a:pt x="1242859" y="115437"/>
                  <a:pt x="1242600" y="116995"/>
                  <a:pt x="1242600" y="118678"/>
                </a:cubicBezTo>
                <a:cubicBezTo>
                  <a:pt x="1242600" y="122042"/>
                  <a:pt x="1243775" y="124553"/>
                  <a:pt x="1246125" y="126211"/>
                </a:cubicBezTo>
                <a:cubicBezTo>
                  <a:pt x="1248475" y="127869"/>
                  <a:pt x="1252001" y="128697"/>
                  <a:pt x="1256701" y="128697"/>
                </a:cubicBezTo>
                <a:cubicBezTo>
                  <a:pt x="1264272" y="128697"/>
                  <a:pt x="1270259" y="125865"/>
                  <a:pt x="1274663" y="120199"/>
                </a:cubicBezTo>
                <a:cubicBezTo>
                  <a:pt x="1279066" y="114534"/>
                  <a:pt x="1282827" y="104180"/>
                  <a:pt x="1285944" y="89138"/>
                </a:cubicBezTo>
                <a:lnTo>
                  <a:pt x="1284979" y="88470"/>
                </a:lnTo>
                <a:cubicBezTo>
                  <a:pt x="1280625" y="94012"/>
                  <a:pt x="1276444" y="98057"/>
                  <a:pt x="1272436" y="100605"/>
                </a:cubicBezTo>
                <a:cubicBezTo>
                  <a:pt x="1268428" y="103153"/>
                  <a:pt x="1263629" y="104427"/>
                  <a:pt x="1258037" y="104427"/>
                </a:cubicBezTo>
                <a:cubicBezTo>
                  <a:pt x="1252496" y="104427"/>
                  <a:pt x="1248154" y="102399"/>
                  <a:pt x="1245012" y="98341"/>
                </a:cubicBezTo>
                <a:cubicBezTo>
                  <a:pt x="1241870" y="94284"/>
                  <a:pt x="1240299" y="88421"/>
                  <a:pt x="1240299" y="80751"/>
                </a:cubicBezTo>
                <a:cubicBezTo>
                  <a:pt x="1240299" y="73972"/>
                  <a:pt x="1241288" y="67280"/>
                  <a:pt x="1243268" y="60675"/>
                </a:cubicBezTo>
                <a:cubicBezTo>
                  <a:pt x="1245247" y="54069"/>
                  <a:pt x="1248055" y="48391"/>
                  <a:pt x="1251691" y="43641"/>
                </a:cubicBezTo>
                <a:cubicBezTo>
                  <a:pt x="1255328" y="38891"/>
                  <a:pt x="1259856" y="35168"/>
                  <a:pt x="1265274" y="32471"/>
                </a:cubicBezTo>
                <a:cubicBezTo>
                  <a:pt x="1270692" y="29775"/>
                  <a:pt x="1276889" y="28426"/>
                  <a:pt x="1283866" y="28426"/>
                </a:cubicBezTo>
                <a:cubicBezTo>
                  <a:pt x="1287379" y="28426"/>
                  <a:pt x="1290607" y="28810"/>
                  <a:pt x="1293552" y="29577"/>
                </a:cubicBezTo>
                <a:cubicBezTo>
                  <a:pt x="1296496" y="30344"/>
                  <a:pt x="1299501" y="31741"/>
                  <a:pt x="1302569" y="33770"/>
                </a:cubicBezTo>
                <a:lnTo>
                  <a:pt x="1309249" y="28426"/>
                </a:lnTo>
                <a:lnTo>
                  <a:pt x="1317562" y="29614"/>
                </a:lnTo>
                <a:lnTo>
                  <a:pt x="1311179" y="58634"/>
                </a:lnTo>
                <a:cubicBezTo>
                  <a:pt x="1310140" y="63384"/>
                  <a:pt x="1309200" y="67936"/>
                  <a:pt x="1308358" y="72290"/>
                </a:cubicBezTo>
                <a:cubicBezTo>
                  <a:pt x="1305686" y="85848"/>
                  <a:pt x="1303831" y="94878"/>
                  <a:pt x="1302792" y="99380"/>
                </a:cubicBezTo>
                <a:cubicBezTo>
                  <a:pt x="1300961" y="107050"/>
                  <a:pt x="1299081" y="112839"/>
                  <a:pt x="1297151" y="116748"/>
                </a:cubicBezTo>
                <a:cubicBezTo>
                  <a:pt x="1295122" y="120855"/>
                  <a:pt x="1292500" y="124355"/>
                  <a:pt x="1289284" y="127250"/>
                </a:cubicBezTo>
                <a:cubicBezTo>
                  <a:pt x="1286068" y="130145"/>
                  <a:pt x="1282035" y="132334"/>
                  <a:pt x="1277186" y="133818"/>
                </a:cubicBezTo>
                <a:cubicBezTo>
                  <a:pt x="1271644" y="135550"/>
                  <a:pt x="1264915" y="136416"/>
                  <a:pt x="1256998" y="136416"/>
                </a:cubicBezTo>
                <a:cubicBezTo>
                  <a:pt x="1246508" y="136416"/>
                  <a:pt x="1238641" y="135018"/>
                  <a:pt x="1233396" y="132223"/>
                </a:cubicBezTo>
                <a:cubicBezTo>
                  <a:pt x="1228151" y="129427"/>
                  <a:pt x="1225529" y="125234"/>
                  <a:pt x="1225529" y="119642"/>
                </a:cubicBezTo>
                <a:cubicBezTo>
                  <a:pt x="1225529" y="116575"/>
                  <a:pt x="1226618" y="113680"/>
                  <a:pt x="1228795" y="110959"/>
                </a:cubicBezTo>
                <a:cubicBezTo>
                  <a:pt x="1230972" y="108237"/>
                  <a:pt x="1234188" y="105640"/>
                  <a:pt x="1238443" y="103166"/>
                </a:cubicBezTo>
                <a:lnTo>
                  <a:pt x="1246162" y="109400"/>
                </a:lnTo>
                <a:moveTo>
                  <a:pt x="1291362" y="57001"/>
                </a:moveTo>
                <a:cubicBezTo>
                  <a:pt x="1292154" y="53339"/>
                  <a:pt x="1292550" y="49777"/>
                  <a:pt x="1292550" y="46313"/>
                </a:cubicBezTo>
                <a:cubicBezTo>
                  <a:pt x="1292550" y="42899"/>
                  <a:pt x="1291931" y="40351"/>
                  <a:pt x="1290694" y="38669"/>
                </a:cubicBezTo>
                <a:cubicBezTo>
                  <a:pt x="1289457" y="36986"/>
                  <a:pt x="1287428" y="36145"/>
                  <a:pt x="1284608" y="36145"/>
                </a:cubicBezTo>
                <a:cubicBezTo>
                  <a:pt x="1280155" y="36145"/>
                  <a:pt x="1276147" y="38372"/>
                  <a:pt x="1272584" y="42825"/>
                </a:cubicBezTo>
                <a:cubicBezTo>
                  <a:pt x="1269022" y="47278"/>
                  <a:pt x="1266115" y="53463"/>
                  <a:pt x="1263864" y="61380"/>
                </a:cubicBezTo>
                <a:cubicBezTo>
                  <a:pt x="1261612" y="69297"/>
                  <a:pt x="1260487" y="76422"/>
                  <a:pt x="1260487" y="82755"/>
                </a:cubicBezTo>
                <a:cubicBezTo>
                  <a:pt x="1260487" y="86367"/>
                  <a:pt x="1261018" y="89064"/>
                  <a:pt x="1262082" y="90845"/>
                </a:cubicBezTo>
                <a:cubicBezTo>
                  <a:pt x="1263146" y="92626"/>
                  <a:pt x="1264791" y="93517"/>
                  <a:pt x="1267018" y="93517"/>
                </a:cubicBezTo>
                <a:cubicBezTo>
                  <a:pt x="1269146" y="93517"/>
                  <a:pt x="1271298" y="92837"/>
                  <a:pt x="1273475" y="91476"/>
                </a:cubicBezTo>
                <a:cubicBezTo>
                  <a:pt x="1275652" y="90115"/>
                  <a:pt x="1277941" y="88012"/>
                  <a:pt x="1280340" y="85167"/>
                </a:cubicBezTo>
                <a:cubicBezTo>
                  <a:pt x="1282740" y="82322"/>
                  <a:pt x="1284756" y="78896"/>
                  <a:pt x="1286389" y="74888"/>
                </a:cubicBezTo>
                <a:cubicBezTo>
                  <a:pt x="1288022" y="70880"/>
                  <a:pt x="1289482" y="65833"/>
                  <a:pt x="1290768" y="59747"/>
                </a:cubicBezTo>
                <a:lnTo>
                  <a:pt x="1291362" y="57001"/>
                </a:lnTo>
                <a:close/>
                <a:moveTo>
                  <a:pt x="1445532" y="79861"/>
                </a:moveTo>
                <a:cubicBezTo>
                  <a:pt x="1444988" y="81939"/>
                  <a:pt x="1444641" y="83547"/>
                  <a:pt x="1444493" y="84685"/>
                </a:cubicBezTo>
                <a:cubicBezTo>
                  <a:pt x="1444344" y="85823"/>
                  <a:pt x="1444270" y="87109"/>
                  <a:pt x="1444270" y="88544"/>
                </a:cubicBezTo>
                <a:cubicBezTo>
                  <a:pt x="1444270" y="90474"/>
                  <a:pt x="1444592" y="91810"/>
                  <a:pt x="1445235" y="92552"/>
                </a:cubicBezTo>
                <a:cubicBezTo>
                  <a:pt x="1445878" y="93294"/>
                  <a:pt x="1446794" y="93666"/>
                  <a:pt x="1447981" y="93666"/>
                </a:cubicBezTo>
                <a:cubicBezTo>
                  <a:pt x="1449416" y="93666"/>
                  <a:pt x="1451024" y="92985"/>
                  <a:pt x="1452805" y="91624"/>
                </a:cubicBezTo>
                <a:cubicBezTo>
                  <a:pt x="1454587" y="90264"/>
                  <a:pt x="1456690" y="88198"/>
                  <a:pt x="1459114" y="85427"/>
                </a:cubicBezTo>
                <a:lnTo>
                  <a:pt x="1464458" y="90771"/>
                </a:lnTo>
                <a:cubicBezTo>
                  <a:pt x="1459609" y="95719"/>
                  <a:pt x="1455267" y="99232"/>
                  <a:pt x="1451432" y="101310"/>
                </a:cubicBezTo>
                <a:cubicBezTo>
                  <a:pt x="1447598" y="103388"/>
                  <a:pt x="1443380" y="104427"/>
                  <a:pt x="1438778" y="104427"/>
                </a:cubicBezTo>
                <a:cubicBezTo>
                  <a:pt x="1433681" y="104427"/>
                  <a:pt x="1429896" y="103166"/>
                  <a:pt x="1427422" y="100642"/>
                </a:cubicBezTo>
                <a:cubicBezTo>
                  <a:pt x="1424948" y="98119"/>
                  <a:pt x="1423711" y="94259"/>
                  <a:pt x="1423711" y="89064"/>
                </a:cubicBezTo>
                <a:cubicBezTo>
                  <a:pt x="1423711" y="87431"/>
                  <a:pt x="1423884" y="85439"/>
                  <a:pt x="1424231" y="83089"/>
                </a:cubicBezTo>
                <a:cubicBezTo>
                  <a:pt x="1424577" y="80739"/>
                  <a:pt x="1425072" y="78302"/>
                  <a:pt x="1425715" y="75779"/>
                </a:cubicBezTo>
                <a:lnTo>
                  <a:pt x="1429129" y="62864"/>
                </a:lnTo>
                <a:cubicBezTo>
                  <a:pt x="1429921" y="59945"/>
                  <a:pt x="1430626" y="56865"/>
                  <a:pt x="1431245" y="53624"/>
                </a:cubicBezTo>
                <a:cubicBezTo>
                  <a:pt x="1431863" y="50383"/>
                  <a:pt x="1432172" y="47872"/>
                  <a:pt x="1432172" y="46091"/>
                </a:cubicBezTo>
                <a:cubicBezTo>
                  <a:pt x="1432172" y="41538"/>
                  <a:pt x="1430391" y="39262"/>
                  <a:pt x="1426829" y="39262"/>
                </a:cubicBezTo>
                <a:cubicBezTo>
                  <a:pt x="1424701" y="39262"/>
                  <a:pt x="1422103" y="40623"/>
                  <a:pt x="1419035" y="43344"/>
                </a:cubicBezTo>
                <a:cubicBezTo>
                  <a:pt x="1415968" y="46066"/>
                  <a:pt x="1413432" y="49047"/>
                  <a:pt x="1411428" y="52288"/>
                </a:cubicBezTo>
                <a:cubicBezTo>
                  <a:pt x="1409424" y="55529"/>
                  <a:pt x="1407878" y="59821"/>
                  <a:pt x="1406789" y="65165"/>
                </a:cubicBezTo>
                <a:lnTo>
                  <a:pt x="1398625" y="103240"/>
                </a:lnTo>
                <a:lnTo>
                  <a:pt x="1377250" y="103240"/>
                </a:lnTo>
                <a:lnTo>
                  <a:pt x="1388086" y="56036"/>
                </a:lnTo>
                <a:cubicBezTo>
                  <a:pt x="1388630" y="53760"/>
                  <a:pt x="1389001" y="51892"/>
                  <a:pt x="1389199" y="50432"/>
                </a:cubicBezTo>
                <a:cubicBezTo>
                  <a:pt x="1389397" y="48973"/>
                  <a:pt x="1389496" y="47699"/>
                  <a:pt x="1389496" y="46610"/>
                </a:cubicBezTo>
                <a:cubicBezTo>
                  <a:pt x="1389496" y="44037"/>
                  <a:pt x="1389051" y="42169"/>
                  <a:pt x="1388160" y="41006"/>
                </a:cubicBezTo>
                <a:cubicBezTo>
                  <a:pt x="1387269" y="39844"/>
                  <a:pt x="1385859" y="39262"/>
                  <a:pt x="1383929" y="39262"/>
                </a:cubicBezTo>
                <a:cubicBezTo>
                  <a:pt x="1381653" y="39262"/>
                  <a:pt x="1378969" y="40673"/>
                  <a:pt x="1375877" y="43493"/>
                </a:cubicBezTo>
                <a:cubicBezTo>
                  <a:pt x="1372784" y="46313"/>
                  <a:pt x="1370285" y="49282"/>
                  <a:pt x="1368380" y="52399"/>
                </a:cubicBezTo>
                <a:cubicBezTo>
                  <a:pt x="1366475" y="55516"/>
                  <a:pt x="1364954" y="59772"/>
                  <a:pt x="1363816" y="65165"/>
                </a:cubicBezTo>
                <a:lnTo>
                  <a:pt x="1355503" y="103240"/>
                </a:lnTo>
                <a:lnTo>
                  <a:pt x="1334202" y="103240"/>
                </a:lnTo>
                <a:lnTo>
                  <a:pt x="1346151" y="51657"/>
                </a:lnTo>
                <a:cubicBezTo>
                  <a:pt x="1346894" y="48441"/>
                  <a:pt x="1347265" y="45992"/>
                  <a:pt x="1347265" y="44309"/>
                </a:cubicBezTo>
                <a:cubicBezTo>
                  <a:pt x="1347265" y="42676"/>
                  <a:pt x="1346993" y="41415"/>
                  <a:pt x="1346448" y="40524"/>
                </a:cubicBezTo>
                <a:cubicBezTo>
                  <a:pt x="1345904" y="39633"/>
                  <a:pt x="1344964" y="39188"/>
                  <a:pt x="1343628" y="39188"/>
                </a:cubicBezTo>
                <a:cubicBezTo>
                  <a:pt x="1342094" y="39188"/>
                  <a:pt x="1340437" y="39881"/>
                  <a:pt x="1338655" y="41266"/>
                </a:cubicBezTo>
                <a:cubicBezTo>
                  <a:pt x="1336874" y="42652"/>
                  <a:pt x="1334796" y="44705"/>
                  <a:pt x="1332421" y="47427"/>
                </a:cubicBezTo>
                <a:lnTo>
                  <a:pt x="1327077" y="42083"/>
                </a:lnTo>
                <a:cubicBezTo>
                  <a:pt x="1332025" y="37036"/>
                  <a:pt x="1336416" y="33498"/>
                  <a:pt x="1340251" y="31469"/>
                </a:cubicBezTo>
                <a:cubicBezTo>
                  <a:pt x="1344086" y="29441"/>
                  <a:pt x="1348131" y="28426"/>
                  <a:pt x="1352386" y="28426"/>
                </a:cubicBezTo>
                <a:cubicBezTo>
                  <a:pt x="1356493" y="28426"/>
                  <a:pt x="1359771" y="29577"/>
                  <a:pt x="1362220" y="31877"/>
                </a:cubicBezTo>
                <a:cubicBezTo>
                  <a:pt x="1364669" y="34178"/>
                  <a:pt x="1365894" y="37209"/>
                  <a:pt x="1365894" y="40969"/>
                </a:cubicBezTo>
                <a:cubicBezTo>
                  <a:pt x="1365894" y="42206"/>
                  <a:pt x="1365746" y="43394"/>
                  <a:pt x="1365449" y="44532"/>
                </a:cubicBezTo>
                <a:lnTo>
                  <a:pt x="1366339" y="44977"/>
                </a:lnTo>
                <a:cubicBezTo>
                  <a:pt x="1370842" y="39287"/>
                  <a:pt x="1375209" y="35106"/>
                  <a:pt x="1379439" y="32434"/>
                </a:cubicBezTo>
                <a:cubicBezTo>
                  <a:pt x="1383670" y="29762"/>
                  <a:pt x="1388581" y="28426"/>
                  <a:pt x="1394172" y="28426"/>
                </a:cubicBezTo>
                <a:cubicBezTo>
                  <a:pt x="1399120" y="28426"/>
                  <a:pt x="1403016" y="29787"/>
                  <a:pt x="1405861" y="32508"/>
                </a:cubicBezTo>
                <a:cubicBezTo>
                  <a:pt x="1408706" y="35230"/>
                  <a:pt x="1410203" y="38990"/>
                  <a:pt x="1410352" y="43790"/>
                </a:cubicBezTo>
                <a:cubicBezTo>
                  <a:pt x="1414459" y="38545"/>
                  <a:pt x="1418602" y="34673"/>
                  <a:pt x="1422784" y="32174"/>
                </a:cubicBezTo>
                <a:cubicBezTo>
                  <a:pt x="1426965" y="29676"/>
                  <a:pt x="1431702" y="28426"/>
                  <a:pt x="1436997" y="28426"/>
                </a:cubicBezTo>
                <a:cubicBezTo>
                  <a:pt x="1441994" y="28426"/>
                  <a:pt x="1445915" y="29836"/>
                  <a:pt x="1448761" y="32657"/>
                </a:cubicBezTo>
                <a:cubicBezTo>
                  <a:pt x="1451606" y="35477"/>
                  <a:pt x="1453028" y="39411"/>
                  <a:pt x="1453028" y="44458"/>
                </a:cubicBezTo>
                <a:cubicBezTo>
                  <a:pt x="1453028" y="45942"/>
                  <a:pt x="1452904" y="47748"/>
                  <a:pt x="1452657" y="49876"/>
                </a:cubicBezTo>
                <a:cubicBezTo>
                  <a:pt x="1452410" y="52003"/>
                  <a:pt x="1452039" y="54032"/>
                  <a:pt x="1451544" y="55962"/>
                </a:cubicBezTo>
                <a:lnTo>
                  <a:pt x="1445532" y="79861"/>
                </a:lnTo>
                <a:close/>
                <a:moveTo>
                  <a:pt x="1515484" y="0"/>
                </a:moveTo>
                <a:lnTo>
                  <a:pt x="1511624" y="18184"/>
                </a:lnTo>
                <a:lnTo>
                  <a:pt x="1492401" y="18184"/>
                </a:lnTo>
                <a:lnTo>
                  <a:pt x="1496484" y="0"/>
                </a:lnTo>
                <a:lnTo>
                  <a:pt x="1515484" y="0"/>
                </a:lnTo>
                <a:moveTo>
                  <a:pt x="1498488" y="79861"/>
                </a:moveTo>
                <a:cubicBezTo>
                  <a:pt x="1497993" y="81939"/>
                  <a:pt x="1497659" y="83547"/>
                  <a:pt x="1497486" y="84685"/>
                </a:cubicBezTo>
                <a:cubicBezTo>
                  <a:pt x="1497312" y="85823"/>
                  <a:pt x="1497226" y="87109"/>
                  <a:pt x="1497226" y="88544"/>
                </a:cubicBezTo>
                <a:cubicBezTo>
                  <a:pt x="1497226" y="90474"/>
                  <a:pt x="1497547" y="91810"/>
                  <a:pt x="1498191" y="92552"/>
                </a:cubicBezTo>
                <a:cubicBezTo>
                  <a:pt x="1498834" y="93294"/>
                  <a:pt x="1499749" y="93666"/>
                  <a:pt x="1500937" y="93666"/>
                </a:cubicBezTo>
                <a:cubicBezTo>
                  <a:pt x="1502372" y="93666"/>
                  <a:pt x="1503980" y="92985"/>
                  <a:pt x="1505761" y="91624"/>
                </a:cubicBezTo>
                <a:cubicBezTo>
                  <a:pt x="1507542" y="90264"/>
                  <a:pt x="1509645" y="88198"/>
                  <a:pt x="1512070" y="85427"/>
                </a:cubicBezTo>
                <a:lnTo>
                  <a:pt x="1517414" y="90771"/>
                </a:lnTo>
                <a:cubicBezTo>
                  <a:pt x="1512565" y="95719"/>
                  <a:pt x="1508223" y="99232"/>
                  <a:pt x="1504388" y="101310"/>
                </a:cubicBezTo>
                <a:cubicBezTo>
                  <a:pt x="1500553" y="103388"/>
                  <a:pt x="1496335" y="104427"/>
                  <a:pt x="1491734" y="104427"/>
                </a:cubicBezTo>
                <a:cubicBezTo>
                  <a:pt x="1486489" y="104427"/>
                  <a:pt x="1482654" y="103141"/>
                  <a:pt x="1480229" y="100568"/>
                </a:cubicBezTo>
                <a:cubicBezTo>
                  <a:pt x="1477805" y="97995"/>
                  <a:pt x="1476593" y="94111"/>
                  <a:pt x="1476593" y="88915"/>
                </a:cubicBezTo>
                <a:cubicBezTo>
                  <a:pt x="1476593" y="85600"/>
                  <a:pt x="1477137" y="81716"/>
                  <a:pt x="1478225" y="77263"/>
                </a:cubicBezTo>
                <a:lnTo>
                  <a:pt x="1484460" y="51434"/>
                </a:lnTo>
                <a:cubicBezTo>
                  <a:pt x="1485598" y="46734"/>
                  <a:pt x="1486167" y="43023"/>
                  <a:pt x="1486167" y="40301"/>
                </a:cubicBezTo>
                <a:cubicBezTo>
                  <a:pt x="1486167" y="38372"/>
                  <a:pt x="1485709" y="36999"/>
                  <a:pt x="1484794" y="36182"/>
                </a:cubicBezTo>
                <a:cubicBezTo>
                  <a:pt x="1483879" y="35366"/>
                  <a:pt x="1481961" y="34809"/>
                  <a:pt x="1479042" y="34512"/>
                </a:cubicBezTo>
                <a:lnTo>
                  <a:pt x="1480155" y="29614"/>
                </a:lnTo>
                <a:lnTo>
                  <a:pt x="1501902" y="28797"/>
                </a:lnTo>
                <a:lnTo>
                  <a:pt x="1510363" y="28797"/>
                </a:lnTo>
                <a:lnTo>
                  <a:pt x="1498488" y="79861"/>
                </a:lnTo>
                <a:close/>
                <a:moveTo>
                  <a:pt x="1528959" y="47427"/>
                </a:moveTo>
                <a:lnTo>
                  <a:pt x="1523615" y="42083"/>
                </a:lnTo>
                <a:cubicBezTo>
                  <a:pt x="1528563" y="37036"/>
                  <a:pt x="1532955" y="33498"/>
                  <a:pt x="1536789" y="31469"/>
                </a:cubicBezTo>
                <a:cubicBezTo>
                  <a:pt x="1540624" y="29441"/>
                  <a:pt x="1544669" y="28426"/>
                  <a:pt x="1548924" y="28426"/>
                </a:cubicBezTo>
                <a:cubicBezTo>
                  <a:pt x="1553031" y="28426"/>
                  <a:pt x="1556309" y="29577"/>
                  <a:pt x="1558758" y="31877"/>
                </a:cubicBezTo>
                <a:cubicBezTo>
                  <a:pt x="1561208" y="34178"/>
                  <a:pt x="1562432" y="37209"/>
                  <a:pt x="1562432" y="40969"/>
                </a:cubicBezTo>
                <a:cubicBezTo>
                  <a:pt x="1562432" y="42206"/>
                  <a:pt x="1562284" y="43394"/>
                  <a:pt x="1561987" y="44532"/>
                </a:cubicBezTo>
                <a:lnTo>
                  <a:pt x="1562729" y="45126"/>
                </a:lnTo>
                <a:cubicBezTo>
                  <a:pt x="1567380" y="39337"/>
                  <a:pt x="1571796" y="35106"/>
                  <a:pt x="1575977" y="32434"/>
                </a:cubicBezTo>
                <a:cubicBezTo>
                  <a:pt x="1580158" y="29762"/>
                  <a:pt x="1585045" y="28426"/>
                  <a:pt x="1590636" y="28426"/>
                </a:cubicBezTo>
                <a:cubicBezTo>
                  <a:pt x="1595732" y="28426"/>
                  <a:pt x="1599728" y="29861"/>
                  <a:pt x="1602622" y="32731"/>
                </a:cubicBezTo>
                <a:cubicBezTo>
                  <a:pt x="1605517" y="35601"/>
                  <a:pt x="1606964" y="39510"/>
                  <a:pt x="1606964" y="44458"/>
                </a:cubicBezTo>
                <a:cubicBezTo>
                  <a:pt x="1606964" y="46041"/>
                  <a:pt x="1606803" y="48020"/>
                  <a:pt x="1606482" y="50395"/>
                </a:cubicBezTo>
                <a:cubicBezTo>
                  <a:pt x="1606160" y="52770"/>
                  <a:pt x="1605777" y="54873"/>
                  <a:pt x="1605331" y="56704"/>
                </a:cubicBezTo>
                <a:lnTo>
                  <a:pt x="1599468" y="79861"/>
                </a:lnTo>
                <a:cubicBezTo>
                  <a:pt x="1598627" y="83176"/>
                  <a:pt x="1598206" y="86070"/>
                  <a:pt x="1598206" y="88544"/>
                </a:cubicBezTo>
                <a:cubicBezTo>
                  <a:pt x="1598206" y="90474"/>
                  <a:pt x="1598528" y="91810"/>
                  <a:pt x="1599171" y="92552"/>
                </a:cubicBezTo>
                <a:cubicBezTo>
                  <a:pt x="1599814" y="93294"/>
                  <a:pt x="1600730" y="93666"/>
                  <a:pt x="1601917" y="93666"/>
                </a:cubicBezTo>
                <a:cubicBezTo>
                  <a:pt x="1603352" y="93666"/>
                  <a:pt x="1604960" y="92985"/>
                  <a:pt x="1606742" y="91624"/>
                </a:cubicBezTo>
                <a:cubicBezTo>
                  <a:pt x="1608523" y="90264"/>
                  <a:pt x="1610626" y="88198"/>
                  <a:pt x="1613050" y="85427"/>
                </a:cubicBezTo>
                <a:lnTo>
                  <a:pt x="1618394" y="90771"/>
                </a:lnTo>
                <a:cubicBezTo>
                  <a:pt x="1613545" y="95719"/>
                  <a:pt x="1609203" y="99232"/>
                  <a:pt x="1605368" y="101310"/>
                </a:cubicBezTo>
                <a:cubicBezTo>
                  <a:pt x="1601534" y="103388"/>
                  <a:pt x="1597316" y="104427"/>
                  <a:pt x="1592714" y="104427"/>
                </a:cubicBezTo>
                <a:cubicBezTo>
                  <a:pt x="1587469" y="104427"/>
                  <a:pt x="1583634" y="103129"/>
                  <a:pt x="1581210" y="100531"/>
                </a:cubicBezTo>
                <a:cubicBezTo>
                  <a:pt x="1578785" y="97933"/>
                  <a:pt x="1577573" y="94111"/>
                  <a:pt x="1577573" y="89064"/>
                </a:cubicBezTo>
                <a:cubicBezTo>
                  <a:pt x="1577573" y="85452"/>
                  <a:pt x="1578291" y="80825"/>
                  <a:pt x="1579725" y="75185"/>
                </a:cubicBezTo>
                <a:lnTo>
                  <a:pt x="1582991" y="62864"/>
                </a:lnTo>
                <a:cubicBezTo>
                  <a:pt x="1583832" y="59698"/>
                  <a:pt x="1584550" y="56568"/>
                  <a:pt x="1585144" y="53475"/>
                </a:cubicBezTo>
                <a:cubicBezTo>
                  <a:pt x="1585737" y="50383"/>
                  <a:pt x="1586034" y="47847"/>
                  <a:pt x="1586034" y="45868"/>
                </a:cubicBezTo>
                <a:cubicBezTo>
                  <a:pt x="1586034" y="43641"/>
                  <a:pt x="1585564" y="41984"/>
                  <a:pt x="1584624" y="40895"/>
                </a:cubicBezTo>
                <a:cubicBezTo>
                  <a:pt x="1583684" y="39807"/>
                  <a:pt x="1582348" y="39262"/>
                  <a:pt x="1580616" y="39262"/>
                </a:cubicBezTo>
                <a:cubicBezTo>
                  <a:pt x="1578192" y="39262"/>
                  <a:pt x="1575421" y="40697"/>
                  <a:pt x="1572304" y="43567"/>
                </a:cubicBezTo>
                <a:cubicBezTo>
                  <a:pt x="1569186" y="46437"/>
                  <a:pt x="1566688" y="49468"/>
                  <a:pt x="1564807" y="52659"/>
                </a:cubicBezTo>
                <a:cubicBezTo>
                  <a:pt x="1562927" y="55850"/>
                  <a:pt x="1561443" y="60019"/>
                  <a:pt x="1560354" y="65165"/>
                </a:cubicBezTo>
                <a:lnTo>
                  <a:pt x="1552041" y="103240"/>
                </a:lnTo>
                <a:lnTo>
                  <a:pt x="1530740" y="103240"/>
                </a:lnTo>
                <a:lnTo>
                  <a:pt x="1542690" y="51657"/>
                </a:lnTo>
                <a:cubicBezTo>
                  <a:pt x="1543432" y="48441"/>
                  <a:pt x="1543803" y="45992"/>
                  <a:pt x="1543803" y="44309"/>
                </a:cubicBezTo>
                <a:cubicBezTo>
                  <a:pt x="1543803" y="42676"/>
                  <a:pt x="1543531" y="41415"/>
                  <a:pt x="1542987" y="40524"/>
                </a:cubicBezTo>
                <a:cubicBezTo>
                  <a:pt x="1542442" y="39633"/>
                  <a:pt x="1541502" y="39188"/>
                  <a:pt x="1540166" y="39188"/>
                </a:cubicBezTo>
                <a:cubicBezTo>
                  <a:pt x="1538632" y="39188"/>
                  <a:pt x="1536975" y="39881"/>
                  <a:pt x="1535194" y="41266"/>
                </a:cubicBezTo>
                <a:cubicBezTo>
                  <a:pt x="1533412" y="42652"/>
                  <a:pt x="1531334" y="44705"/>
                  <a:pt x="1528959" y="474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Text 𝑾">
            <a:extLst xmlns:a="http://schemas.openxmlformats.org/drawingml/2006/main">
              <a:ext uri="{FF2B5EF4-FFF2-40B4-BE49-F238E27FC236}">
                <a16:creationId xmlns:a16="http://schemas.microsoft.com/office/drawing/2014/main" id="{971FA834-3224-4FCC-92E5-329870EC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943" y="2340582"/>
            <a:ext cx="102694" cy="74391"/>
          </a:xfrm>
          <a:custGeom xmlns:a="http://schemas.openxmlformats.org/drawingml/2006/main">
            <a:pathLst>
              <a:path w="102694" h="74391">
                <a:moveTo>
                  <a:pt x="78782" y="21146"/>
                </a:moveTo>
                <a:cubicBezTo>
                  <a:pt x="80373" y="18074"/>
                  <a:pt x="81548" y="15561"/>
                  <a:pt x="82307" y="13609"/>
                </a:cubicBezTo>
                <a:cubicBezTo>
                  <a:pt x="83066" y="11657"/>
                  <a:pt x="83445" y="10031"/>
                  <a:pt x="83445" y="8730"/>
                </a:cubicBezTo>
                <a:cubicBezTo>
                  <a:pt x="83445" y="7645"/>
                  <a:pt x="83319" y="6778"/>
                  <a:pt x="83066" y="6127"/>
                </a:cubicBezTo>
                <a:cubicBezTo>
                  <a:pt x="82813" y="5476"/>
                  <a:pt x="82343" y="4934"/>
                  <a:pt x="81656" y="4500"/>
                </a:cubicBezTo>
                <a:cubicBezTo>
                  <a:pt x="80969" y="4067"/>
                  <a:pt x="80029" y="3759"/>
                  <a:pt x="78837" y="3579"/>
                </a:cubicBezTo>
                <a:lnTo>
                  <a:pt x="79650" y="0"/>
                </a:lnTo>
                <a:lnTo>
                  <a:pt x="102694" y="0"/>
                </a:lnTo>
                <a:lnTo>
                  <a:pt x="101880" y="3579"/>
                </a:lnTo>
                <a:cubicBezTo>
                  <a:pt x="100688" y="3795"/>
                  <a:pt x="99630" y="4229"/>
                  <a:pt x="98708" y="4880"/>
                </a:cubicBezTo>
                <a:cubicBezTo>
                  <a:pt x="97787" y="5530"/>
                  <a:pt x="96910" y="6398"/>
                  <a:pt x="96079" y="7482"/>
                </a:cubicBezTo>
                <a:cubicBezTo>
                  <a:pt x="95247" y="8567"/>
                  <a:pt x="94434" y="9805"/>
                  <a:pt x="93639" y="11197"/>
                </a:cubicBezTo>
                <a:cubicBezTo>
                  <a:pt x="92844" y="12588"/>
                  <a:pt x="91777" y="14531"/>
                  <a:pt x="90440" y="17025"/>
                </a:cubicBezTo>
                <a:lnTo>
                  <a:pt x="59371" y="74391"/>
                </a:lnTo>
                <a:lnTo>
                  <a:pt x="46359" y="74391"/>
                </a:lnTo>
                <a:lnTo>
                  <a:pt x="46250" y="39473"/>
                </a:lnTo>
                <a:lnTo>
                  <a:pt x="46250" y="30255"/>
                </a:lnTo>
                <a:cubicBezTo>
                  <a:pt x="46250" y="27905"/>
                  <a:pt x="46268" y="25447"/>
                  <a:pt x="46304" y="22881"/>
                </a:cubicBezTo>
                <a:lnTo>
                  <a:pt x="45599" y="22881"/>
                </a:lnTo>
                <a:cubicBezTo>
                  <a:pt x="44407" y="25556"/>
                  <a:pt x="43214" y="28050"/>
                  <a:pt x="42021" y="30363"/>
                </a:cubicBezTo>
                <a:lnTo>
                  <a:pt x="19899" y="74391"/>
                </a:lnTo>
                <a:lnTo>
                  <a:pt x="6886" y="74391"/>
                </a:lnTo>
                <a:lnTo>
                  <a:pt x="5802" y="16700"/>
                </a:lnTo>
                <a:cubicBezTo>
                  <a:pt x="5729" y="13266"/>
                  <a:pt x="5467" y="10663"/>
                  <a:pt x="5015" y="8892"/>
                </a:cubicBezTo>
                <a:cubicBezTo>
                  <a:pt x="4564" y="7121"/>
                  <a:pt x="3958" y="5847"/>
                  <a:pt x="3199" y="5070"/>
                </a:cubicBezTo>
                <a:cubicBezTo>
                  <a:pt x="2440" y="4292"/>
                  <a:pt x="1374" y="3795"/>
                  <a:pt x="0" y="3579"/>
                </a:cubicBezTo>
                <a:lnTo>
                  <a:pt x="813" y="0"/>
                </a:lnTo>
                <a:lnTo>
                  <a:pt x="28574" y="0"/>
                </a:lnTo>
                <a:lnTo>
                  <a:pt x="27761" y="3579"/>
                </a:lnTo>
                <a:cubicBezTo>
                  <a:pt x="26640" y="3723"/>
                  <a:pt x="25719" y="3976"/>
                  <a:pt x="24996" y="4338"/>
                </a:cubicBezTo>
                <a:cubicBezTo>
                  <a:pt x="24273" y="4699"/>
                  <a:pt x="23685" y="5196"/>
                  <a:pt x="23233" y="5829"/>
                </a:cubicBezTo>
                <a:cubicBezTo>
                  <a:pt x="22782" y="6461"/>
                  <a:pt x="22447" y="7247"/>
                  <a:pt x="22230" y="8187"/>
                </a:cubicBezTo>
                <a:cubicBezTo>
                  <a:pt x="22014" y="9127"/>
                  <a:pt x="21896" y="9995"/>
                  <a:pt x="21878" y="10790"/>
                </a:cubicBezTo>
                <a:cubicBezTo>
                  <a:pt x="21860" y="11585"/>
                  <a:pt x="21833" y="13862"/>
                  <a:pt x="21797" y="17622"/>
                </a:cubicBezTo>
                <a:lnTo>
                  <a:pt x="21580" y="38009"/>
                </a:lnTo>
                <a:cubicBezTo>
                  <a:pt x="21544" y="41587"/>
                  <a:pt x="21363" y="47353"/>
                  <a:pt x="21038" y="55305"/>
                </a:cubicBezTo>
                <a:lnTo>
                  <a:pt x="21742" y="55305"/>
                </a:lnTo>
                <a:cubicBezTo>
                  <a:pt x="22971" y="52522"/>
                  <a:pt x="25610" y="47081"/>
                  <a:pt x="29659" y="38985"/>
                </a:cubicBezTo>
                <a:lnTo>
                  <a:pt x="49232" y="0"/>
                </a:lnTo>
                <a:lnTo>
                  <a:pt x="61107" y="0"/>
                </a:lnTo>
                <a:lnTo>
                  <a:pt x="61161" y="35514"/>
                </a:lnTo>
                <a:lnTo>
                  <a:pt x="61215" y="40340"/>
                </a:lnTo>
                <a:cubicBezTo>
                  <a:pt x="61215" y="45401"/>
                  <a:pt x="61088" y="50389"/>
                  <a:pt x="60835" y="55305"/>
                </a:cubicBezTo>
                <a:lnTo>
                  <a:pt x="61540" y="55305"/>
                </a:lnTo>
                <a:cubicBezTo>
                  <a:pt x="63239" y="51763"/>
                  <a:pt x="66294" y="45636"/>
                  <a:pt x="70704" y="36924"/>
                </a:cubicBezTo>
                <a:lnTo>
                  <a:pt x="78782" y="211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Text 𝑳(𝓔">
            <a:extLst xmlns:a="http://schemas.openxmlformats.org/drawingml/2006/main">
              <a:ext uri="{FF2B5EF4-FFF2-40B4-BE49-F238E27FC236}">
                <a16:creationId xmlns:a16="http://schemas.microsoft.com/office/drawing/2014/main" id="{7A05EF1D-AA76-4025-A646-476EA935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919" y="2276398"/>
            <a:ext cx="235144" cy="140795"/>
          </a:xfrm>
          <a:custGeom xmlns:a="http://schemas.openxmlformats.org/drawingml/2006/main">
            <a:pathLst>
              <a:path w="235144" h="140795">
                <a:moveTo>
                  <a:pt x="44680" y="98416"/>
                </a:moveTo>
                <a:cubicBezTo>
                  <a:pt x="47105" y="98416"/>
                  <a:pt x="48985" y="98218"/>
                  <a:pt x="50321" y="97822"/>
                </a:cubicBezTo>
                <a:cubicBezTo>
                  <a:pt x="51657" y="97426"/>
                  <a:pt x="52869" y="96807"/>
                  <a:pt x="53958" y="95966"/>
                </a:cubicBezTo>
                <a:cubicBezTo>
                  <a:pt x="55046" y="95125"/>
                  <a:pt x="56246" y="93962"/>
                  <a:pt x="57558" y="92478"/>
                </a:cubicBezTo>
                <a:cubicBezTo>
                  <a:pt x="58869" y="90994"/>
                  <a:pt x="60168" y="89064"/>
                  <a:pt x="61454" y="86689"/>
                </a:cubicBezTo>
                <a:cubicBezTo>
                  <a:pt x="62741" y="84314"/>
                  <a:pt x="64052" y="81345"/>
                  <a:pt x="65388" y="77782"/>
                </a:cubicBezTo>
                <a:lnTo>
                  <a:pt x="75482" y="77782"/>
                </a:lnTo>
                <a:lnTo>
                  <a:pt x="67911" y="107248"/>
                </a:lnTo>
                <a:lnTo>
                  <a:pt x="0" y="107248"/>
                </a:lnTo>
                <a:lnTo>
                  <a:pt x="1039" y="102349"/>
                </a:lnTo>
                <a:cubicBezTo>
                  <a:pt x="3859" y="101558"/>
                  <a:pt x="5938" y="100172"/>
                  <a:pt x="7274" y="98193"/>
                </a:cubicBezTo>
                <a:cubicBezTo>
                  <a:pt x="8610" y="96214"/>
                  <a:pt x="9871" y="92552"/>
                  <a:pt x="11059" y="87208"/>
                </a:cubicBezTo>
                <a:lnTo>
                  <a:pt x="24567" y="25977"/>
                </a:lnTo>
                <a:cubicBezTo>
                  <a:pt x="25210" y="23058"/>
                  <a:pt x="25532" y="20163"/>
                  <a:pt x="25532" y="17293"/>
                </a:cubicBezTo>
                <a:cubicBezTo>
                  <a:pt x="25532" y="15215"/>
                  <a:pt x="25049" y="13694"/>
                  <a:pt x="24084" y="12729"/>
                </a:cubicBezTo>
                <a:cubicBezTo>
                  <a:pt x="23119" y="11764"/>
                  <a:pt x="21549" y="11133"/>
                  <a:pt x="19371" y="10836"/>
                </a:cubicBezTo>
                <a:lnTo>
                  <a:pt x="20410" y="5938"/>
                </a:lnTo>
                <a:lnTo>
                  <a:pt x="57743" y="5938"/>
                </a:lnTo>
                <a:lnTo>
                  <a:pt x="56704" y="10836"/>
                </a:lnTo>
                <a:cubicBezTo>
                  <a:pt x="53884" y="11628"/>
                  <a:pt x="51805" y="13013"/>
                  <a:pt x="50470" y="14992"/>
                </a:cubicBezTo>
                <a:cubicBezTo>
                  <a:pt x="49134" y="16972"/>
                  <a:pt x="47872" y="20633"/>
                  <a:pt x="46684" y="25977"/>
                </a:cubicBezTo>
                <a:lnTo>
                  <a:pt x="30653" y="98416"/>
                </a:lnTo>
                <a:lnTo>
                  <a:pt x="44680" y="98416"/>
                </a:lnTo>
                <a:close/>
                <a:moveTo>
                  <a:pt x="108438" y="69692"/>
                </a:moveTo>
                <a:cubicBezTo>
                  <a:pt x="108438" y="87010"/>
                  <a:pt x="111221" y="101285"/>
                  <a:pt x="116787" y="112517"/>
                </a:cubicBezTo>
                <a:cubicBezTo>
                  <a:pt x="122354" y="123749"/>
                  <a:pt x="130852" y="131270"/>
                  <a:pt x="142282" y="135080"/>
                </a:cubicBezTo>
                <a:lnTo>
                  <a:pt x="140501" y="140795"/>
                </a:lnTo>
                <a:cubicBezTo>
                  <a:pt x="126003" y="136985"/>
                  <a:pt x="114895" y="128784"/>
                  <a:pt x="107176" y="116191"/>
                </a:cubicBezTo>
                <a:cubicBezTo>
                  <a:pt x="99457" y="103599"/>
                  <a:pt x="95598" y="88346"/>
                  <a:pt x="95598" y="70435"/>
                </a:cubicBezTo>
                <a:cubicBezTo>
                  <a:pt x="95598" y="52572"/>
                  <a:pt x="99469" y="37320"/>
                  <a:pt x="107213" y="24678"/>
                </a:cubicBezTo>
                <a:cubicBezTo>
                  <a:pt x="114957" y="12036"/>
                  <a:pt x="126052" y="3810"/>
                  <a:pt x="140501" y="0"/>
                </a:cubicBezTo>
                <a:lnTo>
                  <a:pt x="142505" y="5715"/>
                </a:lnTo>
                <a:cubicBezTo>
                  <a:pt x="130926" y="9525"/>
                  <a:pt x="122354" y="16959"/>
                  <a:pt x="116787" y="28018"/>
                </a:cubicBezTo>
                <a:cubicBezTo>
                  <a:pt x="111221" y="39077"/>
                  <a:pt x="108438" y="52968"/>
                  <a:pt x="108438" y="69692"/>
                </a:cubicBezTo>
                <a:close/>
                <a:moveTo>
                  <a:pt x="218890" y="25606"/>
                </a:moveTo>
                <a:cubicBezTo>
                  <a:pt x="216466" y="21796"/>
                  <a:pt x="213967" y="18988"/>
                  <a:pt x="211394" y="17182"/>
                </a:cubicBezTo>
                <a:cubicBezTo>
                  <a:pt x="208821" y="15376"/>
                  <a:pt x="205976" y="14473"/>
                  <a:pt x="202859" y="14473"/>
                </a:cubicBezTo>
                <a:cubicBezTo>
                  <a:pt x="197317" y="14473"/>
                  <a:pt x="193037" y="16093"/>
                  <a:pt x="190019" y="19334"/>
                </a:cubicBezTo>
                <a:cubicBezTo>
                  <a:pt x="187000" y="22575"/>
                  <a:pt x="185491" y="26868"/>
                  <a:pt x="185491" y="32211"/>
                </a:cubicBezTo>
                <a:cubicBezTo>
                  <a:pt x="185491" y="35378"/>
                  <a:pt x="186233" y="38285"/>
                  <a:pt x="187718" y="40932"/>
                </a:cubicBezTo>
                <a:cubicBezTo>
                  <a:pt x="189202" y="43579"/>
                  <a:pt x="191416" y="45596"/>
                  <a:pt x="194360" y="46981"/>
                </a:cubicBezTo>
                <a:cubicBezTo>
                  <a:pt x="197304" y="48367"/>
                  <a:pt x="200830" y="49059"/>
                  <a:pt x="204937" y="49059"/>
                </a:cubicBezTo>
                <a:cubicBezTo>
                  <a:pt x="209390" y="49059"/>
                  <a:pt x="213794" y="48837"/>
                  <a:pt x="218148" y="48391"/>
                </a:cubicBezTo>
                <a:lnTo>
                  <a:pt x="215550" y="56852"/>
                </a:lnTo>
                <a:lnTo>
                  <a:pt x="206124" y="60415"/>
                </a:lnTo>
                <a:cubicBezTo>
                  <a:pt x="194991" y="60514"/>
                  <a:pt x="186654" y="62308"/>
                  <a:pt x="181112" y="65796"/>
                </a:cubicBezTo>
                <a:cubicBezTo>
                  <a:pt x="175570" y="69284"/>
                  <a:pt x="172800" y="74418"/>
                  <a:pt x="172800" y="81197"/>
                </a:cubicBezTo>
                <a:cubicBezTo>
                  <a:pt x="172800" y="84066"/>
                  <a:pt x="173430" y="86676"/>
                  <a:pt x="174692" y="89027"/>
                </a:cubicBezTo>
                <a:cubicBezTo>
                  <a:pt x="175954" y="91377"/>
                  <a:pt x="177772" y="93233"/>
                  <a:pt x="180147" y="94593"/>
                </a:cubicBezTo>
                <a:cubicBezTo>
                  <a:pt x="182522" y="95954"/>
                  <a:pt x="185244" y="96634"/>
                  <a:pt x="188311" y="96634"/>
                </a:cubicBezTo>
                <a:cubicBezTo>
                  <a:pt x="192468" y="96634"/>
                  <a:pt x="196302" y="96078"/>
                  <a:pt x="199816" y="94964"/>
                </a:cubicBezTo>
                <a:cubicBezTo>
                  <a:pt x="203329" y="93851"/>
                  <a:pt x="206730" y="92243"/>
                  <a:pt x="210021" y="90140"/>
                </a:cubicBezTo>
                <a:cubicBezTo>
                  <a:pt x="213311" y="88037"/>
                  <a:pt x="217406" y="84685"/>
                  <a:pt x="222304" y="80083"/>
                </a:cubicBezTo>
                <a:lnTo>
                  <a:pt x="227128" y="85130"/>
                </a:lnTo>
                <a:lnTo>
                  <a:pt x="227128" y="90474"/>
                </a:lnTo>
                <a:cubicBezTo>
                  <a:pt x="222725" y="94037"/>
                  <a:pt x="218989" y="96832"/>
                  <a:pt x="215921" y="98861"/>
                </a:cubicBezTo>
                <a:cubicBezTo>
                  <a:pt x="212854" y="100890"/>
                  <a:pt x="209600" y="102621"/>
                  <a:pt x="206161" y="104056"/>
                </a:cubicBezTo>
                <a:cubicBezTo>
                  <a:pt x="202723" y="105491"/>
                  <a:pt x="198999" y="106580"/>
                  <a:pt x="194991" y="107322"/>
                </a:cubicBezTo>
                <a:cubicBezTo>
                  <a:pt x="190983" y="108064"/>
                  <a:pt x="186753" y="108435"/>
                  <a:pt x="182300" y="108435"/>
                </a:cubicBezTo>
                <a:cubicBezTo>
                  <a:pt x="174977" y="108435"/>
                  <a:pt x="168952" y="107347"/>
                  <a:pt x="164227" y="105170"/>
                </a:cubicBezTo>
                <a:cubicBezTo>
                  <a:pt x="159502" y="102992"/>
                  <a:pt x="156088" y="100135"/>
                  <a:pt x="153985" y="96597"/>
                </a:cubicBezTo>
                <a:cubicBezTo>
                  <a:pt x="151882" y="93059"/>
                  <a:pt x="150830" y="89064"/>
                  <a:pt x="150830" y="84611"/>
                </a:cubicBezTo>
                <a:cubicBezTo>
                  <a:pt x="150830" y="77535"/>
                  <a:pt x="153354" y="71536"/>
                  <a:pt x="158401" y="66612"/>
                </a:cubicBezTo>
                <a:cubicBezTo>
                  <a:pt x="163448" y="61689"/>
                  <a:pt x="170944" y="57990"/>
                  <a:pt x="180889" y="55516"/>
                </a:cubicBezTo>
                <a:lnTo>
                  <a:pt x="180889" y="54700"/>
                </a:lnTo>
                <a:cubicBezTo>
                  <a:pt x="175496" y="51484"/>
                  <a:pt x="171674" y="48268"/>
                  <a:pt x="169423" y="45051"/>
                </a:cubicBezTo>
                <a:cubicBezTo>
                  <a:pt x="167171" y="41835"/>
                  <a:pt x="166045" y="37902"/>
                  <a:pt x="166045" y="33251"/>
                </a:cubicBezTo>
                <a:cubicBezTo>
                  <a:pt x="166045" y="28303"/>
                  <a:pt x="167926" y="23627"/>
                  <a:pt x="171686" y="19223"/>
                </a:cubicBezTo>
                <a:cubicBezTo>
                  <a:pt x="175447" y="14819"/>
                  <a:pt x="180531" y="11294"/>
                  <a:pt x="186938" y="8647"/>
                </a:cubicBezTo>
                <a:cubicBezTo>
                  <a:pt x="193346" y="5999"/>
                  <a:pt x="199890" y="4676"/>
                  <a:pt x="206570" y="4676"/>
                </a:cubicBezTo>
                <a:cubicBezTo>
                  <a:pt x="210775" y="4676"/>
                  <a:pt x="214350" y="4960"/>
                  <a:pt x="217294" y="5529"/>
                </a:cubicBezTo>
                <a:cubicBezTo>
                  <a:pt x="220238" y="6098"/>
                  <a:pt x="222675" y="6915"/>
                  <a:pt x="224605" y="7979"/>
                </a:cubicBezTo>
                <a:cubicBezTo>
                  <a:pt x="226535" y="9042"/>
                  <a:pt x="228217" y="10242"/>
                  <a:pt x="229652" y="11578"/>
                </a:cubicBezTo>
                <a:cubicBezTo>
                  <a:pt x="231087" y="12914"/>
                  <a:pt x="232918" y="14968"/>
                  <a:pt x="235144" y="17739"/>
                </a:cubicBezTo>
                <a:lnTo>
                  <a:pt x="218890" y="256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85B66D-AFDA-4C77-8301-EF3AD5C8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481" y="2269644"/>
            <a:ext cx="186514" cy="140852"/>
          </a:xfrm>
          <a:custGeom xmlns:a="http://schemas.openxmlformats.org/drawingml/2006/main">
            <a:pathLst>
              <a:path w="186514" h="140852">
                <a:moveTo>
                  <a:pt x="141611" y="0"/>
                </a:moveTo>
                <a:cubicBezTo>
                  <a:pt x="156098" y="3868"/>
                  <a:pt x="167172" y="12060"/>
                  <a:pt x="174909" y="24727"/>
                </a:cubicBezTo>
                <a:cubicBezTo>
                  <a:pt x="182646" y="37318"/>
                  <a:pt x="186514" y="52564"/>
                  <a:pt x="186514" y="70464"/>
                </a:cubicBezTo>
                <a:cubicBezTo>
                  <a:pt x="186514" y="88365"/>
                  <a:pt x="182721" y="103610"/>
                  <a:pt x="174985" y="116201"/>
                </a:cubicBezTo>
                <a:cubicBezTo>
                  <a:pt x="167248" y="128792"/>
                  <a:pt x="156174" y="136984"/>
                  <a:pt x="141611" y="140852"/>
                </a:cubicBezTo>
                <a:lnTo>
                  <a:pt x="139866" y="135088"/>
                </a:lnTo>
                <a:cubicBezTo>
                  <a:pt x="151320" y="131295"/>
                  <a:pt x="159815" y="123786"/>
                  <a:pt x="165352" y="112561"/>
                </a:cubicBezTo>
                <a:cubicBezTo>
                  <a:pt x="170889" y="101335"/>
                  <a:pt x="173695" y="87075"/>
                  <a:pt x="173695" y="69706"/>
                </a:cubicBezTo>
                <a:cubicBezTo>
                  <a:pt x="173695" y="53019"/>
                  <a:pt x="170965" y="39138"/>
                  <a:pt x="165428" y="28064"/>
                </a:cubicBezTo>
                <a:cubicBezTo>
                  <a:pt x="159891" y="16990"/>
                  <a:pt x="151244" y="9557"/>
                  <a:pt x="139639" y="5765"/>
                </a:cubicBezTo>
                <a:lnTo>
                  <a:pt x="141611" y="0"/>
                </a:lnTo>
                <a:close/>
                <a:moveTo>
                  <a:pt x="44903" y="0"/>
                </a:moveTo>
                <a:lnTo>
                  <a:pt x="46875" y="5765"/>
                </a:lnTo>
                <a:cubicBezTo>
                  <a:pt x="35346" y="9557"/>
                  <a:pt x="26775" y="16990"/>
                  <a:pt x="21162" y="28064"/>
                </a:cubicBezTo>
                <a:cubicBezTo>
                  <a:pt x="15625" y="39138"/>
                  <a:pt x="12819" y="53019"/>
                  <a:pt x="12819" y="69706"/>
                </a:cubicBezTo>
                <a:cubicBezTo>
                  <a:pt x="12819" y="87075"/>
                  <a:pt x="15625" y="101335"/>
                  <a:pt x="21162" y="112561"/>
                </a:cubicBezTo>
                <a:cubicBezTo>
                  <a:pt x="26775" y="123786"/>
                  <a:pt x="35270" y="131295"/>
                  <a:pt x="46647" y="135088"/>
                </a:cubicBezTo>
                <a:lnTo>
                  <a:pt x="44903" y="140852"/>
                </a:lnTo>
                <a:cubicBezTo>
                  <a:pt x="30416" y="136984"/>
                  <a:pt x="19266" y="128792"/>
                  <a:pt x="11605" y="116201"/>
                </a:cubicBezTo>
                <a:cubicBezTo>
                  <a:pt x="3868" y="103610"/>
                  <a:pt x="0" y="88365"/>
                  <a:pt x="0" y="70464"/>
                </a:cubicBezTo>
                <a:cubicBezTo>
                  <a:pt x="0" y="52564"/>
                  <a:pt x="3868" y="37318"/>
                  <a:pt x="11605" y="24727"/>
                </a:cubicBezTo>
                <a:cubicBezTo>
                  <a:pt x="19342" y="12060"/>
                  <a:pt x="30491" y="3868"/>
                  <a:pt x="4490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B7E69C-9B3C-4A1A-AB47-1A9D8E6D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935" y="2261832"/>
            <a:ext cx="86924" cy="36484"/>
          </a:xfrm>
          <a:custGeom xmlns:a="http://schemas.openxmlformats.org/drawingml/2006/main">
            <a:pathLst>
              <a:path w="86924" h="36484">
                <a:moveTo>
                  <a:pt x="68265" y="0"/>
                </a:moveTo>
                <a:lnTo>
                  <a:pt x="86924" y="16080"/>
                </a:lnTo>
                <a:lnTo>
                  <a:pt x="86924" y="20404"/>
                </a:lnTo>
                <a:lnTo>
                  <a:pt x="68265" y="36484"/>
                </a:lnTo>
                <a:lnTo>
                  <a:pt x="64320" y="32084"/>
                </a:lnTo>
                <a:lnTo>
                  <a:pt x="76229" y="21769"/>
                </a:lnTo>
                <a:lnTo>
                  <a:pt x="53626" y="21769"/>
                </a:lnTo>
                <a:lnTo>
                  <a:pt x="44524" y="21769"/>
                </a:lnTo>
                <a:lnTo>
                  <a:pt x="30947" y="21769"/>
                </a:lnTo>
                <a:lnTo>
                  <a:pt x="9102" y="21769"/>
                </a:lnTo>
                <a:lnTo>
                  <a:pt x="0" y="21769"/>
                </a:lnTo>
                <a:lnTo>
                  <a:pt x="0" y="14791"/>
                </a:lnTo>
                <a:lnTo>
                  <a:pt x="9102" y="14791"/>
                </a:lnTo>
                <a:lnTo>
                  <a:pt x="30947" y="14791"/>
                </a:lnTo>
                <a:lnTo>
                  <a:pt x="44524" y="14791"/>
                </a:lnTo>
                <a:lnTo>
                  <a:pt x="53626" y="14791"/>
                </a:lnTo>
                <a:lnTo>
                  <a:pt x="76229" y="14791"/>
                </a:lnTo>
                <a:lnTo>
                  <a:pt x="64320" y="4475"/>
                </a:lnTo>
                <a:lnTo>
                  <a:pt x="6826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Text 𝒙,𝒚,𝑾,𝒇">
            <a:extLst xmlns:a="http://schemas.openxmlformats.org/drawingml/2006/main">
              <a:ext uri="{FF2B5EF4-FFF2-40B4-BE49-F238E27FC236}">
                <a16:creationId xmlns:a16="http://schemas.microsoft.com/office/drawing/2014/main" id="{7F6A5F1B-1E9C-4960-8D2B-7C0BE515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920" y="2277066"/>
            <a:ext cx="641169" cy="139756"/>
          </a:xfrm>
          <a:custGeom xmlns:a="http://schemas.openxmlformats.org/drawingml/2006/main">
            <a:pathLst>
              <a:path w="641169" h="139756">
                <a:moveTo>
                  <a:pt x="51880" y="64646"/>
                </a:moveTo>
                <a:cubicBezTo>
                  <a:pt x="53612" y="75086"/>
                  <a:pt x="55034" y="82570"/>
                  <a:pt x="56147" y="87097"/>
                </a:cubicBezTo>
                <a:cubicBezTo>
                  <a:pt x="57261" y="91624"/>
                  <a:pt x="58411" y="94556"/>
                  <a:pt x="59599" y="95892"/>
                </a:cubicBezTo>
                <a:cubicBezTo>
                  <a:pt x="60291" y="96634"/>
                  <a:pt x="61132" y="97005"/>
                  <a:pt x="62122" y="97005"/>
                </a:cubicBezTo>
                <a:cubicBezTo>
                  <a:pt x="63359" y="97005"/>
                  <a:pt x="64509" y="96523"/>
                  <a:pt x="65573" y="95558"/>
                </a:cubicBezTo>
                <a:cubicBezTo>
                  <a:pt x="66637" y="94593"/>
                  <a:pt x="68010" y="92429"/>
                  <a:pt x="69692" y="89064"/>
                </a:cubicBezTo>
                <a:lnTo>
                  <a:pt x="76446" y="92181"/>
                </a:lnTo>
                <a:cubicBezTo>
                  <a:pt x="73577" y="97426"/>
                  <a:pt x="70323" y="101335"/>
                  <a:pt x="66687" y="103908"/>
                </a:cubicBezTo>
                <a:cubicBezTo>
                  <a:pt x="63050" y="106481"/>
                  <a:pt x="58782" y="107767"/>
                  <a:pt x="53884" y="107767"/>
                </a:cubicBezTo>
                <a:cubicBezTo>
                  <a:pt x="50865" y="107767"/>
                  <a:pt x="48453" y="107384"/>
                  <a:pt x="46647" y="106617"/>
                </a:cubicBezTo>
                <a:cubicBezTo>
                  <a:pt x="44841" y="105850"/>
                  <a:pt x="43307" y="104576"/>
                  <a:pt x="42046" y="102795"/>
                </a:cubicBezTo>
                <a:cubicBezTo>
                  <a:pt x="40784" y="101013"/>
                  <a:pt x="39671" y="98502"/>
                  <a:pt x="38706" y="95261"/>
                </a:cubicBezTo>
                <a:cubicBezTo>
                  <a:pt x="37741" y="92020"/>
                  <a:pt x="36838" y="87777"/>
                  <a:pt x="35997" y="82533"/>
                </a:cubicBezTo>
                <a:lnTo>
                  <a:pt x="35254" y="82533"/>
                </a:lnTo>
                <a:cubicBezTo>
                  <a:pt x="31049" y="88569"/>
                  <a:pt x="27684" y="93171"/>
                  <a:pt x="25161" y="96337"/>
                </a:cubicBezTo>
                <a:cubicBezTo>
                  <a:pt x="22637" y="99504"/>
                  <a:pt x="20472" y="101879"/>
                  <a:pt x="18666" y="103463"/>
                </a:cubicBezTo>
                <a:cubicBezTo>
                  <a:pt x="16860" y="105046"/>
                  <a:pt x="15128" y="106159"/>
                  <a:pt x="13471" y="106802"/>
                </a:cubicBezTo>
                <a:cubicBezTo>
                  <a:pt x="11813" y="107446"/>
                  <a:pt x="9822" y="107767"/>
                  <a:pt x="7496" y="107767"/>
                </a:cubicBezTo>
                <a:cubicBezTo>
                  <a:pt x="6408" y="107767"/>
                  <a:pt x="5084" y="107631"/>
                  <a:pt x="3525" y="107359"/>
                </a:cubicBezTo>
                <a:cubicBezTo>
                  <a:pt x="1967" y="107087"/>
                  <a:pt x="792" y="106802"/>
                  <a:pt x="0" y="106506"/>
                </a:cubicBezTo>
                <a:lnTo>
                  <a:pt x="3488" y="90400"/>
                </a:lnTo>
                <a:lnTo>
                  <a:pt x="10168" y="90400"/>
                </a:lnTo>
                <a:cubicBezTo>
                  <a:pt x="10218" y="91439"/>
                  <a:pt x="10477" y="92218"/>
                  <a:pt x="10947" y="92738"/>
                </a:cubicBezTo>
                <a:cubicBezTo>
                  <a:pt x="11417" y="93257"/>
                  <a:pt x="12024" y="93517"/>
                  <a:pt x="12766" y="93517"/>
                </a:cubicBezTo>
                <a:cubicBezTo>
                  <a:pt x="13656" y="93517"/>
                  <a:pt x="14485" y="93332"/>
                  <a:pt x="15252" y="92960"/>
                </a:cubicBezTo>
                <a:cubicBezTo>
                  <a:pt x="16019" y="92589"/>
                  <a:pt x="17083" y="91761"/>
                  <a:pt x="18444" y="90474"/>
                </a:cubicBezTo>
                <a:cubicBezTo>
                  <a:pt x="19804" y="89188"/>
                  <a:pt x="21524" y="87295"/>
                  <a:pt x="23602" y="84796"/>
                </a:cubicBezTo>
                <a:cubicBezTo>
                  <a:pt x="25680" y="82298"/>
                  <a:pt x="29193" y="77906"/>
                  <a:pt x="34141" y="71622"/>
                </a:cubicBezTo>
                <a:cubicBezTo>
                  <a:pt x="33102" y="65784"/>
                  <a:pt x="32125" y="60749"/>
                  <a:pt x="31209" y="56518"/>
                </a:cubicBezTo>
                <a:cubicBezTo>
                  <a:pt x="30294" y="52288"/>
                  <a:pt x="29465" y="49220"/>
                  <a:pt x="28723" y="47315"/>
                </a:cubicBezTo>
                <a:cubicBezTo>
                  <a:pt x="27981" y="45410"/>
                  <a:pt x="27276" y="44136"/>
                  <a:pt x="26608" y="43493"/>
                </a:cubicBezTo>
                <a:cubicBezTo>
                  <a:pt x="25940" y="42850"/>
                  <a:pt x="25185" y="42528"/>
                  <a:pt x="24344" y="42528"/>
                </a:cubicBezTo>
                <a:cubicBezTo>
                  <a:pt x="23355" y="42528"/>
                  <a:pt x="22489" y="42788"/>
                  <a:pt x="21746" y="43307"/>
                </a:cubicBezTo>
                <a:cubicBezTo>
                  <a:pt x="21004" y="43827"/>
                  <a:pt x="20225" y="44668"/>
                  <a:pt x="19409" y="45831"/>
                </a:cubicBezTo>
                <a:cubicBezTo>
                  <a:pt x="18592" y="46994"/>
                  <a:pt x="17714" y="48540"/>
                  <a:pt x="16774" y="50470"/>
                </a:cubicBezTo>
                <a:lnTo>
                  <a:pt x="10020" y="47352"/>
                </a:lnTo>
                <a:cubicBezTo>
                  <a:pt x="12890" y="42107"/>
                  <a:pt x="16118" y="38199"/>
                  <a:pt x="19705" y="35626"/>
                </a:cubicBezTo>
                <a:cubicBezTo>
                  <a:pt x="23293" y="33053"/>
                  <a:pt x="27387" y="31766"/>
                  <a:pt x="31989" y="31766"/>
                </a:cubicBezTo>
                <a:cubicBezTo>
                  <a:pt x="35947" y="31766"/>
                  <a:pt x="38965" y="32360"/>
                  <a:pt x="41044" y="33547"/>
                </a:cubicBezTo>
                <a:cubicBezTo>
                  <a:pt x="43122" y="34735"/>
                  <a:pt x="44829" y="36801"/>
                  <a:pt x="46165" y="39745"/>
                </a:cubicBezTo>
                <a:cubicBezTo>
                  <a:pt x="47501" y="42689"/>
                  <a:pt x="48762" y="47402"/>
                  <a:pt x="49950" y="53884"/>
                </a:cubicBezTo>
                <a:lnTo>
                  <a:pt x="50692" y="53884"/>
                </a:lnTo>
                <a:cubicBezTo>
                  <a:pt x="54354" y="48738"/>
                  <a:pt x="57199" y="44866"/>
                  <a:pt x="59227" y="42268"/>
                </a:cubicBezTo>
                <a:cubicBezTo>
                  <a:pt x="61256" y="39671"/>
                  <a:pt x="63136" y="37592"/>
                  <a:pt x="64868" y="36034"/>
                </a:cubicBezTo>
                <a:cubicBezTo>
                  <a:pt x="66600" y="34475"/>
                  <a:pt x="68282" y="33374"/>
                  <a:pt x="69915" y="32731"/>
                </a:cubicBezTo>
                <a:cubicBezTo>
                  <a:pt x="71548" y="32088"/>
                  <a:pt x="73478" y="31766"/>
                  <a:pt x="75704" y="31766"/>
                </a:cubicBezTo>
                <a:cubicBezTo>
                  <a:pt x="78178" y="31766"/>
                  <a:pt x="80677" y="32211"/>
                  <a:pt x="83201" y="33102"/>
                </a:cubicBezTo>
                <a:lnTo>
                  <a:pt x="79712" y="49134"/>
                </a:lnTo>
                <a:lnTo>
                  <a:pt x="73032" y="49134"/>
                </a:lnTo>
                <a:cubicBezTo>
                  <a:pt x="72785" y="47055"/>
                  <a:pt x="71870" y="46016"/>
                  <a:pt x="70286" y="46016"/>
                </a:cubicBezTo>
                <a:cubicBezTo>
                  <a:pt x="69594" y="46016"/>
                  <a:pt x="68864" y="46190"/>
                  <a:pt x="68097" y="46536"/>
                </a:cubicBezTo>
                <a:cubicBezTo>
                  <a:pt x="67330" y="46882"/>
                  <a:pt x="66315" y="47662"/>
                  <a:pt x="65054" y="48874"/>
                </a:cubicBezTo>
                <a:cubicBezTo>
                  <a:pt x="63792" y="50086"/>
                  <a:pt x="62221" y="51843"/>
                  <a:pt x="60341" y="54143"/>
                </a:cubicBezTo>
                <a:cubicBezTo>
                  <a:pt x="58461" y="56444"/>
                  <a:pt x="55640" y="59945"/>
                  <a:pt x="51880" y="64646"/>
                </a:cubicBezTo>
                <a:close/>
                <a:moveTo>
                  <a:pt x="170889" y="89361"/>
                </a:moveTo>
                <a:cubicBezTo>
                  <a:pt x="171582" y="92824"/>
                  <a:pt x="171928" y="96238"/>
                  <a:pt x="171928" y="99603"/>
                </a:cubicBezTo>
                <a:cubicBezTo>
                  <a:pt x="171928" y="103067"/>
                  <a:pt x="171335" y="106233"/>
                  <a:pt x="170147" y="109103"/>
                </a:cubicBezTo>
                <a:cubicBezTo>
                  <a:pt x="168960" y="111973"/>
                  <a:pt x="167067" y="114831"/>
                  <a:pt x="164469" y="117676"/>
                </a:cubicBezTo>
                <a:cubicBezTo>
                  <a:pt x="161872" y="120521"/>
                  <a:pt x="158297" y="123650"/>
                  <a:pt x="153744" y="127064"/>
                </a:cubicBezTo>
                <a:lnTo>
                  <a:pt x="149737" y="122537"/>
                </a:lnTo>
                <a:cubicBezTo>
                  <a:pt x="152260" y="120162"/>
                  <a:pt x="154091" y="118022"/>
                  <a:pt x="155229" y="116117"/>
                </a:cubicBezTo>
                <a:cubicBezTo>
                  <a:pt x="156367" y="114212"/>
                  <a:pt x="157183" y="112047"/>
                  <a:pt x="157678" y="109623"/>
                </a:cubicBezTo>
                <a:cubicBezTo>
                  <a:pt x="158173" y="107198"/>
                  <a:pt x="158420" y="104155"/>
                  <a:pt x="158420" y="100494"/>
                </a:cubicBezTo>
                <a:cubicBezTo>
                  <a:pt x="158420" y="96733"/>
                  <a:pt x="158247" y="93022"/>
                  <a:pt x="157901" y="89361"/>
                </a:cubicBezTo>
                <a:lnTo>
                  <a:pt x="170889" y="89361"/>
                </a:lnTo>
                <a:close/>
                <a:moveTo>
                  <a:pt x="240884" y="107396"/>
                </a:moveTo>
                <a:cubicBezTo>
                  <a:pt x="239894" y="101360"/>
                  <a:pt x="238620" y="94247"/>
                  <a:pt x="237062" y="86058"/>
                </a:cubicBezTo>
                <a:cubicBezTo>
                  <a:pt x="235503" y="77869"/>
                  <a:pt x="233981" y="70422"/>
                  <a:pt x="232497" y="63718"/>
                </a:cubicBezTo>
                <a:cubicBezTo>
                  <a:pt x="231013" y="57013"/>
                  <a:pt x="229924" y="52473"/>
                  <a:pt x="229231" y="50098"/>
                </a:cubicBezTo>
                <a:cubicBezTo>
                  <a:pt x="228539" y="47723"/>
                  <a:pt x="227871" y="46029"/>
                  <a:pt x="227227" y="45014"/>
                </a:cubicBezTo>
                <a:cubicBezTo>
                  <a:pt x="226584" y="44000"/>
                  <a:pt x="225990" y="43332"/>
                  <a:pt x="225446" y="43010"/>
                </a:cubicBezTo>
                <a:cubicBezTo>
                  <a:pt x="224902" y="42689"/>
                  <a:pt x="224333" y="42528"/>
                  <a:pt x="223739" y="42528"/>
                </a:cubicBezTo>
                <a:cubicBezTo>
                  <a:pt x="222502" y="42528"/>
                  <a:pt x="221364" y="43035"/>
                  <a:pt x="220325" y="44050"/>
                </a:cubicBezTo>
                <a:cubicBezTo>
                  <a:pt x="219286" y="45064"/>
                  <a:pt x="217925" y="47204"/>
                  <a:pt x="216243" y="50470"/>
                </a:cubicBezTo>
                <a:lnTo>
                  <a:pt x="209489" y="47352"/>
                </a:lnTo>
                <a:cubicBezTo>
                  <a:pt x="212359" y="42157"/>
                  <a:pt x="215624" y="38260"/>
                  <a:pt x="219286" y="35663"/>
                </a:cubicBezTo>
                <a:cubicBezTo>
                  <a:pt x="222947" y="33065"/>
                  <a:pt x="227153" y="31766"/>
                  <a:pt x="231903" y="31766"/>
                </a:cubicBezTo>
                <a:cubicBezTo>
                  <a:pt x="235713" y="31766"/>
                  <a:pt x="238793" y="32323"/>
                  <a:pt x="241144" y="33436"/>
                </a:cubicBezTo>
                <a:cubicBezTo>
                  <a:pt x="243494" y="34549"/>
                  <a:pt x="245362" y="36083"/>
                  <a:pt x="246747" y="38038"/>
                </a:cubicBezTo>
                <a:cubicBezTo>
                  <a:pt x="248133" y="39992"/>
                  <a:pt x="249246" y="42479"/>
                  <a:pt x="250087" y="45497"/>
                </a:cubicBezTo>
                <a:cubicBezTo>
                  <a:pt x="250780" y="47872"/>
                  <a:pt x="251596" y="52053"/>
                  <a:pt x="252536" y="58040"/>
                </a:cubicBezTo>
                <a:cubicBezTo>
                  <a:pt x="254070" y="67788"/>
                  <a:pt x="255382" y="77362"/>
                  <a:pt x="256470" y="86763"/>
                </a:cubicBezTo>
                <a:cubicBezTo>
                  <a:pt x="261962" y="78896"/>
                  <a:pt x="266181" y="71226"/>
                  <a:pt x="269125" y="63755"/>
                </a:cubicBezTo>
                <a:cubicBezTo>
                  <a:pt x="272069" y="56283"/>
                  <a:pt x="273541" y="49604"/>
                  <a:pt x="273541" y="43716"/>
                </a:cubicBezTo>
                <a:cubicBezTo>
                  <a:pt x="273541" y="41835"/>
                  <a:pt x="273095" y="40413"/>
                  <a:pt x="272205" y="39448"/>
                </a:cubicBezTo>
                <a:cubicBezTo>
                  <a:pt x="271314" y="38483"/>
                  <a:pt x="269755" y="37951"/>
                  <a:pt x="267529" y="37852"/>
                </a:cubicBezTo>
                <a:lnTo>
                  <a:pt x="268568" y="32954"/>
                </a:lnTo>
                <a:lnTo>
                  <a:pt x="289498" y="32954"/>
                </a:lnTo>
                <a:lnTo>
                  <a:pt x="292096" y="37852"/>
                </a:lnTo>
                <a:cubicBezTo>
                  <a:pt x="291106" y="41266"/>
                  <a:pt x="289572" y="45398"/>
                  <a:pt x="287494" y="50247"/>
                </a:cubicBezTo>
                <a:cubicBezTo>
                  <a:pt x="284426" y="57372"/>
                  <a:pt x="280295" y="65363"/>
                  <a:pt x="275099" y="74220"/>
                </a:cubicBezTo>
                <a:cubicBezTo>
                  <a:pt x="270399" y="82186"/>
                  <a:pt x="265278" y="90152"/>
                  <a:pt x="259736" y="98119"/>
                </a:cubicBezTo>
                <a:cubicBezTo>
                  <a:pt x="253254" y="107421"/>
                  <a:pt x="247613" y="114930"/>
                  <a:pt x="242814" y="120644"/>
                </a:cubicBezTo>
                <a:cubicBezTo>
                  <a:pt x="238014" y="126359"/>
                  <a:pt x="233858" y="130578"/>
                  <a:pt x="230345" y="133299"/>
                </a:cubicBezTo>
                <a:cubicBezTo>
                  <a:pt x="227574" y="135377"/>
                  <a:pt x="224927" y="136849"/>
                  <a:pt x="222403" y="137715"/>
                </a:cubicBezTo>
                <a:cubicBezTo>
                  <a:pt x="219880" y="138581"/>
                  <a:pt x="217208" y="139014"/>
                  <a:pt x="214387" y="139014"/>
                </a:cubicBezTo>
                <a:cubicBezTo>
                  <a:pt x="210726" y="139014"/>
                  <a:pt x="207262" y="138470"/>
                  <a:pt x="203997" y="137381"/>
                </a:cubicBezTo>
                <a:lnTo>
                  <a:pt x="207708" y="120607"/>
                </a:lnTo>
                <a:lnTo>
                  <a:pt x="215501" y="120607"/>
                </a:lnTo>
                <a:cubicBezTo>
                  <a:pt x="215550" y="122686"/>
                  <a:pt x="215859" y="124219"/>
                  <a:pt x="216428" y="125209"/>
                </a:cubicBezTo>
                <a:cubicBezTo>
                  <a:pt x="216998" y="126199"/>
                  <a:pt x="218024" y="126693"/>
                  <a:pt x="219509" y="126693"/>
                </a:cubicBezTo>
                <a:cubicBezTo>
                  <a:pt x="220696" y="126693"/>
                  <a:pt x="221809" y="126483"/>
                  <a:pt x="222849" y="126063"/>
                </a:cubicBezTo>
                <a:cubicBezTo>
                  <a:pt x="223888" y="125642"/>
                  <a:pt x="225199" y="124813"/>
                  <a:pt x="226782" y="123576"/>
                </a:cubicBezTo>
                <a:cubicBezTo>
                  <a:pt x="228366" y="122339"/>
                  <a:pt x="230357" y="120323"/>
                  <a:pt x="232757" y="117527"/>
                </a:cubicBezTo>
                <a:cubicBezTo>
                  <a:pt x="235157" y="114732"/>
                  <a:pt x="237866" y="111355"/>
                  <a:pt x="240884" y="107396"/>
                </a:cubicBezTo>
                <a:close/>
                <a:moveTo>
                  <a:pt x="317430" y="89361"/>
                </a:moveTo>
                <a:cubicBezTo>
                  <a:pt x="318123" y="92824"/>
                  <a:pt x="318470" y="96238"/>
                  <a:pt x="318470" y="99603"/>
                </a:cubicBezTo>
                <a:cubicBezTo>
                  <a:pt x="318470" y="103067"/>
                  <a:pt x="317876" y="106233"/>
                  <a:pt x="316688" y="109103"/>
                </a:cubicBezTo>
                <a:cubicBezTo>
                  <a:pt x="315501" y="111973"/>
                  <a:pt x="313608" y="114831"/>
                  <a:pt x="311010" y="117676"/>
                </a:cubicBezTo>
                <a:cubicBezTo>
                  <a:pt x="308413" y="120521"/>
                  <a:pt x="304838" y="123650"/>
                  <a:pt x="300286" y="127064"/>
                </a:cubicBezTo>
                <a:lnTo>
                  <a:pt x="296278" y="122537"/>
                </a:lnTo>
                <a:cubicBezTo>
                  <a:pt x="298801" y="120162"/>
                  <a:pt x="300632" y="118022"/>
                  <a:pt x="301770" y="116117"/>
                </a:cubicBezTo>
                <a:cubicBezTo>
                  <a:pt x="302908" y="114212"/>
                  <a:pt x="303724" y="112047"/>
                  <a:pt x="304219" y="109623"/>
                </a:cubicBezTo>
                <a:cubicBezTo>
                  <a:pt x="304714" y="107198"/>
                  <a:pt x="304961" y="104155"/>
                  <a:pt x="304961" y="100494"/>
                </a:cubicBezTo>
                <a:cubicBezTo>
                  <a:pt x="304961" y="96733"/>
                  <a:pt x="304788" y="93022"/>
                  <a:pt x="304442" y="89361"/>
                </a:cubicBezTo>
                <a:lnTo>
                  <a:pt x="317430" y="89361"/>
                </a:lnTo>
                <a:close/>
                <a:moveTo>
                  <a:pt x="466563" y="34215"/>
                </a:moveTo>
                <a:cubicBezTo>
                  <a:pt x="468740" y="30010"/>
                  <a:pt x="470349" y="26571"/>
                  <a:pt x="471388" y="23899"/>
                </a:cubicBezTo>
                <a:cubicBezTo>
                  <a:pt x="472427" y="21227"/>
                  <a:pt x="472946" y="19000"/>
                  <a:pt x="472946" y="17219"/>
                </a:cubicBezTo>
                <a:cubicBezTo>
                  <a:pt x="472946" y="15735"/>
                  <a:pt x="472773" y="14547"/>
                  <a:pt x="472427" y="13656"/>
                </a:cubicBezTo>
                <a:cubicBezTo>
                  <a:pt x="472080" y="12766"/>
                  <a:pt x="471437" y="12024"/>
                  <a:pt x="470497" y="11430"/>
                </a:cubicBezTo>
                <a:cubicBezTo>
                  <a:pt x="469557" y="10836"/>
                  <a:pt x="468270" y="10416"/>
                  <a:pt x="466638" y="10168"/>
                </a:cubicBezTo>
                <a:lnTo>
                  <a:pt x="467751" y="5270"/>
                </a:lnTo>
                <a:lnTo>
                  <a:pt x="499294" y="5270"/>
                </a:lnTo>
                <a:lnTo>
                  <a:pt x="498181" y="10168"/>
                </a:lnTo>
                <a:cubicBezTo>
                  <a:pt x="496548" y="10465"/>
                  <a:pt x="495101" y="11059"/>
                  <a:pt x="493839" y="11949"/>
                </a:cubicBezTo>
                <a:cubicBezTo>
                  <a:pt x="492577" y="12840"/>
                  <a:pt x="491377" y="14028"/>
                  <a:pt x="490239" y="15512"/>
                </a:cubicBezTo>
                <a:cubicBezTo>
                  <a:pt x="489101" y="16996"/>
                  <a:pt x="487988" y="18691"/>
                  <a:pt x="486900" y="20596"/>
                </a:cubicBezTo>
                <a:cubicBezTo>
                  <a:pt x="485811" y="22501"/>
                  <a:pt x="484351" y="25161"/>
                  <a:pt x="482521" y="28575"/>
                </a:cubicBezTo>
                <a:lnTo>
                  <a:pt x="439993" y="107099"/>
                </a:lnTo>
                <a:lnTo>
                  <a:pt x="422180" y="107099"/>
                </a:lnTo>
                <a:lnTo>
                  <a:pt x="422031" y="59302"/>
                </a:lnTo>
                <a:lnTo>
                  <a:pt x="422031" y="46684"/>
                </a:lnTo>
                <a:cubicBezTo>
                  <a:pt x="422031" y="43468"/>
                  <a:pt x="422056" y="40103"/>
                  <a:pt x="422106" y="36590"/>
                </a:cubicBezTo>
                <a:lnTo>
                  <a:pt x="421141" y="36590"/>
                </a:lnTo>
                <a:cubicBezTo>
                  <a:pt x="419508" y="40252"/>
                  <a:pt x="417875" y="43666"/>
                  <a:pt x="416242" y="46833"/>
                </a:cubicBezTo>
                <a:lnTo>
                  <a:pt x="385960" y="107099"/>
                </a:lnTo>
                <a:lnTo>
                  <a:pt x="368148" y="107099"/>
                </a:lnTo>
                <a:lnTo>
                  <a:pt x="366663" y="28129"/>
                </a:lnTo>
                <a:cubicBezTo>
                  <a:pt x="366564" y="23429"/>
                  <a:pt x="366206" y="19866"/>
                  <a:pt x="365587" y="17442"/>
                </a:cubicBezTo>
                <a:cubicBezTo>
                  <a:pt x="364969" y="15017"/>
                  <a:pt x="364140" y="13273"/>
                  <a:pt x="363101" y="12209"/>
                </a:cubicBezTo>
                <a:cubicBezTo>
                  <a:pt x="362062" y="11145"/>
                  <a:pt x="360602" y="10465"/>
                  <a:pt x="358722" y="10168"/>
                </a:cubicBezTo>
                <a:lnTo>
                  <a:pt x="359835" y="5270"/>
                </a:lnTo>
                <a:lnTo>
                  <a:pt x="397836" y="5270"/>
                </a:lnTo>
                <a:lnTo>
                  <a:pt x="396722" y="10168"/>
                </a:lnTo>
                <a:cubicBezTo>
                  <a:pt x="395188" y="10366"/>
                  <a:pt x="393927" y="10712"/>
                  <a:pt x="392937" y="11207"/>
                </a:cubicBezTo>
                <a:cubicBezTo>
                  <a:pt x="391948" y="11702"/>
                  <a:pt x="391144" y="12382"/>
                  <a:pt x="390525" y="13248"/>
                </a:cubicBezTo>
                <a:cubicBezTo>
                  <a:pt x="389907" y="14114"/>
                  <a:pt x="389449" y="15190"/>
                  <a:pt x="389152" y="16477"/>
                </a:cubicBezTo>
                <a:cubicBezTo>
                  <a:pt x="388855" y="17763"/>
                  <a:pt x="388694" y="18951"/>
                  <a:pt x="388670" y="20039"/>
                </a:cubicBezTo>
                <a:cubicBezTo>
                  <a:pt x="388645" y="21128"/>
                  <a:pt x="388608" y="24245"/>
                  <a:pt x="388558" y="29391"/>
                </a:cubicBezTo>
                <a:lnTo>
                  <a:pt x="388261" y="57298"/>
                </a:lnTo>
                <a:cubicBezTo>
                  <a:pt x="388212" y="62196"/>
                  <a:pt x="387964" y="70088"/>
                  <a:pt x="387519" y="80974"/>
                </a:cubicBezTo>
                <a:lnTo>
                  <a:pt x="388484" y="80974"/>
                </a:lnTo>
                <a:cubicBezTo>
                  <a:pt x="390166" y="77164"/>
                  <a:pt x="393778" y="69717"/>
                  <a:pt x="399320" y="58634"/>
                </a:cubicBezTo>
                <a:lnTo>
                  <a:pt x="426113" y="5270"/>
                </a:lnTo>
                <a:lnTo>
                  <a:pt x="442368" y="5270"/>
                </a:lnTo>
                <a:lnTo>
                  <a:pt x="442442" y="53884"/>
                </a:lnTo>
                <a:lnTo>
                  <a:pt x="442516" y="60489"/>
                </a:lnTo>
                <a:cubicBezTo>
                  <a:pt x="442516" y="67416"/>
                  <a:pt x="442343" y="74245"/>
                  <a:pt x="441997" y="80974"/>
                </a:cubicBezTo>
                <a:lnTo>
                  <a:pt x="442961" y="80974"/>
                </a:lnTo>
                <a:cubicBezTo>
                  <a:pt x="445287" y="76125"/>
                  <a:pt x="449468" y="67738"/>
                  <a:pt x="455505" y="55813"/>
                </a:cubicBezTo>
                <a:lnTo>
                  <a:pt x="466563" y="34215"/>
                </a:lnTo>
                <a:close/>
                <a:moveTo>
                  <a:pt x="523134" y="89361"/>
                </a:moveTo>
                <a:cubicBezTo>
                  <a:pt x="523827" y="92824"/>
                  <a:pt x="524174" y="96238"/>
                  <a:pt x="524174" y="99603"/>
                </a:cubicBezTo>
                <a:cubicBezTo>
                  <a:pt x="524174" y="103067"/>
                  <a:pt x="523580" y="106233"/>
                  <a:pt x="522392" y="109103"/>
                </a:cubicBezTo>
                <a:cubicBezTo>
                  <a:pt x="521205" y="111973"/>
                  <a:pt x="519312" y="114831"/>
                  <a:pt x="516714" y="117676"/>
                </a:cubicBezTo>
                <a:cubicBezTo>
                  <a:pt x="514117" y="120521"/>
                  <a:pt x="510542" y="123650"/>
                  <a:pt x="505990" y="127064"/>
                </a:cubicBezTo>
                <a:lnTo>
                  <a:pt x="501982" y="122537"/>
                </a:lnTo>
                <a:cubicBezTo>
                  <a:pt x="504505" y="120162"/>
                  <a:pt x="506336" y="118022"/>
                  <a:pt x="507474" y="116117"/>
                </a:cubicBezTo>
                <a:cubicBezTo>
                  <a:pt x="508612" y="114212"/>
                  <a:pt x="509428" y="112047"/>
                  <a:pt x="509923" y="109623"/>
                </a:cubicBezTo>
                <a:cubicBezTo>
                  <a:pt x="510418" y="107198"/>
                  <a:pt x="510665" y="104155"/>
                  <a:pt x="510665" y="100494"/>
                </a:cubicBezTo>
                <a:cubicBezTo>
                  <a:pt x="510665" y="96733"/>
                  <a:pt x="510492" y="93022"/>
                  <a:pt x="510146" y="89361"/>
                </a:cubicBezTo>
                <a:lnTo>
                  <a:pt x="523134" y="89361"/>
                </a:lnTo>
                <a:close/>
                <a:moveTo>
                  <a:pt x="576597" y="42231"/>
                </a:moveTo>
                <a:lnTo>
                  <a:pt x="577933" y="36219"/>
                </a:lnTo>
                <a:cubicBezTo>
                  <a:pt x="581347" y="36170"/>
                  <a:pt x="583759" y="35922"/>
                  <a:pt x="585170" y="35477"/>
                </a:cubicBezTo>
                <a:cubicBezTo>
                  <a:pt x="586580" y="35032"/>
                  <a:pt x="587743" y="34215"/>
                  <a:pt x="588658" y="33028"/>
                </a:cubicBezTo>
                <a:cubicBezTo>
                  <a:pt x="589573" y="31840"/>
                  <a:pt x="590452" y="29638"/>
                  <a:pt x="591293" y="26422"/>
                </a:cubicBezTo>
                <a:cubicBezTo>
                  <a:pt x="592530" y="21722"/>
                  <a:pt x="594088" y="17825"/>
                  <a:pt x="595969" y="14733"/>
                </a:cubicBezTo>
                <a:cubicBezTo>
                  <a:pt x="597849" y="11640"/>
                  <a:pt x="600298" y="8943"/>
                  <a:pt x="603316" y="6643"/>
                </a:cubicBezTo>
                <a:cubicBezTo>
                  <a:pt x="606335" y="4342"/>
                  <a:pt x="609860" y="2660"/>
                  <a:pt x="613893" y="1596"/>
                </a:cubicBezTo>
                <a:cubicBezTo>
                  <a:pt x="617925" y="532"/>
                  <a:pt x="622366" y="0"/>
                  <a:pt x="627215" y="0"/>
                </a:cubicBezTo>
                <a:cubicBezTo>
                  <a:pt x="632163" y="0"/>
                  <a:pt x="636814" y="445"/>
                  <a:pt x="641169" y="1336"/>
                </a:cubicBezTo>
                <a:lnTo>
                  <a:pt x="637829" y="16180"/>
                </a:lnTo>
                <a:lnTo>
                  <a:pt x="628254" y="16180"/>
                </a:lnTo>
                <a:cubicBezTo>
                  <a:pt x="628056" y="13112"/>
                  <a:pt x="627562" y="10935"/>
                  <a:pt x="626770" y="9649"/>
                </a:cubicBezTo>
                <a:cubicBezTo>
                  <a:pt x="625978" y="8362"/>
                  <a:pt x="624741" y="7719"/>
                  <a:pt x="623059" y="7719"/>
                </a:cubicBezTo>
                <a:cubicBezTo>
                  <a:pt x="621080" y="7719"/>
                  <a:pt x="619472" y="8412"/>
                  <a:pt x="618235" y="9797"/>
                </a:cubicBezTo>
                <a:cubicBezTo>
                  <a:pt x="616998" y="11182"/>
                  <a:pt x="615959" y="13063"/>
                  <a:pt x="615117" y="15438"/>
                </a:cubicBezTo>
                <a:cubicBezTo>
                  <a:pt x="614276" y="17813"/>
                  <a:pt x="613435" y="20930"/>
                  <a:pt x="612594" y="24789"/>
                </a:cubicBezTo>
                <a:lnTo>
                  <a:pt x="610738" y="32954"/>
                </a:lnTo>
                <a:lnTo>
                  <a:pt x="626621" y="32954"/>
                </a:lnTo>
                <a:lnTo>
                  <a:pt x="624618" y="42231"/>
                </a:lnTo>
                <a:lnTo>
                  <a:pt x="608660" y="42231"/>
                </a:lnTo>
                <a:lnTo>
                  <a:pt x="595226" y="104279"/>
                </a:lnTo>
                <a:cubicBezTo>
                  <a:pt x="592604" y="116303"/>
                  <a:pt x="588373" y="125221"/>
                  <a:pt x="582535" y="131035"/>
                </a:cubicBezTo>
                <a:cubicBezTo>
                  <a:pt x="576696" y="136849"/>
                  <a:pt x="569398" y="139756"/>
                  <a:pt x="560640" y="139756"/>
                </a:cubicBezTo>
                <a:cubicBezTo>
                  <a:pt x="558512" y="139756"/>
                  <a:pt x="556805" y="139632"/>
                  <a:pt x="555519" y="139385"/>
                </a:cubicBezTo>
                <a:lnTo>
                  <a:pt x="557300" y="131072"/>
                </a:lnTo>
                <a:cubicBezTo>
                  <a:pt x="558290" y="131221"/>
                  <a:pt x="559180" y="131295"/>
                  <a:pt x="559972" y="131295"/>
                </a:cubicBezTo>
                <a:cubicBezTo>
                  <a:pt x="562792" y="131295"/>
                  <a:pt x="565130" y="129736"/>
                  <a:pt x="566986" y="126619"/>
                </a:cubicBezTo>
                <a:cubicBezTo>
                  <a:pt x="568841" y="123502"/>
                  <a:pt x="570486" y="118826"/>
                  <a:pt x="571921" y="112592"/>
                </a:cubicBezTo>
                <a:lnTo>
                  <a:pt x="587804" y="42231"/>
                </a:lnTo>
                <a:lnTo>
                  <a:pt x="576597" y="422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Text 𝒐">
            <a:extLst xmlns:a="http://schemas.openxmlformats.org/drawingml/2006/main">
              <a:ext uri="{FF2B5EF4-FFF2-40B4-BE49-F238E27FC236}">
                <a16:creationId xmlns:a16="http://schemas.microsoft.com/office/drawing/2014/main" id="{77389FF0-834F-4F9D-B656-2FD21540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075" y="2359938"/>
            <a:ext cx="52106" cy="55522"/>
          </a:xfrm>
          <a:custGeom xmlns:a="http://schemas.openxmlformats.org/drawingml/2006/main">
            <a:pathLst>
              <a:path w="52106" h="55522">
                <a:moveTo>
                  <a:pt x="20170" y="55522"/>
                </a:moveTo>
                <a:cubicBezTo>
                  <a:pt x="16194" y="55522"/>
                  <a:pt x="12697" y="54808"/>
                  <a:pt x="9678" y="53380"/>
                </a:cubicBezTo>
                <a:cubicBezTo>
                  <a:pt x="6660" y="51952"/>
                  <a:pt x="4292" y="49783"/>
                  <a:pt x="2575" y="46874"/>
                </a:cubicBezTo>
                <a:cubicBezTo>
                  <a:pt x="858" y="43964"/>
                  <a:pt x="0" y="40412"/>
                  <a:pt x="0" y="36219"/>
                </a:cubicBezTo>
                <a:cubicBezTo>
                  <a:pt x="0" y="31954"/>
                  <a:pt x="669" y="27481"/>
                  <a:pt x="2006" y="22800"/>
                </a:cubicBezTo>
                <a:cubicBezTo>
                  <a:pt x="3344" y="18119"/>
                  <a:pt x="5422" y="13998"/>
                  <a:pt x="8242" y="10437"/>
                </a:cubicBezTo>
                <a:cubicBezTo>
                  <a:pt x="11061" y="6877"/>
                  <a:pt x="14468" y="4247"/>
                  <a:pt x="18462" y="2548"/>
                </a:cubicBezTo>
                <a:cubicBezTo>
                  <a:pt x="22456" y="849"/>
                  <a:pt x="26930" y="0"/>
                  <a:pt x="31882" y="0"/>
                </a:cubicBezTo>
                <a:cubicBezTo>
                  <a:pt x="36364" y="0"/>
                  <a:pt x="40123" y="822"/>
                  <a:pt x="43160" y="2467"/>
                </a:cubicBezTo>
                <a:cubicBezTo>
                  <a:pt x="46196" y="4112"/>
                  <a:pt x="48446" y="6398"/>
                  <a:pt x="49910" y="9326"/>
                </a:cubicBezTo>
                <a:cubicBezTo>
                  <a:pt x="51374" y="12254"/>
                  <a:pt x="52106" y="15652"/>
                  <a:pt x="52106" y="19519"/>
                </a:cubicBezTo>
                <a:cubicBezTo>
                  <a:pt x="52106" y="24291"/>
                  <a:pt x="51311" y="29080"/>
                  <a:pt x="49720" y="33888"/>
                </a:cubicBezTo>
                <a:cubicBezTo>
                  <a:pt x="48130" y="38695"/>
                  <a:pt x="45934" y="42726"/>
                  <a:pt x="43132" y="45979"/>
                </a:cubicBezTo>
                <a:cubicBezTo>
                  <a:pt x="40331" y="49232"/>
                  <a:pt x="37015" y="51636"/>
                  <a:pt x="33183" y="53190"/>
                </a:cubicBezTo>
                <a:cubicBezTo>
                  <a:pt x="29351" y="54745"/>
                  <a:pt x="25014" y="55522"/>
                  <a:pt x="20170" y="55522"/>
                </a:cubicBezTo>
                <a:moveTo>
                  <a:pt x="14585" y="39744"/>
                </a:moveTo>
                <a:cubicBezTo>
                  <a:pt x="14585" y="43141"/>
                  <a:pt x="15137" y="45681"/>
                  <a:pt x="16239" y="47362"/>
                </a:cubicBezTo>
                <a:cubicBezTo>
                  <a:pt x="17342" y="49042"/>
                  <a:pt x="19086" y="49883"/>
                  <a:pt x="21471" y="49883"/>
                </a:cubicBezTo>
                <a:cubicBezTo>
                  <a:pt x="24544" y="49883"/>
                  <a:pt x="27210" y="48392"/>
                  <a:pt x="29469" y="45410"/>
                </a:cubicBezTo>
                <a:cubicBezTo>
                  <a:pt x="31728" y="42428"/>
                  <a:pt x="33617" y="37918"/>
                  <a:pt x="35135" y="31882"/>
                </a:cubicBezTo>
                <a:cubicBezTo>
                  <a:pt x="36653" y="25845"/>
                  <a:pt x="37412" y="20604"/>
                  <a:pt x="37412" y="16158"/>
                </a:cubicBezTo>
                <a:cubicBezTo>
                  <a:pt x="37412" y="12543"/>
                  <a:pt x="36861" y="9886"/>
                  <a:pt x="35758" y="8187"/>
                </a:cubicBezTo>
                <a:cubicBezTo>
                  <a:pt x="34656" y="6488"/>
                  <a:pt x="32948" y="5639"/>
                  <a:pt x="30635" y="5639"/>
                </a:cubicBezTo>
                <a:cubicBezTo>
                  <a:pt x="27598" y="5639"/>
                  <a:pt x="24969" y="7112"/>
                  <a:pt x="22746" y="10058"/>
                </a:cubicBezTo>
                <a:cubicBezTo>
                  <a:pt x="20522" y="13004"/>
                  <a:pt x="18607" y="17558"/>
                  <a:pt x="16998" y="23721"/>
                </a:cubicBezTo>
                <a:cubicBezTo>
                  <a:pt x="15390" y="29885"/>
                  <a:pt x="14585" y="35225"/>
                  <a:pt x="14585" y="397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Text )">
            <a:extLst xmlns:a="http://schemas.openxmlformats.org/drawingml/2006/main">
              <a:ext uri="{FF2B5EF4-FFF2-40B4-BE49-F238E27FC236}">
                <a16:creationId xmlns:a16="http://schemas.microsoft.com/office/drawing/2014/main" id="{516281A7-E39C-40AD-B1C8-001C597E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016" y="2276398"/>
            <a:ext cx="46907" cy="140795"/>
          </a:xfrm>
          <a:custGeom xmlns:a="http://schemas.openxmlformats.org/drawingml/2006/main">
            <a:pathLst>
              <a:path w="46907" h="140795">
                <a:moveTo>
                  <a:pt x="34067" y="69692"/>
                </a:moveTo>
                <a:cubicBezTo>
                  <a:pt x="34067" y="52968"/>
                  <a:pt x="31296" y="39077"/>
                  <a:pt x="25754" y="28018"/>
                </a:cubicBezTo>
                <a:cubicBezTo>
                  <a:pt x="20213" y="16959"/>
                  <a:pt x="11628" y="9525"/>
                  <a:pt x="0" y="5715"/>
                </a:cubicBezTo>
                <a:lnTo>
                  <a:pt x="2004" y="0"/>
                </a:lnTo>
                <a:cubicBezTo>
                  <a:pt x="16452" y="3810"/>
                  <a:pt x="27548" y="12036"/>
                  <a:pt x="35292" y="24678"/>
                </a:cubicBezTo>
                <a:cubicBezTo>
                  <a:pt x="43035" y="37320"/>
                  <a:pt x="46907" y="52572"/>
                  <a:pt x="46907" y="70435"/>
                </a:cubicBezTo>
                <a:cubicBezTo>
                  <a:pt x="46907" y="88346"/>
                  <a:pt x="43048" y="103599"/>
                  <a:pt x="35329" y="116191"/>
                </a:cubicBezTo>
                <a:cubicBezTo>
                  <a:pt x="27610" y="128784"/>
                  <a:pt x="16502" y="136985"/>
                  <a:pt x="2004" y="140795"/>
                </a:cubicBezTo>
                <a:lnTo>
                  <a:pt x="223" y="135080"/>
                </a:lnTo>
                <a:cubicBezTo>
                  <a:pt x="11653" y="131270"/>
                  <a:pt x="20151" y="123749"/>
                  <a:pt x="25717" y="112517"/>
                </a:cubicBezTo>
                <a:cubicBezTo>
                  <a:pt x="31284" y="101285"/>
                  <a:pt x="34067" y="87010"/>
                  <a:pt x="34067" y="696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E1290-B21A-4663-AF21-403C51FD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196" y="4023436"/>
            <a:ext cx="81917" cy="192051"/>
          </a:xfrm>
          <a:custGeom xmlns:a="http://schemas.openxmlformats.org/drawingml/2006/main">
            <a:pathLst>
              <a:path w="81917" h="192051">
                <a:moveTo>
                  <a:pt x="0" y="192051"/>
                </a:moveTo>
                <a:lnTo>
                  <a:pt x="0" y="0"/>
                </a:lnTo>
                <a:lnTo>
                  <a:pt x="81917" y="0"/>
                </a:lnTo>
                <a:lnTo>
                  <a:pt x="81917" y="192051"/>
                </a:lnTo>
                <a:lnTo>
                  <a:pt x="0" y="1920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116F8-B894-468A-8FD6-45FE70CC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615" y="3652077"/>
            <a:ext cx="364078" cy="274879"/>
          </a:xfrm>
          <a:custGeom xmlns:a="http://schemas.openxmlformats.org/drawingml/2006/main">
            <a:pathLst>
              <a:path w="364078" h="274879" fill="none">
                <a:moveTo>
                  <a:pt x="0" y="274879"/>
                </a:moveTo>
                <a:lnTo>
                  <a:pt x="364078" y="274879"/>
                </a:lnTo>
                <a:lnTo>
                  <a:pt x="364078" y="0"/>
                </a:lnTo>
                <a:lnTo>
                  <a:pt x="0" y="0"/>
                </a:lnTo>
                <a:lnTo>
                  <a:pt x="0" y="2748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383" name="Text 𝑾">
            <a:extLst xmlns:a="http://schemas.openxmlformats.org/drawingml/2006/main">
              <a:ext uri="{FF2B5EF4-FFF2-40B4-BE49-F238E27FC236}">
                <a16:creationId xmlns:a16="http://schemas.microsoft.com/office/drawing/2014/main" id="{214D6CFB-ECDA-4A3F-9F2B-E5D26D3A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310" y="3729321"/>
            <a:ext cx="168350" cy="121952"/>
          </a:xfrm>
          <a:custGeom xmlns:a="http://schemas.openxmlformats.org/drawingml/2006/main">
            <a:pathLst>
              <a:path w="168350" h="121952">
                <a:moveTo>
                  <a:pt x="129152" y="34666"/>
                </a:moveTo>
                <a:cubicBezTo>
                  <a:pt x="131759" y="29629"/>
                  <a:pt x="133685" y="25510"/>
                  <a:pt x="134929" y="22310"/>
                </a:cubicBezTo>
                <a:cubicBezTo>
                  <a:pt x="136174" y="19111"/>
                  <a:pt x="136796" y="16444"/>
                  <a:pt x="136796" y="14311"/>
                </a:cubicBezTo>
                <a:cubicBezTo>
                  <a:pt x="136796" y="12533"/>
                  <a:pt x="136588" y="11111"/>
                  <a:pt x="136174" y="10044"/>
                </a:cubicBezTo>
                <a:cubicBezTo>
                  <a:pt x="135759" y="8977"/>
                  <a:pt x="134988" y="8089"/>
                  <a:pt x="133862" y="7378"/>
                </a:cubicBezTo>
                <a:cubicBezTo>
                  <a:pt x="132737" y="6666"/>
                  <a:pt x="131196" y="6163"/>
                  <a:pt x="129240" y="5866"/>
                </a:cubicBezTo>
                <a:lnTo>
                  <a:pt x="130574" y="0"/>
                </a:lnTo>
                <a:lnTo>
                  <a:pt x="168350" y="0"/>
                </a:lnTo>
                <a:lnTo>
                  <a:pt x="167017" y="5866"/>
                </a:lnTo>
                <a:cubicBezTo>
                  <a:pt x="165062" y="6222"/>
                  <a:pt x="163328" y="6933"/>
                  <a:pt x="161817" y="8000"/>
                </a:cubicBezTo>
                <a:cubicBezTo>
                  <a:pt x="160306" y="9066"/>
                  <a:pt x="158869" y="10489"/>
                  <a:pt x="157506" y="12266"/>
                </a:cubicBezTo>
                <a:cubicBezTo>
                  <a:pt x="156143" y="14044"/>
                  <a:pt x="154810" y="16074"/>
                  <a:pt x="153506" y="18355"/>
                </a:cubicBezTo>
                <a:cubicBezTo>
                  <a:pt x="152203" y="20636"/>
                  <a:pt x="150455" y="23821"/>
                  <a:pt x="148262" y="27910"/>
                </a:cubicBezTo>
                <a:lnTo>
                  <a:pt x="97330" y="121952"/>
                </a:lnTo>
                <a:lnTo>
                  <a:pt x="75998" y="121952"/>
                </a:lnTo>
                <a:lnTo>
                  <a:pt x="75820" y="64709"/>
                </a:lnTo>
                <a:lnTo>
                  <a:pt x="75820" y="49598"/>
                </a:lnTo>
                <a:cubicBezTo>
                  <a:pt x="75820" y="45747"/>
                  <a:pt x="75849" y="41717"/>
                  <a:pt x="75909" y="37510"/>
                </a:cubicBezTo>
                <a:lnTo>
                  <a:pt x="74753" y="37510"/>
                </a:lnTo>
                <a:cubicBezTo>
                  <a:pt x="72798" y="41895"/>
                  <a:pt x="70842" y="45984"/>
                  <a:pt x="68887" y="49776"/>
                </a:cubicBezTo>
                <a:lnTo>
                  <a:pt x="32621" y="121952"/>
                </a:lnTo>
                <a:lnTo>
                  <a:pt x="11289" y="121952"/>
                </a:lnTo>
                <a:lnTo>
                  <a:pt x="9511" y="27377"/>
                </a:lnTo>
                <a:cubicBezTo>
                  <a:pt x="9392" y="21747"/>
                  <a:pt x="8963" y="17481"/>
                  <a:pt x="8222" y="14577"/>
                </a:cubicBezTo>
                <a:cubicBezTo>
                  <a:pt x="7481" y="11674"/>
                  <a:pt x="6489" y="9585"/>
                  <a:pt x="5244" y="8311"/>
                </a:cubicBezTo>
                <a:cubicBezTo>
                  <a:pt x="4000" y="7037"/>
                  <a:pt x="2252" y="6222"/>
                  <a:pt x="0" y="5866"/>
                </a:cubicBezTo>
                <a:lnTo>
                  <a:pt x="1333" y="0"/>
                </a:lnTo>
                <a:lnTo>
                  <a:pt x="46843" y="0"/>
                </a:lnTo>
                <a:lnTo>
                  <a:pt x="45510" y="5866"/>
                </a:lnTo>
                <a:cubicBezTo>
                  <a:pt x="43673" y="6104"/>
                  <a:pt x="42162" y="6518"/>
                  <a:pt x="40976" y="7111"/>
                </a:cubicBezTo>
                <a:cubicBezTo>
                  <a:pt x="39791" y="7703"/>
                  <a:pt x="38828" y="8518"/>
                  <a:pt x="38088" y="9555"/>
                </a:cubicBezTo>
                <a:cubicBezTo>
                  <a:pt x="37347" y="10592"/>
                  <a:pt x="36799" y="11881"/>
                  <a:pt x="36443" y="13422"/>
                </a:cubicBezTo>
                <a:cubicBezTo>
                  <a:pt x="36088" y="14962"/>
                  <a:pt x="35895" y="16385"/>
                  <a:pt x="35866" y="17688"/>
                </a:cubicBezTo>
                <a:cubicBezTo>
                  <a:pt x="35836" y="18992"/>
                  <a:pt x="35791" y="22725"/>
                  <a:pt x="35732" y="28888"/>
                </a:cubicBezTo>
                <a:lnTo>
                  <a:pt x="35377" y="62309"/>
                </a:lnTo>
                <a:cubicBezTo>
                  <a:pt x="35317" y="68176"/>
                  <a:pt x="35021" y="77627"/>
                  <a:pt x="34488" y="90664"/>
                </a:cubicBezTo>
                <a:lnTo>
                  <a:pt x="35643" y="90664"/>
                </a:lnTo>
                <a:cubicBezTo>
                  <a:pt x="37658" y="86101"/>
                  <a:pt x="41984" y="77183"/>
                  <a:pt x="48621" y="63909"/>
                </a:cubicBezTo>
                <a:lnTo>
                  <a:pt x="80709" y="0"/>
                </a:lnTo>
                <a:lnTo>
                  <a:pt x="100175" y="0"/>
                </a:lnTo>
                <a:lnTo>
                  <a:pt x="100264" y="58220"/>
                </a:lnTo>
                <a:lnTo>
                  <a:pt x="100352" y="66131"/>
                </a:lnTo>
                <a:cubicBezTo>
                  <a:pt x="100352" y="74427"/>
                  <a:pt x="100145" y="82605"/>
                  <a:pt x="99730" y="90664"/>
                </a:cubicBezTo>
                <a:lnTo>
                  <a:pt x="100886" y="90664"/>
                </a:lnTo>
                <a:cubicBezTo>
                  <a:pt x="103671" y="84857"/>
                  <a:pt x="108678" y="74812"/>
                  <a:pt x="115907" y="60531"/>
                </a:cubicBezTo>
                <a:lnTo>
                  <a:pt x="129152" y="346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66E33D-1036-435E-A2D2-8BE8FAB3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51" y="3961088"/>
            <a:ext cx="6673541" cy="1062"/>
          </a:xfrm>
          <a:custGeom xmlns:a="http://schemas.openxmlformats.org/drawingml/2006/main">
            <a:pathLst>
              <a:path w="6673541" h="1062" fill="none">
                <a:moveTo>
                  <a:pt x="0" y="1062"/>
                </a:moveTo>
                <a:lnTo>
                  <a:pt x="66735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55" cap="flat">
            <a:solidFill>
              <a:srgbClr val="000000"/>
            </a:solidFill>
            <a:custDash>
              <a:ds d="400000" sp="300000"/>
              <a:ds d="100000" sp="300000"/>
            </a:custDash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D2CB66-DC01-4B6E-BF98-BF84CE99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907" y="2152533"/>
            <a:ext cx="146541" cy="236954"/>
          </a:xfrm>
          <a:custGeom xmlns:a="http://schemas.openxmlformats.org/drawingml/2006/main">
            <a:pathLst>
              <a:path w="146541" h="236954">
                <a:moveTo>
                  <a:pt x="64169" y="41338"/>
                </a:moveTo>
                <a:lnTo>
                  <a:pt x="0" y="0"/>
                </a:lnTo>
                <a:lnTo>
                  <a:pt x="5385" y="76153"/>
                </a:lnTo>
                <a:lnTo>
                  <a:pt x="24979" y="64549"/>
                </a:lnTo>
                <a:lnTo>
                  <a:pt x="126972" y="236954"/>
                </a:lnTo>
                <a:lnTo>
                  <a:pt x="146541" y="225349"/>
                </a:lnTo>
                <a:lnTo>
                  <a:pt x="44554" y="52955"/>
                </a:lnTo>
                <a:lnTo>
                  <a:pt x="64169" y="41338"/>
                </a:lnTo>
                <a:close/>
              </a:path>
            </a:pathLst>
          </a:custGeom>
          <a:solidFill xmlns:a="http://schemas.openxmlformats.org/drawingml/2006/main">
            <a:srgbClr val="18171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8BB25A-85D9-4FCB-9875-26F75C95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322" y="2260694"/>
            <a:ext cx="398589" cy="130765"/>
          </a:xfrm>
          <a:custGeom xmlns:a="http://schemas.openxmlformats.org/drawingml/2006/main">
            <a:pathLst>
              <a:path w="398589" h="130765">
                <a:moveTo>
                  <a:pt x="74712" y="0"/>
                </a:moveTo>
                <a:lnTo>
                  <a:pt x="0" y="15625"/>
                </a:lnTo>
                <a:lnTo>
                  <a:pt x="57342" y="65989"/>
                </a:lnTo>
                <a:lnTo>
                  <a:pt x="63127" y="44010"/>
                </a:lnTo>
                <a:lnTo>
                  <a:pt x="392749" y="130765"/>
                </a:lnTo>
                <a:lnTo>
                  <a:pt x="398589" y="108768"/>
                </a:lnTo>
                <a:lnTo>
                  <a:pt x="68916" y="22020"/>
                </a:lnTo>
                <a:lnTo>
                  <a:pt x="74712" y="0"/>
                </a:lnTo>
                <a:close/>
              </a:path>
            </a:pathLst>
          </a:custGeom>
          <a:solidFill xmlns:a="http://schemas.openxmlformats.org/drawingml/2006/main">
            <a:srgbClr val="181717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7419986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2026-09-05T08:52:33.7550000Z</dcterms:created>
  <dcterms:modified xsi:type="dcterms:W3CDTF">2026-09-05T08:52:33.7550000Z</dcterms:modified>
</coreProperties>
</file>