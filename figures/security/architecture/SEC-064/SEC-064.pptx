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020a0a8d374538" /><Relationship Type="http://schemas.openxmlformats.org/officeDocument/2006/relationships/extended-properties" Target="/docProps/app.xml" Id="R9c7d78cf254041c4" /><Relationship Type="http://schemas.openxmlformats.org/officeDocument/2006/relationships/officeDocument" Target="/ppt/presentation.xml" Id="Rb324de5dbaab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4778af417e46d6"/>
  </p:sldMasterIdLst>
  <p:notesMasterIdLst>
    <p:notesMasterId xmlns:r="http://schemas.openxmlformats.org/officeDocument/2006/relationships" r:id="R339529bc80404999"/>
  </p:notesMasterIdLst>
  <p:sldIdLst>
    <p:sldId xmlns:r="http://schemas.openxmlformats.org/officeDocument/2006/relationships" id="256" r:id="Rda6993519000462c"/>
  </p:sldIdLst>
  <p:sldSz cx="7029450" cy="3257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51316b732d47e0" /><Relationship Type="http://schemas.openxmlformats.org/officeDocument/2006/relationships/slideMaster" Target="/ppt/slideMasters/slideMaster1.xml" Id="Rf74778af417e46d6" /><Relationship Type="http://schemas.openxmlformats.org/officeDocument/2006/relationships/notesMaster" Target="/ppt/notesMasters/notesMaster1.xml" Id="R339529bc80404999" /><Relationship Type="http://schemas.openxmlformats.org/officeDocument/2006/relationships/presProps" Target="/ppt/presProps.xml" Id="Rf909b93c107d4ecc" /><Relationship Type="http://schemas.openxmlformats.org/officeDocument/2006/relationships/tableStyles" Target="/ppt/tableStyles.xml" Id="R6fe9cc6e78324df0" /><Relationship Type="http://schemas.openxmlformats.org/officeDocument/2006/relationships/slide" Target="/ppt/slides/slide1.xml" Id="Rda6993519000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258a1b60d41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898816a5104d44" /><Relationship Type="http://schemas.openxmlformats.org/officeDocument/2006/relationships/notesMaster" Target="/ppt/notesMasters/notesMaster1.xml" Id="R68754e8f5181496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素材ID：SEC-064</ns1:t>
            </ns1:r>
          </ns1:p>
          <ns1:p>
            <ns1:r>
              <ns1:t>论文：Don’t Look Up: There Are Sensitive Internal Links in the Clear on GEO Satellites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借鉴点：并列物理卫星链路、逻辑网络拓扑和新旧协议栈，将现实部署与抽象协议结构连成一个系统背景图。</ns1:t>
            </ns1:r>
          </ns1:p>
          <ns1:p>
            <ns1:r>
              <ns1:t>论文URL：https://satcom.sysnet.ucsd.edu/docs/dontlookup_ccs25_fullpaper.pdf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91e12f76142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830a13749b42fd" /><Relationship Type="http://schemas.openxmlformats.org/officeDocument/2006/relationships/slideLayout" Target="/ppt/slideLayouts/slideLayout1.xml" Id="R41c00de4e9284a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00de4e9284a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71b587315424a" /><Relationship Type="http://schemas.openxmlformats.org/officeDocument/2006/relationships/notesSlide" Target="/ppt/notesSlides/notesSlide1.xml" Id="R982fcf8864664f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3B12B-C75A-461F-831D-D1A34462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48151"/>
            <a:ext cx="6864234" cy="3169536"/>
          </a:xfrm>
          <a:custGeom xmlns:a="http://schemas.openxmlformats.org/drawingml/2006/main">
            <a:pathLst>
              <a:path w="6864234" h="3169536">
                <a:moveTo>
                  <a:pt x="0" y="3169536"/>
                </a:moveTo>
                <a:lnTo>
                  <a:pt x="6864234" y="3169536"/>
                </a:lnTo>
                <a:lnTo>
                  <a:pt x="6864234" y="0"/>
                </a:lnTo>
                <a:lnTo>
                  <a:pt x="0" y="0"/>
                </a:lnTo>
                <a:lnTo>
                  <a:pt x="0" y="31695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D35AB-6389-4731-996E-368B6247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8" y="48151"/>
            <a:ext cx="6864234" cy="3169536"/>
          </a:xfrm>
          <a:custGeom xmlns:a="http://schemas.openxmlformats.org/drawingml/2006/main">
            <a:pathLst>
              <a:path w="6864234" h="3169536">
                <a:moveTo>
                  <a:pt x="0" y="3169536"/>
                </a:moveTo>
                <a:lnTo>
                  <a:pt x="6864234" y="3169536"/>
                </a:lnTo>
                <a:lnTo>
                  <a:pt x="6864234" y="0"/>
                </a:lnTo>
                <a:lnTo>
                  <a:pt x="0" y="0"/>
                </a:lnTo>
                <a:lnTo>
                  <a:pt x="0" y="316953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B190B-4B48-4BF1-A70D-8BEDE9C3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767" y="467689"/>
            <a:ext cx="151183" cy="250293"/>
          </a:xfrm>
          <a:custGeom xmlns:a="http://schemas.openxmlformats.org/drawingml/2006/main">
            <a:pathLst>
              <a:path w="151183" h="250293" fill="none">
                <a:moveTo>
                  <a:pt x="0" y="0"/>
                </a:moveTo>
                <a:lnTo>
                  <a:pt x="151183" y="0"/>
                </a:lnTo>
                <a:lnTo>
                  <a:pt x="151183" y="250293"/>
                </a:lnTo>
                <a:lnTo>
                  <a:pt x="0" y="2502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9AA70-F04C-4702-BF8C-36A476C8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035" y="718684"/>
            <a:ext cx="250645" cy="123469"/>
          </a:xfrm>
          <a:custGeom xmlns:a="http://schemas.openxmlformats.org/drawingml/2006/main">
            <a:pathLst>
              <a:path w="250645" h="123469" fill="none">
                <a:moveTo>
                  <a:pt x="0" y="123469"/>
                </a:moveTo>
                <a:cubicBezTo>
                  <a:pt x="0" y="55280"/>
                  <a:pt x="56110" y="0"/>
                  <a:pt x="125323" y="0"/>
                </a:cubicBezTo>
                <a:cubicBezTo>
                  <a:pt x="194538" y="0"/>
                  <a:pt x="250645" y="55280"/>
                  <a:pt x="250645" y="123469"/>
                </a:cubicBezTo>
                <a:lnTo>
                  <a:pt x="0" y="123469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F7E7E5-E98D-4940-83B8-499AFF7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767" y="393270"/>
            <a:ext cx="151183" cy="73714"/>
          </a:xfrm>
          <a:custGeom xmlns:a="http://schemas.openxmlformats.org/drawingml/2006/main">
            <a:pathLst>
              <a:path w="151183" h="73714" fill="none">
                <a:moveTo>
                  <a:pt x="151183" y="73714"/>
                </a:moveTo>
                <a:lnTo>
                  <a:pt x="151183" y="36857"/>
                </a:lnTo>
                <a:cubicBezTo>
                  <a:pt x="151183" y="18428"/>
                  <a:pt x="132285" y="0"/>
                  <a:pt x="75591" y="0"/>
                </a:cubicBezTo>
                <a:cubicBezTo>
                  <a:pt x="18898" y="0"/>
                  <a:pt x="0" y="18428"/>
                  <a:pt x="0" y="36857"/>
                </a:cubicBezTo>
                <a:lnTo>
                  <a:pt x="0" y="73714"/>
                </a:lnTo>
                <a:lnTo>
                  <a:pt x="151183" y="73714"/>
                </a:lnTo>
                <a:close/>
                <a:moveTo>
                  <a:pt x="151183" y="73714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97766-DE47-4945-BD61-DCAC592E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49" y="552330"/>
            <a:ext cx="23871" cy="79610"/>
          </a:xfrm>
          <a:custGeom xmlns:a="http://schemas.openxmlformats.org/drawingml/2006/main">
            <a:pathLst>
              <a:path w="23871" h="79610" fill="none">
                <a:moveTo>
                  <a:pt x="0" y="0"/>
                </a:moveTo>
                <a:lnTo>
                  <a:pt x="23871" y="0"/>
                </a:lnTo>
                <a:lnTo>
                  <a:pt x="23871" y="79610"/>
                </a:lnTo>
                <a:lnTo>
                  <a:pt x="0" y="796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C7859-C5F4-47FE-9353-7AD54963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692" y="553073"/>
            <a:ext cx="23871" cy="79610"/>
          </a:xfrm>
          <a:custGeom xmlns:a="http://schemas.openxmlformats.org/drawingml/2006/main">
            <a:pathLst>
              <a:path w="23871" h="79610" fill="none">
                <a:moveTo>
                  <a:pt x="0" y="0"/>
                </a:moveTo>
                <a:lnTo>
                  <a:pt x="23871" y="0"/>
                </a:lnTo>
                <a:lnTo>
                  <a:pt x="23871" y="79610"/>
                </a:lnTo>
                <a:lnTo>
                  <a:pt x="0" y="796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50BB3-0220-4D5D-865D-5C107CC5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559" y="553815"/>
            <a:ext cx="23871" cy="79610"/>
          </a:xfrm>
          <a:custGeom xmlns:a="http://schemas.openxmlformats.org/drawingml/2006/main">
            <a:pathLst>
              <a:path w="23871" h="79610" fill="none">
                <a:moveTo>
                  <a:pt x="0" y="0"/>
                </a:moveTo>
                <a:lnTo>
                  <a:pt x="23871" y="0"/>
                </a:lnTo>
                <a:lnTo>
                  <a:pt x="23871" y="79610"/>
                </a:lnTo>
                <a:lnTo>
                  <a:pt x="0" y="796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EA1AB-7638-433E-8698-C3988C55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306" y="499551"/>
            <a:ext cx="421750" cy="190968"/>
          </a:xfrm>
          <a:custGeom xmlns:a="http://schemas.openxmlformats.org/drawingml/2006/main">
            <a:pathLst>
              <a:path w="421750" h="190968" fill="none">
                <a:moveTo>
                  <a:pt x="0" y="0"/>
                </a:moveTo>
                <a:lnTo>
                  <a:pt x="421750" y="0"/>
                </a:lnTo>
                <a:lnTo>
                  <a:pt x="421750" y="190968"/>
                </a:lnTo>
                <a:lnTo>
                  <a:pt x="0" y="1909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E3538-FBFB-4849-A305-B278FAA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090" y="499596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9C33E-58A5-42A9-8A06-28D5FB0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658" y="500339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71AE9-3ECB-415F-B87B-1B35844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306" y="594497"/>
            <a:ext cx="420373" cy="10"/>
          </a:xfrm>
          <a:custGeom xmlns:a="http://schemas.openxmlformats.org/drawingml/2006/main">
            <a:pathLst>
              <a:path w="420373" h="1" fill="none">
                <a:moveTo>
                  <a:pt x="42037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DC08D-07F6-4DFA-ACFB-12429A28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874" y="498854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9B691F-B6E1-4C7C-833D-7402A519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306" y="500339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CAE2D-1467-4828-BBB6-EB9CD26D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337" y="500339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CB698-8CE1-4FD1-9438-4BB66B34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050" y="499551"/>
            <a:ext cx="421750" cy="190968"/>
          </a:xfrm>
          <a:custGeom xmlns:a="http://schemas.openxmlformats.org/drawingml/2006/main">
            <a:pathLst>
              <a:path w="421750" h="190968" fill="none">
                <a:moveTo>
                  <a:pt x="0" y="0"/>
                </a:moveTo>
                <a:lnTo>
                  <a:pt x="421750" y="0"/>
                </a:lnTo>
                <a:lnTo>
                  <a:pt x="421750" y="190968"/>
                </a:lnTo>
                <a:lnTo>
                  <a:pt x="0" y="1909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C2747-A77C-4F48-8DB8-E968C760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834" y="499596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96C9F0-209F-4C21-843B-5896B3B4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402" y="500339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0D866-F438-43ED-BF66-884E5B75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050" y="594497"/>
            <a:ext cx="420371" cy="10"/>
          </a:xfrm>
          <a:custGeom xmlns:a="http://schemas.openxmlformats.org/drawingml/2006/main">
            <a:pathLst>
              <a:path w="420371" h="1" fill="none">
                <a:moveTo>
                  <a:pt x="42037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247B8-B58C-4AE8-B61E-A6DE8B92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18" y="498854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3C271-BD8F-449A-8BF9-F4F5882A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050" y="500339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7E019-75E8-4380-83CE-A441319A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081" y="500339"/>
            <a:ext cx="10" cy="190968"/>
          </a:xfrm>
          <a:custGeom xmlns:a="http://schemas.openxmlformats.org/drawingml/2006/main">
            <a:pathLst>
              <a:path w="1" h="190968" fill="none">
                <a:moveTo>
                  <a:pt x="0" y="0"/>
                </a:moveTo>
                <a:lnTo>
                  <a:pt x="0" y="190968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264D74-6DA7-43D8-BADA-C09190CE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6456" y="2522177"/>
            <a:ext cx="374056" cy="294313"/>
          </a:xfrm>
          <a:custGeom xmlns:a="http://schemas.openxmlformats.org/drawingml/2006/main">
            <a:pathLst>
              <a:path w="374056" h="294313" fill="none">
                <a:moveTo>
                  <a:pt x="26523" y="294313"/>
                </a:moveTo>
                <a:lnTo>
                  <a:pt x="347532" y="294313"/>
                </a:lnTo>
                <a:cubicBezTo>
                  <a:pt x="362181" y="294313"/>
                  <a:pt x="374056" y="282439"/>
                  <a:pt x="374056" y="267790"/>
                </a:cubicBezTo>
                <a:lnTo>
                  <a:pt x="374056" y="26523"/>
                </a:lnTo>
                <a:cubicBezTo>
                  <a:pt x="374056" y="11874"/>
                  <a:pt x="362181" y="0"/>
                  <a:pt x="347532" y="0"/>
                </a:cubicBezTo>
                <a:lnTo>
                  <a:pt x="26523" y="0"/>
                </a:lnTo>
                <a:cubicBezTo>
                  <a:pt x="11874" y="0"/>
                  <a:pt x="0" y="11874"/>
                  <a:pt x="0" y="26523"/>
                </a:cubicBezTo>
                <a:lnTo>
                  <a:pt x="0" y="267790"/>
                </a:lnTo>
                <a:cubicBezTo>
                  <a:pt x="0" y="282439"/>
                  <a:pt x="11874" y="294313"/>
                  <a:pt x="26523" y="294313"/>
                </a:cubicBezTo>
                <a:close/>
                <a:moveTo>
                  <a:pt x="26523" y="294313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A776CF-DB06-4D77-B4C7-3226687F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029" y="2422712"/>
            <a:ext cx="80909" cy="99465"/>
          </a:xfrm>
          <a:custGeom xmlns:a="http://schemas.openxmlformats.org/drawingml/2006/main">
            <a:pathLst>
              <a:path w="80909" h="99465" fill="none">
                <a:moveTo>
                  <a:pt x="0" y="99465"/>
                </a:moveTo>
                <a:lnTo>
                  <a:pt x="40456" y="0"/>
                </a:lnTo>
                <a:lnTo>
                  <a:pt x="80909" y="99465"/>
                </a:lnTo>
                <a:lnTo>
                  <a:pt x="0" y="99465"/>
                </a:lnTo>
                <a:close/>
                <a:moveTo>
                  <a:pt x="0" y="99465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ABC672-09DF-4ABD-8CC8-25FC801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91" y="2222115"/>
            <a:ext cx="372440" cy="273915"/>
          </a:xfrm>
          <a:custGeom xmlns:a="http://schemas.openxmlformats.org/drawingml/2006/main">
            <a:pathLst>
              <a:path w="372440" h="273915">
                <a:moveTo>
                  <a:pt x="354540" y="0"/>
                </a:moveTo>
                <a:cubicBezTo>
                  <a:pt x="372440" y="41825"/>
                  <a:pt x="372279" y="91236"/>
                  <a:pt x="349821" y="137744"/>
                </a:cubicBezTo>
                <a:cubicBezTo>
                  <a:pt x="305970" y="228559"/>
                  <a:pt x="193710" y="273915"/>
                  <a:pt x="99080" y="239050"/>
                </a:cubicBezTo>
                <a:cubicBezTo>
                  <a:pt x="50620" y="221195"/>
                  <a:pt x="16179" y="185764"/>
                  <a:pt x="0" y="143244"/>
                </a:cubicBezTo>
                <a:lnTo>
                  <a:pt x="354540" y="0"/>
                </a:lnTo>
                <a:close/>
                <a:moveTo>
                  <a:pt x="35454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94911-0112-4FF6-85EC-5320D7B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91" y="2222116"/>
            <a:ext cx="372440" cy="273914"/>
          </a:xfrm>
          <a:custGeom xmlns:a="http://schemas.openxmlformats.org/drawingml/2006/main">
            <a:pathLst>
              <a:path w="372440" h="273914" fill="none">
                <a:moveTo>
                  <a:pt x="354540" y="0"/>
                </a:moveTo>
                <a:cubicBezTo>
                  <a:pt x="372440" y="41825"/>
                  <a:pt x="372279" y="91235"/>
                  <a:pt x="349821" y="137744"/>
                </a:cubicBezTo>
                <a:cubicBezTo>
                  <a:pt x="305970" y="228557"/>
                  <a:pt x="193710" y="273914"/>
                  <a:pt x="99080" y="239049"/>
                </a:cubicBezTo>
                <a:cubicBezTo>
                  <a:pt x="50620" y="221194"/>
                  <a:pt x="16179" y="185764"/>
                  <a:pt x="0" y="143242"/>
                </a:cubicBezTo>
                <a:lnTo>
                  <a:pt x="354540" y="0"/>
                </a:lnTo>
                <a:close/>
                <a:moveTo>
                  <a:pt x="35454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44BA0-8782-484E-94DA-7F450E69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518" y="2199929"/>
            <a:ext cx="400438" cy="185016"/>
          </a:xfrm>
          <a:custGeom xmlns:a="http://schemas.openxmlformats.org/drawingml/2006/main">
            <a:pathLst>
              <a:path w="400438" h="185016">
                <a:moveTo>
                  <a:pt x="313063" y="10853"/>
                </a:moveTo>
                <a:cubicBezTo>
                  <a:pt x="236906" y="21706"/>
                  <a:pt x="124646" y="67063"/>
                  <a:pt x="62322" y="112159"/>
                </a:cubicBezTo>
                <a:cubicBezTo>
                  <a:pt x="0" y="157256"/>
                  <a:pt x="11214" y="185016"/>
                  <a:pt x="87373" y="174162"/>
                </a:cubicBezTo>
                <a:cubicBezTo>
                  <a:pt x="163532" y="163309"/>
                  <a:pt x="275792" y="117953"/>
                  <a:pt x="338114" y="72856"/>
                </a:cubicBezTo>
                <a:cubicBezTo>
                  <a:pt x="400438" y="27760"/>
                  <a:pt x="389222" y="0"/>
                  <a:pt x="313063" y="108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0DE40-EC4A-48BD-8F6F-38E5B1FE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518" y="2199929"/>
            <a:ext cx="400438" cy="185013"/>
          </a:xfrm>
          <a:custGeom xmlns:a="http://schemas.openxmlformats.org/drawingml/2006/main">
            <a:pathLst>
              <a:path w="400438" h="185013" fill="none">
                <a:moveTo>
                  <a:pt x="313063" y="10853"/>
                </a:moveTo>
                <a:cubicBezTo>
                  <a:pt x="236906" y="21707"/>
                  <a:pt x="124646" y="67062"/>
                  <a:pt x="62322" y="112159"/>
                </a:cubicBezTo>
                <a:cubicBezTo>
                  <a:pt x="0" y="157254"/>
                  <a:pt x="11214" y="185013"/>
                  <a:pt x="87373" y="174160"/>
                </a:cubicBezTo>
                <a:cubicBezTo>
                  <a:pt x="163532" y="163309"/>
                  <a:pt x="275792" y="117952"/>
                  <a:pt x="338114" y="72854"/>
                </a:cubicBezTo>
                <a:cubicBezTo>
                  <a:pt x="400438" y="27759"/>
                  <a:pt x="389222" y="0"/>
                  <a:pt x="313063" y="108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92EA6-17A9-4ECB-ACD1-9920CEE2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859" y="2186988"/>
            <a:ext cx="43026" cy="106496"/>
          </a:xfrm>
          <a:custGeom xmlns:a="http://schemas.openxmlformats.org/drawingml/2006/main">
            <a:pathLst>
              <a:path w="43026" h="106496" fill="none">
                <a:moveTo>
                  <a:pt x="43026" y="1064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71" cap="rnd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0A629-B8CB-49EF-83F1-0A8CC158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602" y="2144299"/>
            <a:ext cx="47015" cy="47016"/>
          </a:xfrm>
          <a:custGeom xmlns:a="http://schemas.openxmlformats.org/drawingml/2006/main">
            <a:pathLst>
              <a:path w="47015" h="47016">
                <a:moveTo>
                  <a:pt x="42551" y="31591"/>
                </a:moveTo>
                <a:cubicBezTo>
                  <a:pt x="38085" y="42109"/>
                  <a:pt x="25940" y="47016"/>
                  <a:pt x="15423" y="42552"/>
                </a:cubicBezTo>
                <a:cubicBezTo>
                  <a:pt x="4907" y="38087"/>
                  <a:pt x="0" y="25942"/>
                  <a:pt x="4464" y="15424"/>
                </a:cubicBezTo>
                <a:cubicBezTo>
                  <a:pt x="8928" y="4907"/>
                  <a:pt x="21073" y="0"/>
                  <a:pt x="31589" y="4464"/>
                </a:cubicBezTo>
                <a:cubicBezTo>
                  <a:pt x="42108" y="8929"/>
                  <a:pt x="47015" y="21074"/>
                  <a:pt x="42551" y="315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C1EBA-3C53-44A2-9E10-1F748BB3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601" y="2144299"/>
            <a:ext cx="47015" cy="47015"/>
          </a:xfrm>
          <a:custGeom xmlns:a="http://schemas.openxmlformats.org/drawingml/2006/main">
            <a:pathLst>
              <a:path w="47015" h="47015" fill="none">
                <a:moveTo>
                  <a:pt x="42551" y="31592"/>
                </a:moveTo>
                <a:cubicBezTo>
                  <a:pt x="38085" y="42108"/>
                  <a:pt x="25940" y="47015"/>
                  <a:pt x="15423" y="42551"/>
                </a:cubicBezTo>
                <a:cubicBezTo>
                  <a:pt x="4907" y="38087"/>
                  <a:pt x="0" y="25942"/>
                  <a:pt x="4464" y="15423"/>
                </a:cubicBezTo>
                <a:cubicBezTo>
                  <a:pt x="8928" y="4907"/>
                  <a:pt x="21073" y="0"/>
                  <a:pt x="31589" y="4464"/>
                </a:cubicBezTo>
                <a:cubicBezTo>
                  <a:pt x="42108" y="8928"/>
                  <a:pt x="47015" y="21073"/>
                  <a:pt x="42551" y="315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71" cap="flat">
            <a:solidFill>
              <a:srgbClr val="000000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B73C0-D5C3-46E7-86C5-EB65865B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26" y="2490590"/>
            <a:ext cx="374058" cy="61001"/>
          </a:xfrm>
          <a:custGeom xmlns:a="http://schemas.openxmlformats.org/drawingml/2006/main">
            <a:pathLst>
              <a:path w="374058" h="61001" fill="none">
                <a:moveTo>
                  <a:pt x="347535" y="61001"/>
                </a:moveTo>
                <a:lnTo>
                  <a:pt x="26523" y="61001"/>
                </a:lnTo>
                <a:cubicBezTo>
                  <a:pt x="11877" y="61001"/>
                  <a:pt x="0" y="49126"/>
                  <a:pt x="0" y="34478"/>
                </a:cubicBezTo>
                <a:lnTo>
                  <a:pt x="0" y="26523"/>
                </a:lnTo>
                <a:cubicBezTo>
                  <a:pt x="0" y="11874"/>
                  <a:pt x="11877" y="0"/>
                  <a:pt x="26523" y="0"/>
                </a:cubicBezTo>
                <a:lnTo>
                  <a:pt x="347535" y="0"/>
                </a:lnTo>
                <a:cubicBezTo>
                  <a:pt x="362184" y="0"/>
                  <a:pt x="374058" y="11874"/>
                  <a:pt x="374058" y="26523"/>
                </a:cubicBezTo>
                <a:lnTo>
                  <a:pt x="374058" y="34478"/>
                </a:lnTo>
                <a:cubicBezTo>
                  <a:pt x="374058" y="49126"/>
                  <a:pt x="362184" y="61001"/>
                  <a:pt x="347535" y="61001"/>
                </a:cubicBezTo>
                <a:close/>
                <a:moveTo>
                  <a:pt x="347535" y="61001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06757-FE7E-49B2-8D1E-1F0ECFC3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00" y="2391125"/>
            <a:ext cx="80912" cy="99465"/>
          </a:xfrm>
          <a:custGeom xmlns:a="http://schemas.openxmlformats.org/drawingml/2006/main">
            <a:pathLst>
              <a:path w="80912" h="99465" fill="none">
                <a:moveTo>
                  <a:pt x="80912" y="99465"/>
                </a:moveTo>
                <a:lnTo>
                  <a:pt x="40456" y="0"/>
                </a:lnTo>
                <a:lnTo>
                  <a:pt x="0" y="99465"/>
                </a:lnTo>
                <a:lnTo>
                  <a:pt x="80912" y="99465"/>
                </a:lnTo>
                <a:close/>
                <a:moveTo>
                  <a:pt x="80912" y="99465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EA6AB-E4EC-4224-9ACC-087F82FB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0" y="2190528"/>
            <a:ext cx="372439" cy="273915"/>
          </a:xfrm>
          <a:custGeom xmlns:a="http://schemas.openxmlformats.org/drawingml/2006/main">
            <a:pathLst>
              <a:path w="372439" h="273915">
                <a:moveTo>
                  <a:pt x="17898" y="0"/>
                </a:moveTo>
                <a:cubicBezTo>
                  <a:pt x="0" y="41826"/>
                  <a:pt x="161" y="91236"/>
                  <a:pt x="22618" y="137744"/>
                </a:cubicBezTo>
                <a:cubicBezTo>
                  <a:pt x="66470" y="228559"/>
                  <a:pt x="178730" y="273915"/>
                  <a:pt x="273359" y="239050"/>
                </a:cubicBezTo>
                <a:cubicBezTo>
                  <a:pt x="321821" y="221195"/>
                  <a:pt x="356260" y="185764"/>
                  <a:pt x="372439" y="143244"/>
                </a:cubicBezTo>
                <a:lnTo>
                  <a:pt x="17898" y="0"/>
                </a:lnTo>
                <a:close/>
                <a:moveTo>
                  <a:pt x="17898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2B855-765B-4F98-B747-F1C4019A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0" y="2190527"/>
            <a:ext cx="372440" cy="273917"/>
          </a:xfrm>
          <a:custGeom xmlns:a="http://schemas.openxmlformats.org/drawingml/2006/main">
            <a:pathLst>
              <a:path w="372440" h="273917" fill="none">
                <a:moveTo>
                  <a:pt x="17898" y="0"/>
                </a:moveTo>
                <a:cubicBezTo>
                  <a:pt x="0" y="41827"/>
                  <a:pt x="162" y="91238"/>
                  <a:pt x="22619" y="137746"/>
                </a:cubicBezTo>
                <a:cubicBezTo>
                  <a:pt x="66470" y="228559"/>
                  <a:pt x="178730" y="273917"/>
                  <a:pt x="273360" y="239052"/>
                </a:cubicBezTo>
                <a:cubicBezTo>
                  <a:pt x="321821" y="221196"/>
                  <a:pt x="356261" y="185764"/>
                  <a:pt x="372440" y="143244"/>
                </a:cubicBezTo>
                <a:lnTo>
                  <a:pt x="17898" y="0"/>
                </a:lnTo>
                <a:close/>
                <a:moveTo>
                  <a:pt x="1789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AC653-1916-4F54-9DA1-9BD56A5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86" y="2168342"/>
            <a:ext cx="400438" cy="185016"/>
          </a:xfrm>
          <a:custGeom xmlns:a="http://schemas.openxmlformats.org/drawingml/2006/main">
            <a:pathLst>
              <a:path w="400438" h="185016">
                <a:moveTo>
                  <a:pt x="87374" y="10853"/>
                </a:moveTo>
                <a:cubicBezTo>
                  <a:pt x="163532" y="21706"/>
                  <a:pt x="275792" y="67063"/>
                  <a:pt x="338115" y="112159"/>
                </a:cubicBezTo>
                <a:cubicBezTo>
                  <a:pt x="400438" y="157256"/>
                  <a:pt x="389222" y="185016"/>
                  <a:pt x="313064" y="174162"/>
                </a:cubicBezTo>
                <a:cubicBezTo>
                  <a:pt x="236906" y="163309"/>
                  <a:pt x="124646" y="117953"/>
                  <a:pt x="62323" y="72856"/>
                </a:cubicBezTo>
                <a:cubicBezTo>
                  <a:pt x="0" y="27760"/>
                  <a:pt x="11216" y="0"/>
                  <a:pt x="87374" y="108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56BFE-90B8-4133-95D7-B7CA6592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85" y="2168342"/>
            <a:ext cx="400438" cy="185013"/>
          </a:xfrm>
          <a:custGeom xmlns:a="http://schemas.openxmlformats.org/drawingml/2006/main">
            <a:pathLst>
              <a:path w="400438" h="185013" fill="none">
                <a:moveTo>
                  <a:pt x="87373" y="10853"/>
                </a:moveTo>
                <a:cubicBezTo>
                  <a:pt x="163532" y="21707"/>
                  <a:pt x="275792" y="67062"/>
                  <a:pt x="338117" y="112159"/>
                </a:cubicBezTo>
                <a:cubicBezTo>
                  <a:pt x="400438" y="157254"/>
                  <a:pt x="389222" y="185013"/>
                  <a:pt x="313065" y="174160"/>
                </a:cubicBezTo>
                <a:cubicBezTo>
                  <a:pt x="236906" y="163307"/>
                  <a:pt x="124646" y="117952"/>
                  <a:pt x="62324" y="72854"/>
                </a:cubicBezTo>
                <a:cubicBezTo>
                  <a:pt x="0" y="27759"/>
                  <a:pt x="11217" y="0"/>
                  <a:pt x="87373" y="108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76C8B-7397-4272-9DAE-5807F5A2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456" y="2155402"/>
            <a:ext cx="43026" cy="106496"/>
          </a:xfrm>
          <a:custGeom xmlns:a="http://schemas.openxmlformats.org/drawingml/2006/main">
            <a:pathLst>
              <a:path w="43026" h="106496" fill="none">
                <a:moveTo>
                  <a:pt x="0" y="106496"/>
                </a:moveTo>
                <a:lnTo>
                  <a:pt x="430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71" cap="rnd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6B93D-54B5-4DDD-B1E3-9D1D69B1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24" y="2112712"/>
            <a:ext cx="47016" cy="47016"/>
          </a:xfrm>
          <a:custGeom xmlns:a="http://schemas.openxmlformats.org/drawingml/2006/main">
            <a:pathLst>
              <a:path w="47016" h="47016">
                <a:moveTo>
                  <a:pt x="31592" y="42552"/>
                </a:moveTo>
                <a:cubicBezTo>
                  <a:pt x="21074" y="47016"/>
                  <a:pt x="8929" y="42109"/>
                  <a:pt x="4464" y="31591"/>
                </a:cubicBezTo>
                <a:cubicBezTo>
                  <a:pt x="0" y="21074"/>
                  <a:pt x="4907" y="8929"/>
                  <a:pt x="15425" y="4464"/>
                </a:cubicBezTo>
                <a:cubicBezTo>
                  <a:pt x="25942" y="0"/>
                  <a:pt x="38087" y="4907"/>
                  <a:pt x="42552" y="15424"/>
                </a:cubicBezTo>
                <a:cubicBezTo>
                  <a:pt x="47016" y="25942"/>
                  <a:pt x="42109" y="38087"/>
                  <a:pt x="31592" y="425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EA133-356A-4565-9F06-0615CC98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24" y="2112712"/>
            <a:ext cx="47015" cy="47015"/>
          </a:xfrm>
          <a:custGeom xmlns:a="http://schemas.openxmlformats.org/drawingml/2006/main">
            <a:pathLst>
              <a:path w="47015" h="47015" fill="none">
                <a:moveTo>
                  <a:pt x="31592" y="42551"/>
                </a:moveTo>
                <a:cubicBezTo>
                  <a:pt x="21073" y="47015"/>
                  <a:pt x="8928" y="42108"/>
                  <a:pt x="4464" y="31592"/>
                </a:cubicBezTo>
                <a:cubicBezTo>
                  <a:pt x="0" y="21073"/>
                  <a:pt x="4907" y="8928"/>
                  <a:pt x="15423" y="4464"/>
                </a:cubicBezTo>
                <a:cubicBezTo>
                  <a:pt x="25942" y="0"/>
                  <a:pt x="38087" y="4907"/>
                  <a:pt x="42551" y="15423"/>
                </a:cubicBezTo>
                <a:cubicBezTo>
                  <a:pt x="47015" y="25942"/>
                  <a:pt x="42108" y="38087"/>
                  <a:pt x="31592" y="425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71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E90D5-B284-4CB1-9DE1-0865DF2A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025" y="1059806"/>
            <a:ext cx="1473582" cy="1035945"/>
          </a:xfrm>
          <a:custGeom xmlns:a="http://schemas.openxmlformats.org/drawingml/2006/main">
            <a:pathLst>
              <a:path w="1473582" h="1035945" fill="none">
                <a:moveTo>
                  <a:pt x="0" y="1035945"/>
                </a:moveTo>
                <a:cubicBezTo>
                  <a:pt x="255597" y="695789"/>
                  <a:pt x="505508" y="0"/>
                  <a:pt x="766869" y="15373"/>
                </a:cubicBezTo>
                <a:cubicBezTo>
                  <a:pt x="997401" y="28934"/>
                  <a:pt x="1236963" y="595772"/>
                  <a:pt x="1473582" y="9838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71" cap="rnd">
            <a:solidFill>
              <a:srgbClr val="7F7F7F"/>
            </a:solidFill>
            <a:custDash>
              <a:ds d="200000" sp="200000"/>
            </a:custDash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341B9D-C9D6-49B5-A724-2E77823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376" y="2015276"/>
            <a:ext cx="118919" cy="143683"/>
          </a:xfrm>
          <a:custGeom xmlns:a="http://schemas.openxmlformats.org/drawingml/2006/main">
            <a:pathLst>
              <a:path w="118919" h="143683">
                <a:moveTo>
                  <a:pt x="118919" y="143683"/>
                </a:moveTo>
                <a:lnTo>
                  <a:pt x="86478" y="0"/>
                </a:lnTo>
                <a:lnTo>
                  <a:pt x="0" y="56760"/>
                </a:lnTo>
                <a:lnTo>
                  <a:pt x="118919" y="143683"/>
                </a:lnTo>
                <a:close/>
                <a:moveTo>
                  <a:pt x="118919" y="143683"/>
                </a:moveTo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E17AC-AF25-4972-900C-9C97119A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374" y="2015276"/>
            <a:ext cx="118920" cy="143682"/>
          </a:xfrm>
          <a:custGeom xmlns:a="http://schemas.openxmlformats.org/drawingml/2006/main">
            <a:pathLst>
              <a:path w="118920" h="143682" fill="none">
                <a:moveTo>
                  <a:pt x="118920" y="143682"/>
                </a:moveTo>
                <a:lnTo>
                  <a:pt x="86479" y="0"/>
                </a:lnTo>
                <a:lnTo>
                  <a:pt x="0" y="56760"/>
                </a:lnTo>
                <a:lnTo>
                  <a:pt x="118920" y="143682"/>
                </a:lnTo>
                <a:close/>
                <a:moveTo>
                  <a:pt x="118920" y="143682"/>
                </a:moveTo>
              </a:path>
            </a:pathLst>
          </a:custGeom>
          <a:noFill xmlns:a="http://schemas.openxmlformats.org/drawingml/2006/main"/>
          <a:ln xmlns:a="http://schemas.openxmlformats.org/drawingml/2006/main" w="23871" cap="flat">
            <a:solidFill>
              <a:srgbClr val="7F7F7F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437E2-3332-4C20-9C81-AE0C8505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60" y="898374"/>
            <a:ext cx="1838111" cy="1179415"/>
          </a:xfrm>
          <a:custGeom xmlns:a="http://schemas.openxmlformats.org/drawingml/2006/main">
            <a:pathLst>
              <a:path w="1838111" h="1179415" fill="none">
                <a:moveTo>
                  <a:pt x="0" y="984429"/>
                </a:moveTo>
                <a:cubicBezTo>
                  <a:pt x="281829" y="583669"/>
                  <a:pt x="562077" y="0"/>
                  <a:pt x="847529" y="5100"/>
                </a:cubicBezTo>
                <a:cubicBezTo>
                  <a:pt x="1174232" y="10936"/>
                  <a:pt x="1507949" y="788016"/>
                  <a:pt x="1838111" y="117941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9176" cap="rnd">
            <a:solidFill>
              <a:srgbClr val="310067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9D377-7852-4B43-BAB9-8792E462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67" y="1846597"/>
            <a:ext cx="144069" cy="162668"/>
          </a:xfrm>
          <a:custGeom xmlns:a="http://schemas.openxmlformats.org/drawingml/2006/main">
            <a:pathLst>
              <a:path w="144069" h="162668">
                <a:moveTo>
                  <a:pt x="0" y="162668"/>
                </a:moveTo>
                <a:lnTo>
                  <a:pt x="144069" y="72496"/>
                </a:lnTo>
                <a:lnTo>
                  <a:pt x="49254" y="0"/>
                </a:lnTo>
                <a:lnTo>
                  <a:pt x="0" y="162668"/>
                </a:lnTo>
                <a:close/>
                <a:moveTo>
                  <a:pt x="0" y="162668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74DE5A-ABEA-41C7-881B-4ACEAC62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67" y="1846596"/>
            <a:ext cx="144069" cy="162670"/>
          </a:xfrm>
          <a:custGeom xmlns:a="http://schemas.openxmlformats.org/drawingml/2006/main">
            <a:pathLst>
              <a:path w="144069" h="162670" fill="none">
                <a:moveTo>
                  <a:pt x="0" y="162670"/>
                </a:moveTo>
                <a:lnTo>
                  <a:pt x="144069" y="72496"/>
                </a:lnTo>
                <a:lnTo>
                  <a:pt x="49254" y="0"/>
                </a:lnTo>
                <a:lnTo>
                  <a:pt x="0" y="162670"/>
                </a:lnTo>
                <a:close/>
                <a:moveTo>
                  <a:pt x="0" y="162670"/>
                </a:moveTo>
              </a:path>
            </a:pathLst>
          </a:custGeom>
          <a:noFill xmlns:a="http://schemas.openxmlformats.org/drawingml/2006/main"/>
          <a:ln xmlns:a="http://schemas.openxmlformats.org/drawingml/2006/main" w="29176" cap="flat">
            <a:solidFill>
              <a:srgbClr val="310067"/>
            </a:solidFill>
            <a:miter/>
          </a:ln>
        </p:spPr>
      </p:sp>
      <p:sp>
        <p:nvSpPr>
          <p:cNvPr id="47" name="Text Transponder">
            <a:extLst xmlns:a="http://schemas.openxmlformats.org/drawingml/2006/main">
              <a:ext uri="{FF2B5EF4-FFF2-40B4-BE49-F238E27FC236}">
                <a16:creationId xmlns:a16="http://schemas.microsoft.com/office/drawing/2014/main" id="{7A046689-99A2-45D3-93E7-9323DD5B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894" y="1881844"/>
            <a:ext cx="904979" cy="135238"/>
          </a:xfrm>
          <a:custGeom xmlns:a="http://schemas.openxmlformats.org/drawingml/2006/main">
            <a:pathLst>
              <a:path w="904979" h="135238">
                <a:moveTo>
                  <a:pt x="32354" y="19931"/>
                </a:moveTo>
                <a:lnTo>
                  <a:pt x="32354" y="107925"/>
                </a:lnTo>
                <a:lnTo>
                  <a:pt x="56089" y="107925"/>
                </a:lnTo>
                <a:lnTo>
                  <a:pt x="56089" y="19931"/>
                </a:lnTo>
                <a:lnTo>
                  <a:pt x="88443" y="19931"/>
                </a:lnTo>
                <a:lnTo>
                  <a:pt x="88443" y="0"/>
                </a:lnTo>
                <a:lnTo>
                  <a:pt x="0" y="0"/>
                </a:lnTo>
                <a:lnTo>
                  <a:pt x="0" y="19931"/>
                </a:lnTo>
                <a:lnTo>
                  <a:pt x="32354" y="19931"/>
                </a:lnTo>
                <a:close/>
                <a:moveTo>
                  <a:pt x="84662" y="29706"/>
                </a:moveTo>
                <a:lnTo>
                  <a:pt x="84662" y="107925"/>
                </a:lnTo>
                <a:lnTo>
                  <a:pt x="106130" y="107925"/>
                </a:lnTo>
                <a:lnTo>
                  <a:pt x="106130" y="72662"/>
                </a:lnTo>
                <a:cubicBezTo>
                  <a:pt x="106130" y="69131"/>
                  <a:pt x="106483" y="65852"/>
                  <a:pt x="107189" y="62825"/>
                </a:cubicBezTo>
                <a:cubicBezTo>
                  <a:pt x="107895" y="59799"/>
                  <a:pt x="109079" y="57150"/>
                  <a:pt x="110742" y="54880"/>
                </a:cubicBezTo>
                <a:cubicBezTo>
                  <a:pt x="112404" y="52610"/>
                  <a:pt x="114596" y="50820"/>
                  <a:pt x="117316" y="49508"/>
                </a:cubicBezTo>
                <a:cubicBezTo>
                  <a:pt x="120038" y="48196"/>
                  <a:pt x="123365" y="47540"/>
                  <a:pt x="127296" y="47540"/>
                </a:cubicBezTo>
                <a:cubicBezTo>
                  <a:pt x="128606" y="47540"/>
                  <a:pt x="129966" y="47616"/>
                  <a:pt x="131376" y="47768"/>
                </a:cubicBezTo>
                <a:cubicBezTo>
                  <a:pt x="132788" y="47919"/>
                  <a:pt x="133998" y="48095"/>
                  <a:pt x="135005" y="48297"/>
                </a:cubicBezTo>
                <a:lnTo>
                  <a:pt x="135005" y="28363"/>
                </a:lnTo>
                <a:cubicBezTo>
                  <a:pt x="133292" y="27860"/>
                  <a:pt x="131730" y="27609"/>
                  <a:pt x="130320" y="27609"/>
                </a:cubicBezTo>
                <a:cubicBezTo>
                  <a:pt x="127598" y="27609"/>
                  <a:pt x="124977" y="28012"/>
                  <a:pt x="122458" y="28817"/>
                </a:cubicBezTo>
                <a:cubicBezTo>
                  <a:pt x="119939" y="29622"/>
                  <a:pt x="117571" y="30754"/>
                  <a:pt x="115353" y="32213"/>
                </a:cubicBezTo>
                <a:cubicBezTo>
                  <a:pt x="113135" y="33673"/>
                  <a:pt x="111170" y="35434"/>
                  <a:pt x="109457" y="37498"/>
                </a:cubicBezTo>
                <a:cubicBezTo>
                  <a:pt x="107743" y="39562"/>
                  <a:pt x="106382" y="41802"/>
                  <a:pt x="105373" y="44218"/>
                </a:cubicBezTo>
                <a:lnTo>
                  <a:pt x="105071" y="44218"/>
                </a:lnTo>
                <a:lnTo>
                  <a:pt x="105071" y="29706"/>
                </a:lnTo>
                <a:lnTo>
                  <a:pt x="84662" y="29706"/>
                </a:lnTo>
                <a:close/>
                <a:moveTo>
                  <a:pt x="142567" y="53801"/>
                </a:moveTo>
                <a:cubicBezTo>
                  <a:pt x="142868" y="48761"/>
                  <a:pt x="144128" y="44579"/>
                  <a:pt x="146345" y="41254"/>
                </a:cubicBezTo>
                <a:cubicBezTo>
                  <a:pt x="148563" y="37927"/>
                  <a:pt x="151385" y="35256"/>
                  <a:pt x="154812" y="33240"/>
                </a:cubicBezTo>
                <a:cubicBezTo>
                  <a:pt x="158238" y="31223"/>
                  <a:pt x="162093" y="29787"/>
                  <a:pt x="166376" y="28930"/>
                </a:cubicBezTo>
                <a:cubicBezTo>
                  <a:pt x="170661" y="28074"/>
                  <a:pt x="174970" y="27646"/>
                  <a:pt x="179304" y="27646"/>
                </a:cubicBezTo>
                <a:cubicBezTo>
                  <a:pt x="183234" y="27646"/>
                  <a:pt x="187215" y="27923"/>
                  <a:pt x="191246" y="28478"/>
                </a:cubicBezTo>
                <a:cubicBezTo>
                  <a:pt x="195279" y="29032"/>
                  <a:pt x="198957" y="30115"/>
                  <a:pt x="202282" y="31729"/>
                </a:cubicBezTo>
                <a:cubicBezTo>
                  <a:pt x="205609" y="33340"/>
                  <a:pt x="208330" y="35583"/>
                  <a:pt x="210446" y="38455"/>
                </a:cubicBezTo>
                <a:cubicBezTo>
                  <a:pt x="212564" y="41328"/>
                  <a:pt x="213623" y="45133"/>
                  <a:pt x="213623" y="49870"/>
                </a:cubicBezTo>
                <a:lnTo>
                  <a:pt x="213623" y="90538"/>
                </a:lnTo>
                <a:cubicBezTo>
                  <a:pt x="213623" y="94066"/>
                  <a:pt x="213824" y="97442"/>
                  <a:pt x="214227" y="100667"/>
                </a:cubicBezTo>
                <a:cubicBezTo>
                  <a:pt x="214630" y="103892"/>
                  <a:pt x="215335" y="106311"/>
                  <a:pt x="216343" y="107925"/>
                </a:cubicBezTo>
                <a:lnTo>
                  <a:pt x="194573" y="107925"/>
                </a:lnTo>
                <a:cubicBezTo>
                  <a:pt x="194170" y="106716"/>
                  <a:pt x="193842" y="105482"/>
                  <a:pt x="193590" y="104222"/>
                </a:cubicBezTo>
                <a:cubicBezTo>
                  <a:pt x="193338" y="102961"/>
                  <a:pt x="193162" y="101675"/>
                  <a:pt x="193062" y="100365"/>
                </a:cubicBezTo>
                <a:cubicBezTo>
                  <a:pt x="189635" y="103893"/>
                  <a:pt x="185604" y="106363"/>
                  <a:pt x="180967" y="107775"/>
                </a:cubicBezTo>
                <a:cubicBezTo>
                  <a:pt x="176330" y="109185"/>
                  <a:pt x="171592" y="109890"/>
                  <a:pt x="166754" y="109890"/>
                </a:cubicBezTo>
                <a:cubicBezTo>
                  <a:pt x="163026" y="109890"/>
                  <a:pt x="159549" y="109436"/>
                  <a:pt x="156323" y="108529"/>
                </a:cubicBezTo>
                <a:cubicBezTo>
                  <a:pt x="153098" y="107622"/>
                  <a:pt x="150275" y="106211"/>
                  <a:pt x="147856" y="104296"/>
                </a:cubicBezTo>
                <a:cubicBezTo>
                  <a:pt x="145439" y="102381"/>
                  <a:pt x="143549" y="99963"/>
                  <a:pt x="142188" y="97041"/>
                </a:cubicBezTo>
                <a:cubicBezTo>
                  <a:pt x="140827" y="94117"/>
                  <a:pt x="140147" y="90639"/>
                  <a:pt x="140147" y="86607"/>
                </a:cubicBezTo>
                <a:cubicBezTo>
                  <a:pt x="140147" y="82173"/>
                  <a:pt x="140928" y="78520"/>
                  <a:pt x="142491" y="75647"/>
                </a:cubicBezTo>
                <a:cubicBezTo>
                  <a:pt x="144053" y="72774"/>
                  <a:pt x="146069" y="70481"/>
                  <a:pt x="148537" y="68768"/>
                </a:cubicBezTo>
                <a:cubicBezTo>
                  <a:pt x="151007" y="67055"/>
                  <a:pt x="153829" y="65770"/>
                  <a:pt x="157003" y="64913"/>
                </a:cubicBezTo>
                <a:cubicBezTo>
                  <a:pt x="160179" y="64056"/>
                  <a:pt x="163379" y="63377"/>
                  <a:pt x="166604" y="62874"/>
                </a:cubicBezTo>
                <a:cubicBezTo>
                  <a:pt x="169829" y="62369"/>
                  <a:pt x="173004" y="61966"/>
                  <a:pt x="176127" y="61663"/>
                </a:cubicBezTo>
                <a:cubicBezTo>
                  <a:pt x="179252" y="61360"/>
                  <a:pt x="182024" y="60906"/>
                  <a:pt x="184443" y="60302"/>
                </a:cubicBezTo>
                <a:cubicBezTo>
                  <a:pt x="186862" y="59697"/>
                  <a:pt x="188777" y="58816"/>
                  <a:pt x="190187" y="57658"/>
                </a:cubicBezTo>
                <a:cubicBezTo>
                  <a:pt x="191599" y="56498"/>
                  <a:pt x="192255" y="54810"/>
                  <a:pt x="192155" y="52592"/>
                </a:cubicBezTo>
                <a:cubicBezTo>
                  <a:pt x="192155" y="50273"/>
                  <a:pt x="191777" y="48433"/>
                  <a:pt x="191020" y="47074"/>
                </a:cubicBezTo>
                <a:cubicBezTo>
                  <a:pt x="190264" y="45713"/>
                  <a:pt x="189255" y="44655"/>
                  <a:pt x="187996" y="43900"/>
                </a:cubicBezTo>
                <a:cubicBezTo>
                  <a:pt x="186736" y="43143"/>
                  <a:pt x="185275" y="42639"/>
                  <a:pt x="183611" y="42386"/>
                </a:cubicBezTo>
                <a:cubicBezTo>
                  <a:pt x="181948" y="42134"/>
                  <a:pt x="180159" y="42008"/>
                  <a:pt x="178245" y="42008"/>
                </a:cubicBezTo>
                <a:cubicBezTo>
                  <a:pt x="174012" y="42008"/>
                  <a:pt x="170687" y="42915"/>
                  <a:pt x="168268" y="44730"/>
                </a:cubicBezTo>
                <a:cubicBezTo>
                  <a:pt x="165848" y="46545"/>
                  <a:pt x="164437" y="49568"/>
                  <a:pt x="164034" y="53801"/>
                </a:cubicBezTo>
                <a:lnTo>
                  <a:pt x="142567" y="53801"/>
                </a:lnTo>
                <a:moveTo>
                  <a:pt x="192155" y="69674"/>
                </a:moveTo>
                <a:cubicBezTo>
                  <a:pt x="191248" y="70482"/>
                  <a:pt x="190114" y="71112"/>
                  <a:pt x="188753" y="71566"/>
                </a:cubicBezTo>
                <a:cubicBezTo>
                  <a:pt x="187391" y="72020"/>
                  <a:pt x="185930" y="72398"/>
                  <a:pt x="184367" y="72701"/>
                </a:cubicBezTo>
                <a:cubicBezTo>
                  <a:pt x="182806" y="73002"/>
                  <a:pt x="181168" y="73254"/>
                  <a:pt x="179454" y="73455"/>
                </a:cubicBezTo>
                <a:cubicBezTo>
                  <a:pt x="177740" y="73657"/>
                  <a:pt x="176027" y="73908"/>
                  <a:pt x="174314" y="74210"/>
                </a:cubicBezTo>
                <a:cubicBezTo>
                  <a:pt x="172702" y="74513"/>
                  <a:pt x="171115" y="74916"/>
                  <a:pt x="169552" y="75421"/>
                </a:cubicBezTo>
                <a:cubicBezTo>
                  <a:pt x="167990" y="75924"/>
                  <a:pt x="166629" y="76604"/>
                  <a:pt x="165469" y="77462"/>
                </a:cubicBezTo>
                <a:cubicBezTo>
                  <a:pt x="164311" y="78319"/>
                  <a:pt x="163379" y="79402"/>
                  <a:pt x="162673" y="80713"/>
                </a:cubicBezTo>
                <a:cubicBezTo>
                  <a:pt x="161967" y="82021"/>
                  <a:pt x="161615" y="83684"/>
                  <a:pt x="161615" y="85700"/>
                </a:cubicBezTo>
                <a:cubicBezTo>
                  <a:pt x="161615" y="87615"/>
                  <a:pt x="161967" y="89227"/>
                  <a:pt x="162673" y="90538"/>
                </a:cubicBezTo>
                <a:cubicBezTo>
                  <a:pt x="163379" y="91848"/>
                  <a:pt x="164337" y="92881"/>
                  <a:pt x="165545" y="93638"/>
                </a:cubicBezTo>
                <a:cubicBezTo>
                  <a:pt x="166756" y="94393"/>
                  <a:pt x="168167" y="94922"/>
                  <a:pt x="169779" y="95225"/>
                </a:cubicBezTo>
                <a:cubicBezTo>
                  <a:pt x="171392" y="95528"/>
                  <a:pt x="173055" y="95680"/>
                  <a:pt x="174768" y="95680"/>
                </a:cubicBezTo>
                <a:cubicBezTo>
                  <a:pt x="179001" y="95680"/>
                  <a:pt x="182276" y="94975"/>
                  <a:pt x="184593" y="93564"/>
                </a:cubicBezTo>
                <a:cubicBezTo>
                  <a:pt x="186912" y="92152"/>
                  <a:pt x="188626" y="90464"/>
                  <a:pt x="189735" y="88498"/>
                </a:cubicBezTo>
                <a:cubicBezTo>
                  <a:pt x="190844" y="86533"/>
                  <a:pt x="191525" y="84542"/>
                  <a:pt x="191777" y="82526"/>
                </a:cubicBezTo>
                <a:cubicBezTo>
                  <a:pt x="192029" y="80510"/>
                  <a:pt x="192155" y="78897"/>
                  <a:pt x="192155" y="77688"/>
                </a:cubicBezTo>
                <a:lnTo>
                  <a:pt x="192155" y="69674"/>
                </a:lnTo>
                <a:close/>
                <a:moveTo>
                  <a:pt x="230252" y="29761"/>
                </a:moveTo>
                <a:lnTo>
                  <a:pt x="230252" y="107925"/>
                </a:lnTo>
                <a:lnTo>
                  <a:pt x="251719" y="107925"/>
                </a:lnTo>
                <a:lnTo>
                  <a:pt x="251719" y="66959"/>
                </a:lnTo>
                <a:cubicBezTo>
                  <a:pt x="251719" y="58997"/>
                  <a:pt x="253030" y="53279"/>
                  <a:pt x="255650" y="49803"/>
                </a:cubicBezTo>
                <a:cubicBezTo>
                  <a:pt x="258271" y="46326"/>
                  <a:pt x="262504" y="44587"/>
                  <a:pt x="268350" y="44587"/>
                </a:cubicBezTo>
                <a:cubicBezTo>
                  <a:pt x="273491" y="44587"/>
                  <a:pt x="277069" y="46174"/>
                  <a:pt x="279084" y="49349"/>
                </a:cubicBezTo>
                <a:cubicBezTo>
                  <a:pt x="281100" y="52523"/>
                  <a:pt x="282108" y="57335"/>
                  <a:pt x="282108" y="63785"/>
                </a:cubicBezTo>
                <a:lnTo>
                  <a:pt x="282108" y="107925"/>
                </a:lnTo>
                <a:lnTo>
                  <a:pt x="303576" y="107925"/>
                </a:lnTo>
                <a:lnTo>
                  <a:pt x="303576" y="59826"/>
                </a:lnTo>
                <a:cubicBezTo>
                  <a:pt x="303576" y="54987"/>
                  <a:pt x="303147" y="50575"/>
                  <a:pt x="302291" y="46592"/>
                </a:cubicBezTo>
                <a:cubicBezTo>
                  <a:pt x="301434" y="42609"/>
                  <a:pt x="299947" y="39231"/>
                  <a:pt x="297829" y="36458"/>
                </a:cubicBezTo>
                <a:cubicBezTo>
                  <a:pt x="295713" y="33685"/>
                  <a:pt x="292816" y="31517"/>
                  <a:pt x="289137" y="29955"/>
                </a:cubicBezTo>
                <a:cubicBezTo>
                  <a:pt x="285458" y="28391"/>
                  <a:pt x="280746" y="27609"/>
                  <a:pt x="275000" y="27609"/>
                </a:cubicBezTo>
                <a:cubicBezTo>
                  <a:pt x="270465" y="27609"/>
                  <a:pt x="266030" y="28644"/>
                  <a:pt x="261697" y="30716"/>
                </a:cubicBezTo>
                <a:cubicBezTo>
                  <a:pt x="257363" y="32788"/>
                  <a:pt x="253836" y="36097"/>
                  <a:pt x="251115" y="40645"/>
                </a:cubicBezTo>
                <a:lnTo>
                  <a:pt x="250661" y="40645"/>
                </a:lnTo>
                <a:lnTo>
                  <a:pt x="250661" y="29761"/>
                </a:lnTo>
                <a:lnTo>
                  <a:pt x="230252" y="29761"/>
                </a:lnTo>
                <a:close/>
                <a:moveTo>
                  <a:pt x="336534" y="82531"/>
                </a:moveTo>
                <a:lnTo>
                  <a:pt x="316125" y="82531"/>
                </a:lnTo>
                <a:cubicBezTo>
                  <a:pt x="316326" y="87762"/>
                  <a:pt x="317511" y="92114"/>
                  <a:pt x="319677" y="95585"/>
                </a:cubicBezTo>
                <a:cubicBezTo>
                  <a:pt x="321844" y="99055"/>
                  <a:pt x="324616" y="101846"/>
                  <a:pt x="327991" y="103959"/>
                </a:cubicBezTo>
                <a:cubicBezTo>
                  <a:pt x="331369" y="106072"/>
                  <a:pt x="335224" y="107581"/>
                  <a:pt x="339558" y="108485"/>
                </a:cubicBezTo>
                <a:cubicBezTo>
                  <a:pt x="343892" y="109391"/>
                  <a:pt x="348326" y="109844"/>
                  <a:pt x="352862" y="109844"/>
                </a:cubicBezTo>
                <a:cubicBezTo>
                  <a:pt x="357296" y="109844"/>
                  <a:pt x="361654" y="109415"/>
                  <a:pt x="365937" y="108557"/>
                </a:cubicBezTo>
                <a:cubicBezTo>
                  <a:pt x="370222" y="107700"/>
                  <a:pt x="374027" y="106213"/>
                  <a:pt x="377351" y="104095"/>
                </a:cubicBezTo>
                <a:cubicBezTo>
                  <a:pt x="380678" y="101977"/>
                  <a:pt x="383374" y="99179"/>
                  <a:pt x="385439" y="95700"/>
                </a:cubicBezTo>
                <a:cubicBezTo>
                  <a:pt x="387506" y="92222"/>
                  <a:pt x="388540" y="87911"/>
                  <a:pt x="388540" y="82768"/>
                </a:cubicBezTo>
                <a:cubicBezTo>
                  <a:pt x="388540" y="79139"/>
                  <a:pt x="387834" y="76089"/>
                  <a:pt x="386422" y="73619"/>
                </a:cubicBezTo>
                <a:cubicBezTo>
                  <a:pt x="385012" y="71148"/>
                  <a:pt x="383147" y="69080"/>
                  <a:pt x="380828" y="67416"/>
                </a:cubicBezTo>
                <a:cubicBezTo>
                  <a:pt x="378510" y="65752"/>
                  <a:pt x="375865" y="64416"/>
                  <a:pt x="372892" y="63409"/>
                </a:cubicBezTo>
                <a:cubicBezTo>
                  <a:pt x="369920" y="62400"/>
                  <a:pt x="366871" y="61543"/>
                  <a:pt x="363746" y="60837"/>
                </a:cubicBezTo>
                <a:cubicBezTo>
                  <a:pt x="360722" y="60131"/>
                  <a:pt x="357748" y="59476"/>
                  <a:pt x="354825" y="58871"/>
                </a:cubicBezTo>
                <a:cubicBezTo>
                  <a:pt x="351903" y="58265"/>
                  <a:pt x="349308" y="57585"/>
                  <a:pt x="347039" y="56830"/>
                </a:cubicBezTo>
                <a:cubicBezTo>
                  <a:pt x="344772" y="56073"/>
                  <a:pt x="342933" y="55090"/>
                  <a:pt x="341521" y="53879"/>
                </a:cubicBezTo>
                <a:cubicBezTo>
                  <a:pt x="340111" y="52669"/>
                  <a:pt x="339406" y="51106"/>
                  <a:pt x="339406" y="49189"/>
                </a:cubicBezTo>
                <a:cubicBezTo>
                  <a:pt x="339406" y="47576"/>
                  <a:pt x="339809" y="46290"/>
                  <a:pt x="340615" y="45332"/>
                </a:cubicBezTo>
                <a:cubicBezTo>
                  <a:pt x="341422" y="44374"/>
                  <a:pt x="342405" y="43644"/>
                  <a:pt x="343563" y="43141"/>
                </a:cubicBezTo>
                <a:cubicBezTo>
                  <a:pt x="344722" y="42636"/>
                  <a:pt x="346007" y="42309"/>
                  <a:pt x="347418" y="42158"/>
                </a:cubicBezTo>
                <a:cubicBezTo>
                  <a:pt x="348829" y="42006"/>
                  <a:pt x="350140" y="41930"/>
                  <a:pt x="351348" y="41930"/>
                </a:cubicBezTo>
                <a:cubicBezTo>
                  <a:pt x="355178" y="41930"/>
                  <a:pt x="358504" y="42664"/>
                  <a:pt x="361326" y="44133"/>
                </a:cubicBezTo>
                <a:cubicBezTo>
                  <a:pt x="364148" y="45600"/>
                  <a:pt x="365710" y="48409"/>
                  <a:pt x="366013" y="52560"/>
                </a:cubicBezTo>
                <a:lnTo>
                  <a:pt x="386424" y="52560"/>
                </a:lnTo>
                <a:cubicBezTo>
                  <a:pt x="386021" y="47721"/>
                  <a:pt x="384787" y="43714"/>
                  <a:pt x="382720" y="40539"/>
                </a:cubicBezTo>
                <a:cubicBezTo>
                  <a:pt x="380654" y="37363"/>
                  <a:pt x="378059" y="34818"/>
                  <a:pt x="374934" y="32903"/>
                </a:cubicBezTo>
                <a:cubicBezTo>
                  <a:pt x="371810" y="30987"/>
                  <a:pt x="368258" y="29626"/>
                  <a:pt x="364276" y="28820"/>
                </a:cubicBezTo>
                <a:cubicBezTo>
                  <a:pt x="360294" y="28012"/>
                  <a:pt x="356187" y="27609"/>
                  <a:pt x="351955" y="27609"/>
                </a:cubicBezTo>
                <a:cubicBezTo>
                  <a:pt x="347721" y="27609"/>
                  <a:pt x="343588" y="27987"/>
                  <a:pt x="339556" y="28744"/>
                </a:cubicBezTo>
                <a:cubicBezTo>
                  <a:pt x="335525" y="29499"/>
                  <a:pt x="331897" y="30809"/>
                  <a:pt x="328672" y="32674"/>
                </a:cubicBezTo>
                <a:cubicBezTo>
                  <a:pt x="325447" y="34540"/>
                  <a:pt x="322852" y="37086"/>
                  <a:pt x="320886" y="40313"/>
                </a:cubicBezTo>
                <a:cubicBezTo>
                  <a:pt x="318921" y="43539"/>
                  <a:pt x="317938" y="47674"/>
                  <a:pt x="317938" y="52717"/>
                </a:cubicBezTo>
                <a:cubicBezTo>
                  <a:pt x="317938" y="56145"/>
                  <a:pt x="318643" y="59044"/>
                  <a:pt x="320053" y="61413"/>
                </a:cubicBezTo>
                <a:cubicBezTo>
                  <a:pt x="321465" y="63782"/>
                  <a:pt x="323330" y="65748"/>
                  <a:pt x="325648" y="67312"/>
                </a:cubicBezTo>
                <a:cubicBezTo>
                  <a:pt x="327967" y="68875"/>
                  <a:pt x="330613" y="70135"/>
                  <a:pt x="333586" y="71093"/>
                </a:cubicBezTo>
                <a:cubicBezTo>
                  <a:pt x="336558" y="72051"/>
                  <a:pt x="339607" y="72883"/>
                  <a:pt x="342732" y="73589"/>
                </a:cubicBezTo>
                <a:cubicBezTo>
                  <a:pt x="350391" y="75202"/>
                  <a:pt x="356362" y="76816"/>
                  <a:pt x="360645" y="78429"/>
                </a:cubicBezTo>
                <a:cubicBezTo>
                  <a:pt x="364930" y="80042"/>
                  <a:pt x="367072" y="82462"/>
                  <a:pt x="367072" y="85689"/>
                </a:cubicBezTo>
                <a:cubicBezTo>
                  <a:pt x="367072" y="87603"/>
                  <a:pt x="366618" y="89191"/>
                  <a:pt x="365711" y="90452"/>
                </a:cubicBezTo>
                <a:cubicBezTo>
                  <a:pt x="364804" y="91713"/>
                  <a:pt x="363669" y="92722"/>
                  <a:pt x="362308" y="93479"/>
                </a:cubicBezTo>
                <a:cubicBezTo>
                  <a:pt x="360949" y="94234"/>
                  <a:pt x="359437" y="94788"/>
                  <a:pt x="357773" y="95142"/>
                </a:cubicBezTo>
                <a:cubicBezTo>
                  <a:pt x="356111" y="95494"/>
                  <a:pt x="354523" y="95670"/>
                  <a:pt x="353012" y="95670"/>
                </a:cubicBezTo>
                <a:cubicBezTo>
                  <a:pt x="350896" y="95670"/>
                  <a:pt x="348855" y="95419"/>
                  <a:pt x="346889" y="94916"/>
                </a:cubicBezTo>
                <a:cubicBezTo>
                  <a:pt x="344924" y="94412"/>
                  <a:pt x="343185" y="93631"/>
                  <a:pt x="341673" y="92575"/>
                </a:cubicBezTo>
                <a:cubicBezTo>
                  <a:pt x="340162" y="91517"/>
                  <a:pt x="338927" y="90157"/>
                  <a:pt x="337969" y="88496"/>
                </a:cubicBezTo>
                <a:cubicBezTo>
                  <a:pt x="337012" y="86835"/>
                  <a:pt x="336534" y="84847"/>
                  <a:pt x="336534" y="82531"/>
                </a:cubicBezTo>
                <a:close/>
                <a:moveTo>
                  <a:pt x="440548" y="93899"/>
                </a:moveTo>
                <a:cubicBezTo>
                  <a:pt x="437120" y="93899"/>
                  <a:pt x="434196" y="93194"/>
                  <a:pt x="431777" y="91783"/>
                </a:cubicBezTo>
                <a:cubicBezTo>
                  <a:pt x="429359" y="90372"/>
                  <a:pt x="427419" y="88531"/>
                  <a:pt x="425957" y="86263"/>
                </a:cubicBezTo>
                <a:cubicBezTo>
                  <a:pt x="424496" y="83995"/>
                  <a:pt x="423438" y="81349"/>
                  <a:pt x="422783" y="78325"/>
                </a:cubicBezTo>
                <a:cubicBezTo>
                  <a:pt x="422127" y="75300"/>
                  <a:pt x="421800" y="72225"/>
                  <a:pt x="421800" y="69100"/>
                </a:cubicBezTo>
                <a:cubicBezTo>
                  <a:pt x="421800" y="65875"/>
                  <a:pt x="422102" y="62751"/>
                  <a:pt x="422706" y="59727"/>
                </a:cubicBezTo>
                <a:cubicBezTo>
                  <a:pt x="423311" y="56702"/>
                  <a:pt x="424344" y="54031"/>
                  <a:pt x="425805" y="51713"/>
                </a:cubicBezTo>
                <a:cubicBezTo>
                  <a:pt x="427267" y="49394"/>
                  <a:pt x="429183" y="47504"/>
                  <a:pt x="431551" y="46043"/>
                </a:cubicBezTo>
                <a:cubicBezTo>
                  <a:pt x="433919" y="44580"/>
                  <a:pt x="436867" y="43849"/>
                  <a:pt x="440395" y="43849"/>
                </a:cubicBezTo>
                <a:cubicBezTo>
                  <a:pt x="443823" y="43849"/>
                  <a:pt x="446722" y="44580"/>
                  <a:pt x="449090" y="46043"/>
                </a:cubicBezTo>
                <a:cubicBezTo>
                  <a:pt x="451458" y="47504"/>
                  <a:pt x="453399" y="49419"/>
                  <a:pt x="454910" y="51789"/>
                </a:cubicBezTo>
                <a:cubicBezTo>
                  <a:pt x="456422" y="54158"/>
                  <a:pt x="457505" y="56854"/>
                  <a:pt x="458161" y="59877"/>
                </a:cubicBezTo>
                <a:cubicBezTo>
                  <a:pt x="458816" y="62901"/>
                  <a:pt x="459143" y="65975"/>
                  <a:pt x="459143" y="69100"/>
                </a:cubicBezTo>
                <a:cubicBezTo>
                  <a:pt x="459143" y="72225"/>
                  <a:pt x="458841" y="75300"/>
                  <a:pt x="458237" y="78325"/>
                </a:cubicBezTo>
                <a:cubicBezTo>
                  <a:pt x="457632" y="81349"/>
                  <a:pt x="456599" y="83995"/>
                  <a:pt x="455136" y="86263"/>
                </a:cubicBezTo>
                <a:cubicBezTo>
                  <a:pt x="453675" y="88531"/>
                  <a:pt x="451761" y="90372"/>
                  <a:pt x="449392" y="91783"/>
                </a:cubicBezTo>
                <a:cubicBezTo>
                  <a:pt x="447024" y="93194"/>
                  <a:pt x="444076" y="93899"/>
                  <a:pt x="440548" y="93899"/>
                </a:cubicBezTo>
                <a:moveTo>
                  <a:pt x="401089" y="29775"/>
                </a:moveTo>
                <a:lnTo>
                  <a:pt x="401089" y="135238"/>
                </a:lnTo>
                <a:lnTo>
                  <a:pt x="422556" y="135238"/>
                </a:lnTo>
                <a:lnTo>
                  <a:pt x="422556" y="98303"/>
                </a:lnTo>
                <a:lnTo>
                  <a:pt x="422859" y="98303"/>
                </a:lnTo>
                <a:cubicBezTo>
                  <a:pt x="425479" y="102149"/>
                  <a:pt x="428830" y="105059"/>
                  <a:pt x="432912" y="107032"/>
                </a:cubicBezTo>
                <a:cubicBezTo>
                  <a:pt x="436994" y="109005"/>
                  <a:pt x="441454" y="109991"/>
                  <a:pt x="446292" y="109991"/>
                </a:cubicBezTo>
                <a:cubicBezTo>
                  <a:pt x="452037" y="109991"/>
                  <a:pt x="457052" y="108881"/>
                  <a:pt x="461335" y="106660"/>
                </a:cubicBezTo>
                <a:cubicBezTo>
                  <a:pt x="465618" y="104440"/>
                  <a:pt x="469196" y="101461"/>
                  <a:pt x="472069" y="97726"/>
                </a:cubicBezTo>
                <a:cubicBezTo>
                  <a:pt x="474942" y="93990"/>
                  <a:pt x="477083" y="89699"/>
                  <a:pt x="478493" y="84854"/>
                </a:cubicBezTo>
                <a:cubicBezTo>
                  <a:pt x="479905" y="80008"/>
                  <a:pt x="480611" y="74959"/>
                  <a:pt x="480611" y="69709"/>
                </a:cubicBezTo>
                <a:cubicBezTo>
                  <a:pt x="480611" y="64156"/>
                  <a:pt x="479905" y="58830"/>
                  <a:pt x="478493" y="53732"/>
                </a:cubicBezTo>
                <a:cubicBezTo>
                  <a:pt x="477083" y="48633"/>
                  <a:pt x="474916" y="44167"/>
                  <a:pt x="471993" y="40331"/>
                </a:cubicBezTo>
                <a:cubicBezTo>
                  <a:pt x="469071" y="36494"/>
                  <a:pt x="465392" y="33414"/>
                  <a:pt x="460957" y="31092"/>
                </a:cubicBezTo>
                <a:cubicBezTo>
                  <a:pt x="456523" y="28770"/>
                  <a:pt x="451232" y="27609"/>
                  <a:pt x="445083" y="27609"/>
                </a:cubicBezTo>
                <a:cubicBezTo>
                  <a:pt x="440245" y="27609"/>
                  <a:pt x="435809" y="28570"/>
                  <a:pt x="431777" y="30492"/>
                </a:cubicBezTo>
                <a:cubicBezTo>
                  <a:pt x="427746" y="32415"/>
                  <a:pt x="424420" y="35501"/>
                  <a:pt x="421800" y="39752"/>
                </a:cubicBezTo>
                <a:lnTo>
                  <a:pt x="421498" y="39752"/>
                </a:lnTo>
                <a:lnTo>
                  <a:pt x="421498" y="29775"/>
                </a:lnTo>
                <a:lnTo>
                  <a:pt x="401089" y="29775"/>
                </a:lnTo>
                <a:close/>
                <a:moveTo>
                  <a:pt x="512509" y="68950"/>
                </a:moveTo>
                <a:cubicBezTo>
                  <a:pt x="512509" y="65825"/>
                  <a:pt x="512811" y="62751"/>
                  <a:pt x="513416" y="59727"/>
                </a:cubicBezTo>
                <a:cubicBezTo>
                  <a:pt x="514020" y="56702"/>
                  <a:pt x="515053" y="54031"/>
                  <a:pt x="516514" y="51713"/>
                </a:cubicBezTo>
                <a:cubicBezTo>
                  <a:pt x="517976" y="49394"/>
                  <a:pt x="519917" y="47504"/>
                  <a:pt x="522336" y="46043"/>
                </a:cubicBezTo>
                <a:cubicBezTo>
                  <a:pt x="524755" y="44580"/>
                  <a:pt x="527779" y="43849"/>
                  <a:pt x="531407" y="43849"/>
                </a:cubicBezTo>
                <a:cubicBezTo>
                  <a:pt x="535036" y="43849"/>
                  <a:pt x="538085" y="44580"/>
                  <a:pt x="540554" y="46043"/>
                </a:cubicBezTo>
                <a:cubicBezTo>
                  <a:pt x="543024" y="47504"/>
                  <a:pt x="544989" y="49394"/>
                  <a:pt x="546450" y="51713"/>
                </a:cubicBezTo>
                <a:cubicBezTo>
                  <a:pt x="547913" y="54031"/>
                  <a:pt x="548946" y="56702"/>
                  <a:pt x="549550" y="59727"/>
                </a:cubicBezTo>
                <a:cubicBezTo>
                  <a:pt x="550155" y="62751"/>
                  <a:pt x="550457" y="65825"/>
                  <a:pt x="550457" y="68950"/>
                </a:cubicBezTo>
                <a:cubicBezTo>
                  <a:pt x="550457" y="72075"/>
                  <a:pt x="550155" y="75125"/>
                  <a:pt x="549550" y="78099"/>
                </a:cubicBezTo>
                <a:cubicBezTo>
                  <a:pt x="548946" y="81072"/>
                  <a:pt x="547913" y="83743"/>
                  <a:pt x="546450" y="86113"/>
                </a:cubicBezTo>
                <a:cubicBezTo>
                  <a:pt x="544989" y="88481"/>
                  <a:pt x="543024" y="90372"/>
                  <a:pt x="540554" y="91783"/>
                </a:cubicBezTo>
                <a:cubicBezTo>
                  <a:pt x="538085" y="93194"/>
                  <a:pt x="535036" y="93899"/>
                  <a:pt x="531407" y="93899"/>
                </a:cubicBezTo>
                <a:cubicBezTo>
                  <a:pt x="527779" y="93899"/>
                  <a:pt x="524755" y="93194"/>
                  <a:pt x="522336" y="91783"/>
                </a:cubicBezTo>
                <a:cubicBezTo>
                  <a:pt x="519917" y="90372"/>
                  <a:pt x="517976" y="88481"/>
                  <a:pt x="516514" y="86113"/>
                </a:cubicBezTo>
                <a:cubicBezTo>
                  <a:pt x="515053" y="83743"/>
                  <a:pt x="514020" y="81072"/>
                  <a:pt x="513416" y="78099"/>
                </a:cubicBezTo>
                <a:cubicBezTo>
                  <a:pt x="512811" y="75125"/>
                  <a:pt x="512509" y="72075"/>
                  <a:pt x="512509" y="68950"/>
                </a:cubicBezTo>
                <a:moveTo>
                  <a:pt x="491041" y="68952"/>
                </a:moveTo>
                <a:cubicBezTo>
                  <a:pt x="491041" y="75212"/>
                  <a:pt x="491999" y="80865"/>
                  <a:pt x="493913" y="85912"/>
                </a:cubicBezTo>
                <a:cubicBezTo>
                  <a:pt x="495828" y="90960"/>
                  <a:pt x="498549" y="95276"/>
                  <a:pt x="502077" y="98861"/>
                </a:cubicBezTo>
                <a:cubicBezTo>
                  <a:pt x="505605" y="102444"/>
                  <a:pt x="509838" y="105195"/>
                  <a:pt x="514777" y="107115"/>
                </a:cubicBezTo>
                <a:cubicBezTo>
                  <a:pt x="519716" y="109033"/>
                  <a:pt x="525260" y="109991"/>
                  <a:pt x="531407" y="109991"/>
                </a:cubicBezTo>
                <a:cubicBezTo>
                  <a:pt x="537555" y="109991"/>
                  <a:pt x="543124" y="109033"/>
                  <a:pt x="548113" y="107115"/>
                </a:cubicBezTo>
                <a:cubicBezTo>
                  <a:pt x="553102" y="105195"/>
                  <a:pt x="557361" y="102444"/>
                  <a:pt x="560889" y="98861"/>
                </a:cubicBezTo>
                <a:cubicBezTo>
                  <a:pt x="564417" y="95276"/>
                  <a:pt x="567138" y="90960"/>
                  <a:pt x="569053" y="85912"/>
                </a:cubicBezTo>
                <a:cubicBezTo>
                  <a:pt x="570967" y="80865"/>
                  <a:pt x="571925" y="75212"/>
                  <a:pt x="571925" y="68952"/>
                </a:cubicBezTo>
                <a:cubicBezTo>
                  <a:pt x="571925" y="62693"/>
                  <a:pt x="570967" y="57014"/>
                  <a:pt x="569053" y="51916"/>
                </a:cubicBezTo>
                <a:cubicBezTo>
                  <a:pt x="567138" y="46816"/>
                  <a:pt x="564417" y="42475"/>
                  <a:pt x="560889" y="38891"/>
                </a:cubicBezTo>
                <a:cubicBezTo>
                  <a:pt x="557361" y="35307"/>
                  <a:pt x="553102" y="32530"/>
                  <a:pt x="548113" y="30561"/>
                </a:cubicBezTo>
                <a:cubicBezTo>
                  <a:pt x="543124" y="28593"/>
                  <a:pt x="537555" y="27609"/>
                  <a:pt x="531407" y="27609"/>
                </a:cubicBezTo>
                <a:cubicBezTo>
                  <a:pt x="525260" y="27609"/>
                  <a:pt x="519716" y="28593"/>
                  <a:pt x="514777" y="30561"/>
                </a:cubicBezTo>
                <a:cubicBezTo>
                  <a:pt x="509838" y="32530"/>
                  <a:pt x="505605" y="35307"/>
                  <a:pt x="502077" y="38891"/>
                </a:cubicBezTo>
                <a:cubicBezTo>
                  <a:pt x="498549" y="42475"/>
                  <a:pt x="495828" y="46816"/>
                  <a:pt x="493913" y="51916"/>
                </a:cubicBezTo>
                <a:cubicBezTo>
                  <a:pt x="491999" y="57014"/>
                  <a:pt x="491041" y="62693"/>
                  <a:pt x="491041" y="68952"/>
                </a:cubicBezTo>
                <a:close/>
                <a:moveTo>
                  <a:pt x="585834" y="29761"/>
                </a:moveTo>
                <a:lnTo>
                  <a:pt x="585834" y="107925"/>
                </a:lnTo>
                <a:lnTo>
                  <a:pt x="607302" y="107925"/>
                </a:lnTo>
                <a:lnTo>
                  <a:pt x="607302" y="66959"/>
                </a:lnTo>
                <a:cubicBezTo>
                  <a:pt x="607302" y="58997"/>
                  <a:pt x="608612" y="53279"/>
                  <a:pt x="611232" y="49803"/>
                </a:cubicBezTo>
                <a:cubicBezTo>
                  <a:pt x="613853" y="46326"/>
                  <a:pt x="618086" y="44587"/>
                  <a:pt x="623932" y="44587"/>
                </a:cubicBezTo>
                <a:cubicBezTo>
                  <a:pt x="629073" y="44587"/>
                  <a:pt x="632651" y="46174"/>
                  <a:pt x="634666" y="49349"/>
                </a:cubicBezTo>
                <a:cubicBezTo>
                  <a:pt x="636682" y="52523"/>
                  <a:pt x="637690" y="57335"/>
                  <a:pt x="637690" y="63785"/>
                </a:cubicBezTo>
                <a:lnTo>
                  <a:pt x="637690" y="107925"/>
                </a:lnTo>
                <a:lnTo>
                  <a:pt x="659158" y="107925"/>
                </a:lnTo>
                <a:lnTo>
                  <a:pt x="659158" y="59826"/>
                </a:lnTo>
                <a:cubicBezTo>
                  <a:pt x="659158" y="54987"/>
                  <a:pt x="658729" y="50575"/>
                  <a:pt x="657873" y="46592"/>
                </a:cubicBezTo>
                <a:cubicBezTo>
                  <a:pt x="657016" y="42609"/>
                  <a:pt x="655529" y="39231"/>
                  <a:pt x="653411" y="36458"/>
                </a:cubicBezTo>
                <a:cubicBezTo>
                  <a:pt x="651295" y="33685"/>
                  <a:pt x="648398" y="31517"/>
                  <a:pt x="644719" y="29955"/>
                </a:cubicBezTo>
                <a:cubicBezTo>
                  <a:pt x="641040" y="28391"/>
                  <a:pt x="636328" y="27609"/>
                  <a:pt x="630582" y="27609"/>
                </a:cubicBezTo>
                <a:cubicBezTo>
                  <a:pt x="626047" y="27609"/>
                  <a:pt x="621613" y="28644"/>
                  <a:pt x="617279" y="30716"/>
                </a:cubicBezTo>
                <a:cubicBezTo>
                  <a:pt x="612945" y="32788"/>
                  <a:pt x="609418" y="36097"/>
                  <a:pt x="606697" y="40645"/>
                </a:cubicBezTo>
                <a:lnTo>
                  <a:pt x="606243" y="40645"/>
                </a:lnTo>
                <a:lnTo>
                  <a:pt x="606243" y="29761"/>
                </a:lnTo>
                <a:lnTo>
                  <a:pt x="585834" y="29761"/>
                </a:lnTo>
                <a:close/>
                <a:moveTo>
                  <a:pt x="730970" y="68648"/>
                </a:moveTo>
                <a:cubicBezTo>
                  <a:pt x="730970" y="71873"/>
                  <a:pt x="730667" y="74998"/>
                  <a:pt x="730063" y="78023"/>
                </a:cubicBezTo>
                <a:cubicBezTo>
                  <a:pt x="729459" y="81046"/>
                  <a:pt x="728450" y="83743"/>
                  <a:pt x="727039" y="86113"/>
                </a:cubicBezTo>
                <a:cubicBezTo>
                  <a:pt x="725627" y="88481"/>
                  <a:pt x="723737" y="90372"/>
                  <a:pt x="721368" y="91783"/>
                </a:cubicBezTo>
                <a:cubicBezTo>
                  <a:pt x="719000" y="93194"/>
                  <a:pt x="716052" y="93899"/>
                  <a:pt x="712524" y="93899"/>
                </a:cubicBezTo>
                <a:cubicBezTo>
                  <a:pt x="709199" y="93899"/>
                  <a:pt x="706351" y="93168"/>
                  <a:pt x="703982" y="91707"/>
                </a:cubicBezTo>
                <a:cubicBezTo>
                  <a:pt x="701613" y="90245"/>
                  <a:pt x="699648" y="88329"/>
                  <a:pt x="698085" y="85961"/>
                </a:cubicBezTo>
                <a:cubicBezTo>
                  <a:pt x="696524" y="83591"/>
                  <a:pt x="695391" y="80894"/>
                  <a:pt x="694685" y="77871"/>
                </a:cubicBezTo>
                <a:cubicBezTo>
                  <a:pt x="693979" y="74847"/>
                  <a:pt x="693626" y="71823"/>
                  <a:pt x="693626" y="68798"/>
                </a:cubicBezTo>
                <a:cubicBezTo>
                  <a:pt x="693626" y="65573"/>
                  <a:pt x="693954" y="62473"/>
                  <a:pt x="694609" y="59499"/>
                </a:cubicBezTo>
                <a:cubicBezTo>
                  <a:pt x="695264" y="56524"/>
                  <a:pt x="696322" y="53878"/>
                  <a:pt x="697783" y="51561"/>
                </a:cubicBezTo>
                <a:cubicBezTo>
                  <a:pt x="699246" y="49242"/>
                  <a:pt x="701186" y="47377"/>
                  <a:pt x="703603" y="45967"/>
                </a:cubicBezTo>
                <a:cubicBezTo>
                  <a:pt x="706022" y="44555"/>
                  <a:pt x="708996" y="43849"/>
                  <a:pt x="712524" y="43849"/>
                </a:cubicBezTo>
                <a:cubicBezTo>
                  <a:pt x="716052" y="43849"/>
                  <a:pt x="718975" y="44555"/>
                  <a:pt x="721292" y="45967"/>
                </a:cubicBezTo>
                <a:cubicBezTo>
                  <a:pt x="723611" y="47377"/>
                  <a:pt x="725502" y="49216"/>
                  <a:pt x="726963" y="51485"/>
                </a:cubicBezTo>
                <a:cubicBezTo>
                  <a:pt x="728425" y="53753"/>
                  <a:pt x="729459" y="56374"/>
                  <a:pt x="730063" y="59349"/>
                </a:cubicBezTo>
                <a:cubicBezTo>
                  <a:pt x="730667" y="62322"/>
                  <a:pt x="730970" y="65421"/>
                  <a:pt x="730970" y="68648"/>
                </a:cubicBezTo>
                <a:moveTo>
                  <a:pt x="731272" y="98040"/>
                </a:moveTo>
                <a:lnTo>
                  <a:pt x="731272" y="108024"/>
                </a:lnTo>
                <a:lnTo>
                  <a:pt x="751681" y="108024"/>
                </a:lnTo>
                <a:lnTo>
                  <a:pt x="751681" y="0"/>
                </a:lnTo>
                <a:lnTo>
                  <a:pt x="730213" y="0"/>
                </a:lnTo>
                <a:lnTo>
                  <a:pt x="730213" y="39295"/>
                </a:lnTo>
                <a:lnTo>
                  <a:pt x="729911" y="39295"/>
                </a:lnTo>
                <a:cubicBezTo>
                  <a:pt x="727492" y="35450"/>
                  <a:pt x="724190" y="32541"/>
                  <a:pt x="720007" y="30568"/>
                </a:cubicBezTo>
                <a:cubicBezTo>
                  <a:pt x="715826" y="28595"/>
                  <a:pt x="711417" y="27609"/>
                  <a:pt x="706780" y="27609"/>
                </a:cubicBezTo>
                <a:cubicBezTo>
                  <a:pt x="701034" y="27609"/>
                  <a:pt x="695994" y="28744"/>
                  <a:pt x="691661" y="31016"/>
                </a:cubicBezTo>
                <a:cubicBezTo>
                  <a:pt x="687327" y="33287"/>
                  <a:pt x="683723" y="36291"/>
                  <a:pt x="680851" y="40026"/>
                </a:cubicBezTo>
                <a:cubicBezTo>
                  <a:pt x="677979" y="43762"/>
                  <a:pt x="675812" y="48078"/>
                  <a:pt x="674350" y="52975"/>
                </a:cubicBezTo>
                <a:cubicBezTo>
                  <a:pt x="672889" y="57872"/>
                  <a:pt x="672158" y="62944"/>
                  <a:pt x="672158" y="68193"/>
                </a:cubicBezTo>
                <a:cubicBezTo>
                  <a:pt x="672158" y="73645"/>
                  <a:pt x="672889" y="78896"/>
                  <a:pt x="674350" y="83945"/>
                </a:cubicBezTo>
                <a:cubicBezTo>
                  <a:pt x="675812" y="88992"/>
                  <a:pt x="677979" y="93460"/>
                  <a:pt x="680851" y="97348"/>
                </a:cubicBezTo>
                <a:cubicBezTo>
                  <a:pt x="683723" y="101234"/>
                  <a:pt x="687377" y="104313"/>
                  <a:pt x="691810" y="106584"/>
                </a:cubicBezTo>
                <a:cubicBezTo>
                  <a:pt x="696246" y="108856"/>
                  <a:pt x="701387" y="109991"/>
                  <a:pt x="707234" y="109991"/>
                </a:cubicBezTo>
                <a:cubicBezTo>
                  <a:pt x="712374" y="109991"/>
                  <a:pt x="716985" y="109059"/>
                  <a:pt x="721066" y="107193"/>
                </a:cubicBezTo>
                <a:cubicBezTo>
                  <a:pt x="725149" y="105326"/>
                  <a:pt x="728450" y="102275"/>
                  <a:pt x="730970" y="98040"/>
                </a:cubicBezTo>
                <a:lnTo>
                  <a:pt x="731272" y="98040"/>
                </a:lnTo>
                <a:close/>
                <a:moveTo>
                  <a:pt x="820468" y="60532"/>
                </a:moveTo>
                <a:lnTo>
                  <a:pt x="785546" y="60532"/>
                </a:lnTo>
                <a:cubicBezTo>
                  <a:pt x="785646" y="59016"/>
                  <a:pt x="785973" y="57297"/>
                  <a:pt x="786527" y="55376"/>
                </a:cubicBezTo>
                <a:cubicBezTo>
                  <a:pt x="787082" y="53454"/>
                  <a:pt x="788040" y="51634"/>
                  <a:pt x="789401" y="49916"/>
                </a:cubicBezTo>
                <a:cubicBezTo>
                  <a:pt x="790762" y="48197"/>
                  <a:pt x="792576" y="46756"/>
                  <a:pt x="794843" y="45593"/>
                </a:cubicBezTo>
                <a:cubicBezTo>
                  <a:pt x="797111" y="44430"/>
                  <a:pt x="799959" y="43849"/>
                  <a:pt x="803385" y="43849"/>
                </a:cubicBezTo>
                <a:cubicBezTo>
                  <a:pt x="808627" y="43849"/>
                  <a:pt x="812532" y="45265"/>
                  <a:pt x="815102" y="48096"/>
                </a:cubicBezTo>
                <a:cubicBezTo>
                  <a:pt x="817672" y="50927"/>
                  <a:pt x="819460" y="55073"/>
                  <a:pt x="820468" y="60532"/>
                </a:cubicBezTo>
                <a:moveTo>
                  <a:pt x="785546" y="74115"/>
                </a:moveTo>
                <a:lnTo>
                  <a:pt x="841938" y="74115"/>
                </a:lnTo>
                <a:cubicBezTo>
                  <a:pt x="842341" y="68056"/>
                  <a:pt x="841836" y="62249"/>
                  <a:pt x="840424" y="56694"/>
                </a:cubicBezTo>
                <a:cubicBezTo>
                  <a:pt x="839014" y="51139"/>
                  <a:pt x="836721" y="46190"/>
                  <a:pt x="833545" y="41849"/>
                </a:cubicBezTo>
                <a:cubicBezTo>
                  <a:pt x="830371" y="37506"/>
                  <a:pt x="826314" y="34047"/>
                  <a:pt x="821374" y="31473"/>
                </a:cubicBezTo>
                <a:cubicBezTo>
                  <a:pt x="816436" y="28897"/>
                  <a:pt x="810641" y="27609"/>
                  <a:pt x="803990" y="27609"/>
                </a:cubicBezTo>
                <a:cubicBezTo>
                  <a:pt x="798043" y="27609"/>
                  <a:pt x="792625" y="28669"/>
                  <a:pt x="787738" y="30790"/>
                </a:cubicBezTo>
                <a:cubicBezTo>
                  <a:pt x="782850" y="32909"/>
                  <a:pt x="778643" y="35811"/>
                  <a:pt x="775115" y="39496"/>
                </a:cubicBezTo>
                <a:cubicBezTo>
                  <a:pt x="771587" y="43181"/>
                  <a:pt x="768865" y="47548"/>
                  <a:pt x="766951" y="52597"/>
                </a:cubicBezTo>
                <a:cubicBezTo>
                  <a:pt x="765036" y="57644"/>
                  <a:pt x="764079" y="63096"/>
                  <a:pt x="764079" y="68952"/>
                </a:cubicBezTo>
                <a:cubicBezTo>
                  <a:pt x="764079" y="75009"/>
                  <a:pt x="765011" y="80561"/>
                  <a:pt x="766875" y="85610"/>
                </a:cubicBezTo>
                <a:cubicBezTo>
                  <a:pt x="768740" y="90658"/>
                  <a:pt x="771386" y="94999"/>
                  <a:pt x="774812" y="98635"/>
                </a:cubicBezTo>
                <a:cubicBezTo>
                  <a:pt x="778239" y="102269"/>
                  <a:pt x="782421" y="105070"/>
                  <a:pt x="787359" y="107039"/>
                </a:cubicBezTo>
                <a:cubicBezTo>
                  <a:pt x="792298" y="109007"/>
                  <a:pt x="797841" y="109991"/>
                  <a:pt x="803990" y="109991"/>
                </a:cubicBezTo>
                <a:cubicBezTo>
                  <a:pt x="812859" y="109991"/>
                  <a:pt x="820418" y="107978"/>
                  <a:pt x="826666" y="103950"/>
                </a:cubicBezTo>
                <a:cubicBezTo>
                  <a:pt x="832916" y="99922"/>
                  <a:pt x="837553" y="93225"/>
                  <a:pt x="840577" y="83859"/>
                </a:cubicBezTo>
                <a:lnTo>
                  <a:pt x="821679" y="83859"/>
                </a:lnTo>
                <a:cubicBezTo>
                  <a:pt x="820973" y="86257"/>
                  <a:pt x="819057" y="88530"/>
                  <a:pt x="815932" y="90678"/>
                </a:cubicBezTo>
                <a:cubicBezTo>
                  <a:pt x="812809" y="92825"/>
                  <a:pt x="809080" y="93899"/>
                  <a:pt x="804746" y="93899"/>
                </a:cubicBezTo>
                <a:cubicBezTo>
                  <a:pt x="798699" y="93899"/>
                  <a:pt x="794062" y="92339"/>
                  <a:pt x="790836" y="89218"/>
                </a:cubicBezTo>
                <a:cubicBezTo>
                  <a:pt x="787611" y="86096"/>
                  <a:pt x="785848" y="81062"/>
                  <a:pt x="785546" y="74115"/>
                </a:cubicBezTo>
                <a:close/>
                <a:moveTo>
                  <a:pt x="854637" y="29706"/>
                </a:moveTo>
                <a:lnTo>
                  <a:pt x="854637" y="107925"/>
                </a:lnTo>
                <a:lnTo>
                  <a:pt x="876104" y="107925"/>
                </a:lnTo>
                <a:lnTo>
                  <a:pt x="876104" y="72662"/>
                </a:lnTo>
                <a:cubicBezTo>
                  <a:pt x="876104" y="69131"/>
                  <a:pt x="876457" y="65852"/>
                  <a:pt x="877163" y="62825"/>
                </a:cubicBezTo>
                <a:cubicBezTo>
                  <a:pt x="877869" y="59799"/>
                  <a:pt x="879053" y="57150"/>
                  <a:pt x="880716" y="54880"/>
                </a:cubicBezTo>
                <a:cubicBezTo>
                  <a:pt x="882378" y="52610"/>
                  <a:pt x="884570" y="50820"/>
                  <a:pt x="887290" y="49508"/>
                </a:cubicBezTo>
                <a:cubicBezTo>
                  <a:pt x="890012" y="48196"/>
                  <a:pt x="893339" y="47540"/>
                  <a:pt x="897270" y="47540"/>
                </a:cubicBezTo>
                <a:cubicBezTo>
                  <a:pt x="898580" y="47540"/>
                  <a:pt x="899940" y="47616"/>
                  <a:pt x="901351" y="47768"/>
                </a:cubicBezTo>
                <a:cubicBezTo>
                  <a:pt x="902763" y="47919"/>
                  <a:pt x="903972" y="48095"/>
                  <a:pt x="904979" y="48297"/>
                </a:cubicBezTo>
                <a:lnTo>
                  <a:pt x="904979" y="28363"/>
                </a:lnTo>
                <a:cubicBezTo>
                  <a:pt x="903266" y="27860"/>
                  <a:pt x="901704" y="27609"/>
                  <a:pt x="900294" y="27609"/>
                </a:cubicBezTo>
                <a:cubicBezTo>
                  <a:pt x="897572" y="27609"/>
                  <a:pt x="894951" y="28012"/>
                  <a:pt x="892432" y="28817"/>
                </a:cubicBezTo>
                <a:cubicBezTo>
                  <a:pt x="889913" y="29622"/>
                  <a:pt x="887545" y="30754"/>
                  <a:pt x="885327" y="32213"/>
                </a:cubicBezTo>
                <a:cubicBezTo>
                  <a:pt x="883110" y="33673"/>
                  <a:pt x="881144" y="35434"/>
                  <a:pt x="879431" y="37498"/>
                </a:cubicBezTo>
                <a:cubicBezTo>
                  <a:pt x="877718" y="39562"/>
                  <a:pt x="876357" y="41802"/>
                  <a:pt x="875348" y="44218"/>
                </a:cubicBezTo>
                <a:lnTo>
                  <a:pt x="875046" y="44218"/>
                </a:lnTo>
                <a:lnTo>
                  <a:pt x="875046" y="29706"/>
                </a:lnTo>
                <a:lnTo>
                  <a:pt x="854637" y="297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(Freq.&amp;Polar.)">
            <a:extLst xmlns:a="http://schemas.openxmlformats.org/drawingml/2006/main">
              <a:ext uri="{FF2B5EF4-FFF2-40B4-BE49-F238E27FC236}">
                <a16:creationId xmlns:a16="http://schemas.microsoft.com/office/drawing/2014/main" id="{68AA710A-39A1-4532-9ACC-8BC528B3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39" y="2058626"/>
            <a:ext cx="968629" cy="140405"/>
          </a:xfrm>
          <a:custGeom xmlns:a="http://schemas.openxmlformats.org/drawingml/2006/main">
            <a:pathLst>
              <a:path w="968629" h="140405">
                <a:moveTo>
                  <a:pt x="23735" y="140405"/>
                </a:moveTo>
                <a:lnTo>
                  <a:pt x="33563" y="140405"/>
                </a:lnTo>
                <a:cubicBezTo>
                  <a:pt x="26407" y="128806"/>
                  <a:pt x="21292" y="117308"/>
                  <a:pt x="18217" y="105911"/>
                </a:cubicBezTo>
                <a:cubicBezTo>
                  <a:pt x="15143" y="94512"/>
                  <a:pt x="13606" y="82457"/>
                  <a:pt x="13606" y="69748"/>
                </a:cubicBezTo>
                <a:cubicBezTo>
                  <a:pt x="13606" y="57342"/>
                  <a:pt x="15118" y="45491"/>
                  <a:pt x="18141" y="34195"/>
                </a:cubicBezTo>
                <a:cubicBezTo>
                  <a:pt x="21166" y="22897"/>
                  <a:pt x="26307" y="11499"/>
                  <a:pt x="33563" y="0"/>
                </a:cubicBezTo>
                <a:lnTo>
                  <a:pt x="23735" y="0"/>
                </a:lnTo>
                <a:cubicBezTo>
                  <a:pt x="15874" y="10389"/>
                  <a:pt x="9952" y="21635"/>
                  <a:pt x="5970" y="33740"/>
                </a:cubicBezTo>
                <a:cubicBezTo>
                  <a:pt x="1990" y="45844"/>
                  <a:pt x="0" y="57846"/>
                  <a:pt x="0" y="69748"/>
                </a:cubicBezTo>
                <a:cubicBezTo>
                  <a:pt x="0" y="76406"/>
                  <a:pt x="554" y="82760"/>
                  <a:pt x="1663" y="88812"/>
                </a:cubicBezTo>
                <a:cubicBezTo>
                  <a:pt x="2772" y="94864"/>
                  <a:pt x="4359" y="100765"/>
                  <a:pt x="6425" y="106515"/>
                </a:cubicBezTo>
                <a:cubicBezTo>
                  <a:pt x="8492" y="112264"/>
                  <a:pt x="10986" y="117937"/>
                  <a:pt x="13908" y="123535"/>
                </a:cubicBezTo>
                <a:cubicBezTo>
                  <a:pt x="16832" y="129133"/>
                  <a:pt x="20107" y="134756"/>
                  <a:pt x="23735" y="140405"/>
                </a:cubicBezTo>
                <a:close/>
                <a:moveTo>
                  <a:pt x="43843" y="2658"/>
                </a:moveTo>
                <a:lnTo>
                  <a:pt x="43843" y="110582"/>
                </a:lnTo>
                <a:lnTo>
                  <a:pt x="58206" y="110582"/>
                </a:lnTo>
                <a:lnTo>
                  <a:pt x="58206" y="61123"/>
                </a:lnTo>
                <a:lnTo>
                  <a:pt x="107794" y="61123"/>
                </a:lnTo>
                <a:lnTo>
                  <a:pt x="107794" y="49016"/>
                </a:lnTo>
                <a:lnTo>
                  <a:pt x="58206" y="49016"/>
                </a:lnTo>
                <a:lnTo>
                  <a:pt x="58206" y="14764"/>
                </a:lnTo>
                <a:lnTo>
                  <a:pt x="114747" y="14764"/>
                </a:lnTo>
                <a:lnTo>
                  <a:pt x="114747" y="2658"/>
                </a:lnTo>
                <a:lnTo>
                  <a:pt x="43843" y="2658"/>
                </a:lnTo>
                <a:close/>
                <a:moveTo>
                  <a:pt x="128053" y="32377"/>
                </a:moveTo>
                <a:lnTo>
                  <a:pt x="128053" y="110582"/>
                </a:lnTo>
                <a:lnTo>
                  <a:pt x="140902" y="110582"/>
                </a:lnTo>
                <a:lnTo>
                  <a:pt x="140902" y="75774"/>
                </a:lnTo>
                <a:cubicBezTo>
                  <a:pt x="140902" y="70729"/>
                  <a:pt x="141406" y="66266"/>
                  <a:pt x="142413" y="62382"/>
                </a:cubicBezTo>
                <a:cubicBezTo>
                  <a:pt x="143422" y="58498"/>
                  <a:pt x="145035" y="55193"/>
                  <a:pt x="147253" y="52470"/>
                </a:cubicBezTo>
                <a:cubicBezTo>
                  <a:pt x="149471" y="49745"/>
                  <a:pt x="152393" y="47676"/>
                  <a:pt x="156021" y="46264"/>
                </a:cubicBezTo>
                <a:cubicBezTo>
                  <a:pt x="159649" y="44851"/>
                  <a:pt x="164033" y="44144"/>
                  <a:pt x="169173" y="44144"/>
                </a:cubicBezTo>
                <a:lnTo>
                  <a:pt x="169173" y="30561"/>
                </a:lnTo>
                <a:cubicBezTo>
                  <a:pt x="162220" y="30360"/>
                  <a:pt x="156475" y="31772"/>
                  <a:pt x="151938" y="34797"/>
                </a:cubicBezTo>
                <a:cubicBezTo>
                  <a:pt x="147403" y="37822"/>
                  <a:pt x="143573" y="42511"/>
                  <a:pt x="140450" y="48864"/>
                </a:cubicBezTo>
                <a:lnTo>
                  <a:pt x="140148" y="48864"/>
                </a:lnTo>
                <a:lnTo>
                  <a:pt x="140148" y="32377"/>
                </a:lnTo>
                <a:lnTo>
                  <a:pt x="128053" y="32377"/>
                </a:lnTo>
                <a:close/>
                <a:moveTo>
                  <a:pt x="230404" y="64076"/>
                </a:moveTo>
                <a:lnTo>
                  <a:pt x="185503" y="64076"/>
                </a:lnTo>
                <a:cubicBezTo>
                  <a:pt x="185705" y="61041"/>
                  <a:pt x="186360" y="58185"/>
                  <a:pt x="187469" y="55506"/>
                </a:cubicBezTo>
                <a:cubicBezTo>
                  <a:pt x="188577" y="52825"/>
                  <a:pt x="190089" y="50473"/>
                  <a:pt x="192004" y="48451"/>
                </a:cubicBezTo>
                <a:cubicBezTo>
                  <a:pt x="193919" y="46429"/>
                  <a:pt x="196212" y="44836"/>
                  <a:pt x="198883" y="43674"/>
                </a:cubicBezTo>
                <a:cubicBezTo>
                  <a:pt x="201554" y="42511"/>
                  <a:pt x="204552" y="41930"/>
                  <a:pt x="207877" y="41930"/>
                </a:cubicBezTo>
                <a:cubicBezTo>
                  <a:pt x="211102" y="41930"/>
                  <a:pt x="214051" y="42511"/>
                  <a:pt x="216722" y="43674"/>
                </a:cubicBezTo>
                <a:cubicBezTo>
                  <a:pt x="219393" y="44836"/>
                  <a:pt x="221712" y="46404"/>
                  <a:pt x="223677" y="48377"/>
                </a:cubicBezTo>
                <a:cubicBezTo>
                  <a:pt x="225643" y="50349"/>
                  <a:pt x="227204" y="52700"/>
                  <a:pt x="228362" y="55429"/>
                </a:cubicBezTo>
                <a:cubicBezTo>
                  <a:pt x="229522" y="58159"/>
                  <a:pt x="230203" y="61041"/>
                  <a:pt x="230404" y="64076"/>
                </a:cubicBezTo>
                <a:moveTo>
                  <a:pt x="242801" y="85779"/>
                </a:moveTo>
                <a:lnTo>
                  <a:pt x="230102" y="85779"/>
                </a:lnTo>
                <a:cubicBezTo>
                  <a:pt x="228993" y="90898"/>
                  <a:pt x="226700" y="94713"/>
                  <a:pt x="223223" y="97223"/>
                </a:cubicBezTo>
                <a:cubicBezTo>
                  <a:pt x="219746" y="99731"/>
                  <a:pt x="215286" y="100985"/>
                  <a:pt x="209843" y="100985"/>
                </a:cubicBezTo>
                <a:cubicBezTo>
                  <a:pt x="205611" y="100985"/>
                  <a:pt x="201932" y="100284"/>
                  <a:pt x="198807" y="98882"/>
                </a:cubicBezTo>
                <a:cubicBezTo>
                  <a:pt x="195683" y="97479"/>
                  <a:pt x="193113" y="95601"/>
                  <a:pt x="191097" y="93248"/>
                </a:cubicBezTo>
                <a:cubicBezTo>
                  <a:pt x="189081" y="90894"/>
                  <a:pt x="187619" y="88189"/>
                  <a:pt x="186712" y="85135"/>
                </a:cubicBezTo>
                <a:cubicBezTo>
                  <a:pt x="185805" y="82079"/>
                  <a:pt x="185402" y="78849"/>
                  <a:pt x="185503" y="75444"/>
                </a:cubicBezTo>
                <a:lnTo>
                  <a:pt x="244010" y="75444"/>
                </a:lnTo>
                <a:cubicBezTo>
                  <a:pt x="244211" y="70693"/>
                  <a:pt x="243783" y="65690"/>
                  <a:pt x="242725" y="60433"/>
                </a:cubicBezTo>
                <a:cubicBezTo>
                  <a:pt x="241667" y="55176"/>
                  <a:pt x="239751" y="50324"/>
                  <a:pt x="236979" y="45877"/>
                </a:cubicBezTo>
                <a:cubicBezTo>
                  <a:pt x="234207" y="41429"/>
                  <a:pt x="230529" y="37765"/>
                  <a:pt x="225943" y="34884"/>
                </a:cubicBezTo>
                <a:cubicBezTo>
                  <a:pt x="221356" y="32002"/>
                  <a:pt x="215586" y="30561"/>
                  <a:pt x="208632" y="30561"/>
                </a:cubicBezTo>
                <a:cubicBezTo>
                  <a:pt x="203291" y="30561"/>
                  <a:pt x="198377" y="31569"/>
                  <a:pt x="193891" y="33586"/>
                </a:cubicBezTo>
                <a:cubicBezTo>
                  <a:pt x="189406" y="35602"/>
                  <a:pt x="185526" y="38425"/>
                  <a:pt x="182250" y="42054"/>
                </a:cubicBezTo>
                <a:cubicBezTo>
                  <a:pt x="178975" y="45682"/>
                  <a:pt x="176429" y="49966"/>
                  <a:pt x="174615" y="54906"/>
                </a:cubicBezTo>
                <a:cubicBezTo>
                  <a:pt x="172802" y="59844"/>
                  <a:pt x="171895" y="65286"/>
                  <a:pt x="171895" y="71231"/>
                </a:cubicBezTo>
                <a:cubicBezTo>
                  <a:pt x="172096" y="77179"/>
                  <a:pt x="172978" y="82672"/>
                  <a:pt x="174541" y="87712"/>
                </a:cubicBezTo>
                <a:cubicBezTo>
                  <a:pt x="176103" y="92751"/>
                  <a:pt x="178446" y="97086"/>
                  <a:pt x="181570" y="100716"/>
                </a:cubicBezTo>
                <a:cubicBezTo>
                  <a:pt x="184695" y="104343"/>
                  <a:pt x="188551" y="107166"/>
                  <a:pt x="193137" y="109182"/>
                </a:cubicBezTo>
                <a:cubicBezTo>
                  <a:pt x="197723" y="111198"/>
                  <a:pt x="203140" y="112206"/>
                  <a:pt x="209388" y="112206"/>
                </a:cubicBezTo>
                <a:cubicBezTo>
                  <a:pt x="218259" y="112206"/>
                  <a:pt x="225617" y="109991"/>
                  <a:pt x="231463" y="105562"/>
                </a:cubicBezTo>
                <a:cubicBezTo>
                  <a:pt x="237308" y="101132"/>
                  <a:pt x="241088" y="94537"/>
                  <a:pt x="242801" y="85779"/>
                </a:cubicBezTo>
                <a:close/>
                <a:moveTo>
                  <a:pt x="266687" y="72138"/>
                </a:moveTo>
                <a:cubicBezTo>
                  <a:pt x="266687" y="68312"/>
                  <a:pt x="267090" y="64586"/>
                  <a:pt x="267896" y="60961"/>
                </a:cubicBezTo>
                <a:cubicBezTo>
                  <a:pt x="268704" y="57336"/>
                  <a:pt x="270014" y="54115"/>
                  <a:pt x="271827" y="51296"/>
                </a:cubicBezTo>
                <a:cubicBezTo>
                  <a:pt x="273642" y="48475"/>
                  <a:pt x="276061" y="46209"/>
                  <a:pt x="279084" y="44497"/>
                </a:cubicBezTo>
                <a:cubicBezTo>
                  <a:pt x="282108" y="42785"/>
                  <a:pt x="285787" y="41930"/>
                  <a:pt x="290121" y="41930"/>
                </a:cubicBezTo>
                <a:cubicBezTo>
                  <a:pt x="294554" y="41930"/>
                  <a:pt x="298334" y="42761"/>
                  <a:pt x="301459" y="44423"/>
                </a:cubicBezTo>
                <a:cubicBezTo>
                  <a:pt x="304584" y="46084"/>
                  <a:pt x="307128" y="48274"/>
                  <a:pt x="309092" y="50993"/>
                </a:cubicBezTo>
                <a:cubicBezTo>
                  <a:pt x="311058" y="53711"/>
                  <a:pt x="312494" y="56857"/>
                  <a:pt x="313401" y="60433"/>
                </a:cubicBezTo>
                <a:cubicBezTo>
                  <a:pt x="314309" y="64007"/>
                  <a:pt x="314763" y="67707"/>
                  <a:pt x="314763" y="71534"/>
                </a:cubicBezTo>
                <a:cubicBezTo>
                  <a:pt x="314763" y="75159"/>
                  <a:pt x="314334" y="78733"/>
                  <a:pt x="313478" y="82258"/>
                </a:cubicBezTo>
                <a:cubicBezTo>
                  <a:pt x="312621" y="85782"/>
                  <a:pt x="311235" y="88928"/>
                  <a:pt x="309321" y="91698"/>
                </a:cubicBezTo>
                <a:cubicBezTo>
                  <a:pt x="307406" y="94466"/>
                  <a:pt x="304937" y="96706"/>
                  <a:pt x="301913" y="98418"/>
                </a:cubicBezTo>
                <a:cubicBezTo>
                  <a:pt x="298890" y="100130"/>
                  <a:pt x="295211" y="100985"/>
                  <a:pt x="290877" y="100985"/>
                </a:cubicBezTo>
                <a:cubicBezTo>
                  <a:pt x="286745" y="100985"/>
                  <a:pt x="283141" y="100180"/>
                  <a:pt x="280067" y="98570"/>
                </a:cubicBezTo>
                <a:cubicBezTo>
                  <a:pt x="276993" y="96958"/>
                  <a:pt x="274473" y="94793"/>
                  <a:pt x="272508" y="92074"/>
                </a:cubicBezTo>
                <a:cubicBezTo>
                  <a:pt x="270542" y="89355"/>
                  <a:pt x="269080" y="86259"/>
                  <a:pt x="268122" y="82787"/>
                </a:cubicBezTo>
                <a:cubicBezTo>
                  <a:pt x="267166" y="79312"/>
                  <a:pt x="266687" y="75763"/>
                  <a:pt x="266687" y="72138"/>
                </a:cubicBezTo>
                <a:moveTo>
                  <a:pt x="327160" y="140405"/>
                </a:moveTo>
                <a:lnTo>
                  <a:pt x="327160" y="32377"/>
                </a:lnTo>
                <a:lnTo>
                  <a:pt x="314308" y="32377"/>
                </a:lnTo>
                <a:lnTo>
                  <a:pt x="314308" y="42818"/>
                </a:lnTo>
                <a:lnTo>
                  <a:pt x="314006" y="42818"/>
                </a:lnTo>
                <a:cubicBezTo>
                  <a:pt x="312594" y="40497"/>
                  <a:pt x="310855" y="38555"/>
                  <a:pt x="308788" y="36993"/>
                </a:cubicBezTo>
                <a:cubicBezTo>
                  <a:pt x="306722" y="35429"/>
                  <a:pt x="304531" y="34168"/>
                  <a:pt x="302213" y="33210"/>
                </a:cubicBezTo>
                <a:cubicBezTo>
                  <a:pt x="299896" y="32252"/>
                  <a:pt x="297577" y="31571"/>
                  <a:pt x="295258" y="31168"/>
                </a:cubicBezTo>
                <a:cubicBezTo>
                  <a:pt x="292940" y="30764"/>
                  <a:pt x="290773" y="30561"/>
                  <a:pt x="288757" y="30561"/>
                </a:cubicBezTo>
                <a:cubicBezTo>
                  <a:pt x="282812" y="30561"/>
                  <a:pt x="277596" y="31645"/>
                  <a:pt x="273110" y="33812"/>
                </a:cubicBezTo>
                <a:cubicBezTo>
                  <a:pt x="268625" y="35979"/>
                  <a:pt x="264896" y="38902"/>
                  <a:pt x="261924" y="42582"/>
                </a:cubicBezTo>
                <a:cubicBezTo>
                  <a:pt x="258951" y="46261"/>
                  <a:pt x="256733" y="50570"/>
                  <a:pt x="255271" y="55510"/>
                </a:cubicBezTo>
                <a:cubicBezTo>
                  <a:pt x="253810" y="60448"/>
                  <a:pt x="253079" y="65689"/>
                  <a:pt x="253079" y="71231"/>
                </a:cubicBezTo>
                <a:cubicBezTo>
                  <a:pt x="253079" y="76776"/>
                  <a:pt x="253835" y="82018"/>
                  <a:pt x="255347" y="86957"/>
                </a:cubicBezTo>
                <a:cubicBezTo>
                  <a:pt x="256859" y="91896"/>
                  <a:pt x="259101" y="96229"/>
                  <a:pt x="262074" y="99959"/>
                </a:cubicBezTo>
                <a:cubicBezTo>
                  <a:pt x="265048" y="103688"/>
                  <a:pt x="268777" y="106662"/>
                  <a:pt x="273262" y="108880"/>
                </a:cubicBezTo>
                <a:cubicBezTo>
                  <a:pt x="277746" y="111097"/>
                  <a:pt x="283013" y="112206"/>
                  <a:pt x="289062" y="112206"/>
                </a:cubicBezTo>
                <a:cubicBezTo>
                  <a:pt x="294504" y="112206"/>
                  <a:pt x="299493" y="111249"/>
                  <a:pt x="304029" y="109334"/>
                </a:cubicBezTo>
                <a:cubicBezTo>
                  <a:pt x="308564" y="107419"/>
                  <a:pt x="311890" y="104294"/>
                  <a:pt x="314006" y="99959"/>
                </a:cubicBezTo>
                <a:lnTo>
                  <a:pt x="314308" y="99959"/>
                </a:lnTo>
                <a:lnTo>
                  <a:pt x="314308" y="140405"/>
                </a:lnTo>
                <a:lnTo>
                  <a:pt x="327160" y="140405"/>
                </a:lnTo>
                <a:close/>
                <a:moveTo>
                  <a:pt x="349836" y="93751"/>
                </a:moveTo>
                <a:lnTo>
                  <a:pt x="349836" y="110582"/>
                </a:lnTo>
                <a:lnTo>
                  <a:pt x="366619" y="110582"/>
                </a:lnTo>
                <a:lnTo>
                  <a:pt x="366619" y="93751"/>
                </a:lnTo>
                <a:lnTo>
                  <a:pt x="349836" y="93751"/>
                </a:lnTo>
                <a:close/>
                <a:moveTo>
                  <a:pt x="462921" y="44264"/>
                </a:moveTo>
                <a:cubicBezTo>
                  <a:pt x="461712" y="42752"/>
                  <a:pt x="460503" y="41241"/>
                  <a:pt x="459292" y="39729"/>
                </a:cubicBezTo>
                <a:cubicBezTo>
                  <a:pt x="458084" y="38217"/>
                  <a:pt x="456975" y="36680"/>
                  <a:pt x="455966" y="35117"/>
                </a:cubicBezTo>
                <a:cubicBezTo>
                  <a:pt x="454959" y="33555"/>
                  <a:pt x="454127" y="31968"/>
                  <a:pt x="453472" y="30356"/>
                </a:cubicBezTo>
                <a:cubicBezTo>
                  <a:pt x="452817" y="28743"/>
                  <a:pt x="452489" y="27130"/>
                  <a:pt x="452489" y="25516"/>
                </a:cubicBezTo>
                <a:cubicBezTo>
                  <a:pt x="452489" y="21585"/>
                  <a:pt x="453800" y="18688"/>
                  <a:pt x="456420" y="16824"/>
                </a:cubicBezTo>
                <a:cubicBezTo>
                  <a:pt x="459041" y="14958"/>
                  <a:pt x="461863" y="14026"/>
                  <a:pt x="464887" y="14026"/>
                </a:cubicBezTo>
                <a:cubicBezTo>
                  <a:pt x="468716" y="14026"/>
                  <a:pt x="471739" y="15160"/>
                  <a:pt x="473957" y="17428"/>
                </a:cubicBezTo>
                <a:cubicBezTo>
                  <a:pt x="476175" y="19697"/>
                  <a:pt x="477284" y="22393"/>
                  <a:pt x="477284" y="25516"/>
                </a:cubicBezTo>
                <a:cubicBezTo>
                  <a:pt x="477284" y="27835"/>
                  <a:pt x="476830" y="29927"/>
                  <a:pt x="475923" y="31791"/>
                </a:cubicBezTo>
                <a:cubicBezTo>
                  <a:pt x="475015" y="33655"/>
                  <a:pt x="473856" y="35343"/>
                  <a:pt x="472444" y="36855"/>
                </a:cubicBezTo>
                <a:cubicBezTo>
                  <a:pt x="471034" y="38366"/>
                  <a:pt x="469472" y="39727"/>
                  <a:pt x="467759" y="40938"/>
                </a:cubicBezTo>
                <a:cubicBezTo>
                  <a:pt x="466045" y="42146"/>
                  <a:pt x="464433" y="43255"/>
                  <a:pt x="462921" y="44264"/>
                </a:cubicBezTo>
                <a:moveTo>
                  <a:pt x="490587" y="97082"/>
                </a:moveTo>
                <a:lnTo>
                  <a:pt x="502078" y="110538"/>
                </a:lnTo>
                <a:lnTo>
                  <a:pt x="518860" y="110538"/>
                </a:lnTo>
                <a:lnTo>
                  <a:pt x="497845" y="86212"/>
                </a:lnTo>
                <a:cubicBezTo>
                  <a:pt x="498954" y="83795"/>
                  <a:pt x="499911" y="81655"/>
                  <a:pt x="500717" y="79792"/>
                </a:cubicBezTo>
                <a:cubicBezTo>
                  <a:pt x="501524" y="77928"/>
                  <a:pt x="502205" y="76040"/>
                  <a:pt x="502758" y="74127"/>
                </a:cubicBezTo>
                <a:cubicBezTo>
                  <a:pt x="503314" y="72212"/>
                  <a:pt x="503767" y="70121"/>
                  <a:pt x="504119" y="67854"/>
                </a:cubicBezTo>
                <a:cubicBezTo>
                  <a:pt x="504472" y="65587"/>
                  <a:pt x="504799" y="62842"/>
                  <a:pt x="505102" y="59619"/>
                </a:cubicBezTo>
                <a:lnTo>
                  <a:pt x="492857" y="59619"/>
                </a:lnTo>
                <a:cubicBezTo>
                  <a:pt x="492554" y="65160"/>
                  <a:pt x="491395" y="70751"/>
                  <a:pt x="489379" y="76392"/>
                </a:cubicBezTo>
                <a:lnTo>
                  <a:pt x="469876" y="52670"/>
                </a:lnTo>
                <a:cubicBezTo>
                  <a:pt x="472497" y="51159"/>
                  <a:pt x="475017" y="49472"/>
                  <a:pt x="477436" y="47609"/>
                </a:cubicBezTo>
                <a:cubicBezTo>
                  <a:pt x="479855" y="45745"/>
                  <a:pt x="482022" y="43655"/>
                  <a:pt x="483937" y="41339"/>
                </a:cubicBezTo>
                <a:cubicBezTo>
                  <a:pt x="485851" y="39021"/>
                  <a:pt x="487363" y="36478"/>
                  <a:pt x="488472" y="33708"/>
                </a:cubicBezTo>
                <a:cubicBezTo>
                  <a:pt x="489581" y="30938"/>
                  <a:pt x="490135" y="27942"/>
                  <a:pt x="490135" y="24718"/>
                </a:cubicBezTo>
                <a:cubicBezTo>
                  <a:pt x="490135" y="21092"/>
                  <a:pt x="489404" y="17894"/>
                  <a:pt x="487941" y="15124"/>
                </a:cubicBezTo>
                <a:cubicBezTo>
                  <a:pt x="486480" y="12353"/>
                  <a:pt x="484540" y="10036"/>
                  <a:pt x="482121" y="8173"/>
                </a:cubicBezTo>
                <a:cubicBezTo>
                  <a:pt x="479704" y="6309"/>
                  <a:pt x="476907" y="4924"/>
                  <a:pt x="473731" y="4019"/>
                </a:cubicBezTo>
                <a:cubicBezTo>
                  <a:pt x="470557" y="3111"/>
                  <a:pt x="467306" y="2658"/>
                  <a:pt x="463980" y="2658"/>
                </a:cubicBezTo>
                <a:cubicBezTo>
                  <a:pt x="460049" y="2658"/>
                  <a:pt x="456572" y="3262"/>
                  <a:pt x="453548" y="4471"/>
                </a:cubicBezTo>
                <a:cubicBezTo>
                  <a:pt x="450525" y="5680"/>
                  <a:pt x="447979" y="7317"/>
                  <a:pt x="445913" y="9382"/>
                </a:cubicBezTo>
                <a:cubicBezTo>
                  <a:pt x="443847" y="11447"/>
                  <a:pt x="442285" y="13815"/>
                  <a:pt x="441227" y="16485"/>
                </a:cubicBezTo>
                <a:cubicBezTo>
                  <a:pt x="440169" y="19153"/>
                  <a:pt x="439640" y="21948"/>
                  <a:pt x="439640" y="24870"/>
                </a:cubicBezTo>
                <a:cubicBezTo>
                  <a:pt x="439640" y="27589"/>
                  <a:pt x="439968" y="30032"/>
                  <a:pt x="440623" y="32199"/>
                </a:cubicBezTo>
                <a:cubicBezTo>
                  <a:pt x="441278" y="34365"/>
                  <a:pt x="442185" y="36429"/>
                  <a:pt x="443343" y="38393"/>
                </a:cubicBezTo>
                <a:cubicBezTo>
                  <a:pt x="444502" y="40357"/>
                  <a:pt x="445787" y="42296"/>
                  <a:pt x="447197" y="44211"/>
                </a:cubicBezTo>
                <a:cubicBezTo>
                  <a:pt x="448609" y="46124"/>
                  <a:pt x="450071" y="48139"/>
                  <a:pt x="451583" y="50255"/>
                </a:cubicBezTo>
                <a:cubicBezTo>
                  <a:pt x="448156" y="52068"/>
                  <a:pt x="444906" y="54008"/>
                  <a:pt x="441832" y="56073"/>
                </a:cubicBezTo>
                <a:cubicBezTo>
                  <a:pt x="438757" y="58137"/>
                  <a:pt x="436086" y="60454"/>
                  <a:pt x="433818" y="63024"/>
                </a:cubicBezTo>
                <a:cubicBezTo>
                  <a:pt x="431551" y="65592"/>
                  <a:pt x="429737" y="68488"/>
                  <a:pt x="428376" y="71711"/>
                </a:cubicBezTo>
                <a:cubicBezTo>
                  <a:pt x="427016" y="74935"/>
                  <a:pt x="426336" y="78662"/>
                  <a:pt x="426336" y="82893"/>
                </a:cubicBezTo>
                <a:cubicBezTo>
                  <a:pt x="426336" y="85109"/>
                  <a:pt x="426714" y="87879"/>
                  <a:pt x="427469" y="91204"/>
                </a:cubicBezTo>
                <a:cubicBezTo>
                  <a:pt x="428226" y="94528"/>
                  <a:pt x="429814" y="97751"/>
                  <a:pt x="432233" y="100875"/>
                </a:cubicBezTo>
                <a:cubicBezTo>
                  <a:pt x="434652" y="103997"/>
                  <a:pt x="438078" y="106666"/>
                  <a:pt x="442512" y="108882"/>
                </a:cubicBezTo>
                <a:cubicBezTo>
                  <a:pt x="446948" y="111098"/>
                  <a:pt x="452793" y="112206"/>
                  <a:pt x="460049" y="112206"/>
                </a:cubicBezTo>
                <a:cubicBezTo>
                  <a:pt x="465996" y="112206"/>
                  <a:pt x="471766" y="110946"/>
                  <a:pt x="477360" y="108425"/>
                </a:cubicBezTo>
                <a:cubicBezTo>
                  <a:pt x="482953" y="105903"/>
                  <a:pt x="487362" y="102122"/>
                  <a:pt x="490587" y="97082"/>
                </a:cubicBezTo>
                <a:moveTo>
                  <a:pt x="458688" y="58352"/>
                </a:moveTo>
                <a:lnTo>
                  <a:pt x="483482" y="88136"/>
                </a:lnTo>
                <a:cubicBezTo>
                  <a:pt x="480862" y="92067"/>
                  <a:pt x="477611" y="95191"/>
                  <a:pt x="473731" y="97509"/>
                </a:cubicBezTo>
                <a:cubicBezTo>
                  <a:pt x="469851" y="99827"/>
                  <a:pt x="465442" y="100985"/>
                  <a:pt x="460503" y="100985"/>
                </a:cubicBezTo>
                <a:cubicBezTo>
                  <a:pt x="457883" y="100985"/>
                  <a:pt x="455338" y="100533"/>
                  <a:pt x="452868" y="99627"/>
                </a:cubicBezTo>
                <a:cubicBezTo>
                  <a:pt x="450399" y="98719"/>
                  <a:pt x="448207" y="97484"/>
                  <a:pt x="446291" y="95922"/>
                </a:cubicBezTo>
                <a:cubicBezTo>
                  <a:pt x="444376" y="94359"/>
                  <a:pt x="442839" y="92445"/>
                  <a:pt x="441679" y="90178"/>
                </a:cubicBezTo>
                <a:cubicBezTo>
                  <a:pt x="440521" y="87909"/>
                  <a:pt x="439942" y="85414"/>
                  <a:pt x="439942" y="82692"/>
                </a:cubicBezTo>
                <a:cubicBezTo>
                  <a:pt x="439942" y="79467"/>
                  <a:pt x="440446" y="76670"/>
                  <a:pt x="441453" y="74302"/>
                </a:cubicBezTo>
                <a:cubicBezTo>
                  <a:pt x="442462" y="71934"/>
                  <a:pt x="443823" y="69792"/>
                  <a:pt x="445536" y="67877"/>
                </a:cubicBezTo>
                <a:cubicBezTo>
                  <a:pt x="447250" y="65963"/>
                  <a:pt x="449240" y="64249"/>
                  <a:pt x="451507" y="62738"/>
                </a:cubicBezTo>
                <a:cubicBezTo>
                  <a:pt x="453775" y="61226"/>
                  <a:pt x="456169" y="59764"/>
                  <a:pt x="458688" y="58352"/>
                </a:cubicBezTo>
                <a:close/>
                <a:moveTo>
                  <a:pt x="584776" y="54331"/>
                </a:moveTo>
                <a:lnTo>
                  <a:pt x="584776" y="14764"/>
                </a:lnTo>
                <a:lnTo>
                  <a:pt x="612897" y="14764"/>
                </a:lnTo>
                <a:cubicBezTo>
                  <a:pt x="621060" y="14764"/>
                  <a:pt x="627031" y="16450"/>
                  <a:pt x="630810" y="19823"/>
                </a:cubicBezTo>
                <a:cubicBezTo>
                  <a:pt x="634590" y="23196"/>
                  <a:pt x="636480" y="28104"/>
                  <a:pt x="636480" y="34548"/>
                </a:cubicBezTo>
                <a:cubicBezTo>
                  <a:pt x="636480" y="40992"/>
                  <a:pt x="634590" y="45925"/>
                  <a:pt x="630810" y="49349"/>
                </a:cubicBezTo>
                <a:cubicBezTo>
                  <a:pt x="627031" y="52770"/>
                  <a:pt x="621060" y="54431"/>
                  <a:pt x="612897" y="54331"/>
                </a:cubicBezTo>
                <a:lnTo>
                  <a:pt x="584776" y="54331"/>
                </a:lnTo>
                <a:moveTo>
                  <a:pt x="570413" y="2658"/>
                </a:moveTo>
                <a:lnTo>
                  <a:pt x="570413" y="110582"/>
                </a:lnTo>
                <a:lnTo>
                  <a:pt x="584776" y="110582"/>
                </a:lnTo>
                <a:lnTo>
                  <a:pt x="584776" y="66438"/>
                </a:lnTo>
                <a:lnTo>
                  <a:pt x="617734" y="66438"/>
                </a:lnTo>
                <a:cubicBezTo>
                  <a:pt x="628620" y="66539"/>
                  <a:pt x="636859" y="63769"/>
                  <a:pt x="642452" y="58126"/>
                </a:cubicBezTo>
                <a:cubicBezTo>
                  <a:pt x="648046" y="52484"/>
                  <a:pt x="650842" y="44624"/>
                  <a:pt x="650842" y="34548"/>
                </a:cubicBezTo>
                <a:cubicBezTo>
                  <a:pt x="650842" y="24471"/>
                  <a:pt x="648046" y="16637"/>
                  <a:pt x="642452" y="11045"/>
                </a:cubicBezTo>
                <a:cubicBezTo>
                  <a:pt x="636859" y="5453"/>
                  <a:pt x="628620" y="2658"/>
                  <a:pt x="617734" y="2658"/>
                </a:cubicBezTo>
                <a:lnTo>
                  <a:pt x="570413" y="2658"/>
                </a:lnTo>
                <a:close/>
                <a:moveTo>
                  <a:pt x="675636" y="71534"/>
                </a:moveTo>
                <a:cubicBezTo>
                  <a:pt x="675636" y="66800"/>
                  <a:pt x="676266" y="62596"/>
                  <a:pt x="677526" y="58922"/>
                </a:cubicBezTo>
                <a:cubicBezTo>
                  <a:pt x="678785" y="55246"/>
                  <a:pt x="680524" y="52150"/>
                  <a:pt x="682742" y="49632"/>
                </a:cubicBezTo>
                <a:cubicBezTo>
                  <a:pt x="684959" y="47115"/>
                  <a:pt x="687555" y="45202"/>
                  <a:pt x="690527" y="43893"/>
                </a:cubicBezTo>
                <a:cubicBezTo>
                  <a:pt x="693500" y="42584"/>
                  <a:pt x="696650" y="41930"/>
                  <a:pt x="699976" y="41930"/>
                </a:cubicBezTo>
                <a:cubicBezTo>
                  <a:pt x="703303" y="41930"/>
                  <a:pt x="706452" y="42584"/>
                  <a:pt x="709425" y="43893"/>
                </a:cubicBezTo>
                <a:cubicBezTo>
                  <a:pt x="712398" y="45202"/>
                  <a:pt x="714993" y="47115"/>
                  <a:pt x="717211" y="49632"/>
                </a:cubicBezTo>
                <a:cubicBezTo>
                  <a:pt x="719429" y="52150"/>
                  <a:pt x="721167" y="55246"/>
                  <a:pt x="722427" y="58922"/>
                </a:cubicBezTo>
                <a:cubicBezTo>
                  <a:pt x="723686" y="62596"/>
                  <a:pt x="724316" y="66800"/>
                  <a:pt x="724316" y="71534"/>
                </a:cubicBezTo>
                <a:cubicBezTo>
                  <a:pt x="724316" y="76266"/>
                  <a:pt x="723686" y="80470"/>
                  <a:pt x="722427" y="84145"/>
                </a:cubicBezTo>
                <a:cubicBezTo>
                  <a:pt x="721167" y="87821"/>
                  <a:pt x="719429" y="90892"/>
                  <a:pt x="717211" y="93359"/>
                </a:cubicBezTo>
                <a:cubicBezTo>
                  <a:pt x="714993" y="95826"/>
                  <a:pt x="712398" y="97714"/>
                  <a:pt x="709425" y="99022"/>
                </a:cubicBezTo>
                <a:cubicBezTo>
                  <a:pt x="706452" y="100331"/>
                  <a:pt x="703303" y="100985"/>
                  <a:pt x="699976" y="100985"/>
                </a:cubicBezTo>
                <a:cubicBezTo>
                  <a:pt x="696650" y="100985"/>
                  <a:pt x="693500" y="100331"/>
                  <a:pt x="690527" y="99022"/>
                </a:cubicBezTo>
                <a:cubicBezTo>
                  <a:pt x="687555" y="97714"/>
                  <a:pt x="684959" y="95826"/>
                  <a:pt x="682742" y="93359"/>
                </a:cubicBezTo>
                <a:cubicBezTo>
                  <a:pt x="680524" y="90892"/>
                  <a:pt x="678785" y="87821"/>
                  <a:pt x="677526" y="84145"/>
                </a:cubicBezTo>
                <a:cubicBezTo>
                  <a:pt x="676266" y="80470"/>
                  <a:pt x="675636" y="76266"/>
                  <a:pt x="675636" y="71534"/>
                </a:cubicBezTo>
                <a:moveTo>
                  <a:pt x="662028" y="71536"/>
                </a:moveTo>
                <a:cubicBezTo>
                  <a:pt x="662028" y="77280"/>
                  <a:pt x="662834" y="82622"/>
                  <a:pt x="664446" y="87562"/>
                </a:cubicBezTo>
                <a:cubicBezTo>
                  <a:pt x="666059" y="92500"/>
                  <a:pt x="668478" y="96809"/>
                  <a:pt x="671703" y="100489"/>
                </a:cubicBezTo>
                <a:cubicBezTo>
                  <a:pt x="674928" y="104168"/>
                  <a:pt x="678909" y="107041"/>
                  <a:pt x="683646" y="109108"/>
                </a:cubicBezTo>
                <a:cubicBezTo>
                  <a:pt x="688384" y="111173"/>
                  <a:pt x="693828" y="112206"/>
                  <a:pt x="699976" y="112206"/>
                </a:cubicBezTo>
                <a:cubicBezTo>
                  <a:pt x="706225" y="112206"/>
                  <a:pt x="711692" y="111173"/>
                  <a:pt x="716378" y="109108"/>
                </a:cubicBezTo>
                <a:cubicBezTo>
                  <a:pt x="721066" y="107041"/>
                  <a:pt x="725022" y="104168"/>
                  <a:pt x="728247" y="100489"/>
                </a:cubicBezTo>
                <a:cubicBezTo>
                  <a:pt x="731472" y="96809"/>
                  <a:pt x="733890" y="92500"/>
                  <a:pt x="735502" y="87562"/>
                </a:cubicBezTo>
                <a:cubicBezTo>
                  <a:pt x="737115" y="82622"/>
                  <a:pt x="737922" y="77280"/>
                  <a:pt x="737922" y="71536"/>
                </a:cubicBezTo>
                <a:cubicBezTo>
                  <a:pt x="737922" y="65790"/>
                  <a:pt x="737115" y="60423"/>
                  <a:pt x="735502" y="55434"/>
                </a:cubicBezTo>
                <a:cubicBezTo>
                  <a:pt x="733890" y="50444"/>
                  <a:pt x="731472" y="46109"/>
                  <a:pt x="728247" y="42430"/>
                </a:cubicBezTo>
                <a:cubicBezTo>
                  <a:pt x="725022" y="38752"/>
                  <a:pt x="721066" y="35854"/>
                  <a:pt x="716378" y="33738"/>
                </a:cubicBezTo>
                <a:cubicBezTo>
                  <a:pt x="711692" y="31620"/>
                  <a:pt x="706225" y="30561"/>
                  <a:pt x="699976" y="30561"/>
                </a:cubicBezTo>
                <a:cubicBezTo>
                  <a:pt x="693828" y="30561"/>
                  <a:pt x="688384" y="31620"/>
                  <a:pt x="683646" y="33738"/>
                </a:cubicBezTo>
                <a:cubicBezTo>
                  <a:pt x="678909" y="35854"/>
                  <a:pt x="674928" y="38752"/>
                  <a:pt x="671703" y="42430"/>
                </a:cubicBezTo>
                <a:cubicBezTo>
                  <a:pt x="668478" y="46109"/>
                  <a:pt x="666059" y="50444"/>
                  <a:pt x="664446" y="55434"/>
                </a:cubicBezTo>
                <a:cubicBezTo>
                  <a:pt x="662834" y="60423"/>
                  <a:pt x="662028" y="65790"/>
                  <a:pt x="662028" y="71536"/>
                </a:cubicBezTo>
                <a:close/>
                <a:moveTo>
                  <a:pt x="753797" y="2658"/>
                </a:moveTo>
                <a:lnTo>
                  <a:pt x="753797" y="110582"/>
                </a:lnTo>
                <a:lnTo>
                  <a:pt x="766649" y="110582"/>
                </a:lnTo>
                <a:lnTo>
                  <a:pt x="766649" y="2658"/>
                </a:lnTo>
                <a:lnTo>
                  <a:pt x="753797" y="2658"/>
                </a:lnTo>
                <a:close/>
                <a:moveTo>
                  <a:pt x="855847" y="110241"/>
                </a:moveTo>
                <a:cubicBezTo>
                  <a:pt x="853629" y="111551"/>
                  <a:pt x="850555" y="112206"/>
                  <a:pt x="846624" y="112206"/>
                </a:cubicBezTo>
                <a:cubicBezTo>
                  <a:pt x="843299" y="112206"/>
                  <a:pt x="840654" y="111274"/>
                  <a:pt x="838688" y="109410"/>
                </a:cubicBezTo>
                <a:cubicBezTo>
                  <a:pt x="836723" y="107545"/>
                  <a:pt x="835740" y="104495"/>
                  <a:pt x="835740" y="100261"/>
                </a:cubicBezTo>
                <a:cubicBezTo>
                  <a:pt x="832212" y="104495"/>
                  <a:pt x="828104" y="107545"/>
                  <a:pt x="823417" y="109410"/>
                </a:cubicBezTo>
                <a:cubicBezTo>
                  <a:pt x="818731" y="111274"/>
                  <a:pt x="813666" y="112206"/>
                  <a:pt x="808224" y="112206"/>
                </a:cubicBezTo>
                <a:cubicBezTo>
                  <a:pt x="804696" y="112206"/>
                  <a:pt x="801344" y="111803"/>
                  <a:pt x="798168" y="110997"/>
                </a:cubicBezTo>
                <a:cubicBezTo>
                  <a:pt x="794994" y="110191"/>
                  <a:pt x="792248" y="108932"/>
                  <a:pt x="789930" y="107219"/>
                </a:cubicBezTo>
                <a:cubicBezTo>
                  <a:pt x="787613" y="105505"/>
                  <a:pt x="785773" y="103264"/>
                  <a:pt x="784412" y="100494"/>
                </a:cubicBezTo>
                <a:cubicBezTo>
                  <a:pt x="783051" y="97723"/>
                  <a:pt x="782371" y="94372"/>
                  <a:pt x="782371" y="90443"/>
                </a:cubicBezTo>
                <a:cubicBezTo>
                  <a:pt x="782371" y="86009"/>
                  <a:pt x="783127" y="82382"/>
                  <a:pt x="784638" y="79562"/>
                </a:cubicBezTo>
                <a:cubicBezTo>
                  <a:pt x="786150" y="76741"/>
                  <a:pt x="788140" y="74450"/>
                  <a:pt x="790609" y="72687"/>
                </a:cubicBezTo>
                <a:cubicBezTo>
                  <a:pt x="793078" y="70923"/>
                  <a:pt x="795901" y="69587"/>
                  <a:pt x="799075" y="68680"/>
                </a:cubicBezTo>
                <a:cubicBezTo>
                  <a:pt x="802251" y="67773"/>
                  <a:pt x="805502" y="67017"/>
                  <a:pt x="808828" y="66412"/>
                </a:cubicBezTo>
                <a:cubicBezTo>
                  <a:pt x="812356" y="65708"/>
                  <a:pt x="815707" y="65180"/>
                  <a:pt x="818882" y="64828"/>
                </a:cubicBezTo>
                <a:cubicBezTo>
                  <a:pt x="822056" y="64474"/>
                  <a:pt x="824852" y="63969"/>
                  <a:pt x="827272" y="63314"/>
                </a:cubicBezTo>
                <a:cubicBezTo>
                  <a:pt x="829691" y="62659"/>
                  <a:pt x="831605" y="61703"/>
                  <a:pt x="833016" y="60445"/>
                </a:cubicBezTo>
                <a:cubicBezTo>
                  <a:pt x="834428" y="59185"/>
                  <a:pt x="835133" y="57346"/>
                  <a:pt x="835133" y="54927"/>
                </a:cubicBezTo>
                <a:cubicBezTo>
                  <a:pt x="835133" y="52106"/>
                  <a:pt x="834604" y="49839"/>
                  <a:pt x="833546" y="48126"/>
                </a:cubicBezTo>
                <a:cubicBezTo>
                  <a:pt x="832488" y="46413"/>
                  <a:pt x="831127" y="45103"/>
                  <a:pt x="829463" y="44197"/>
                </a:cubicBezTo>
                <a:cubicBezTo>
                  <a:pt x="827801" y="43290"/>
                  <a:pt x="825936" y="42686"/>
                  <a:pt x="823869" y="42384"/>
                </a:cubicBezTo>
                <a:cubicBezTo>
                  <a:pt x="821804" y="42081"/>
                  <a:pt x="819764" y="41930"/>
                  <a:pt x="817749" y="41930"/>
                </a:cubicBezTo>
                <a:cubicBezTo>
                  <a:pt x="812306" y="41930"/>
                  <a:pt x="807771" y="42959"/>
                  <a:pt x="804143" y="45019"/>
                </a:cubicBezTo>
                <a:cubicBezTo>
                  <a:pt x="800515" y="47078"/>
                  <a:pt x="798550" y="50969"/>
                  <a:pt x="798247" y="56694"/>
                </a:cubicBezTo>
                <a:lnTo>
                  <a:pt x="785395" y="56694"/>
                </a:lnTo>
                <a:cubicBezTo>
                  <a:pt x="785597" y="51860"/>
                  <a:pt x="786604" y="47781"/>
                  <a:pt x="788417" y="44458"/>
                </a:cubicBezTo>
                <a:cubicBezTo>
                  <a:pt x="790232" y="41135"/>
                  <a:pt x="792651" y="38441"/>
                  <a:pt x="795674" y="36377"/>
                </a:cubicBezTo>
                <a:cubicBezTo>
                  <a:pt x="798698" y="34313"/>
                  <a:pt x="802150" y="32828"/>
                  <a:pt x="806030" y="31922"/>
                </a:cubicBezTo>
                <a:cubicBezTo>
                  <a:pt x="809912" y="31015"/>
                  <a:pt x="814069" y="30561"/>
                  <a:pt x="818503" y="30561"/>
                </a:cubicBezTo>
                <a:cubicBezTo>
                  <a:pt x="822031" y="30561"/>
                  <a:pt x="825534" y="30814"/>
                  <a:pt x="829011" y="31318"/>
                </a:cubicBezTo>
                <a:cubicBezTo>
                  <a:pt x="832488" y="31821"/>
                  <a:pt x="835638" y="32854"/>
                  <a:pt x="838460" y="34416"/>
                </a:cubicBezTo>
                <a:cubicBezTo>
                  <a:pt x="841282" y="35977"/>
                  <a:pt x="843550" y="38169"/>
                  <a:pt x="845263" y="40991"/>
                </a:cubicBezTo>
                <a:cubicBezTo>
                  <a:pt x="846976" y="43811"/>
                  <a:pt x="847833" y="47488"/>
                  <a:pt x="847833" y="52022"/>
                </a:cubicBezTo>
                <a:lnTo>
                  <a:pt x="847833" y="92219"/>
                </a:lnTo>
                <a:cubicBezTo>
                  <a:pt x="847833" y="95243"/>
                  <a:pt x="848009" y="97460"/>
                  <a:pt x="848361" y="98870"/>
                </a:cubicBezTo>
                <a:cubicBezTo>
                  <a:pt x="848715" y="100280"/>
                  <a:pt x="849900" y="100985"/>
                  <a:pt x="851916" y="100985"/>
                </a:cubicBezTo>
                <a:cubicBezTo>
                  <a:pt x="853025" y="100985"/>
                  <a:pt x="854335" y="100744"/>
                  <a:pt x="855847" y="100261"/>
                </a:cubicBezTo>
                <a:lnTo>
                  <a:pt x="855847" y="110241"/>
                </a:lnTo>
                <a:moveTo>
                  <a:pt x="834983" y="70175"/>
                </a:moveTo>
                <a:cubicBezTo>
                  <a:pt x="833370" y="71384"/>
                  <a:pt x="831253" y="72265"/>
                  <a:pt x="828633" y="72819"/>
                </a:cubicBezTo>
                <a:cubicBezTo>
                  <a:pt x="826014" y="73372"/>
                  <a:pt x="823268" y="73825"/>
                  <a:pt x="820395" y="74177"/>
                </a:cubicBezTo>
                <a:cubicBezTo>
                  <a:pt x="817522" y="74530"/>
                  <a:pt x="814624" y="74932"/>
                  <a:pt x="811700" y="75386"/>
                </a:cubicBezTo>
                <a:cubicBezTo>
                  <a:pt x="808778" y="75838"/>
                  <a:pt x="806158" y="76568"/>
                  <a:pt x="803841" y="77575"/>
                </a:cubicBezTo>
                <a:cubicBezTo>
                  <a:pt x="801523" y="78583"/>
                  <a:pt x="799633" y="80018"/>
                  <a:pt x="798170" y="81880"/>
                </a:cubicBezTo>
                <a:cubicBezTo>
                  <a:pt x="796709" y="83742"/>
                  <a:pt x="795979" y="86285"/>
                  <a:pt x="795979" y="89506"/>
                </a:cubicBezTo>
                <a:cubicBezTo>
                  <a:pt x="795979" y="91621"/>
                  <a:pt x="796407" y="93409"/>
                  <a:pt x="797264" y="94870"/>
                </a:cubicBezTo>
                <a:cubicBezTo>
                  <a:pt x="798120" y="96329"/>
                  <a:pt x="799229" y="97512"/>
                  <a:pt x="800590" y="98418"/>
                </a:cubicBezTo>
                <a:cubicBezTo>
                  <a:pt x="801951" y="99324"/>
                  <a:pt x="803539" y="99978"/>
                  <a:pt x="805352" y="100381"/>
                </a:cubicBezTo>
                <a:cubicBezTo>
                  <a:pt x="807166" y="100784"/>
                  <a:pt x="809081" y="100985"/>
                  <a:pt x="811096" y="100985"/>
                </a:cubicBezTo>
                <a:cubicBezTo>
                  <a:pt x="815330" y="100985"/>
                  <a:pt x="818958" y="100406"/>
                  <a:pt x="821982" y="99248"/>
                </a:cubicBezTo>
                <a:cubicBezTo>
                  <a:pt x="825006" y="98090"/>
                  <a:pt x="827475" y="96631"/>
                  <a:pt x="829389" y="94870"/>
                </a:cubicBezTo>
                <a:cubicBezTo>
                  <a:pt x="831304" y="93107"/>
                  <a:pt x="832715" y="91194"/>
                  <a:pt x="833622" y="89130"/>
                </a:cubicBezTo>
                <a:cubicBezTo>
                  <a:pt x="834530" y="87065"/>
                  <a:pt x="834983" y="85126"/>
                  <a:pt x="834983" y="83315"/>
                </a:cubicBezTo>
                <a:lnTo>
                  <a:pt x="834983" y="70175"/>
                </a:lnTo>
                <a:close/>
                <a:moveTo>
                  <a:pt x="867337" y="32377"/>
                </a:moveTo>
                <a:lnTo>
                  <a:pt x="867337" y="110582"/>
                </a:lnTo>
                <a:lnTo>
                  <a:pt x="880186" y="110582"/>
                </a:lnTo>
                <a:lnTo>
                  <a:pt x="880186" y="75774"/>
                </a:lnTo>
                <a:cubicBezTo>
                  <a:pt x="880186" y="70729"/>
                  <a:pt x="880690" y="66266"/>
                  <a:pt x="881697" y="62382"/>
                </a:cubicBezTo>
                <a:cubicBezTo>
                  <a:pt x="882706" y="58498"/>
                  <a:pt x="884319" y="55193"/>
                  <a:pt x="886537" y="52470"/>
                </a:cubicBezTo>
                <a:cubicBezTo>
                  <a:pt x="888754" y="49745"/>
                  <a:pt x="891677" y="47676"/>
                  <a:pt x="895305" y="46264"/>
                </a:cubicBezTo>
                <a:cubicBezTo>
                  <a:pt x="898933" y="44851"/>
                  <a:pt x="903317" y="44144"/>
                  <a:pt x="908457" y="44144"/>
                </a:cubicBezTo>
                <a:lnTo>
                  <a:pt x="908457" y="30561"/>
                </a:lnTo>
                <a:cubicBezTo>
                  <a:pt x="901504" y="30360"/>
                  <a:pt x="895759" y="31772"/>
                  <a:pt x="891222" y="34797"/>
                </a:cubicBezTo>
                <a:cubicBezTo>
                  <a:pt x="886687" y="37822"/>
                  <a:pt x="882857" y="42511"/>
                  <a:pt x="879734" y="48864"/>
                </a:cubicBezTo>
                <a:lnTo>
                  <a:pt x="879432" y="48864"/>
                </a:lnTo>
                <a:lnTo>
                  <a:pt x="879432" y="32377"/>
                </a:lnTo>
                <a:lnTo>
                  <a:pt x="867337" y="32377"/>
                </a:lnTo>
                <a:close/>
                <a:moveTo>
                  <a:pt x="907096" y="93751"/>
                </a:moveTo>
                <a:lnTo>
                  <a:pt x="907096" y="110582"/>
                </a:lnTo>
                <a:lnTo>
                  <a:pt x="923878" y="110582"/>
                </a:lnTo>
                <a:lnTo>
                  <a:pt x="923878" y="93751"/>
                </a:lnTo>
                <a:lnTo>
                  <a:pt x="907096" y="93751"/>
                </a:lnTo>
                <a:close/>
                <a:moveTo>
                  <a:pt x="935217" y="140405"/>
                </a:moveTo>
                <a:lnTo>
                  <a:pt x="944892" y="140405"/>
                </a:lnTo>
                <a:cubicBezTo>
                  <a:pt x="952753" y="130017"/>
                  <a:pt x="958675" y="118796"/>
                  <a:pt x="962657" y="106743"/>
                </a:cubicBezTo>
                <a:cubicBezTo>
                  <a:pt x="966638" y="94689"/>
                  <a:pt x="968629" y="82710"/>
                  <a:pt x="968629" y="70807"/>
                </a:cubicBezTo>
                <a:cubicBezTo>
                  <a:pt x="968629" y="64151"/>
                  <a:pt x="968075" y="57797"/>
                  <a:pt x="966966" y="51745"/>
                </a:cubicBezTo>
                <a:cubicBezTo>
                  <a:pt x="965857" y="45692"/>
                  <a:pt x="964269" y="39766"/>
                  <a:pt x="962202" y="33966"/>
                </a:cubicBezTo>
                <a:cubicBezTo>
                  <a:pt x="960137" y="28167"/>
                  <a:pt x="957642" y="22468"/>
                  <a:pt x="954719" y="16870"/>
                </a:cubicBezTo>
                <a:cubicBezTo>
                  <a:pt x="951797" y="11272"/>
                  <a:pt x="948521" y="5649"/>
                  <a:pt x="944892" y="0"/>
                </a:cubicBezTo>
                <a:lnTo>
                  <a:pt x="935217" y="0"/>
                </a:lnTo>
                <a:cubicBezTo>
                  <a:pt x="942272" y="11599"/>
                  <a:pt x="947337" y="23123"/>
                  <a:pt x="950410" y="34571"/>
                </a:cubicBezTo>
                <a:cubicBezTo>
                  <a:pt x="953484" y="46019"/>
                  <a:pt x="955021" y="58098"/>
                  <a:pt x="955021" y="70807"/>
                </a:cubicBezTo>
                <a:cubicBezTo>
                  <a:pt x="955021" y="83113"/>
                  <a:pt x="953509" y="94941"/>
                  <a:pt x="950486" y="106289"/>
                </a:cubicBezTo>
                <a:cubicBezTo>
                  <a:pt x="947462" y="117636"/>
                  <a:pt x="942372" y="129008"/>
                  <a:pt x="935217" y="1404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(a)Physicalcommunicationovera“bentpipe”">
            <a:extLst xmlns:a="http://schemas.openxmlformats.org/drawingml/2006/main">
              <a:ext uri="{FF2B5EF4-FFF2-40B4-BE49-F238E27FC236}">
                <a16:creationId xmlns:a16="http://schemas.microsoft.com/office/drawing/2014/main" id="{8B168312-6D20-41F5-9CB1-33D321C1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19" y="2994772"/>
            <a:ext cx="3124856" cy="152084"/>
          </a:xfrm>
          <a:custGeom xmlns:a="http://schemas.openxmlformats.org/drawingml/2006/main">
            <a:pathLst>
              <a:path w="3124856" h="152084">
                <a:moveTo>
                  <a:pt x="45038" y="148657"/>
                </a:moveTo>
                <a:lnTo>
                  <a:pt x="45038" y="151758"/>
                </a:lnTo>
                <a:cubicBezTo>
                  <a:pt x="36824" y="147624"/>
                  <a:pt x="29971" y="142783"/>
                  <a:pt x="24477" y="137235"/>
                </a:cubicBezTo>
                <a:cubicBezTo>
                  <a:pt x="16644" y="129348"/>
                  <a:pt x="10607" y="120046"/>
                  <a:pt x="6364" y="109331"/>
                </a:cubicBezTo>
                <a:cubicBezTo>
                  <a:pt x="2121" y="98615"/>
                  <a:pt x="0" y="87492"/>
                  <a:pt x="0" y="75961"/>
                </a:cubicBezTo>
                <a:cubicBezTo>
                  <a:pt x="0" y="59099"/>
                  <a:pt x="4161" y="43719"/>
                  <a:pt x="12483" y="29821"/>
                </a:cubicBezTo>
                <a:cubicBezTo>
                  <a:pt x="20806" y="15924"/>
                  <a:pt x="31657" y="5983"/>
                  <a:pt x="45038" y="0"/>
                </a:cubicBezTo>
                <a:lnTo>
                  <a:pt x="45038" y="3427"/>
                </a:lnTo>
                <a:cubicBezTo>
                  <a:pt x="38347" y="7124"/>
                  <a:pt x="32854" y="12180"/>
                  <a:pt x="28557" y="18595"/>
                </a:cubicBezTo>
                <a:cubicBezTo>
                  <a:pt x="24260" y="25010"/>
                  <a:pt x="21050" y="33138"/>
                  <a:pt x="18929" y="42978"/>
                </a:cubicBezTo>
                <a:cubicBezTo>
                  <a:pt x="16808" y="52816"/>
                  <a:pt x="15747" y="63091"/>
                  <a:pt x="15747" y="73801"/>
                </a:cubicBezTo>
                <a:cubicBezTo>
                  <a:pt x="15747" y="85434"/>
                  <a:pt x="16644" y="96008"/>
                  <a:pt x="18439" y="105522"/>
                </a:cubicBezTo>
                <a:cubicBezTo>
                  <a:pt x="19854" y="113023"/>
                  <a:pt x="21567" y="119043"/>
                  <a:pt x="23580" y="123581"/>
                </a:cubicBezTo>
                <a:cubicBezTo>
                  <a:pt x="25592" y="128121"/>
                  <a:pt x="28298" y="132484"/>
                  <a:pt x="31698" y="136669"/>
                </a:cubicBezTo>
                <a:cubicBezTo>
                  <a:pt x="35097" y="140855"/>
                  <a:pt x="39544" y="144852"/>
                  <a:pt x="45038" y="148657"/>
                </a:cubicBezTo>
                <a:close/>
                <a:moveTo>
                  <a:pt x="96357" y="105338"/>
                </a:moveTo>
                <a:cubicBezTo>
                  <a:pt x="88687" y="111265"/>
                  <a:pt x="83873" y="114690"/>
                  <a:pt x="81915" y="115613"/>
                </a:cubicBezTo>
                <a:cubicBezTo>
                  <a:pt x="78978" y="116973"/>
                  <a:pt x="75850" y="117653"/>
                  <a:pt x="72532" y="117653"/>
                </a:cubicBezTo>
                <a:cubicBezTo>
                  <a:pt x="67365" y="117653"/>
                  <a:pt x="63109" y="115885"/>
                  <a:pt x="59763" y="112350"/>
                </a:cubicBezTo>
                <a:cubicBezTo>
                  <a:pt x="56418" y="108814"/>
                  <a:pt x="54746" y="104164"/>
                  <a:pt x="54746" y="98398"/>
                </a:cubicBezTo>
                <a:cubicBezTo>
                  <a:pt x="54746" y="94754"/>
                  <a:pt x="55562" y="91599"/>
                  <a:pt x="57193" y="88933"/>
                </a:cubicBezTo>
                <a:cubicBezTo>
                  <a:pt x="59423" y="85235"/>
                  <a:pt x="63299" y="81753"/>
                  <a:pt x="68820" y="78490"/>
                </a:cubicBezTo>
                <a:cubicBezTo>
                  <a:pt x="74341" y="75226"/>
                  <a:pt x="83520" y="71256"/>
                  <a:pt x="96357" y="66578"/>
                </a:cubicBezTo>
                <a:lnTo>
                  <a:pt x="96357" y="63651"/>
                </a:lnTo>
                <a:cubicBezTo>
                  <a:pt x="96357" y="56226"/>
                  <a:pt x="95174" y="51132"/>
                  <a:pt x="92807" y="48368"/>
                </a:cubicBezTo>
                <a:cubicBezTo>
                  <a:pt x="90441" y="45604"/>
                  <a:pt x="87001" y="44222"/>
                  <a:pt x="82486" y="44222"/>
                </a:cubicBezTo>
                <a:cubicBezTo>
                  <a:pt x="79060" y="44222"/>
                  <a:pt x="76340" y="45147"/>
                  <a:pt x="74327" y="46996"/>
                </a:cubicBezTo>
                <a:cubicBezTo>
                  <a:pt x="72260" y="48845"/>
                  <a:pt x="71227" y="50967"/>
                  <a:pt x="71227" y="53360"/>
                </a:cubicBezTo>
                <a:lnTo>
                  <a:pt x="71390" y="58092"/>
                </a:lnTo>
                <a:cubicBezTo>
                  <a:pt x="71390" y="60594"/>
                  <a:pt x="70751" y="62525"/>
                  <a:pt x="69473" y="63885"/>
                </a:cubicBezTo>
                <a:cubicBezTo>
                  <a:pt x="68194" y="65245"/>
                  <a:pt x="66522" y="65925"/>
                  <a:pt x="64455" y="65925"/>
                </a:cubicBezTo>
                <a:cubicBezTo>
                  <a:pt x="62442" y="65925"/>
                  <a:pt x="60797" y="65216"/>
                  <a:pt x="59519" y="63798"/>
                </a:cubicBezTo>
                <a:cubicBezTo>
                  <a:pt x="58240" y="62379"/>
                  <a:pt x="57601" y="60442"/>
                  <a:pt x="57601" y="57988"/>
                </a:cubicBezTo>
                <a:cubicBezTo>
                  <a:pt x="57601" y="53295"/>
                  <a:pt x="59995" y="48984"/>
                  <a:pt x="64781" y="45056"/>
                </a:cubicBezTo>
                <a:cubicBezTo>
                  <a:pt x="69568" y="41127"/>
                  <a:pt x="76285" y="39163"/>
                  <a:pt x="84934" y="39163"/>
                </a:cubicBezTo>
                <a:cubicBezTo>
                  <a:pt x="91570" y="39163"/>
                  <a:pt x="97009" y="40277"/>
                  <a:pt x="101252" y="42503"/>
                </a:cubicBezTo>
                <a:cubicBezTo>
                  <a:pt x="104461" y="44188"/>
                  <a:pt x="106827" y="46823"/>
                  <a:pt x="108350" y="50410"/>
                </a:cubicBezTo>
                <a:cubicBezTo>
                  <a:pt x="109330" y="52746"/>
                  <a:pt x="109819" y="57526"/>
                  <a:pt x="109819" y="64752"/>
                </a:cubicBezTo>
                <a:lnTo>
                  <a:pt x="109819" y="90096"/>
                </a:lnTo>
                <a:cubicBezTo>
                  <a:pt x="109819" y="97213"/>
                  <a:pt x="109955" y="101573"/>
                  <a:pt x="110227" y="103176"/>
                </a:cubicBezTo>
                <a:cubicBezTo>
                  <a:pt x="110499" y="104779"/>
                  <a:pt x="110948" y="105852"/>
                  <a:pt x="111573" y="106396"/>
                </a:cubicBezTo>
                <a:cubicBezTo>
                  <a:pt x="112199" y="106939"/>
                  <a:pt x="112920" y="107210"/>
                  <a:pt x="113735" y="107210"/>
                </a:cubicBezTo>
                <a:cubicBezTo>
                  <a:pt x="114606" y="107210"/>
                  <a:pt x="115367" y="107019"/>
                  <a:pt x="116020" y="106638"/>
                </a:cubicBezTo>
                <a:cubicBezTo>
                  <a:pt x="117162" y="105931"/>
                  <a:pt x="119365" y="103946"/>
                  <a:pt x="122629" y="100682"/>
                </a:cubicBezTo>
                <a:lnTo>
                  <a:pt x="122629" y="105251"/>
                </a:lnTo>
                <a:cubicBezTo>
                  <a:pt x="116537" y="113410"/>
                  <a:pt x="110717" y="117490"/>
                  <a:pt x="105168" y="117490"/>
                </a:cubicBezTo>
                <a:cubicBezTo>
                  <a:pt x="102503" y="117490"/>
                  <a:pt x="100382" y="116572"/>
                  <a:pt x="98804" y="114736"/>
                </a:cubicBezTo>
                <a:cubicBezTo>
                  <a:pt x="97227" y="112899"/>
                  <a:pt x="96411" y="109766"/>
                  <a:pt x="96357" y="105338"/>
                </a:cubicBezTo>
                <a:moveTo>
                  <a:pt x="96357" y="100048"/>
                </a:moveTo>
                <a:lnTo>
                  <a:pt x="96357" y="71636"/>
                </a:lnTo>
                <a:cubicBezTo>
                  <a:pt x="88143" y="74893"/>
                  <a:pt x="82840" y="77200"/>
                  <a:pt x="80447" y="78556"/>
                </a:cubicBezTo>
                <a:cubicBezTo>
                  <a:pt x="76149" y="80944"/>
                  <a:pt x="73076" y="83441"/>
                  <a:pt x="71227" y="86047"/>
                </a:cubicBezTo>
                <a:cubicBezTo>
                  <a:pt x="69377" y="88651"/>
                  <a:pt x="68453" y="91500"/>
                  <a:pt x="68453" y="94594"/>
                </a:cubicBezTo>
                <a:cubicBezTo>
                  <a:pt x="68453" y="98502"/>
                  <a:pt x="69622" y="101745"/>
                  <a:pt x="71961" y="104323"/>
                </a:cubicBezTo>
                <a:cubicBezTo>
                  <a:pt x="74300" y="106900"/>
                  <a:pt x="76993" y="108189"/>
                  <a:pt x="80039" y="108189"/>
                </a:cubicBezTo>
                <a:cubicBezTo>
                  <a:pt x="84173" y="108189"/>
                  <a:pt x="89612" y="105475"/>
                  <a:pt x="96357" y="100048"/>
                </a:cubicBezTo>
                <a:close/>
                <a:moveTo>
                  <a:pt x="126700" y="3427"/>
                </a:moveTo>
                <a:lnTo>
                  <a:pt x="126700" y="0"/>
                </a:lnTo>
                <a:cubicBezTo>
                  <a:pt x="134967" y="4080"/>
                  <a:pt x="141848" y="8893"/>
                  <a:pt x="147342" y="14441"/>
                </a:cubicBezTo>
                <a:cubicBezTo>
                  <a:pt x="155120" y="22383"/>
                  <a:pt x="161131" y="31698"/>
                  <a:pt x="165373" y="42386"/>
                </a:cubicBezTo>
                <a:cubicBezTo>
                  <a:pt x="169616" y="53074"/>
                  <a:pt x="171737" y="64212"/>
                  <a:pt x="171737" y="75797"/>
                </a:cubicBezTo>
                <a:cubicBezTo>
                  <a:pt x="171737" y="92659"/>
                  <a:pt x="167590" y="108039"/>
                  <a:pt x="159295" y="121937"/>
                </a:cubicBezTo>
                <a:cubicBezTo>
                  <a:pt x="151000" y="135834"/>
                  <a:pt x="140135" y="145775"/>
                  <a:pt x="126700" y="151758"/>
                </a:cubicBezTo>
                <a:lnTo>
                  <a:pt x="126700" y="148657"/>
                </a:lnTo>
                <a:cubicBezTo>
                  <a:pt x="133390" y="144906"/>
                  <a:pt x="138897" y="139836"/>
                  <a:pt x="143222" y="133449"/>
                </a:cubicBezTo>
                <a:cubicBezTo>
                  <a:pt x="147546" y="127061"/>
                  <a:pt x="150755" y="118934"/>
                  <a:pt x="152849" y="109068"/>
                </a:cubicBezTo>
                <a:cubicBezTo>
                  <a:pt x="154943" y="99201"/>
                  <a:pt x="155991" y="88913"/>
                  <a:pt x="155991" y="78204"/>
                </a:cubicBezTo>
                <a:cubicBezTo>
                  <a:pt x="155991" y="66624"/>
                  <a:pt x="155093" y="56050"/>
                  <a:pt x="153298" y="46484"/>
                </a:cubicBezTo>
                <a:cubicBezTo>
                  <a:pt x="151938" y="38981"/>
                  <a:pt x="150238" y="32974"/>
                  <a:pt x="148199" y="28462"/>
                </a:cubicBezTo>
                <a:cubicBezTo>
                  <a:pt x="146159" y="23949"/>
                  <a:pt x="143453" y="19600"/>
                  <a:pt x="140080" y="15415"/>
                </a:cubicBezTo>
                <a:cubicBezTo>
                  <a:pt x="136708" y="11229"/>
                  <a:pt x="132248" y="7233"/>
                  <a:pt x="126700" y="3427"/>
                </a:cubicBezTo>
                <a:close/>
                <a:moveTo>
                  <a:pt x="254632" y="64257"/>
                </a:moveTo>
                <a:lnTo>
                  <a:pt x="254632" y="96440"/>
                </a:lnTo>
                <a:cubicBezTo>
                  <a:pt x="254632" y="103368"/>
                  <a:pt x="255394" y="107671"/>
                  <a:pt x="256917" y="109349"/>
                </a:cubicBezTo>
                <a:cubicBezTo>
                  <a:pt x="258984" y="111730"/>
                  <a:pt x="262111" y="112921"/>
                  <a:pt x="266300" y="112921"/>
                </a:cubicBezTo>
                <a:lnTo>
                  <a:pt x="270542" y="112921"/>
                </a:lnTo>
                <a:lnTo>
                  <a:pt x="270542" y="116021"/>
                </a:lnTo>
                <a:lnTo>
                  <a:pt x="223138" y="116021"/>
                </a:lnTo>
                <a:lnTo>
                  <a:pt x="223138" y="112921"/>
                </a:lnTo>
                <a:lnTo>
                  <a:pt x="227299" y="112921"/>
                </a:lnTo>
                <a:cubicBezTo>
                  <a:pt x="231977" y="112921"/>
                  <a:pt x="235322" y="111406"/>
                  <a:pt x="237335" y="108375"/>
                </a:cubicBezTo>
                <a:cubicBezTo>
                  <a:pt x="238423" y="106697"/>
                  <a:pt x="238967" y="102719"/>
                  <a:pt x="238967" y="96440"/>
                </a:cubicBezTo>
                <a:lnTo>
                  <a:pt x="238967" y="24967"/>
                </a:lnTo>
                <a:cubicBezTo>
                  <a:pt x="238967" y="18038"/>
                  <a:pt x="238233" y="13735"/>
                  <a:pt x="236764" y="12058"/>
                </a:cubicBezTo>
                <a:cubicBezTo>
                  <a:pt x="234643" y="9676"/>
                  <a:pt x="231488" y="8485"/>
                  <a:pt x="227299" y="8485"/>
                </a:cubicBezTo>
                <a:lnTo>
                  <a:pt x="223138" y="8485"/>
                </a:lnTo>
                <a:lnTo>
                  <a:pt x="223138" y="5385"/>
                </a:lnTo>
                <a:lnTo>
                  <a:pt x="263689" y="5385"/>
                </a:lnTo>
                <a:cubicBezTo>
                  <a:pt x="273588" y="5385"/>
                  <a:pt x="281394" y="6407"/>
                  <a:pt x="287105" y="8450"/>
                </a:cubicBezTo>
                <a:cubicBezTo>
                  <a:pt x="292816" y="10491"/>
                  <a:pt x="297630" y="13936"/>
                  <a:pt x="301547" y="18784"/>
                </a:cubicBezTo>
                <a:cubicBezTo>
                  <a:pt x="305463" y="23631"/>
                  <a:pt x="307421" y="29378"/>
                  <a:pt x="307421" y="36022"/>
                </a:cubicBezTo>
                <a:cubicBezTo>
                  <a:pt x="307421" y="45063"/>
                  <a:pt x="304443" y="52417"/>
                  <a:pt x="298487" y="58082"/>
                </a:cubicBezTo>
                <a:cubicBezTo>
                  <a:pt x="292531" y="63746"/>
                  <a:pt x="284113" y="66578"/>
                  <a:pt x="273235" y="66578"/>
                </a:cubicBezTo>
                <a:cubicBezTo>
                  <a:pt x="270569" y="66578"/>
                  <a:pt x="267687" y="66385"/>
                  <a:pt x="264586" y="65999"/>
                </a:cubicBezTo>
                <a:cubicBezTo>
                  <a:pt x="261486" y="65611"/>
                  <a:pt x="258168" y="65031"/>
                  <a:pt x="254632" y="64257"/>
                </a:cubicBezTo>
                <a:moveTo>
                  <a:pt x="254632" y="59563"/>
                </a:moveTo>
                <a:cubicBezTo>
                  <a:pt x="257515" y="60107"/>
                  <a:pt x="260072" y="60515"/>
                  <a:pt x="262302" y="60787"/>
                </a:cubicBezTo>
                <a:cubicBezTo>
                  <a:pt x="264532" y="61058"/>
                  <a:pt x="266436" y="61193"/>
                  <a:pt x="268013" y="61193"/>
                </a:cubicBezTo>
                <a:cubicBezTo>
                  <a:pt x="273670" y="61193"/>
                  <a:pt x="278552" y="59008"/>
                  <a:pt x="282658" y="54637"/>
                </a:cubicBezTo>
                <a:cubicBezTo>
                  <a:pt x="286765" y="50266"/>
                  <a:pt x="288818" y="44604"/>
                  <a:pt x="288818" y="37651"/>
                </a:cubicBezTo>
                <a:cubicBezTo>
                  <a:pt x="288818" y="32873"/>
                  <a:pt x="287839" y="28434"/>
                  <a:pt x="285881" y="24334"/>
                </a:cubicBezTo>
                <a:cubicBezTo>
                  <a:pt x="283923" y="20234"/>
                  <a:pt x="281149" y="17166"/>
                  <a:pt x="277559" y="15130"/>
                </a:cubicBezTo>
                <a:cubicBezTo>
                  <a:pt x="273969" y="13094"/>
                  <a:pt x="269890" y="12075"/>
                  <a:pt x="265320" y="12075"/>
                </a:cubicBezTo>
                <a:cubicBezTo>
                  <a:pt x="262546" y="12075"/>
                  <a:pt x="258984" y="12591"/>
                  <a:pt x="254632" y="13623"/>
                </a:cubicBezTo>
                <a:lnTo>
                  <a:pt x="254632" y="59563"/>
                </a:lnTo>
                <a:close/>
                <a:moveTo>
                  <a:pt x="340474" y="0"/>
                </a:moveTo>
                <a:lnTo>
                  <a:pt x="340474" y="54816"/>
                </a:lnTo>
                <a:cubicBezTo>
                  <a:pt x="346511" y="48151"/>
                  <a:pt x="351298" y="43876"/>
                  <a:pt x="354834" y="41991"/>
                </a:cubicBezTo>
                <a:cubicBezTo>
                  <a:pt x="358369" y="40106"/>
                  <a:pt x="361905" y="39163"/>
                  <a:pt x="365440" y="39163"/>
                </a:cubicBezTo>
                <a:cubicBezTo>
                  <a:pt x="369683" y="39163"/>
                  <a:pt x="373327" y="40330"/>
                  <a:pt x="376373" y="42664"/>
                </a:cubicBezTo>
                <a:cubicBezTo>
                  <a:pt x="379419" y="44996"/>
                  <a:pt x="381677" y="48658"/>
                  <a:pt x="383145" y="53648"/>
                </a:cubicBezTo>
                <a:cubicBezTo>
                  <a:pt x="384179" y="57119"/>
                  <a:pt x="384696" y="63465"/>
                  <a:pt x="384696" y="72687"/>
                </a:cubicBezTo>
                <a:lnTo>
                  <a:pt x="384696" y="99051"/>
                </a:lnTo>
                <a:cubicBezTo>
                  <a:pt x="384696" y="103810"/>
                  <a:pt x="385076" y="107065"/>
                  <a:pt x="385838" y="108816"/>
                </a:cubicBezTo>
                <a:cubicBezTo>
                  <a:pt x="386382" y="110130"/>
                  <a:pt x="387306" y="111170"/>
                  <a:pt x="388612" y="111937"/>
                </a:cubicBezTo>
                <a:cubicBezTo>
                  <a:pt x="389917" y="112702"/>
                  <a:pt x="392311" y="113084"/>
                  <a:pt x="395792" y="113084"/>
                </a:cubicBezTo>
                <a:lnTo>
                  <a:pt x="395792" y="116021"/>
                </a:lnTo>
                <a:lnTo>
                  <a:pt x="359076" y="116021"/>
                </a:lnTo>
                <a:lnTo>
                  <a:pt x="359076" y="113084"/>
                </a:lnTo>
                <a:lnTo>
                  <a:pt x="360790" y="113084"/>
                </a:lnTo>
                <a:cubicBezTo>
                  <a:pt x="364271" y="113084"/>
                  <a:pt x="366691" y="112551"/>
                  <a:pt x="368051" y="111485"/>
                </a:cubicBezTo>
                <a:cubicBezTo>
                  <a:pt x="369411" y="110418"/>
                  <a:pt x="370363" y="108845"/>
                  <a:pt x="370907" y="106766"/>
                </a:cubicBezTo>
                <a:cubicBezTo>
                  <a:pt x="371070" y="105891"/>
                  <a:pt x="371152" y="103319"/>
                  <a:pt x="371152" y="99051"/>
                </a:cubicBezTo>
                <a:lnTo>
                  <a:pt x="371152" y="72745"/>
                </a:lnTo>
                <a:cubicBezTo>
                  <a:pt x="371152" y="64625"/>
                  <a:pt x="370730" y="59294"/>
                  <a:pt x="369887" y="56751"/>
                </a:cubicBezTo>
                <a:cubicBezTo>
                  <a:pt x="369044" y="54207"/>
                  <a:pt x="367698" y="52299"/>
                  <a:pt x="365848" y="51027"/>
                </a:cubicBezTo>
                <a:cubicBezTo>
                  <a:pt x="363999" y="49754"/>
                  <a:pt x="361769" y="49117"/>
                  <a:pt x="359158" y="49117"/>
                </a:cubicBezTo>
                <a:cubicBezTo>
                  <a:pt x="356493" y="49117"/>
                  <a:pt x="353718" y="49823"/>
                  <a:pt x="350836" y="51234"/>
                </a:cubicBezTo>
                <a:cubicBezTo>
                  <a:pt x="347953" y="52644"/>
                  <a:pt x="344499" y="55493"/>
                  <a:pt x="340474" y="59780"/>
                </a:cubicBezTo>
                <a:lnTo>
                  <a:pt x="340474" y="99051"/>
                </a:lnTo>
                <a:cubicBezTo>
                  <a:pt x="340474" y="104194"/>
                  <a:pt x="340759" y="107395"/>
                  <a:pt x="341330" y="108653"/>
                </a:cubicBezTo>
                <a:cubicBezTo>
                  <a:pt x="341901" y="109911"/>
                  <a:pt x="342962" y="110964"/>
                  <a:pt x="344512" y="111812"/>
                </a:cubicBezTo>
                <a:cubicBezTo>
                  <a:pt x="346063" y="112660"/>
                  <a:pt x="348741" y="113084"/>
                  <a:pt x="352549" y="113084"/>
                </a:cubicBezTo>
                <a:lnTo>
                  <a:pt x="352549" y="116021"/>
                </a:lnTo>
                <a:lnTo>
                  <a:pt x="315507" y="116021"/>
                </a:lnTo>
                <a:lnTo>
                  <a:pt x="315507" y="113084"/>
                </a:lnTo>
                <a:cubicBezTo>
                  <a:pt x="318825" y="113084"/>
                  <a:pt x="321436" y="112564"/>
                  <a:pt x="323340" y="111524"/>
                </a:cubicBezTo>
                <a:cubicBezTo>
                  <a:pt x="324428" y="110978"/>
                  <a:pt x="325298" y="109940"/>
                  <a:pt x="325951" y="108408"/>
                </a:cubicBezTo>
                <a:cubicBezTo>
                  <a:pt x="326603" y="106875"/>
                  <a:pt x="326930" y="103756"/>
                  <a:pt x="326930" y="99051"/>
                </a:cubicBezTo>
                <a:lnTo>
                  <a:pt x="326930" y="31494"/>
                </a:lnTo>
                <a:cubicBezTo>
                  <a:pt x="326930" y="22990"/>
                  <a:pt x="326726" y="17763"/>
                  <a:pt x="326318" y="15813"/>
                </a:cubicBezTo>
                <a:cubicBezTo>
                  <a:pt x="325910" y="13864"/>
                  <a:pt x="325284" y="12536"/>
                  <a:pt x="324441" y="11831"/>
                </a:cubicBezTo>
                <a:cubicBezTo>
                  <a:pt x="323598" y="11123"/>
                  <a:pt x="322469" y="10770"/>
                  <a:pt x="321055" y="10770"/>
                </a:cubicBezTo>
                <a:cubicBezTo>
                  <a:pt x="319913" y="10770"/>
                  <a:pt x="318063" y="11205"/>
                  <a:pt x="315507" y="12075"/>
                </a:cubicBezTo>
                <a:lnTo>
                  <a:pt x="314365" y="9138"/>
                </a:lnTo>
                <a:lnTo>
                  <a:pt x="336720" y="0"/>
                </a:lnTo>
                <a:lnTo>
                  <a:pt x="340474" y="0"/>
                </a:lnTo>
                <a:close/>
                <a:moveTo>
                  <a:pt x="397832" y="41285"/>
                </a:moveTo>
                <a:lnTo>
                  <a:pt x="432671" y="41285"/>
                </a:lnTo>
                <a:lnTo>
                  <a:pt x="432671" y="44222"/>
                </a:lnTo>
                <a:lnTo>
                  <a:pt x="430957" y="44222"/>
                </a:lnTo>
                <a:cubicBezTo>
                  <a:pt x="428509" y="44222"/>
                  <a:pt x="426674" y="44755"/>
                  <a:pt x="425450" y="45821"/>
                </a:cubicBezTo>
                <a:cubicBezTo>
                  <a:pt x="424226" y="46886"/>
                  <a:pt x="423614" y="48211"/>
                  <a:pt x="423614" y="49796"/>
                </a:cubicBezTo>
                <a:cubicBezTo>
                  <a:pt x="423614" y="51927"/>
                  <a:pt x="424512" y="54878"/>
                  <a:pt x="426307" y="58648"/>
                </a:cubicBezTo>
                <a:lnTo>
                  <a:pt x="444501" y="96440"/>
                </a:lnTo>
                <a:lnTo>
                  <a:pt x="461227" y="55061"/>
                </a:lnTo>
                <a:cubicBezTo>
                  <a:pt x="462152" y="52817"/>
                  <a:pt x="462614" y="50600"/>
                  <a:pt x="462614" y="48409"/>
                </a:cubicBezTo>
                <a:cubicBezTo>
                  <a:pt x="462614" y="47424"/>
                  <a:pt x="462424" y="46686"/>
                  <a:pt x="462043" y="46193"/>
                </a:cubicBezTo>
                <a:cubicBezTo>
                  <a:pt x="461608" y="45591"/>
                  <a:pt x="460928" y="45113"/>
                  <a:pt x="460003" y="44757"/>
                </a:cubicBezTo>
                <a:cubicBezTo>
                  <a:pt x="459079" y="44400"/>
                  <a:pt x="457447" y="44222"/>
                  <a:pt x="455108" y="44222"/>
                </a:cubicBezTo>
                <a:lnTo>
                  <a:pt x="455108" y="41285"/>
                </a:lnTo>
                <a:lnTo>
                  <a:pt x="479422" y="41285"/>
                </a:lnTo>
                <a:lnTo>
                  <a:pt x="479422" y="44222"/>
                </a:lnTo>
                <a:cubicBezTo>
                  <a:pt x="477409" y="44440"/>
                  <a:pt x="475859" y="44876"/>
                  <a:pt x="474771" y="45532"/>
                </a:cubicBezTo>
                <a:cubicBezTo>
                  <a:pt x="473683" y="46187"/>
                  <a:pt x="472487" y="47415"/>
                  <a:pt x="471181" y="49217"/>
                </a:cubicBezTo>
                <a:cubicBezTo>
                  <a:pt x="470692" y="49982"/>
                  <a:pt x="469767" y="52083"/>
                  <a:pt x="468407" y="55522"/>
                </a:cubicBezTo>
                <a:lnTo>
                  <a:pt x="437974" y="130060"/>
                </a:lnTo>
                <a:cubicBezTo>
                  <a:pt x="435037" y="137320"/>
                  <a:pt x="431188" y="142805"/>
                  <a:pt x="426429" y="146516"/>
                </a:cubicBezTo>
                <a:cubicBezTo>
                  <a:pt x="421669" y="150228"/>
                  <a:pt x="417087" y="152084"/>
                  <a:pt x="412681" y="152084"/>
                </a:cubicBezTo>
                <a:cubicBezTo>
                  <a:pt x="409472" y="152084"/>
                  <a:pt x="406834" y="151154"/>
                  <a:pt x="404767" y="149295"/>
                </a:cubicBezTo>
                <a:cubicBezTo>
                  <a:pt x="402700" y="147437"/>
                  <a:pt x="401666" y="145306"/>
                  <a:pt x="401666" y="142903"/>
                </a:cubicBezTo>
                <a:cubicBezTo>
                  <a:pt x="401666" y="140606"/>
                  <a:pt x="402414" y="138761"/>
                  <a:pt x="403910" y="137367"/>
                </a:cubicBezTo>
                <a:cubicBezTo>
                  <a:pt x="405406" y="135974"/>
                  <a:pt x="407459" y="135277"/>
                  <a:pt x="410070" y="135277"/>
                </a:cubicBezTo>
                <a:cubicBezTo>
                  <a:pt x="411865" y="135277"/>
                  <a:pt x="414313" y="135859"/>
                  <a:pt x="417413" y="137023"/>
                </a:cubicBezTo>
                <a:cubicBezTo>
                  <a:pt x="419589" y="137817"/>
                  <a:pt x="420949" y="138214"/>
                  <a:pt x="421493" y="138214"/>
                </a:cubicBezTo>
                <a:cubicBezTo>
                  <a:pt x="423125" y="138214"/>
                  <a:pt x="424906" y="137377"/>
                  <a:pt x="426837" y="135702"/>
                </a:cubicBezTo>
                <a:cubicBezTo>
                  <a:pt x="428768" y="134028"/>
                  <a:pt x="430712" y="130788"/>
                  <a:pt x="432671" y="125983"/>
                </a:cubicBezTo>
                <a:lnTo>
                  <a:pt x="437974" y="112929"/>
                </a:lnTo>
                <a:lnTo>
                  <a:pt x="411131" y="56698"/>
                </a:lnTo>
                <a:cubicBezTo>
                  <a:pt x="410315" y="55001"/>
                  <a:pt x="409009" y="52894"/>
                  <a:pt x="407214" y="50377"/>
                </a:cubicBezTo>
                <a:cubicBezTo>
                  <a:pt x="405855" y="48463"/>
                  <a:pt x="404740" y="47177"/>
                  <a:pt x="403869" y="46519"/>
                </a:cubicBezTo>
                <a:cubicBezTo>
                  <a:pt x="402618" y="45644"/>
                  <a:pt x="400606" y="44878"/>
                  <a:pt x="397832" y="44222"/>
                </a:cubicBezTo>
                <a:lnTo>
                  <a:pt x="397832" y="41285"/>
                </a:lnTo>
                <a:close/>
                <a:moveTo>
                  <a:pt x="533924" y="39163"/>
                </a:moveTo>
                <a:lnTo>
                  <a:pt x="533924" y="64619"/>
                </a:lnTo>
                <a:lnTo>
                  <a:pt x="531232" y="64619"/>
                </a:lnTo>
                <a:cubicBezTo>
                  <a:pt x="529165" y="56656"/>
                  <a:pt x="526513" y="51239"/>
                  <a:pt x="523277" y="48368"/>
                </a:cubicBezTo>
                <a:cubicBezTo>
                  <a:pt x="520040" y="45495"/>
                  <a:pt x="515920" y="44059"/>
                  <a:pt x="510916" y="44059"/>
                </a:cubicBezTo>
                <a:cubicBezTo>
                  <a:pt x="507108" y="44059"/>
                  <a:pt x="504035" y="45062"/>
                  <a:pt x="501696" y="47067"/>
                </a:cubicBezTo>
                <a:cubicBezTo>
                  <a:pt x="499357" y="49073"/>
                  <a:pt x="498188" y="51296"/>
                  <a:pt x="498188" y="53735"/>
                </a:cubicBezTo>
                <a:cubicBezTo>
                  <a:pt x="498188" y="56769"/>
                  <a:pt x="499058" y="59371"/>
                  <a:pt x="500798" y="61539"/>
                </a:cubicBezTo>
                <a:cubicBezTo>
                  <a:pt x="502485" y="63761"/>
                  <a:pt x="505911" y="66119"/>
                  <a:pt x="511079" y="68612"/>
                </a:cubicBezTo>
                <a:lnTo>
                  <a:pt x="522991" y="74385"/>
                </a:lnTo>
                <a:cubicBezTo>
                  <a:pt x="534033" y="79763"/>
                  <a:pt x="539554" y="86852"/>
                  <a:pt x="539554" y="95652"/>
                </a:cubicBezTo>
                <a:cubicBezTo>
                  <a:pt x="539554" y="102443"/>
                  <a:pt x="536984" y="107916"/>
                  <a:pt x="531844" y="112072"/>
                </a:cubicBezTo>
                <a:cubicBezTo>
                  <a:pt x="526703" y="116228"/>
                  <a:pt x="520951" y="118306"/>
                  <a:pt x="514587" y="118306"/>
                </a:cubicBezTo>
                <a:cubicBezTo>
                  <a:pt x="510018" y="118306"/>
                  <a:pt x="504796" y="117531"/>
                  <a:pt x="498922" y="115981"/>
                </a:cubicBezTo>
                <a:cubicBezTo>
                  <a:pt x="497127" y="115464"/>
                  <a:pt x="495658" y="115205"/>
                  <a:pt x="494516" y="115205"/>
                </a:cubicBezTo>
                <a:cubicBezTo>
                  <a:pt x="493265" y="115205"/>
                  <a:pt x="492286" y="115858"/>
                  <a:pt x="491579" y="117164"/>
                </a:cubicBezTo>
                <a:lnTo>
                  <a:pt x="488886" y="117164"/>
                </a:lnTo>
                <a:lnTo>
                  <a:pt x="488886" y="90402"/>
                </a:lnTo>
                <a:lnTo>
                  <a:pt x="491579" y="90402"/>
                </a:lnTo>
                <a:cubicBezTo>
                  <a:pt x="493102" y="98017"/>
                  <a:pt x="496012" y="103756"/>
                  <a:pt x="500309" y="107618"/>
                </a:cubicBezTo>
                <a:cubicBezTo>
                  <a:pt x="504606" y="111480"/>
                  <a:pt x="509420" y="113410"/>
                  <a:pt x="514750" y="113410"/>
                </a:cubicBezTo>
                <a:cubicBezTo>
                  <a:pt x="518503" y="113410"/>
                  <a:pt x="521563" y="112315"/>
                  <a:pt x="523929" y="110124"/>
                </a:cubicBezTo>
                <a:cubicBezTo>
                  <a:pt x="526295" y="107931"/>
                  <a:pt x="527478" y="105292"/>
                  <a:pt x="527478" y="102207"/>
                </a:cubicBezTo>
                <a:cubicBezTo>
                  <a:pt x="527478" y="98473"/>
                  <a:pt x="526159" y="95334"/>
                  <a:pt x="523521" y="92791"/>
                </a:cubicBezTo>
                <a:cubicBezTo>
                  <a:pt x="520883" y="90246"/>
                  <a:pt x="515621" y="87033"/>
                  <a:pt x="507734" y="83151"/>
                </a:cubicBezTo>
                <a:cubicBezTo>
                  <a:pt x="499847" y="79267"/>
                  <a:pt x="494679" y="75745"/>
                  <a:pt x="492231" y="72585"/>
                </a:cubicBezTo>
                <a:cubicBezTo>
                  <a:pt x="489784" y="69479"/>
                  <a:pt x="488560" y="65557"/>
                  <a:pt x="488560" y="60818"/>
                </a:cubicBezTo>
                <a:cubicBezTo>
                  <a:pt x="488560" y="54661"/>
                  <a:pt x="490668" y="49513"/>
                  <a:pt x="494883" y="45374"/>
                </a:cubicBezTo>
                <a:cubicBezTo>
                  <a:pt x="499099" y="41234"/>
                  <a:pt x="504552" y="39163"/>
                  <a:pt x="511242" y="39163"/>
                </a:cubicBezTo>
                <a:cubicBezTo>
                  <a:pt x="514179" y="39163"/>
                  <a:pt x="517742" y="39789"/>
                  <a:pt x="521930" y="41040"/>
                </a:cubicBezTo>
                <a:cubicBezTo>
                  <a:pt x="524704" y="41856"/>
                  <a:pt x="526554" y="42264"/>
                  <a:pt x="527478" y="42264"/>
                </a:cubicBezTo>
                <a:cubicBezTo>
                  <a:pt x="528349" y="42264"/>
                  <a:pt x="529029" y="42073"/>
                  <a:pt x="529518" y="41693"/>
                </a:cubicBezTo>
                <a:cubicBezTo>
                  <a:pt x="530008" y="41312"/>
                  <a:pt x="530579" y="40469"/>
                  <a:pt x="531232" y="39163"/>
                </a:cubicBezTo>
                <a:lnTo>
                  <a:pt x="533924" y="39163"/>
                </a:lnTo>
                <a:close/>
                <a:moveTo>
                  <a:pt x="569668" y="0"/>
                </a:moveTo>
                <a:cubicBezTo>
                  <a:pt x="571952" y="0"/>
                  <a:pt x="573897" y="807"/>
                  <a:pt x="575501" y="2420"/>
                </a:cubicBezTo>
                <a:cubicBezTo>
                  <a:pt x="577106" y="4031"/>
                  <a:pt x="577908" y="5985"/>
                  <a:pt x="577908" y="8281"/>
                </a:cubicBezTo>
                <a:cubicBezTo>
                  <a:pt x="577908" y="10578"/>
                  <a:pt x="577106" y="12546"/>
                  <a:pt x="575501" y="14187"/>
                </a:cubicBezTo>
                <a:cubicBezTo>
                  <a:pt x="573897" y="15825"/>
                  <a:pt x="571952" y="16644"/>
                  <a:pt x="569668" y="16644"/>
                </a:cubicBezTo>
                <a:cubicBezTo>
                  <a:pt x="567383" y="16644"/>
                  <a:pt x="565425" y="15825"/>
                  <a:pt x="563793" y="14187"/>
                </a:cubicBezTo>
                <a:cubicBezTo>
                  <a:pt x="562161" y="12546"/>
                  <a:pt x="561346" y="10578"/>
                  <a:pt x="561346" y="8281"/>
                </a:cubicBezTo>
                <a:cubicBezTo>
                  <a:pt x="561346" y="5985"/>
                  <a:pt x="562148" y="4031"/>
                  <a:pt x="563752" y="2420"/>
                </a:cubicBezTo>
                <a:cubicBezTo>
                  <a:pt x="565357" y="807"/>
                  <a:pt x="567329" y="0"/>
                  <a:pt x="569668" y="0"/>
                </a:cubicBezTo>
                <a:moveTo>
                  <a:pt x="576440" y="39163"/>
                </a:moveTo>
                <a:lnTo>
                  <a:pt x="576440" y="99051"/>
                </a:lnTo>
                <a:cubicBezTo>
                  <a:pt x="576440" y="103756"/>
                  <a:pt x="576780" y="106888"/>
                  <a:pt x="577460" y="108449"/>
                </a:cubicBezTo>
                <a:cubicBezTo>
                  <a:pt x="578140" y="110007"/>
                  <a:pt x="579146" y="111170"/>
                  <a:pt x="580478" y="111937"/>
                </a:cubicBezTo>
                <a:cubicBezTo>
                  <a:pt x="581811" y="112702"/>
                  <a:pt x="584245" y="113084"/>
                  <a:pt x="587781" y="113084"/>
                </a:cubicBezTo>
                <a:lnTo>
                  <a:pt x="587781" y="116021"/>
                </a:lnTo>
                <a:lnTo>
                  <a:pt x="551473" y="116021"/>
                </a:lnTo>
                <a:lnTo>
                  <a:pt x="551473" y="113084"/>
                </a:lnTo>
                <a:cubicBezTo>
                  <a:pt x="555117" y="113084"/>
                  <a:pt x="557565" y="112729"/>
                  <a:pt x="558816" y="112018"/>
                </a:cubicBezTo>
                <a:cubicBezTo>
                  <a:pt x="560067" y="111306"/>
                  <a:pt x="561060" y="110130"/>
                  <a:pt x="561794" y="108490"/>
                </a:cubicBezTo>
                <a:cubicBezTo>
                  <a:pt x="562529" y="106848"/>
                  <a:pt x="562896" y="103701"/>
                  <a:pt x="562896" y="99051"/>
                </a:cubicBezTo>
                <a:lnTo>
                  <a:pt x="562896" y="70494"/>
                </a:lnTo>
                <a:cubicBezTo>
                  <a:pt x="562896" y="62355"/>
                  <a:pt x="562651" y="57084"/>
                  <a:pt x="562161" y="54681"/>
                </a:cubicBezTo>
                <a:cubicBezTo>
                  <a:pt x="561781" y="52932"/>
                  <a:pt x="561182" y="51717"/>
                  <a:pt x="560366" y="51037"/>
                </a:cubicBezTo>
                <a:cubicBezTo>
                  <a:pt x="559551" y="50356"/>
                  <a:pt x="558435" y="50015"/>
                  <a:pt x="557021" y="50015"/>
                </a:cubicBezTo>
                <a:cubicBezTo>
                  <a:pt x="555498" y="50015"/>
                  <a:pt x="553649" y="50423"/>
                  <a:pt x="551473" y="51239"/>
                </a:cubicBezTo>
                <a:lnTo>
                  <a:pt x="550331" y="48301"/>
                </a:lnTo>
                <a:lnTo>
                  <a:pt x="572850" y="39163"/>
                </a:lnTo>
                <a:lnTo>
                  <a:pt x="576440" y="39163"/>
                </a:lnTo>
                <a:close/>
                <a:moveTo>
                  <a:pt x="660554" y="87628"/>
                </a:moveTo>
                <a:cubicBezTo>
                  <a:pt x="658541" y="97473"/>
                  <a:pt x="654597" y="105047"/>
                  <a:pt x="648723" y="110351"/>
                </a:cubicBezTo>
                <a:cubicBezTo>
                  <a:pt x="642848" y="115654"/>
                  <a:pt x="636348" y="118306"/>
                  <a:pt x="629223" y="118306"/>
                </a:cubicBezTo>
                <a:cubicBezTo>
                  <a:pt x="620737" y="118306"/>
                  <a:pt x="613340" y="114747"/>
                  <a:pt x="607030" y="107630"/>
                </a:cubicBezTo>
                <a:cubicBezTo>
                  <a:pt x="600721" y="100512"/>
                  <a:pt x="597566" y="90893"/>
                  <a:pt x="597566" y="78775"/>
                </a:cubicBezTo>
                <a:cubicBezTo>
                  <a:pt x="597566" y="67038"/>
                  <a:pt x="601061" y="57502"/>
                  <a:pt x="608050" y="50168"/>
                </a:cubicBezTo>
                <a:cubicBezTo>
                  <a:pt x="615040" y="42831"/>
                  <a:pt x="623430" y="39163"/>
                  <a:pt x="633221" y="39163"/>
                </a:cubicBezTo>
                <a:cubicBezTo>
                  <a:pt x="640564" y="39163"/>
                  <a:pt x="646602" y="41115"/>
                  <a:pt x="651334" y="45017"/>
                </a:cubicBezTo>
                <a:cubicBezTo>
                  <a:pt x="656066" y="48918"/>
                  <a:pt x="658432" y="52970"/>
                  <a:pt x="658432" y="57172"/>
                </a:cubicBezTo>
                <a:cubicBezTo>
                  <a:pt x="658432" y="59246"/>
                  <a:pt x="657766" y="60924"/>
                  <a:pt x="656433" y="62207"/>
                </a:cubicBezTo>
                <a:cubicBezTo>
                  <a:pt x="655101" y="63489"/>
                  <a:pt x="653238" y="64130"/>
                  <a:pt x="650844" y="64130"/>
                </a:cubicBezTo>
                <a:cubicBezTo>
                  <a:pt x="647635" y="64130"/>
                  <a:pt x="645215" y="63088"/>
                  <a:pt x="643583" y="61004"/>
                </a:cubicBezTo>
                <a:cubicBezTo>
                  <a:pt x="642658" y="59852"/>
                  <a:pt x="642046" y="57657"/>
                  <a:pt x="641747" y="54421"/>
                </a:cubicBezTo>
                <a:cubicBezTo>
                  <a:pt x="641448" y="51184"/>
                  <a:pt x="640346" y="48716"/>
                  <a:pt x="638443" y="47016"/>
                </a:cubicBezTo>
                <a:cubicBezTo>
                  <a:pt x="636539" y="45371"/>
                  <a:pt x="633901" y="44548"/>
                  <a:pt x="630528" y="44548"/>
                </a:cubicBezTo>
                <a:cubicBezTo>
                  <a:pt x="625089" y="44548"/>
                  <a:pt x="620710" y="46561"/>
                  <a:pt x="617392" y="50586"/>
                </a:cubicBezTo>
                <a:cubicBezTo>
                  <a:pt x="612986" y="55917"/>
                  <a:pt x="610783" y="62961"/>
                  <a:pt x="610783" y="71718"/>
                </a:cubicBezTo>
                <a:cubicBezTo>
                  <a:pt x="610783" y="80638"/>
                  <a:pt x="612973" y="88512"/>
                  <a:pt x="617351" y="95338"/>
                </a:cubicBezTo>
                <a:cubicBezTo>
                  <a:pt x="621730" y="102165"/>
                  <a:pt x="627645" y="105578"/>
                  <a:pt x="635097" y="105578"/>
                </a:cubicBezTo>
                <a:cubicBezTo>
                  <a:pt x="640428" y="105578"/>
                  <a:pt x="645215" y="103756"/>
                  <a:pt x="649457" y="100111"/>
                </a:cubicBezTo>
                <a:cubicBezTo>
                  <a:pt x="652449" y="97609"/>
                  <a:pt x="655359" y="93067"/>
                  <a:pt x="658187" y="86486"/>
                </a:cubicBezTo>
                <a:lnTo>
                  <a:pt x="660554" y="87628"/>
                </a:lnTo>
                <a:close/>
                <a:moveTo>
                  <a:pt x="713579" y="105338"/>
                </a:moveTo>
                <a:cubicBezTo>
                  <a:pt x="705909" y="111265"/>
                  <a:pt x="701095" y="114690"/>
                  <a:pt x="699137" y="115613"/>
                </a:cubicBezTo>
                <a:cubicBezTo>
                  <a:pt x="696200" y="116973"/>
                  <a:pt x="693072" y="117653"/>
                  <a:pt x="689754" y="117653"/>
                </a:cubicBezTo>
                <a:cubicBezTo>
                  <a:pt x="684587" y="117653"/>
                  <a:pt x="680331" y="115885"/>
                  <a:pt x="676985" y="112350"/>
                </a:cubicBezTo>
                <a:cubicBezTo>
                  <a:pt x="673640" y="108814"/>
                  <a:pt x="671968" y="104164"/>
                  <a:pt x="671968" y="98398"/>
                </a:cubicBezTo>
                <a:cubicBezTo>
                  <a:pt x="671968" y="94754"/>
                  <a:pt x="672783" y="91599"/>
                  <a:pt x="674415" y="88933"/>
                </a:cubicBezTo>
                <a:cubicBezTo>
                  <a:pt x="676645" y="85235"/>
                  <a:pt x="680521" y="81753"/>
                  <a:pt x="686042" y="78490"/>
                </a:cubicBezTo>
                <a:cubicBezTo>
                  <a:pt x="691563" y="75226"/>
                  <a:pt x="700742" y="71256"/>
                  <a:pt x="713579" y="66578"/>
                </a:cubicBezTo>
                <a:lnTo>
                  <a:pt x="713579" y="63651"/>
                </a:lnTo>
                <a:cubicBezTo>
                  <a:pt x="713579" y="56226"/>
                  <a:pt x="712396" y="51132"/>
                  <a:pt x="710029" y="48368"/>
                </a:cubicBezTo>
                <a:cubicBezTo>
                  <a:pt x="707663" y="45604"/>
                  <a:pt x="704223" y="44222"/>
                  <a:pt x="699708" y="44222"/>
                </a:cubicBezTo>
                <a:cubicBezTo>
                  <a:pt x="696281" y="44222"/>
                  <a:pt x="693562" y="45147"/>
                  <a:pt x="691549" y="46996"/>
                </a:cubicBezTo>
                <a:cubicBezTo>
                  <a:pt x="689482" y="48845"/>
                  <a:pt x="688449" y="50967"/>
                  <a:pt x="688449" y="53360"/>
                </a:cubicBezTo>
                <a:lnTo>
                  <a:pt x="688612" y="58092"/>
                </a:lnTo>
                <a:cubicBezTo>
                  <a:pt x="688612" y="60594"/>
                  <a:pt x="687973" y="62525"/>
                  <a:pt x="686695" y="63885"/>
                </a:cubicBezTo>
                <a:cubicBezTo>
                  <a:pt x="685416" y="65245"/>
                  <a:pt x="683744" y="65925"/>
                  <a:pt x="681677" y="65925"/>
                </a:cubicBezTo>
                <a:cubicBezTo>
                  <a:pt x="679664" y="65925"/>
                  <a:pt x="678019" y="65216"/>
                  <a:pt x="676741" y="63798"/>
                </a:cubicBezTo>
                <a:cubicBezTo>
                  <a:pt x="675462" y="62379"/>
                  <a:pt x="674823" y="60442"/>
                  <a:pt x="674823" y="57988"/>
                </a:cubicBezTo>
                <a:cubicBezTo>
                  <a:pt x="674823" y="53295"/>
                  <a:pt x="677217" y="48984"/>
                  <a:pt x="682003" y="45056"/>
                </a:cubicBezTo>
                <a:cubicBezTo>
                  <a:pt x="686790" y="41127"/>
                  <a:pt x="693507" y="39163"/>
                  <a:pt x="702156" y="39163"/>
                </a:cubicBezTo>
                <a:cubicBezTo>
                  <a:pt x="708792" y="39163"/>
                  <a:pt x="714231" y="40277"/>
                  <a:pt x="718474" y="42503"/>
                </a:cubicBezTo>
                <a:cubicBezTo>
                  <a:pt x="721683" y="44188"/>
                  <a:pt x="724049" y="46823"/>
                  <a:pt x="725572" y="50410"/>
                </a:cubicBezTo>
                <a:cubicBezTo>
                  <a:pt x="726551" y="52746"/>
                  <a:pt x="727041" y="57526"/>
                  <a:pt x="727041" y="64752"/>
                </a:cubicBezTo>
                <a:lnTo>
                  <a:pt x="727041" y="90096"/>
                </a:lnTo>
                <a:cubicBezTo>
                  <a:pt x="727041" y="97213"/>
                  <a:pt x="727177" y="101573"/>
                  <a:pt x="727449" y="103176"/>
                </a:cubicBezTo>
                <a:cubicBezTo>
                  <a:pt x="727721" y="104779"/>
                  <a:pt x="728170" y="105852"/>
                  <a:pt x="728795" y="106396"/>
                </a:cubicBezTo>
                <a:cubicBezTo>
                  <a:pt x="729421" y="106939"/>
                  <a:pt x="730141" y="107210"/>
                  <a:pt x="730957" y="107210"/>
                </a:cubicBezTo>
                <a:cubicBezTo>
                  <a:pt x="731828" y="107210"/>
                  <a:pt x="732589" y="107019"/>
                  <a:pt x="733242" y="106638"/>
                </a:cubicBezTo>
                <a:cubicBezTo>
                  <a:pt x="734384" y="105931"/>
                  <a:pt x="736587" y="103946"/>
                  <a:pt x="739851" y="100682"/>
                </a:cubicBezTo>
                <a:lnTo>
                  <a:pt x="739851" y="105251"/>
                </a:lnTo>
                <a:cubicBezTo>
                  <a:pt x="733759" y="113410"/>
                  <a:pt x="727939" y="117490"/>
                  <a:pt x="722390" y="117490"/>
                </a:cubicBezTo>
                <a:cubicBezTo>
                  <a:pt x="719725" y="117490"/>
                  <a:pt x="717604" y="116572"/>
                  <a:pt x="716026" y="114736"/>
                </a:cubicBezTo>
                <a:cubicBezTo>
                  <a:pt x="714449" y="112899"/>
                  <a:pt x="713633" y="109766"/>
                  <a:pt x="713579" y="105338"/>
                </a:cubicBezTo>
                <a:moveTo>
                  <a:pt x="713579" y="100048"/>
                </a:moveTo>
                <a:lnTo>
                  <a:pt x="713579" y="71636"/>
                </a:lnTo>
                <a:cubicBezTo>
                  <a:pt x="705365" y="74893"/>
                  <a:pt x="700062" y="77200"/>
                  <a:pt x="697669" y="78556"/>
                </a:cubicBezTo>
                <a:cubicBezTo>
                  <a:pt x="693371" y="80944"/>
                  <a:pt x="690298" y="83441"/>
                  <a:pt x="688449" y="86047"/>
                </a:cubicBezTo>
                <a:cubicBezTo>
                  <a:pt x="686599" y="88651"/>
                  <a:pt x="685675" y="91500"/>
                  <a:pt x="685675" y="94594"/>
                </a:cubicBezTo>
                <a:cubicBezTo>
                  <a:pt x="685675" y="98502"/>
                  <a:pt x="686844" y="101745"/>
                  <a:pt x="689183" y="104323"/>
                </a:cubicBezTo>
                <a:cubicBezTo>
                  <a:pt x="691522" y="106900"/>
                  <a:pt x="694215" y="108189"/>
                  <a:pt x="697261" y="108189"/>
                </a:cubicBezTo>
                <a:cubicBezTo>
                  <a:pt x="701394" y="108189"/>
                  <a:pt x="706834" y="105475"/>
                  <a:pt x="713579" y="100048"/>
                </a:cubicBezTo>
                <a:close/>
                <a:moveTo>
                  <a:pt x="771092" y="0"/>
                </a:moveTo>
                <a:lnTo>
                  <a:pt x="771092" y="99051"/>
                </a:lnTo>
                <a:cubicBezTo>
                  <a:pt x="771092" y="103756"/>
                  <a:pt x="771432" y="106875"/>
                  <a:pt x="772111" y="108408"/>
                </a:cubicBezTo>
                <a:cubicBezTo>
                  <a:pt x="772791" y="109940"/>
                  <a:pt x="773838" y="111102"/>
                  <a:pt x="775253" y="111896"/>
                </a:cubicBezTo>
                <a:cubicBezTo>
                  <a:pt x="776667" y="112688"/>
                  <a:pt x="779305" y="113084"/>
                  <a:pt x="783167" y="113084"/>
                </a:cubicBezTo>
                <a:lnTo>
                  <a:pt x="783167" y="116021"/>
                </a:lnTo>
                <a:lnTo>
                  <a:pt x="746533" y="116021"/>
                </a:lnTo>
                <a:lnTo>
                  <a:pt x="746533" y="113084"/>
                </a:lnTo>
                <a:cubicBezTo>
                  <a:pt x="749960" y="113084"/>
                  <a:pt x="752299" y="112729"/>
                  <a:pt x="753550" y="112018"/>
                </a:cubicBezTo>
                <a:cubicBezTo>
                  <a:pt x="754801" y="111306"/>
                  <a:pt x="755780" y="110130"/>
                  <a:pt x="756487" y="108490"/>
                </a:cubicBezTo>
                <a:cubicBezTo>
                  <a:pt x="757194" y="106848"/>
                  <a:pt x="757548" y="103701"/>
                  <a:pt x="757548" y="99051"/>
                </a:cubicBezTo>
                <a:lnTo>
                  <a:pt x="757548" y="31331"/>
                </a:lnTo>
                <a:cubicBezTo>
                  <a:pt x="757548" y="22900"/>
                  <a:pt x="757357" y="17719"/>
                  <a:pt x="756976" y="15788"/>
                </a:cubicBezTo>
                <a:cubicBezTo>
                  <a:pt x="756596" y="13857"/>
                  <a:pt x="755984" y="12538"/>
                  <a:pt x="755141" y="11831"/>
                </a:cubicBezTo>
                <a:cubicBezTo>
                  <a:pt x="754298" y="11123"/>
                  <a:pt x="753223" y="10770"/>
                  <a:pt x="751918" y="10770"/>
                </a:cubicBezTo>
                <a:cubicBezTo>
                  <a:pt x="750504" y="10770"/>
                  <a:pt x="748709" y="11205"/>
                  <a:pt x="746533" y="12075"/>
                </a:cubicBezTo>
                <a:lnTo>
                  <a:pt x="745146" y="9138"/>
                </a:lnTo>
                <a:lnTo>
                  <a:pt x="767420" y="0"/>
                </a:lnTo>
                <a:lnTo>
                  <a:pt x="771092" y="0"/>
                </a:lnTo>
                <a:close/>
                <a:moveTo>
                  <a:pt x="897061" y="87628"/>
                </a:moveTo>
                <a:cubicBezTo>
                  <a:pt x="895048" y="97473"/>
                  <a:pt x="891105" y="105047"/>
                  <a:pt x="885230" y="110351"/>
                </a:cubicBezTo>
                <a:cubicBezTo>
                  <a:pt x="879356" y="115654"/>
                  <a:pt x="872856" y="118306"/>
                  <a:pt x="865730" y="118306"/>
                </a:cubicBezTo>
                <a:cubicBezTo>
                  <a:pt x="857245" y="118306"/>
                  <a:pt x="849847" y="114747"/>
                  <a:pt x="843537" y="107630"/>
                </a:cubicBezTo>
                <a:cubicBezTo>
                  <a:pt x="837228" y="100512"/>
                  <a:pt x="834073" y="90893"/>
                  <a:pt x="834073" y="78775"/>
                </a:cubicBezTo>
                <a:cubicBezTo>
                  <a:pt x="834073" y="67038"/>
                  <a:pt x="837568" y="57502"/>
                  <a:pt x="844557" y="50168"/>
                </a:cubicBezTo>
                <a:cubicBezTo>
                  <a:pt x="851547" y="42831"/>
                  <a:pt x="859937" y="39163"/>
                  <a:pt x="869728" y="39163"/>
                </a:cubicBezTo>
                <a:cubicBezTo>
                  <a:pt x="877071" y="39163"/>
                  <a:pt x="883109" y="41115"/>
                  <a:pt x="887841" y="45017"/>
                </a:cubicBezTo>
                <a:cubicBezTo>
                  <a:pt x="892573" y="48918"/>
                  <a:pt x="894939" y="52970"/>
                  <a:pt x="894939" y="57172"/>
                </a:cubicBezTo>
                <a:cubicBezTo>
                  <a:pt x="894939" y="59246"/>
                  <a:pt x="894273" y="60924"/>
                  <a:pt x="892940" y="62207"/>
                </a:cubicBezTo>
                <a:cubicBezTo>
                  <a:pt x="891608" y="63489"/>
                  <a:pt x="889745" y="64130"/>
                  <a:pt x="887351" y="64130"/>
                </a:cubicBezTo>
                <a:cubicBezTo>
                  <a:pt x="884142" y="64130"/>
                  <a:pt x="881722" y="63088"/>
                  <a:pt x="880090" y="61004"/>
                </a:cubicBezTo>
                <a:cubicBezTo>
                  <a:pt x="879165" y="59852"/>
                  <a:pt x="878553" y="57657"/>
                  <a:pt x="878254" y="54421"/>
                </a:cubicBezTo>
                <a:cubicBezTo>
                  <a:pt x="877955" y="51184"/>
                  <a:pt x="876853" y="48716"/>
                  <a:pt x="874950" y="47016"/>
                </a:cubicBezTo>
                <a:cubicBezTo>
                  <a:pt x="873046" y="45371"/>
                  <a:pt x="870408" y="44548"/>
                  <a:pt x="867035" y="44548"/>
                </a:cubicBezTo>
                <a:cubicBezTo>
                  <a:pt x="861596" y="44548"/>
                  <a:pt x="857217" y="46561"/>
                  <a:pt x="853899" y="50586"/>
                </a:cubicBezTo>
                <a:cubicBezTo>
                  <a:pt x="849494" y="55917"/>
                  <a:pt x="847291" y="62961"/>
                  <a:pt x="847291" y="71718"/>
                </a:cubicBezTo>
                <a:cubicBezTo>
                  <a:pt x="847291" y="80638"/>
                  <a:pt x="849480" y="88512"/>
                  <a:pt x="853859" y="95338"/>
                </a:cubicBezTo>
                <a:cubicBezTo>
                  <a:pt x="858237" y="102165"/>
                  <a:pt x="864153" y="105578"/>
                  <a:pt x="871605" y="105578"/>
                </a:cubicBezTo>
                <a:cubicBezTo>
                  <a:pt x="876935" y="105578"/>
                  <a:pt x="881722" y="103756"/>
                  <a:pt x="885964" y="100111"/>
                </a:cubicBezTo>
                <a:cubicBezTo>
                  <a:pt x="888956" y="97609"/>
                  <a:pt x="891866" y="93067"/>
                  <a:pt x="894695" y="86486"/>
                </a:cubicBezTo>
                <a:lnTo>
                  <a:pt x="897061" y="87628"/>
                </a:lnTo>
                <a:close/>
                <a:moveTo>
                  <a:pt x="944293" y="39163"/>
                </a:moveTo>
                <a:cubicBezTo>
                  <a:pt x="955607" y="39163"/>
                  <a:pt x="964691" y="43456"/>
                  <a:pt x="971545" y="52042"/>
                </a:cubicBezTo>
                <a:cubicBezTo>
                  <a:pt x="977365" y="59376"/>
                  <a:pt x="980275" y="67799"/>
                  <a:pt x="980275" y="77309"/>
                </a:cubicBezTo>
                <a:cubicBezTo>
                  <a:pt x="980275" y="83993"/>
                  <a:pt x="978670" y="90758"/>
                  <a:pt x="975461" y="97605"/>
                </a:cubicBezTo>
                <a:cubicBezTo>
                  <a:pt x="972252" y="104450"/>
                  <a:pt x="967832" y="109611"/>
                  <a:pt x="962202" y="113089"/>
                </a:cubicBezTo>
                <a:cubicBezTo>
                  <a:pt x="956573" y="116567"/>
                  <a:pt x="950304" y="118306"/>
                  <a:pt x="943396" y="118306"/>
                </a:cubicBezTo>
                <a:cubicBezTo>
                  <a:pt x="932136" y="118306"/>
                  <a:pt x="923189" y="113823"/>
                  <a:pt x="916553" y="104856"/>
                </a:cubicBezTo>
                <a:cubicBezTo>
                  <a:pt x="910950" y="97304"/>
                  <a:pt x="908149" y="88828"/>
                  <a:pt x="908149" y="79428"/>
                </a:cubicBezTo>
                <a:cubicBezTo>
                  <a:pt x="908149" y="72581"/>
                  <a:pt x="909849" y="65775"/>
                  <a:pt x="913248" y="59010"/>
                </a:cubicBezTo>
                <a:cubicBezTo>
                  <a:pt x="916648" y="52245"/>
                  <a:pt x="921122" y="47246"/>
                  <a:pt x="926670" y="44013"/>
                </a:cubicBezTo>
                <a:cubicBezTo>
                  <a:pt x="932218" y="40780"/>
                  <a:pt x="938092" y="39163"/>
                  <a:pt x="944293" y="39163"/>
                </a:cubicBezTo>
                <a:moveTo>
                  <a:pt x="941764" y="44548"/>
                </a:moveTo>
                <a:cubicBezTo>
                  <a:pt x="938881" y="44548"/>
                  <a:pt x="935985" y="45402"/>
                  <a:pt x="933075" y="47111"/>
                </a:cubicBezTo>
                <a:cubicBezTo>
                  <a:pt x="930165" y="48817"/>
                  <a:pt x="927812" y="51812"/>
                  <a:pt x="926017" y="56093"/>
                </a:cubicBezTo>
                <a:cubicBezTo>
                  <a:pt x="924222" y="60375"/>
                  <a:pt x="923325" y="65876"/>
                  <a:pt x="923325" y="72595"/>
                </a:cubicBezTo>
                <a:cubicBezTo>
                  <a:pt x="923325" y="83435"/>
                  <a:pt x="925487" y="92784"/>
                  <a:pt x="929811" y="100644"/>
                </a:cubicBezTo>
                <a:cubicBezTo>
                  <a:pt x="934135" y="108502"/>
                  <a:pt x="939833" y="112431"/>
                  <a:pt x="946904" y="112431"/>
                </a:cubicBezTo>
                <a:cubicBezTo>
                  <a:pt x="952180" y="112431"/>
                  <a:pt x="956532" y="110263"/>
                  <a:pt x="959959" y="105927"/>
                </a:cubicBezTo>
                <a:cubicBezTo>
                  <a:pt x="963385" y="101591"/>
                  <a:pt x="965099" y="94139"/>
                  <a:pt x="965099" y="83571"/>
                </a:cubicBezTo>
                <a:cubicBezTo>
                  <a:pt x="965099" y="70347"/>
                  <a:pt x="962243" y="59941"/>
                  <a:pt x="956532" y="52353"/>
                </a:cubicBezTo>
                <a:cubicBezTo>
                  <a:pt x="952670" y="47150"/>
                  <a:pt x="947747" y="44548"/>
                  <a:pt x="941764" y="44548"/>
                </a:cubicBezTo>
                <a:close/>
                <a:moveTo>
                  <a:pt x="1013482" y="55214"/>
                </a:moveTo>
                <a:cubicBezTo>
                  <a:pt x="1018921" y="49727"/>
                  <a:pt x="1022130" y="46572"/>
                  <a:pt x="1023110" y="45749"/>
                </a:cubicBezTo>
                <a:cubicBezTo>
                  <a:pt x="1025557" y="43664"/>
                  <a:pt x="1028195" y="42044"/>
                  <a:pt x="1031024" y="40892"/>
                </a:cubicBezTo>
                <a:cubicBezTo>
                  <a:pt x="1033852" y="39740"/>
                  <a:pt x="1036654" y="39163"/>
                  <a:pt x="1039428" y="39163"/>
                </a:cubicBezTo>
                <a:cubicBezTo>
                  <a:pt x="1044105" y="39163"/>
                  <a:pt x="1048131" y="40535"/>
                  <a:pt x="1051503" y="43279"/>
                </a:cubicBezTo>
                <a:cubicBezTo>
                  <a:pt x="1054875" y="46022"/>
                  <a:pt x="1057133" y="50000"/>
                  <a:pt x="1058275" y="55214"/>
                </a:cubicBezTo>
                <a:cubicBezTo>
                  <a:pt x="1063877" y="48629"/>
                  <a:pt x="1068610" y="44308"/>
                  <a:pt x="1072472" y="42251"/>
                </a:cubicBezTo>
                <a:cubicBezTo>
                  <a:pt x="1076334" y="40193"/>
                  <a:pt x="1080304" y="39163"/>
                  <a:pt x="1084384" y="39163"/>
                </a:cubicBezTo>
                <a:cubicBezTo>
                  <a:pt x="1088355" y="39163"/>
                  <a:pt x="1091877" y="40181"/>
                  <a:pt x="1094950" y="42215"/>
                </a:cubicBezTo>
                <a:cubicBezTo>
                  <a:pt x="1098023" y="44248"/>
                  <a:pt x="1100457" y="47571"/>
                  <a:pt x="1102252" y="52182"/>
                </a:cubicBezTo>
                <a:cubicBezTo>
                  <a:pt x="1103449" y="55328"/>
                  <a:pt x="1104047" y="60265"/>
                  <a:pt x="1104047" y="66991"/>
                </a:cubicBezTo>
                <a:lnTo>
                  <a:pt x="1104047" y="99051"/>
                </a:lnTo>
                <a:cubicBezTo>
                  <a:pt x="1104047" y="103756"/>
                  <a:pt x="1104401" y="106984"/>
                  <a:pt x="1105108" y="108734"/>
                </a:cubicBezTo>
                <a:cubicBezTo>
                  <a:pt x="1105652" y="109938"/>
                  <a:pt x="1106658" y="110964"/>
                  <a:pt x="1108127" y="111812"/>
                </a:cubicBezTo>
                <a:cubicBezTo>
                  <a:pt x="1109595" y="112660"/>
                  <a:pt x="1111989" y="113084"/>
                  <a:pt x="1115307" y="113084"/>
                </a:cubicBezTo>
                <a:lnTo>
                  <a:pt x="1115307" y="116021"/>
                </a:lnTo>
                <a:lnTo>
                  <a:pt x="1078428" y="116021"/>
                </a:lnTo>
                <a:lnTo>
                  <a:pt x="1078428" y="113084"/>
                </a:lnTo>
                <a:lnTo>
                  <a:pt x="1079978" y="113084"/>
                </a:lnTo>
                <a:cubicBezTo>
                  <a:pt x="1083187" y="113084"/>
                  <a:pt x="1085689" y="112455"/>
                  <a:pt x="1087484" y="111197"/>
                </a:cubicBezTo>
                <a:cubicBezTo>
                  <a:pt x="1088735" y="110322"/>
                  <a:pt x="1089633" y="108926"/>
                  <a:pt x="1090177" y="107011"/>
                </a:cubicBezTo>
                <a:cubicBezTo>
                  <a:pt x="1090394" y="106081"/>
                  <a:pt x="1090503" y="103428"/>
                  <a:pt x="1090503" y="99051"/>
                </a:cubicBezTo>
                <a:lnTo>
                  <a:pt x="1090503" y="67113"/>
                </a:lnTo>
                <a:cubicBezTo>
                  <a:pt x="1090503" y="61060"/>
                  <a:pt x="1089769" y="56791"/>
                  <a:pt x="1088300" y="54306"/>
                </a:cubicBezTo>
                <a:cubicBezTo>
                  <a:pt x="1086179" y="50847"/>
                  <a:pt x="1082779" y="49117"/>
                  <a:pt x="1078101" y="49117"/>
                </a:cubicBezTo>
                <a:cubicBezTo>
                  <a:pt x="1075219" y="49117"/>
                  <a:pt x="1072322" y="49836"/>
                  <a:pt x="1069412" y="51272"/>
                </a:cubicBezTo>
                <a:cubicBezTo>
                  <a:pt x="1066502" y="52708"/>
                  <a:pt x="1062980" y="55377"/>
                  <a:pt x="1058846" y="59278"/>
                </a:cubicBezTo>
                <a:lnTo>
                  <a:pt x="1058683" y="60173"/>
                </a:lnTo>
                <a:lnTo>
                  <a:pt x="1058846" y="63656"/>
                </a:lnTo>
                <a:lnTo>
                  <a:pt x="1058846" y="99051"/>
                </a:lnTo>
                <a:cubicBezTo>
                  <a:pt x="1058846" y="104194"/>
                  <a:pt x="1059132" y="107395"/>
                  <a:pt x="1059703" y="108653"/>
                </a:cubicBezTo>
                <a:cubicBezTo>
                  <a:pt x="1060274" y="109911"/>
                  <a:pt x="1061348" y="110964"/>
                  <a:pt x="1062926" y="111812"/>
                </a:cubicBezTo>
                <a:cubicBezTo>
                  <a:pt x="1064503" y="112660"/>
                  <a:pt x="1067195" y="113084"/>
                  <a:pt x="1071003" y="113084"/>
                </a:cubicBezTo>
                <a:lnTo>
                  <a:pt x="1071003" y="116021"/>
                </a:lnTo>
                <a:lnTo>
                  <a:pt x="1033227" y="116021"/>
                </a:lnTo>
                <a:lnTo>
                  <a:pt x="1033227" y="113084"/>
                </a:lnTo>
                <a:cubicBezTo>
                  <a:pt x="1037361" y="113084"/>
                  <a:pt x="1040203" y="112592"/>
                  <a:pt x="1041753" y="111608"/>
                </a:cubicBezTo>
                <a:cubicBezTo>
                  <a:pt x="1043303" y="110622"/>
                  <a:pt x="1044377" y="109145"/>
                  <a:pt x="1044976" y="107176"/>
                </a:cubicBezTo>
                <a:cubicBezTo>
                  <a:pt x="1045248" y="106245"/>
                  <a:pt x="1045384" y="103536"/>
                  <a:pt x="1045384" y="99051"/>
                </a:cubicBezTo>
                <a:lnTo>
                  <a:pt x="1045384" y="67134"/>
                </a:lnTo>
                <a:cubicBezTo>
                  <a:pt x="1045384" y="61084"/>
                  <a:pt x="1044486" y="56720"/>
                  <a:pt x="1042691" y="54041"/>
                </a:cubicBezTo>
                <a:cubicBezTo>
                  <a:pt x="1040298" y="50541"/>
                  <a:pt x="1036953" y="48791"/>
                  <a:pt x="1032656" y="48791"/>
                </a:cubicBezTo>
                <a:cubicBezTo>
                  <a:pt x="1029718" y="48791"/>
                  <a:pt x="1026808" y="49583"/>
                  <a:pt x="1023925" y="51167"/>
                </a:cubicBezTo>
                <a:cubicBezTo>
                  <a:pt x="1019411" y="53571"/>
                  <a:pt x="1015930" y="56274"/>
                  <a:pt x="1013482" y="59278"/>
                </a:cubicBezTo>
                <a:lnTo>
                  <a:pt x="1013482" y="99051"/>
                </a:lnTo>
                <a:cubicBezTo>
                  <a:pt x="1013482" y="103975"/>
                  <a:pt x="1013822" y="107176"/>
                  <a:pt x="1014502" y="108653"/>
                </a:cubicBezTo>
                <a:cubicBezTo>
                  <a:pt x="1015182" y="110130"/>
                  <a:pt x="1016188" y="111238"/>
                  <a:pt x="1017521" y="111978"/>
                </a:cubicBezTo>
                <a:cubicBezTo>
                  <a:pt x="1018853" y="112715"/>
                  <a:pt x="1021559" y="113084"/>
                  <a:pt x="1025639" y="113084"/>
                </a:cubicBezTo>
                <a:lnTo>
                  <a:pt x="1025639" y="116021"/>
                </a:lnTo>
                <a:lnTo>
                  <a:pt x="988678" y="116021"/>
                </a:lnTo>
                <a:lnTo>
                  <a:pt x="988678" y="113084"/>
                </a:lnTo>
                <a:cubicBezTo>
                  <a:pt x="992105" y="113084"/>
                  <a:pt x="994499" y="112715"/>
                  <a:pt x="995858" y="111978"/>
                </a:cubicBezTo>
                <a:cubicBezTo>
                  <a:pt x="997218" y="111238"/>
                  <a:pt x="998252" y="110062"/>
                  <a:pt x="998959" y="108449"/>
                </a:cubicBezTo>
                <a:cubicBezTo>
                  <a:pt x="999666" y="106834"/>
                  <a:pt x="1000019" y="103701"/>
                  <a:pt x="1000019" y="99051"/>
                </a:cubicBezTo>
                <a:lnTo>
                  <a:pt x="1000019" y="70657"/>
                </a:lnTo>
                <a:cubicBezTo>
                  <a:pt x="1000019" y="62444"/>
                  <a:pt x="999775" y="57140"/>
                  <a:pt x="999285" y="54747"/>
                </a:cubicBezTo>
                <a:cubicBezTo>
                  <a:pt x="998904" y="52952"/>
                  <a:pt x="998306" y="51715"/>
                  <a:pt x="997490" y="51035"/>
                </a:cubicBezTo>
                <a:cubicBezTo>
                  <a:pt x="996674" y="50355"/>
                  <a:pt x="995559" y="50015"/>
                  <a:pt x="994145" y="50015"/>
                </a:cubicBezTo>
                <a:cubicBezTo>
                  <a:pt x="992622" y="50015"/>
                  <a:pt x="990800" y="50423"/>
                  <a:pt x="988678" y="51239"/>
                </a:cubicBezTo>
                <a:lnTo>
                  <a:pt x="987455" y="48301"/>
                </a:lnTo>
                <a:lnTo>
                  <a:pt x="1009973" y="39163"/>
                </a:lnTo>
                <a:lnTo>
                  <a:pt x="1013482" y="39163"/>
                </a:lnTo>
                <a:lnTo>
                  <a:pt x="1013482" y="55214"/>
                </a:lnTo>
                <a:close/>
                <a:moveTo>
                  <a:pt x="1143449" y="55214"/>
                </a:moveTo>
                <a:cubicBezTo>
                  <a:pt x="1148889" y="49727"/>
                  <a:pt x="1152098" y="46572"/>
                  <a:pt x="1153077" y="45749"/>
                </a:cubicBezTo>
                <a:cubicBezTo>
                  <a:pt x="1155525" y="43664"/>
                  <a:pt x="1158163" y="42044"/>
                  <a:pt x="1160991" y="40892"/>
                </a:cubicBezTo>
                <a:cubicBezTo>
                  <a:pt x="1163820" y="39740"/>
                  <a:pt x="1166621" y="39163"/>
                  <a:pt x="1169395" y="39163"/>
                </a:cubicBezTo>
                <a:cubicBezTo>
                  <a:pt x="1174073" y="39163"/>
                  <a:pt x="1178098" y="40535"/>
                  <a:pt x="1181470" y="43279"/>
                </a:cubicBezTo>
                <a:cubicBezTo>
                  <a:pt x="1184843" y="46022"/>
                  <a:pt x="1187100" y="50000"/>
                  <a:pt x="1188242" y="55214"/>
                </a:cubicBezTo>
                <a:cubicBezTo>
                  <a:pt x="1193845" y="48629"/>
                  <a:pt x="1198577" y="44308"/>
                  <a:pt x="1202439" y="42251"/>
                </a:cubicBezTo>
                <a:cubicBezTo>
                  <a:pt x="1206301" y="40193"/>
                  <a:pt x="1210272" y="39163"/>
                  <a:pt x="1214351" y="39163"/>
                </a:cubicBezTo>
                <a:cubicBezTo>
                  <a:pt x="1218322" y="39163"/>
                  <a:pt x="1221844" y="40181"/>
                  <a:pt x="1224917" y="42215"/>
                </a:cubicBezTo>
                <a:cubicBezTo>
                  <a:pt x="1227991" y="44248"/>
                  <a:pt x="1230425" y="47571"/>
                  <a:pt x="1232220" y="52182"/>
                </a:cubicBezTo>
                <a:cubicBezTo>
                  <a:pt x="1233416" y="55328"/>
                  <a:pt x="1234015" y="60265"/>
                  <a:pt x="1234015" y="66991"/>
                </a:cubicBezTo>
                <a:lnTo>
                  <a:pt x="1234015" y="99051"/>
                </a:lnTo>
                <a:cubicBezTo>
                  <a:pt x="1234015" y="103756"/>
                  <a:pt x="1234368" y="106984"/>
                  <a:pt x="1235075" y="108734"/>
                </a:cubicBezTo>
                <a:cubicBezTo>
                  <a:pt x="1235619" y="109938"/>
                  <a:pt x="1236625" y="110964"/>
                  <a:pt x="1238094" y="111812"/>
                </a:cubicBezTo>
                <a:cubicBezTo>
                  <a:pt x="1239563" y="112660"/>
                  <a:pt x="1241956" y="113084"/>
                  <a:pt x="1245274" y="113084"/>
                </a:cubicBezTo>
                <a:lnTo>
                  <a:pt x="1245274" y="116021"/>
                </a:lnTo>
                <a:lnTo>
                  <a:pt x="1208395" y="116021"/>
                </a:lnTo>
                <a:lnTo>
                  <a:pt x="1208395" y="113084"/>
                </a:lnTo>
                <a:lnTo>
                  <a:pt x="1209945" y="113084"/>
                </a:lnTo>
                <a:cubicBezTo>
                  <a:pt x="1213155" y="113084"/>
                  <a:pt x="1215657" y="112455"/>
                  <a:pt x="1217452" y="111197"/>
                </a:cubicBezTo>
                <a:cubicBezTo>
                  <a:pt x="1218703" y="110322"/>
                  <a:pt x="1219600" y="108926"/>
                  <a:pt x="1220144" y="107011"/>
                </a:cubicBezTo>
                <a:cubicBezTo>
                  <a:pt x="1220362" y="106081"/>
                  <a:pt x="1220471" y="103428"/>
                  <a:pt x="1220471" y="99051"/>
                </a:cubicBezTo>
                <a:lnTo>
                  <a:pt x="1220471" y="67113"/>
                </a:lnTo>
                <a:cubicBezTo>
                  <a:pt x="1220471" y="61060"/>
                  <a:pt x="1219736" y="56791"/>
                  <a:pt x="1218268" y="54306"/>
                </a:cubicBezTo>
                <a:cubicBezTo>
                  <a:pt x="1216146" y="50847"/>
                  <a:pt x="1212747" y="49117"/>
                  <a:pt x="1208069" y="49117"/>
                </a:cubicBezTo>
                <a:cubicBezTo>
                  <a:pt x="1205186" y="49117"/>
                  <a:pt x="1202290" y="49836"/>
                  <a:pt x="1199380" y="51272"/>
                </a:cubicBezTo>
                <a:cubicBezTo>
                  <a:pt x="1196469" y="52708"/>
                  <a:pt x="1192947" y="55377"/>
                  <a:pt x="1188814" y="59278"/>
                </a:cubicBezTo>
                <a:lnTo>
                  <a:pt x="1188650" y="60173"/>
                </a:lnTo>
                <a:lnTo>
                  <a:pt x="1188814" y="63656"/>
                </a:lnTo>
                <a:lnTo>
                  <a:pt x="1188814" y="99051"/>
                </a:lnTo>
                <a:cubicBezTo>
                  <a:pt x="1188814" y="104194"/>
                  <a:pt x="1189099" y="107395"/>
                  <a:pt x="1189670" y="108653"/>
                </a:cubicBezTo>
                <a:cubicBezTo>
                  <a:pt x="1190241" y="109911"/>
                  <a:pt x="1191316" y="110964"/>
                  <a:pt x="1192893" y="111812"/>
                </a:cubicBezTo>
                <a:cubicBezTo>
                  <a:pt x="1194470" y="112660"/>
                  <a:pt x="1197163" y="113084"/>
                  <a:pt x="1200971" y="113084"/>
                </a:cubicBezTo>
                <a:lnTo>
                  <a:pt x="1200971" y="116021"/>
                </a:lnTo>
                <a:lnTo>
                  <a:pt x="1163194" y="116021"/>
                </a:lnTo>
                <a:lnTo>
                  <a:pt x="1163194" y="113084"/>
                </a:lnTo>
                <a:cubicBezTo>
                  <a:pt x="1167328" y="113084"/>
                  <a:pt x="1170170" y="112592"/>
                  <a:pt x="1171720" y="111608"/>
                </a:cubicBezTo>
                <a:cubicBezTo>
                  <a:pt x="1173271" y="110622"/>
                  <a:pt x="1174345" y="109145"/>
                  <a:pt x="1174943" y="107176"/>
                </a:cubicBezTo>
                <a:cubicBezTo>
                  <a:pt x="1175215" y="106245"/>
                  <a:pt x="1175351" y="103536"/>
                  <a:pt x="1175351" y="99051"/>
                </a:cubicBezTo>
                <a:lnTo>
                  <a:pt x="1175351" y="67134"/>
                </a:lnTo>
                <a:cubicBezTo>
                  <a:pt x="1175351" y="61084"/>
                  <a:pt x="1174454" y="56720"/>
                  <a:pt x="1172659" y="54041"/>
                </a:cubicBezTo>
                <a:cubicBezTo>
                  <a:pt x="1170265" y="50541"/>
                  <a:pt x="1166920" y="48791"/>
                  <a:pt x="1162623" y="48791"/>
                </a:cubicBezTo>
                <a:cubicBezTo>
                  <a:pt x="1159686" y="48791"/>
                  <a:pt x="1156776" y="49583"/>
                  <a:pt x="1153893" y="51167"/>
                </a:cubicBezTo>
                <a:cubicBezTo>
                  <a:pt x="1149378" y="53571"/>
                  <a:pt x="1145897" y="56274"/>
                  <a:pt x="1143449" y="59278"/>
                </a:cubicBezTo>
                <a:lnTo>
                  <a:pt x="1143449" y="99051"/>
                </a:lnTo>
                <a:cubicBezTo>
                  <a:pt x="1143449" y="103975"/>
                  <a:pt x="1143789" y="107176"/>
                  <a:pt x="1144469" y="108653"/>
                </a:cubicBezTo>
                <a:cubicBezTo>
                  <a:pt x="1145149" y="110130"/>
                  <a:pt x="1146155" y="111238"/>
                  <a:pt x="1147488" y="111978"/>
                </a:cubicBezTo>
                <a:cubicBezTo>
                  <a:pt x="1148821" y="112715"/>
                  <a:pt x="1151527" y="113084"/>
                  <a:pt x="1155606" y="113084"/>
                </a:cubicBezTo>
                <a:lnTo>
                  <a:pt x="1155606" y="116021"/>
                </a:lnTo>
                <a:lnTo>
                  <a:pt x="1118646" y="116021"/>
                </a:lnTo>
                <a:lnTo>
                  <a:pt x="1118646" y="113084"/>
                </a:lnTo>
                <a:cubicBezTo>
                  <a:pt x="1122073" y="113084"/>
                  <a:pt x="1124466" y="112715"/>
                  <a:pt x="1125826" y="111978"/>
                </a:cubicBezTo>
                <a:cubicBezTo>
                  <a:pt x="1127186" y="111238"/>
                  <a:pt x="1128219" y="110062"/>
                  <a:pt x="1128926" y="108449"/>
                </a:cubicBezTo>
                <a:cubicBezTo>
                  <a:pt x="1129633" y="106834"/>
                  <a:pt x="1129987" y="103701"/>
                  <a:pt x="1129987" y="99051"/>
                </a:cubicBezTo>
                <a:lnTo>
                  <a:pt x="1129987" y="70657"/>
                </a:lnTo>
                <a:cubicBezTo>
                  <a:pt x="1129987" y="62444"/>
                  <a:pt x="1129742" y="57140"/>
                  <a:pt x="1129253" y="54747"/>
                </a:cubicBezTo>
                <a:cubicBezTo>
                  <a:pt x="1128872" y="52952"/>
                  <a:pt x="1128274" y="51715"/>
                  <a:pt x="1127458" y="51035"/>
                </a:cubicBezTo>
                <a:cubicBezTo>
                  <a:pt x="1126642" y="50355"/>
                  <a:pt x="1125527" y="50015"/>
                  <a:pt x="1124112" y="50015"/>
                </a:cubicBezTo>
                <a:cubicBezTo>
                  <a:pt x="1122589" y="50015"/>
                  <a:pt x="1120767" y="50423"/>
                  <a:pt x="1118646" y="51239"/>
                </a:cubicBezTo>
                <a:lnTo>
                  <a:pt x="1117422" y="48301"/>
                </a:lnTo>
                <a:lnTo>
                  <a:pt x="1139941" y="39163"/>
                </a:lnTo>
                <a:lnTo>
                  <a:pt x="1143449" y="39163"/>
                </a:lnTo>
                <a:lnTo>
                  <a:pt x="1143449" y="55214"/>
                </a:lnTo>
                <a:close/>
                <a:moveTo>
                  <a:pt x="1316741" y="41285"/>
                </a:moveTo>
                <a:lnTo>
                  <a:pt x="1316741" y="86812"/>
                </a:lnTo>
                <a:cubicBezTo>
                  <a:pt x="1316741" y="95354"/>
                  <a:pt x="1316945" y="100578"/>
                  <a:pt x="1317353" y="102485"/>
                </a:cubicBezTo>
                <a:cubicBezTo>
                  <a:pt x="1317761" y="104391"/>
                  <a:pt x="1318413" y="105722"/>
                  <a:pt x="1319311" y="106480"/>
                </a:cubicBezTo>
                <a:cubicBezTo>
                  <a:pt x="1320208" y="107239"/>
                  <a:pt x="1321256" y="107618"/>
                  <a:pt x="1322452" y="107618"/>
                </a:cubicBezTo>
                <a:cubicBezTo>
                  <a:pt x="1324138" y="107618"/>
                  <a:pt x="1326042" y="107155"/>
                  <a:pt x="1328163" y="106231"/>
                </a:cubicBezTo>
                <a:lnTo>
                  <a:pt x="1329306" y="109168"/>
                </a:lnTo>
                <a:lnTo>
                  <a:pt x="1306950" y="118306"/>
                </a:lnTo>
                <a:lnTo>
                  <a:pt x="1303278" y="118306"/>
                </a:lnTo>
                <a:lnTo>
                  <a:pt x="1303278" y="102551"/>
                </a:lnTo>
                <a:cubicBezTo>
                  <a:pt x="1296860" y="109481"/>
                  <a:pt x="1291965" y="113840"/>
                  <a:pt x="1288592" y="115626"/>
                </a:cubicBezTo>
                <a:cubicBezTo>
                  <a:pt x="1285220" y="117413"/>
                  <a:pt x="1281657" y="118306"/>
                  <a:pt x="1277904" y="118306"/>
                </a:cubicBezTo>
                <a:cubicBezTo>
                  <a:pt x="1273716" y="118306"/>
                  <a:pt x="1270085" y="117096"/>
                  <a:pt x="1267012" y="114675"/>
                </a:cubicBezTo>
                <a:cubicBezTo>
                  <a:pt x="1263938" y="112255"/>
                  <a:pt x="1261803" y="109141"/>
                  <a:pt x="1260607" y="105333"/>
                </a:cubicBezTo>
                <a:cubicBezTo>
                  <a:pt x="1259410" y="101526"/>
                  <a:pt x="1258812" y="96141"/>
                  <a:pt x="1258812" y="89178"/>
                </a:cubicBezTo>
                <a:lnTo>
                  <a:pt x="1258812" y="55808"/>
                </a:lnTo>
                <a:cubicBezTo>
                  <a:pt x="1258812" y="52247"/>
                  <a:pt x="1258431" y="49782"/>
                  <a:pt x="1257669" y="48414"/>
                </a:cubicBezTo>
                <a:cubicBezTo>
                  <a:pt x="1256908" y="47044"/>
                  <a:pt x="1255779" y="45989"/>
                  <a:pt x="1254284" y="45249"/>
                </a:cubicBezTo>
                <a:cubicBezTo>
                  <a:pt x="1252788" y="44510"/>
                  <a:pt x="1250082" y="44168"/>
                  <a:pt x="1246165" y="44222"/>
                </a:cubicBezTo>
                <a:lnTo>
                  <a:pt x="1246165" y="41285"/>
                </a:lnTo>
                <a:lnTo>
                  <a:pt x="1272356" y="41285"/>
                </a:lnTo>
                <a:lnTo>
                  <a:pt x="1272356" y="91361"/>
                </a:lnTo>
                <a:cubicBezTo>
                  <a:pt x="1272356" y="98332"/>
                  <a:pt x="1273566" y="102907"/>
                  <a:pt x="1275987" y="105086"/>
                </a:cubicBezTo>
                <a:cubicBezTo>
                  <a:pt x="1278407" y="107263"/>
                  <a:pt x="1281331" y="108352"/>
                  <a:pt x="1284757" y="108352"/>
                </a:cubicBezTo>
                <a:cubicBezTo>
                  <a:pt x="1287096" y="108352"/>
                  <a:pt x="1289748" y="107617"/>
                  <a:pt x="1292713" y="106146"/>
                </a:cubicBezTo>
                <a:cubicBezTo>
                  <a:pt x="1295677" y="104676"/>
                  <a:pt x="1299199" y="101871"/>
                  <a:pt x="1303278" y="97732"/>
                </a:cubicBezTo>
                <a:lnTo>
                  <a:pt x="1303278" y="55481"/>
                </a:lnTo>
                <a:cubicBezTo>
                  <a:pt x="1303278" y="51145"/>
                  <a:pt x="1302503" y="48212"/>
                  <a:pt x="1300953" y="46682"/>
                </a:cubicBezTo>
                <a:cubicBezTo>
                  <a:pt x="1299403" y="45153"/>
                  <a:pt x="1296180" y="44332"/>
                  <a:pt x="1291285" y="44222"/>
                </a:cubicBezTo>
                <a:lnTo>
                  <a:pt x="1291285" y="41285"/>
                </a:lnTo>
                <a:lnTo>
                  <a:pt x="1316741" y="41285"/>
                </a:lnTo>
                <a:close/>
                <a:moveTo>
                  <a:pt x="1356558" y="54910"/>
                </a:moveTo>
                <a:cubicBezTo>
                  <a:pt x="1365315" y="44412"/>
                  <a:pt x="1373665" y="39163"/>
                  <a:pt x="1381606" y="39163"/>
                </a:cubicBezTo>
                <a:cubicBezTo>
                  <a:pt x="1385685" y="39163"/>
                  <a:pt x="1389194" y="40181"/>
                  <a:pt x="1392131" y="42215"/>
                </a:cubicBezTo>
                <a:cubicBezTo>
                  <a:pt x="1395068" y="44248"/>
                  <a:pt x="1397407" y="47598"/>
                  <a:pt x="1399148" y="52264"/>
                </a:cubicBezTo>
                <a:cubicBezTo>
                  <a:pt x="1400345" y="55519"/>
                  <a:pt x="1400943" y="60509"/>
                  <a:pt x="1400943" y="67235"/>
                </a:cubicBezTo>
                <a:lnTo>
                  <a:pt x="1400943" y="99051"/>
                </a:lnTo>
                <a:cubicBezTo>
                  <a:pt x="1400943" y="103810"/>
                  <a:pt x="1401324" y="107038"/>
                  <a:pt x="1402085" y="108734"/>
                </a:cubicBezTo>
                <a:cubicBezTo>
                  <a:pt x="1402683" y="110103"/>
                  <a:pt x="1403649" y="111170"/>
                  <a:pt x="1404982" y="111937"/>
                </a:cubicBezTo>
                <a:cubicBezTo>
                  <a:pt x="1406314" y="112702"/>
                  <a:pt x="1408776" y="113084"/>
                  <a:pt x="1412365" y="113084"/>
                </a:cubicBezTo>
                <a:lnTo>
                  <a:pt x="1412365" y="116021"/>
                </a:lnTo>
                <a:lnTo>
                  <a:pt x="1375405" y="116021"/>
                </a:lnTo>
                <a:lnTo>
                  <a:pt x="1375405" y="113084"/>
                </a:lnTo>
                <a:lnTo>
                  <a:pt x="1376955" y="113084"/>
                </a:lnTo>
                <a:cubicBezTo>
                  <a:pt x="1380436" y="113084"/>
                  <a:pt x="1382871" y="112551"/>
                  <a:pt x="1384258" y="111485"/>
                </a:cubicBezTo>
                <a:cubicBezTo>
                  <a:pt x="1385645" y="110418"/>
                  <a:pt x="1386610" y="108845"/>
                  <a:pt x="1387154" y="106766"/>
                </a:cubicBezTo>
                <a:cubicBezTo>
                  <a:pt x="1387372" y="105945"/>
                  <a:pt x="1387480" y="103373"/>
                  <a:pt x="1387480" y="99051"/>
                </a:cubicBezTo>
                <a:lnTo>
                  <a:pt x="1387480" y="68505"/>
                </a:lnTo>
                <a:cubicBezTo>
                  <a:pt x="1387480" y="61716"/>
                  <a:pt x="1386597" y="56788"/>
                  <a:pt x="1384829" y="53720"/>
                </a:cubicBezTo>
                <a:cubicBezTo>
                  <a:pt x="1383061" y="50651"/>
                  <a:pt x="1380083" y="49117"/>
                  <a:pt x="1375895" y="49117"/>
                </a:cubicBezTo>
                <a:cubicBezTo>
                  <a:pt x="1369422" y="49117"/>
                  <a:pt x="1362976" y="52653"/>
                  <a:pt x="1356558" y="59724"/>
                </a:cubicBezTo>
                <a:lnTo>
                  <a:pt x="1356558" y="99051"/>
                </a:lnTo>
                <a:cubicBezTo>
                  <a:pt x="1356558" y="104138"/>
                  <a:pt x="1356857" y="107284"/>
                  <a:pt x="1357455" y="108490"/>
                </a:cubicBezTo>
                <a:cubicBezTo>
                  <a:pt x="1358217" y="110075"/>
                  <a:pt x="1359264" y="111238"/>
                  <a:pt x="1360596" y="111978"/>
                </a:cubicBezTo>
                <a:cubicBezTo>
                  <a:pt x="1361929" y="112715"/>
                  <a:pt x="1364635" y="113084"/>
                  <a:pt x="1368715" y="113084"/>
                </a:cubicBezTo>
                <a:lnTo>
                  <a:pt x="1368715" y="116021"/>
                </a:lnTo>
                <a:lnTo>
                  <a:pt x="1331754" y="116021"/>
                </a:lnTo>
                <a:lnTo>
                  <a:pt x="1331754" y="113084"/>
                </a:lnTo>
                <a:lnTo>
                  <a:pt x="1333386" y="113084"/>
                </a:lnTo>
                <a:cubicBezTo>
                  <a:pt x="1337194" y="113084"/>
                  <a:pt x="1339764" y="112114"/>
                  <a:pt x="1341096" y="110172"/>
                </a:cubicBezTo>
                <a:cubicBezTo>
                  <a:pt x="1342429" y="108230"/>
                  <a:pt x="1343095" y="104522"/>
                  <a:pt x="1343095" y="99051"/>
                </a:cubicBezTo>
                <a:lnTo>
                  <a:pt x="1343095" y="71473"/>
                </a:lnTo>
                <a:cubicBezTo>
                  <a:pt x="1343095" y="62498"/>
                  <a:pt x="1342891" y="57032"/>
                  <a:pt x="1342483" y="55073"/>
                </a:cubicBezTo>
                <a:cubicBezTo>
                  <a:pt x="1342075" y="53115"/>
                  <a:pt x="1341450" y="51783"/>
                  <a:pt x="1340607" y="51076"/>
                </a:cubicBezTo>
                <a:cubicBezTo>
                  <a:pt x="1339764" y="50368"/>
                  <a:pt x="1338635" y="50015"/>
                  <a:pt x="1337221" y="50015"/>
                </a:cubicBezTo>
                <a:cubicBezTo>
                  <a:pt x="1335698" y="50015"/>
                  <a:pt x="1333876" y="50423"/>
                  <a:pt x="1331754" y="51239"/>
                </a:cubicBezTo>
                <a:lnTo>
                  <a:pt x="1330530" y="48301"/>
                </a:lnTo>
                <a:lnTo>
                  <a:pt x="1353049" y="39163"/>
                </a:lnTo>
                <a:lnTo>
                  <a:pt x="1356558" y="39163"/>
                </a:lnTo>
                <a:lnTo>
                  <a:pt x="1356558" y="54910"/>
                </a:lnTo>
                <a:close/>
                <a:moveTo>
                  <a:pt x="1437332" y="0"/>
                </a:moveTo>
                <a:cubicBezTo>
                  <a:pt x="1439617" y="0"/>
                  <a:pt x="1441561" y="807"/>
                  <a:pt x="1443166" y="2420"/>
                </a:cubicBezTo>
                <a:cubicBezTo>
                  <a:pt x="1444770" y="4031"/>
                  <a:pt x="1445573" y="5985"/>
                  <a:pt x="1445573" y="8281"/>
                </a:cubicBezTo>
                <a:cubicBezTo>
                  <a:pt x="1445573" y="10578"/>
                  <a:pt x="1444770" y="12546"/>
                  <a:pt x="1443166" y="14187"/>
                </a:cubicBezTo>
                <a:cubicBezTo>
                  <a:pt x="1441561" y="15825"/>
                  <a:pt x="1439617" y="16644"/>
                  <a:pt x="1437332" y="16644"/>
                </a:cubicBezTo>
                <a:cubicBezTo>
                  <a:pt x="1435048" y="16644"/>
                  <a:pt x="1433089" y="15825"/>
                  <a:pt x="1431458" y="14187"/>
                </a:cubicBezTo>
                <a:cubicBezTo>
                  <a:pt x="1429826" y="12546"/>
                  <a:pt x="1429010" y="10578"/>
                  <a:pt x="1429010" y="8281"/>
                </a:cubicBezTo>
                <a:cubicBezTo>
                  <a:pt x="1429010" y="5985"/>
                  <a:pt x="1429812" y="4031"/>
                  <a:pt x="1431417" y="2420"/>
                </a:cubicBezTo>
                <a:cubicBezTo>
                  <a:pt x="1433021" y="807"/>
                  <a:pt x="1434993" y="0"/>
                  <a:pt x="1437332" y="0"/>
                </a:cubicBezTo>
                <a:moveTo>
                  <a:pt x="1444104" y="39163"/>
                </a:moveTo>
                <a:lnTo>
                  <a:pt x="1444104" y="99051"/>
                </a:lnTo>
                <a:cubicBezTo>
                  <a:pt x="1444104" y="103756"/>
                  <a:pt x="1444444" y="106888"/>
                  <a:pt x="1445124" y="108449"/>
                </a:cubicBezTo>
                <a:cubicBezTo>
                  <a:pt x="1445804" y="110007"/>
                  <a:pt x="1446810" y="111170"/>
                  <a:pt x="1448143" y="111937"/>
                </a:cubicBezTo>
                <a:cubicBezTo>
                  <a:pt x="1449475" y="112702"/>
                  <a:pt x="1451910" y="113084"/>
                  <a:pt x="1455445" y="113084"/>
                </a:cubicBezTo>
                <a:lnTo>
                  <a:pt x="1455445" y="116021"/>
                </a:lnTo>
                <a:lnTo>
                  <a:pt x="1419137" y="116021"/>
                </a:lnTo>
                <a:lnTo>
                  <a:pt x="1419137" y="113084"/>
                </a:lnTo>
                <a:cubicBezTo>
                  <a:pt x="1422782" y="113084"/>
                  <a:pt x="1425230" y="112729"/>
                  <a:pt x="1426481" y="112018"/>
                </a:cubicBezTo>
                <a:cubicBezTo>
                  <a:pt x="1427732" y="111306"/>
                  <a:pt x="1428724" y="110130"/>
                  <a:pt x="1429459" y="108490"/>
                </a:cubicBezTo>
                <a:cubicBezTo>
                  <a:pt x="1430193" y="106848"/>
                  <a:pt x="1430560" y="103701"/>
                  <a:pt x="1430560" y="99051"/>
                </a:cubicBezTo>
                <a:lnTo>
                  <a:pt x="1430560" y="70494"/>
                </a:lnTo>
                <a:cubicBezTo>
                  <a:pt x="1430560" y="62355"/>
                  <a:pt x="1430315" y="57084"/>
                  <a:pt x="1429826" y="54681"/>
                </a:cubicBezTo>
                <a:cubicBezTo>
                  <a:pt x="1429445" y="52932"/>
                  <a:pt x="1428847" y="51717"/>
                  <a:pt x="1428031" y="51037"/>
                </a:cubicBezTo>
                <a:cubicBezTo>
                  <a:pt x="1427215" y="50356"/>
                  <a:pt x="1426100" y="50015"/>
                  <a:pt x="1424686" y="50015"/>
                </a:cubicBezTo>
                <a:cubicBezTo>
                  <a:pt x="1423163" y="50015"/>
                  <a:pt x="1421313" y="50423"/>
                  <a:pt x="1419137" y="51239"/>
                </a:cubicBezTo>
                <a:lnTo>
                  <a:pt x="1417995" y="48301"/>
                </a:lnTo>
                <a:lnTo>
                  <a:pt x="1440514" y="39163"/>
                </a:lnTo>
                <a:lnTo>
                  <a:pt x="1444104" y="39163"/>
                </a:lnTo>
                <a:close/>
                <a:moveTo>
                  <a:pt x="1528218" y="87628"/>
                </a:moveTo>
                <a:cubicBezTo>
                  <a:pt x="1526205" y="97473"/>
                  <a:pt x="1522261" y="105047"/>
                  <a:pt x="1516387" y="110351"/>
                </a:cubicBezTo>
                <a:cubicBezTo>
                  <a:pt x="1510512" y="115654"/>
                  <a:pt x="1504012" y="118306"/>
                  <a:pt x="1496887" y="118306"/>
                </a:cubicBezTo>
                <a:cubicBezTo>
                  <a:pt x="1488401" y="118306"/>
                  <a:pt x="1481004" y="114747"/>
                  <a:pt x="1474694" y="107630"/>
                </a:cubicBezTo>
                <a:cubicBezTo>
                  <a:pt x="1468385" y="100512"/>
                  <a:pt x="1465230" y="90893"/>
                  <a:pt x="1465230" y="78775"/>
                </a:cubicBezTo>
                <a:cubicBezTo>
                  <a:pt x="1465230" y="67038"/>
                  <a:pt x="1468725" y="57502"/>
                  <a:pt x="1475714" y="50168"/>
                </a:cubicBezTo>
                <a:cubicBezTo>
                  <a:pt x="1482704" y="42831"/>
                  <a:pt x="1491094" y="39163"/>
                  <a:pt x="1500885" y="39163"/>
                </a:cubicBezTo>
                <a:cubicBezTo>
                  <a:pt x="1508228" y="39163"/>
                  <a:pt x="1514266" y="41115"/>
                  <a:pt x="1518998" y="45017"/>
                </a:cubicBezTo>
                <a:cubicBezTo>
                  <a:pt x="1523730" y="48918"/>
                  <a:pt x="1526096" y="52970"/>
                  <a:pt x="1526096" y="57172"/>
                </a:cubicBezTo>
                <a:cubicBezTo>
                  <a:pt x="1526096" y="59246"/>
                  <a:pt x="1525430" y="60924"/>
                  <a:pt x="1524097" y="62207"/>
                </a:cubicBezTo>
                <a:cubicBezTo>
                  <a:pt x="1522765" y="63489"/>
                  <a:pt x="1520902" y="64130"/>
                  <a:pt x="1518508" y="64130"/>
                </a:cubicBezTo>
                <a:cubicBezTo>
                  <a:pt x="1515299" y="64130"/>
                  <a:pt x="1512879" y="63088"/>
                  <a:pt x="1511247" y="61004"/>
                </a:cubicBezTo>
                <a:cubicBezTo>
                  <a:pt x="1510322" y="59852"/>
                  <a:pt x="1509710" y="57657"/>
                  <a:pt x="1509411" y="54421"/>
                </a:cubicBezTo>
                <a:cubicBezTo>
                  <a:pt x="1509112" y="51184"/>
                  <a:pt x="1508010" y="48716"/>
                  <a:pt x="1506107" y="47016"/>
                </a:cubicBezTo>
                <a:cubicBezTo>
                  <a:pt x="1504203" y="45371"/>
                  <a:pt x="1501565" y="44548"/>
                  <a:pt x="1498192" y="44548"/>
                </a:cubicBezTo>
                <a:cubicBezTo>
                  <a:pt x="1492753" y="44548"/>
                  <a:pt x="1488374" y="46561"/>
                  <a:pt x="1485056" y="50586"/>
                </a:cubicBezTo>
                <a:cubicBezTo>
                  <a:pt x="1480650" y="55917"/>
                  <a:pt x="1478447" y="62961"/>
                  <a:pt x="1478447" y="71718"/>
                </a:cubicBezTo>
                <a:cubicBezTo>
                  <a:pt x="1478447" y="80638"/>
                  <a:pt x="1480637" y="88512"/>
                  <a:pt x="1485015" y="95338"/>
                </a:cubicBezTo>
                <a:cubicBezTo>
                  <a:pt x="1489394" y="102165"/>
                  <a:pt x="1495309" y="105578"/>
                  <a:pt x="1502761" y="105578"/>
                </a:cubicBezTo>
                <a:cubicBezTo>
                  <a:pt x="1508092" y="105578"/>
                  <a:pt x="1512879" y="103756"/>
                  <a:pt x="1517121" y="100111"/>
                </a:cubicBezTo>
                <a:cubicBezTo>
                  <a:pt x="1520113" y="97609"/>
                  <a:pt x="1523023" y="93067"/>
                  <a:pt x="1525851" y="86486"/>
                </a:cubicBezTo>
                <a:lnTo>
                  <a:pt x="1528218" y="87628"/>
                </a:lnTo>
                <a:close/>
                <a:moveTo>
                  <a:pt x="1581243" y="105338"/>
                </a:moveTo>
                <a:cubicBezTo>
                  <a:pt x="1573573" y="111265"/>
                  <a:pt x="1568760" y="114690"/>
                  <a:pt x="1566801" y="115613"/>
                </a:cubicBezTo>
                <a:cubicBezTo>
                  <a:pt x="1563864" y="116973"/>
                  <a:pt x="1560737" y="117653"/>
                  <a:pt x="1557419" y="117653"/>
                </a:cubicBezTo>
                <a:cubicBezTo>
                  <a:pt x="1552251" y="117653"/>
                  <a:pt x="1547995" y="115885"/>
                  <a:pt x="1544650" y="112350"/>
                </a:cubicBezTo>
                <a:cubicBezTo>
                  <a:pt x="1541305" y="108814"/>
                  <a:pt x="1539632" y="104164"/>
                  <a:pt x="1539632" y="98398"/>
                </a:cubicBezTo>
                <a:cubicBezTo>
                  <a:pt x="1539632" y="94754"/>
                  <a:pt x="1540448" y="91599"/>
                  <a:pt x="1542080" y="88933"/>
                </a:cubicBezTo>
                <a:cubicBezTo>
                  <a:pt x="1544310" y="85235"/>
                  <a:pt x="1548185" y="81753"/>
                  <a:pt x="1553706" y="78490"/>
                </a:cubicBezTo>
                <a:cubicBezTo>
                  <a:pt x="1559227" y="75226"/>
                  <a:pt x="1568406" y="71256"/>
                  <a:pt x="1581243" y="66578"/>
                </a:cubicBezTo>
                <a:lnTo>
                  <a:pt x="1581243" y="63651"/>
                </a:lnTo>
                <a:cubicBezTo>
                  <a:pt x="1581243" y="56226"/>
                  <a:pt x="1580060" y="51132"/>
                  <a:pt x="1577694" y="48368"/>
                </a:cubicBezTo>
                <a:cubicBezTo>
                  <a:pt x="1575328" y="45604"/>
                  <a:pt x="1571887" y="44222"/>
                  <a:pt x="1567373" y="44222"/>
                </a:cubicBezTo>
                <a:cubicBezTo>
                  <a:pt x="1563946" y="44222"/>
                  <a:pt x="1561226" y="45147"/>
                  <a:pt x="1559214" y="46996"/>
                </a:cubicBezTo>
                <a:cubicBezTo>
                  <a:pt x="1557147" y="48845"/>
                  <a:pt x="1556113" y="50967"/>
                  <a:pt x="1556113" y="53360"/>
                </a:cubicBezTo>
                <a:lnTo>
                  <a:pt x="1556276" y="58092"/>
                </a:lnTo>
                <a:cubicBezTo>
                  <a:pt x="1556276" y="60594"/>
                  <a:pt x="1555637" y="62525"/>
                  <a:pt x="1554359" y="63885"/>
                </a:cubicBezTo>
                <a:cubicBezTo>
                  <a:pt x="1553081" y="65245"/>
                  <a:pt x="1551408" y="65925"/>
                  <a:pt x="1549341" y="65925"/>
                </a:cubicBezTo>
                <a:cubicBezTo>
                  <a:pt x="1547329" y="65925"/>
                  <a:pt x="1545683" y="65216"/>
                  <a:pt x="1544405" y="63798"/>
                </a:cubicBezTo>
                <a:cubicBezTo>
                  <a:pt x="1543127" y="62379"/>
                  <a:pt x="1542488" y="60442"/>
                  <a:pt x="1542488" y="57988"/>
                </a:cubicBezTo>
                <a:cubicBezTo>
                  <a:pt x="1542488" y="53295"/>
                  <a:pt x="1544881" y="48984"/>
                  <a:pt x="1549668" y="45056"/>
                </a:cubicBezTo>
                <a:cubicBezTo>
                  <a:pt x="1554454" y="41127"/>
                  <a:pt x="1561172" y="39163"/>
                  <a:pt x="1569820" y="39163"/>
                </a:cubicBezTo>
                <a:cubicBezTo>
                  <a:pt x="1576456" y="39163"/>
                  <a:pt x="1581896" y="40277"/>
                  <a:pt x="1586138" y="42503"/>
                </a:cubicBezTo>
                <a:cubicBezTo>
                  <a:pt x="1589348" y="44188"/>
                  <a:pt x="1591714" y="46823"/>
                  <a:pt x="1593237" y="50410"/>
                </a:cubicBezTo>
                <a:cubicBezTo>
                  <a:pt x="1594216" y="52746"/>
                  <a:pt x="1594705" y="57526"/>
                  <a:pt x="1594705" y="64752"/>
                </a:cubicBezTo>
                <a:lnTo>
                  <a:pt x="1594705" y="90096"/>
                </a:lnTo>
                <a:cubicBezTo>
                  <a:pt x="1594705" y="97213"/>
                  <a:pt x="1594841" y="101573"/>
                  <a:pt x="1595113" y="103176"/>
                </a:cubicBezTo>
                <a:cubicBezTo>
                  <a:pt x="1595385" y="104779"/>
                  <a:pt x="1595834" y="105852"/>
                  <a:pt x="1596460" y="106396"/>
                </a:cubicBezTo>
                <a:cubicBezTo>
                  <a:pt x="1597085" y="106939"/>
                  <a:pt x="1597806" y="107210"/>
                  <a:pt x="1598622" y="107210"/>
                </a:cubicBezTo>
                <a:cubicBezTo>
                  <a:pt x="1599492" y="107210"/>
                  <a:pt x="1600253" y="107019"/>
                  <a:pt x="1600906" y="106638"/>
                </a:cubicBezTo>
                <a:cubicBezTo>
                  <a:pt x="1602048" y="105931"/>
                  <a:pt x="1604251" y="103946"/>
                  <a:pt x="1607515" y="100682"/>
                </a:cubicBezTo>
                <a:lnTo>
                  <a:pt x="1607515" y="105251"/>
                </a:lnTo>
                <a:cubicBezTo>
                  <a:pt x="1601423" y="113410"/>
                  <a:pt x="1595603" y="117490"/>
                  <a:pt x="1590055" y="117490"/>
                </a:cubicBezTo>
                <a:cubicBezTo>
                  <a:pt x="1587389" y="117490"/>
                  <a:pt x="1585268" y="116572"/>
                  <a:pt x="1583691" y="114736"/>
                </a:cubicBezTo>
                <a:cubicBezTo>
                  <a:pt x="1582113" y="112899"/>
                  <a:pt x="1581297" y="109766"/>
                  <a:pt x="1581243" y="105338"/>
                </a:cubicBezTo>
                <a:moveTo>
                  <a:pt x="1581243" y="100048"/>
                </a:moveTo>
                <a:lnTo>
                  <a:pt x="1581243" y="71636"/>
                </a:lnTo>
                <a:cubicBezTo>
                  <a:pt x="1573030" y="74893"/>
                  <a:pt x="1567726" y="77200"/>
                  <a:pt x="1565333" y="78556"/>
                </a:cubicBezTo>
                <a:cubicBezTo>
                  <a:pt x="1561036" y="80944"/>
                  <a:pt x="1557963" y="83441"/>
                  <a:pt x="1556113" y="86047"/>
                </a:cubicBezTo>
                <a:cubicBezTo>
                  <a:pt x="1554264" y="88651"/>
                  <a:pt x="1553339" y="91500"/>
                  <a:pt x="1553339" y="94594"/>
                </a:cubicBezTo>
                <a:cubicBezTo>
                  <a:pt x="1553339" y="98502"/>
                  <a:pt x="1554509" y="101745"/>
                  <a:pt x="1556847" y="104323"/>
                </a:cubicBezTo>
                <a:cubicBezTo>
                  <a:pt x="1559186" y="106900"/>
                  <a:pt x="1561879" y="108189"/>
                  <a:pt x="1564925" y="108189"/>
                </a:cubicBezTo>
                <a:cubicBezTo>
                  <a:pt x="1569059" y="108189"/>
                  <a:pt x="1574498" y="105475"/>
                  <a:pt x="1581243" y="100048"/>
                </a:cubicBezTo>
                <a:close/>
                <a:moveTo>
                  <a:pt x="1634757" y="16644"/>
                </a:moveTo>
                <a:lnTo>
                  <a:pt x="1634757" y="41285"/>
                </a:lnTo>
                <a:lnTo>
                  <a:pt x="1652217" y="41285"/>
                </a:lnTo>
                <a:lnTo>
                  <a:pt x="1652217" y="46833"/>
                </a:lnTo>
                <a:lnTo>
                  <a:pt x="1634757" y="46996"/>
                </a:lnTo>
                <a:lnTo>
                  <a:pt x="1634757" y="95527"/>
                </a:lnTo>
                <a:cubicBezTo>
                  <a:pt x="1634757" y="100373"/>
                  <a:pt x="1635451" y="103641"/>
                  <a:pt x="1636838" y="105331"/>
                </a:cubicBezTo>
                <a:cubicBezTo>
                  <a:pt x="1638225" y="107018"/>
                  <a:pt x="1640006" y="107862"/>
                  <a:pt x="1642182" y="107862"/>
                </a:cubicBezTo>
                <a:cubicBezTo>
                  <a:pt x="1643977" y="107862"/>
                  <a:pt x="1645717" y="107298"/>
                  <a:pt x="1647404" y="106169"/>
                </a:cubicBezTo>
                <a:cubicBezTo>
                  <a:pt x="1649090" y="105041"/>
                  <a:pt x="1650395" y="103375"/>
                  <a:pt x="1651320" y="101172"/>
                </a:cubicBezTo>
                <a:lnTo>
                  <a:pt x="1654502" y="101172"/>
                </a:lnTo>
                <a:cubicBezTo>
                  <a:pt x="1652598" y="106530"/>
                  <a:pt x="1649906" y="110562"/>
                  <a:pt x="1646424" y="113268"/>
                </a:cubicBezTo>
                <a:cubicBezTo>
                  <a:pt x="1642943" y="115974"/>
                  <a:pt x="1639353" y="117327"/>
                  <a:pt x="1635655" y="117327"/>
                </a:cubicBezTo>
                <a:cubicBezTo>
                  <a:pt x="1633152" y="117327"/>
                  <a:pt x="1630705" y="116631"/>
                  <a:pt x="1628311" y="115239"/>
                </a:cubicBezTo>
                <a:cubicBezTo>
                  <a:pt x="1625918" y="113846"/>
                  <a:pt x="1624150" y="111854"/>
                  <a:pt x="1623008" y="109262"/>
                </a:cubicBezTo>
                <a:cubicBezTo>
                  <a:pt x="1621866" y="106670"/>
                  <a:pt x="1621295" y="102672"/>
                  <a:pt x="1621295" y="97268"/>
                </a:cubicBezTo>
                <a:lnTo>
                  <a:pt x="1621295" y="46833"/>
                </a:lnTo>
                <a:lnTo>
                  <a:pt x="1609464" y="46833"/>
                </a:lnTo>
                <a:lnTo>
                  <a:pt x="1609464" y="44217"/>
                </a:lnTo>
                <a:cubicBezTo>
                  <a:pt x="1612456" y="43027"/>
                  <a:pt x="1615515" y="41013"/>
                  <a:pt x="1618643" y="38174"/>
                </a:cubicBezTo>
                <a:cubicBezTo>
                  <a:pt x="1621771" y="35335"/>
                  <a:pt x="1624558" y="31952"/>
                  <a:pt x="1627006" y="28024"/>
                </a:cubicBezTo>
                <a:cubicBezTo>
                  <a:pt x="1628257" y="25950"/>
                  <a:pt x="1629998" y="22157"/>
                  <a:pt x="1632228" y="16644"/>
                </a:cubicBezTo>
                <a:lnTo>
                  <a:pt x="1634757" y="16644"/>
                </a:lnTo>
                <a:close/>
                <a:moveTo>
                  <a:pt x="1678484" y="0"/>
                </a:moveTo>
                <a:cubicBezTo>
                  <a:pt x="1680769" y="0"/>
                  <a:pt x="1682713" y="807"/>
                  <a:pt x="1684318" y="2420"/>
                </a:cubicBezTo>
                <a:cubicBezTo>
                  <a:pt x="1685923" y="4031"/>
                  <a:pt x="1686725" y="5985"/>
                  <a:pt x="1686725" y="8281"/>
                </a:cubicBezTo>
                <a:cubicBezTo>
                  <a:pt x="1686725" y="10578"/>
                  <a:pt x="1685923" y="12546"/>
                  <a:pt x="1684318" y="14187"/>
                </a:cubicBezTo>
                <a:cubicBezTo>
                  <a:pt x="1682713" y="15825"/>
                  <a:pt x="1680769" y="16644"/>
                  <a:pt x="1678484" y="16644"/>
                </a:cubicBezTo>
                <a:cubicBezTo>
                  <a:pt x="1676200" y="16644"/>
                  <a:pt x="1674242" y="15825"/>
                  <a:pt x="1672610" y="14187"/>
                </a:cubicBezTo>
                <a:cubicBezTo>
                  <a:pt x="1670978" y="12546"/>
                  <a:pt x="1670162" y="10578"/>
                  <a:pt x="1670162" y="8281"/>
                </a:cubicBezTo>
                <a:cubicBezTo>
                  <a:pt x="1670162" y="5985"/>
                  <a:pt x="1670964" y="4031"/>
                  <a:pt x="1672569" y="2420"/>
                </a:cubicBezTo>
                <a:cubicBezTo>
                  <a:pt x="1674174" y="807"/>
                  <a:pt x="1676145" y="0"/>
                  <a:pt x="1678484" y="0"/>
                </a:cubicBezTo>
                <a:moveTo>
                  <a:pt x="1685256" y="39163"/>
                </a:moveTo>
                <a:lnTo>
                  <a:pt x="1685256" y="99051"/>
                </a:lnTo>
                <a:cubicBezTo>
                  <a:pt x="1685256" y="103756"/>
                  <a:pt x="1685596" y="106888"/>
                  <a:pt x="1686276" y="108449"/>
                </a:cubicBezTo>
                <a:cubicBezTo>
                  <a:pt x="1686956" y="110007"/>
                  <a:pt x="1687962" y="111170"/>
                  <a:pt x="1689295" y="111937"/>
                </a:cubicBezTo>
                <a:cubicBezTo>
                  <a:pt x="1690628" y="112702"/>
                  <a:pt x="1693062" y="113084"/>
                  <a:pt x="1696597" y="113084"/>
                </a:cubicBezTo>
                <a:lnTo>
                  <a:pt x="1696597" y="116021"/>
                </a:lnTo>
                <a:lnTo>
                  <a:pt x="1660290" y="116021"/>
                </a:lnTo>
                <a:lnTo>
                  <a:pt x="1660290" y="113084"/>
                </a:lnTo>
                <a:cubicBezTo>
                  <a:pt x="1663934" y="113084"/>
                  <a:pt x="1666382" y="112729"/>
                  <a:pt x="1667633" y="112018"/>
                </a:cubicBezTo>
                <a:cubicBezTo>
                  <a:pt x="1668884" y="111306"/>
                  <a:pt x="1669876" y="110130"/>
                  <a:pt x="1670611" y="108490"/>
                </a:cubicBezTo>
                <a:cubicBezTo>
                  <a:pt x="1671345" y="106848"/>
                  <a:pt x="1671712" y="103701"/>
                  <a:pt x="1671712" y="99051"/>
                </a:cubicBezTo>
                <a:lnTo>
                  <a:pt x="1671712" y="70494"/>
                </a:lnTo>
                <a:cubicBezTo>
                  <a:pt x="1671712" y="62355"/>
                  <a:pt x="1671467" y="57084"/>
                  <a:pt x="1670978" y="54681"/>
                </a:cubicBezTo>
                <a:cubicBezTo>
                  <a:pt x="1670597" y="52932"/>
                  <a:pt x="1669999" y="51717"/>
                  <a:pt x="1669183" y="51037"/>
                </a:cubicBezTo>
                <a:cubicBezTo>
                  <a:pt x="1668367" y="50356"/>
                  <a:pt x="1667252" y="50015"/>
                  <a:pt x="1665838" y="50015"/>
                </a:cubicBezTo>
                <a:cubicBezTo>
                  <a:pt x="1664315" y="50015"/>
                  <a:pt x="1662465" y="50423"/>
                  <a:pt x="1660290" y="51239"/>
                </a:cubicBezTo>
                <a:lnTo>
                  <a:pt x="1659147" y="48301"/>
                </a:lnTo>
                <a:lnTo>
                  <a:pt x="1681666" y="39163"/>
                </a:lnTo>
                <a:lnTo>
                  <a:pt x="1685256" y="39163"/>
                </a:lnTo>
                <a:close/>
                <a:moveTo>
                  <a:pt x="1742445" y="39163"/>
                </a:moveTo>
                <a:cubicBezTo>
                  <a:pt x="1753759" y="39163"/>
                  <a:pt x="1762842" y="43456"/>
                  <a:pt x="1769696" y="52042"/>
                </a:cubicBezTo>
                <a:cubicBezTo>
                  <a:pt x="1775516" y="59376"/>
                  <a:pt x="1778426" y="67799"/>
                  <a:pt x="1778426" y="77309"/>
                </a:cubicBezTo>
                <a:cubicBezTo>
                  <a:pt x="1778426" y="83993"/>
                  <a:pt x="1776822" y="90758"/>
                  <a:pt x="1773612" y="97605"/>
                </a:cubicBezTo>
                <a:cubicBezTo>
                  <a:pt x="1770403" y="104450"/>
                  <a:pt x="1765984" y="109611"/>
                  <a:pt x="1760354" y="113089"/>
                </a:cubicBezTo>
                <a:cubicBezTo>
                  <a:pt x="1754724" y="116567"/>
                  <a:pt x="1748455" y="118306"/>
                  <a:pt x="1741547" y="118306"/>
                </a:cubicBezTo>
                <a:cubicBezTo>
                  <a:pt x="1730288" y="118306"/>
                  <a:pt x="1721340" y="113823"/>
                  <a:pt x="1714704" y="104856"/>
                </a:cubicBezTo>
                <a:cubicBezTo>
                  <a:pt x="1709102" y="97304"/>
                  <a:pt x="1706300" y="88828"/>
                  <a:pt x="1706300" y="79428"/>
                </a:cubicBezTo>
                <a:cubicBezTo>
                  <a:pt x="1706300" y="72581"/>
                  <a:pt x="1708000" y="65775"/>
                  <a:pt x="1711400" y="59010"/>
                </a:cubicBezTo>
                <a:cubicBezTo>
                  <a:pt x="1714799" y="52245"/>
                  <a:pt x="1719273" y="47246"/>
                  <a:pt x="1724821" y="44013"/>
                </a:cubicBezTo>
                <a:cubicBezTo>
                  <a:pt x="1730369" y="40780"/>
                  <a:pt x="1736244" y="39163"/>
                  <a:pt x="1742445" y="39163"/>
                </a:cubicBezTo>
                <a:moveTo>
                  <a:pt x="1739916" y="44548"/>
                </a:moveTo>
                <a:cubicBezTo>
                  <a:pt x="1737033" y="44548"/>
                  <a:pt x="1734136" y="45402"/>
                  <a:pt x="1731226" y="47111"/>
                </a:cubicBezTo>
                <a:cubicBezTo>
                  <a:pt x="1728316" y="48817"/>
                  <a:pt x="1725964" y="51812"/>
                  <a:pt x="1724169" y="56093"/>
                </a:cubicBezTo>
                <a:cubicBezTo>
                  <a:pt x="1722374" y="60375"/>
                  <a:pt x="1721476" y="65876"/>
                  <a:pt x="1721476" y="72595"/>
                </a:cubicBezTo>
                <a:cubicBezTo>
                  <a:pt x="1721476" y="83435"/>
                  <a:pt x="1723638" y="92784"/>
                  <a:pt x="1727963" y="100644"/>
                </a:cubicBezTo>
                <a:cubicBezTo>
                  <a:pt x="1732287" y="108502"/>
                  <a:pt x="1737985" y="112431"/>
                  <a:pt x="1745056" y="112431"/>
                </a:cubicBezTo>
                <a:cubicBezTo>
                  <a:pt x="1750332" y="112431"/>
                  <a:pt x="1754683" y="110263"/>
                  <a:pt x="1758110" y="105927"/>
                </a:cubicBezTo>
                <a:cubicBezTo>
                  <a:pt x="1761537" y="101591"/>
                  <a:pt x="1763250" y="94139"/>
                  <a:pt x="1763250" y="83571"/>
                </a:cubicBezTo>
                <a:cubicBezTo>
                  <a:pt x="1763250" y="70347"/>
                  <a:pt x="1760395" y="59941"/>
                  <a:pt x="1754683" y="52353"/>
                </a:cubicBezTo>
                <a:cubicBezTo>
                  <a:pt x="1750821" y="47150"/>
                  <a:pt x="1745899" y="44548"/>
                  <a:pt x="1739916" y="44548"/>
                </a:cubicBezTo>
                <a:close/>
                <a:moveTo>
                  <a:pt x="1811225" y="54910"/>
                </a:moveTo>
                <a:cubicBezTo>
                  <a:pt x="1819983" y="44412"/>
                  <a:pt x="1828332" y="39163"/>
                  <a:pt x="1836273" y="39163"/>
                </a:cubicBezTo>
                <a:cubicBezTo>
                  <a:pt x="1840353" y="39163"/>
                  <a:pt x="1843861" y="40181"/>
                  <a:pt x="1846799" y="42215"/>
                </a:cubicBezTo>
                <a:cubicBezTo>
                  <a:pt x="1849736" y="44248"/>
                  <a:pt x="1852075" y="47598"/>
                  <a:pt x="1853815" y="52264"/>
                </a:cubicBezTo>
                <a:cubicBezTo>
                  <a:pt x="1855012" y="55519"/>
                  <a:pt x="1855610" y="60509"/>
                  <a:pt x="1855610" y="67235"/>
                </a:cubicBezTo>
                <a:lnTo>
                  <a:pt x="1855610" y="99051"/>
                </a:lnTo>
                <a:cubicBezTo>
                  <a:pt x="1855610" y="103810"/>
                  <a:pt x="1855991" y="107038"/>
                  <a:pt x="1856753" y="108734"/>
                </a:cubicBezTo>
                <a:cubicBezTo>
                  <a:pt x="1857351" y="110103"/>
                  <a:pt x="1858316" y="111170"/>
                  <a:pt x="1859649" y="111937"/>
                </a:cubicBezTo>
                <a:cubicBezTo>
                  <a:pt x="1860982" y="112702"/>
                  <a:pt x="1863443" y="113084"/>
                  <a:pt x="1867033" y="113084"/>
                </a:cubicBezTo>
                <a:lnTo>
                  <a:pt x="1867033" y="116021"/>
                </a:lnTo>
                <a:lnTo>
                  <a:pt x="1830073" y="116021"/>
                </a:lnTo>
                <a:lnTo>
                  <a:pt x="1830073" y="113084"/>
                </a:lnTo>
                <a:lnTo>
                  <a:pt x="1831623" y="113084"/>
                </a:lnTo>
                <a:cubicBezTo>
                  <a:pt x="1835104" y="113084"/>
                  <a:pt x="1837538" y="112551"/>
                  <a:pt x="1838925" y="111485"/>
                </a:cubicBezTo>
                <a:cubicBezTo>
                  <a:pt x="1840312" y="110418"/>
                  <a:pt x="1841278" y="108845"/>
                  <a:pt x="1841822" y="106766"/>
                </a:cubicBezTo>
                <a:cubicBezTo>
                  <a:pt x="1842039" y="105945"/>
                  <a:pt x="1842148" y="103373"/>
                  <a:pt x="1842148" y="99051"/>
                </a:cubicBezTo>
                <a:lnTo>
                  <a:pt x="1842148" y="68505"/>
                </a:lnTo>
                <a:cubicBezTo>
                  <a:pt x="1842148" y="61716"/>
                  <a:pt x="1841264" y="56788"/>
                  <a:pt x="1839496" y="53720"/>
                </a:cubicBezTo>
                <a:cubicBezTo>
                  <a:pt x="1837728" y="50651"/>
                  <a:pt x="1834750" y="49117"/>
                  <a:pt x="1830562" y="49117"/>
                </a:cubicBezTo>
                <a:cubicBezTo>
                  <a:pt x="1824089" y="49117"/>
                  <a:pt x="1817644" y="52653"/>
                  <a:pt x="1811225" y="59724"/>
                </a:cubicBezTo>
                <a:lnTo>
                  <a:pt x="1811225" y="99051"/>
                </a:lnTo>
                <a:cubicBezTo>
                  <a:pt x="1811225" y="104138"/>
                  <a:pt x="1811524" y="107284"/>
                  <a:pt x="1812123" y="108490"/>
                </a:cubicBezTo>
                <a:cubicBezTo>
                  <a:pt x="1812884" y="110075"/>
                  <a:pt x="1813931" y="111238"/>
                  <a:pt x="1815264" y="111978"/>
                </a:cubicBezTo>
                <a:cubicBezTo>
                  <a:pt x="1816597" y="112715"/>
                  <a:pt x="1819303" y="113084"/>
                  <a:pt x="1823382" y="113084"/>
                </a:cubicBezTo>
                <a:lnTo>
                  <a:pt x="1823382" y="116021"/>
                </a:lnTo>
                <a:lnTo>
                  <a:pt x="1786422" y="116021"/>
                </a:lnTo>
                <a:lnTo>
                  <a:pt x="1786422" y="113084"/>
                </a:lnTo>
                <a:lnTo>
                  <a:pt x="1788054" y="113084"/>
                </a:lnTo>
                <a:cubicBezTo>
                  <a:pt x="1791861" y="113084"/>
                  <a:pt x="1794431" y="112114"/>
                  <a:pt x="1795764" y="110172"/>
                </a:cubicBezTo>
                <a:cubicBezTo>
                  <a:pt x="1797097" y="108230"/>
                  <a:pt x="1797763" y="104522"/>
                  <a:pt x="1797763" y="99051"/>
                </a:cubicBezTo>
                <a:lnTo>
                  <a:pt x="1797763" y="71473"/>
                </a:lnTo>
                <a:cubicBezTo>
                  <a:pt x="1797763" y="62498"/>
                  <a:pt x="1797559" y="57032"/>
                  <a:pt x="1797151" y="55073"/>
                </a:cubicBezTo>
                <a:cubicBezTo>
                  <a:pt x="1796743" y="53115"/>
                  <a:pt x="1796117" y="51783"/>
                  <a:pt x="1795274" y="51076"/>
                </a:cubicBezTo>
                <a:cubicBezTo>
                  <a:pt x="1794431" y="50368"/>
                  <a:pt x="1793303" y="50015"/>
                  <a:pt x="1791888" y="50015"/>
                </a:cubicBezTo>
                <a:cubicBezTo>
                  <a:pt x="1790365" y="50015"/>
                  <a:pt x="1788543" y="50423"/>
                  <a:pt x="1786422" y="51239"/>
                </a:cubicBezTo>
                <a:lnTo>
                  <a:pt x="1785198" y="48301"/>
                </a:lnTo>
                <a:lnTo>
                  <a:pt x="1807717" y="39163"/>
                </a:lnTo>
                <a:lnTo>
                  <a:pt x="1811225" y="39163"/>
                </a:lnTo>
                <a:lnTo>
                  <a:pt x="1811225" y="54910"/>
                </a:lnTo>
                <a:close/>
                <a:moveTo>
                  <a:pt x="1951316" y="39163"/>
                </a:moveTo>
                <a:cubicBezTo>
                  <a:pt x="1962630" y="39163"/>
                  <a:pt x="1971713" y="43456"/>
                  <a:pt x="1978567" y="52042"/>
                </a:cubicBezTo>
                <a:cubicBezTo>
                  <a:pt x="1984387" y="59376"/>
                  <a:pt x="1987297" y="67799"/>
                  <a:pt x="1987297" y="77309"/>
                </a:cubicBezTo>
                <a:cubicBezTo>
                  <a:pt x="1987297" y="83993"/>
                  <a:pt x="1985693" y="90758"/>
                  <a:pt x="1982483" y="97605"/>
                </a:cubicBezTo>
                <a:cubicBezTo>
                  <a:pt x="1979274" y="104450"/>
                  <a:pt x="1974855" y="109611"/>
                  <a:pt x="1969225" y="113089"/>
                </a:cubicBezTo>
                <a:cubicBezTo>
                  <a:pt x="1963595" y="116567"/>
                  <a:pt x="1957326" y="118306"/>
                  <a:pt x="1950418" y="118306"/>
                </a:cubicBezTo>
                <a:cubicBezTo>
                  <a:pt x="1939159" y="118306"/>
                  <a:pt x="1930211" y="113823"/>
                  <a:pt x="1923575" y="104856"/>
                </a:cubicBezTo>
                <a:cubicBezTo>
                  <a:pt x="1917973" y="97304"/>
                  <a:pt x="1915171" y="88828"/>
                  <a:pt x="1915171" y="79428"/>
                </a:cubicBezTo>
                <a:cubicBezTo>
                  <a:pt x="1915171" y="72581"/>
                  <a:pt x="1916871" y="65775"/>
                  <a:pt x="1920271" y="59010"/>
                </a:cubicBezTo>
                <a:cubicBezTo>
                  <a:pt x="1923670" y="52245"/>
                  <a:pt x="1928144" y="47246"/>
                  <a:pt x="1933692" y="44013"/>
                </a:cubicBezTo>
                <a:cubicBezTo>
                  <a:pt x="1939240" y="40780"/>
                  <a:pt x="1945115" y="39163"/>
                  <a:pt x="1951316" y="39163"/>
                </a:cubicBezTo>
                <a:moveTo>
                  <a:pt x="1948787" y="44548"/>
                </a:moveTo>
                <a:cubicBezTo>
                  <a:pt x="1945904" y="44548"/>
                  <a:pt x="1943007" y="45402"/>
                  <a:pt x="1940097" y="47111"/>
                </a:cubicBezTo>
                <a:cubicBezTo>
                  <a:pt x="1937187" y="48817"/>
                  <a:pt x="1934835" y="51812"/>
                  <a:pt x="1933040" y="56093"/>
                </a:cubicBezTo>
                <a:cubicBezTo>
                  <a:pt x="1931245" y="60375"/>
                  <a:pt x="1930347" y="65876"/>
                  <a:pt x="1930347" y="72595"/>
                </a:cubicBezTo>
                <a:cubicBezTo>
                  <a:pt x="1930347" y="83435"/>
                  <a:pt x="1932509" y="92784"/>
                  <a:pt x="1936834" y="100644"/>
                </a:cubicBezTo>
                <a:cubicBezTo>
                  <a:pt x="1941158" y="108502"/>
                  <a:pt x="1946856" y="112431"/>
                  <a:pt x="1953927" y="112431"/>
                </a:cubicBezTo>
                <a:cubicBezTo>
                  <a:pt x="1959203" y="112431"/>
                  <a:pt x="1963554" y="110263"/>
                  <a:pt x="1966981" y="105927"/>
                </a:cubicBezTo>
                <a:cubicBezTo>
                  <a:pt x="1970408" y="101591"/>
                  <a:pt x="1972121" y="94139"/>
                  <a:pt x="1972121" y="83571"/>
                </a:cubicBezTo>
                <a:cubicBezTo>
                  <a:pt x="1972121" y="70347"/>
                  <a:pt x="1969266" y="59941"/>
                  <a:pt x="1963554" y="52353"/>
                </a:cubicBezTo>
                <a:cubicBezTo>
                  <a:pt x="1959692" y="47150"/>
                  <a:pt x="1954770" y="44548"/>
                  <a:pt x="1948787" y="44548"/>
                </a:cubicBezTo>
                <a:close/>
                <a:moveTo>
                  <a:pt x="1994478" y="41285"/>
                </a:moveTo>
                <a:lnTo>
                  <a:pt x="2029643" y="41285"/>
                </a:lnTo>
                <a:lnTo>
                  <a:pt x="2029643" y="44222"/>
                </a:lnTo>
                <a:lnTo>
                  <a:pt x="2027359" y="44222"/>
                </a:lnTo>
                <a:cubicBezTo>
                  <a:pt x="2025237" y="44222"/>
                  <a:pt x="2023619" y="44739"/>
                  <a:pt x="2022504" y="45772"/>
                </a:cubicBezTo>
                <a:cubicBezTo>
                  <a:pt x="2021389" y="46806"/>
                  <a:pt x="2020831" y="48193"/>
                  <a:pt x="2020831" y="49933"/>
                </a:cubicBezTo>
                <a:cubicBezTo>
                  <a:pt x="2020831" y="51837"/>
                  <a:pt x="2021402" y="54094"/>
                  <a:pt x="2022545" y="56705"/>
                </a:cubicBezTo>
                <a:lnTo>
                  <a:pt x="2039923" y="97990"/>
                </a:lnTo>
                <a:lnTo>
                  <a:pt x="2057384" y="55155"/>
                </a:lnTo>
                <a:cubicBezTo>
                  <a:pt x="2058635" y="52109"/>
                  <a:pt x="2059260" y="49797"/>
                  <a:pt x="2059260" y="48220"/>
                </a:cubicBezTo>
                <a:cubicBezTo>
                  <a:pt x="2059260" y="47458"/>
                  <a:pt x="2059043" y="46833"/>
                  <a:pt x="2058608" y="46343"/>
                </a:cubicBezTo>
                <a:cubicBezTo>
                  <a:pt x="2058009" y="45527"/>
                  <a:pt x="2057248" y="44970"/>
                  <a:pt x="2056323" y="44671"/>
                </a:cubicBezTo>
                <a:cubicBezTo>
                  <a:pt x="2055398" y="44372"/>
                  <a:pt x="2053522" y="44222"/>
                  <a:pt x="2050693" y="44222"/>
                </a:cubicBezTo>
                <a:lnTo>
                  <a:pt x="2050693" y="41285"/>
                </a:lnTo>
                <a:lnTo>
                  <a:pt x="2075089" y="41285"/>
                </a:lnTo>
                <a:lnTo>
                  <a:pt x="2075089" y="44222"/>
                </a:lnTo>
                <a:cubicBezTo>
                  <a:pt x="2072260" y="44441"/>
                  <a:pt x="2070302" y="45017"/>
                  <a:pt x="2069214" y="45948"/>
                </a:cubicBezTo>
                <a:cubicBezTo>
                  <a:pt x="2067311" y="47592"/>
                  <a:pt x="2065597" y="50332"/>
                  <a:pt x="2064074" y="54168"/>
                </a:cubicBezTo>
                <a:lnTo>
                  <a:pt x="2037557" y="118306"/>
                </a:lnTo>
                <a:lnTo>
                  <a:pt x="2034212" y="118306"/>
                </a:lnTo>
                <a:lnTo>
                  <a:pt x="2007532" y="55188"/>
                </a:lnTo>
                <a:cubicBezTo>
                  <a:pt x="2006335" y="52242"/>
                  <a:pt x="2005193" y="50129"/>
                  <a:pt x="2004105" y="48847"/>
                </a:cubicBezTo>
                <a:cubicBezTo>
                  <a:pt x="2003017" y="47564"/>
                  <a:pt x="2001630" y="46486"/>
                  <a:pt x="1999944" y="45614"/>
                </a:cubicBezTo>
                <a:cubicBezTo>
                  <a:pt x="1999020" y="45123"/>
                  <a:pt x="1997197" y="44659"/>
                  <a:pt x="1994478" y="44222"/>
                </a:cubicBezTo>
                <a:lnTo>
                  <a:pt x="1994478" y="41285"/>
                </a:lnTo>
                <a:close/>
                <a:moveTo>
                  <a:pt x="2094426" y="69515"/>
                </a:moveTo>
                <a:cubicBezTo>
                  <a:pt x="2094371" y="80560"/>
                  <a:pt x="2097064" y="89223"/>
                  <a:pt x="2102503" y="95504"/>
                </a:cubicBezTo>
                <a:cubicBezTo>
                  <a:pt x="2107943" y="101785"/>
                  <a:pt x="2114334" y="104925"/>
                  <a:pt x="2121677" y="104925"/>
                </a:cubicBezTo>
                <a:cubicBezTo>
                  <a:pt x="2126572" y="104925"/>
                  <a:pt x="2130829" y="103573"/>
                  <a:pt x="2134446" y="100869"/>
                </a:cubicBezTo>
                <a:cubicBezTo>
                  <a:pt x="2138063" y="98164"/>
                  <a:pt x="2141095" y="93533"/>
                  <a:pt x="2143543" y="86975"/>
                </a:cubicBezTo>
                <a:lnTo>
                  <a:pt x="2146072" y="88615"/>
                </a:lnTo>
                <a:cubicBezTo>
                  <a:pt x="2144930" y="96106"/>
                  <a:pt x="2141612" y="102927"/>
                  <a:pt x="2136118" y="109079"/>
                </a:cubicBezTo>
                <a:cubicBezTo>
                  <a:pt x="2130625" y="115230"/>
                  <a:pt x="2123744" y="118306"/>
                  <a:pt x="2115476" y="118306"/>
                </a:cubicBezTo>
                <a:cubicBezTo>
                  <a:pt x="2106501" y="118306"/>
                  <a:pt x="2098818" y="114819"/>
                  <a:pt x="2092427" y="107845"/>
                </a:cubicBezTo>
                <a:cubicBezTo>
                  <a:pt x="2086036" y="100869"/>
                  <a:pt x="2082840" y="91491"/>
                  <a:pt x="2082840" y="79711"/>
                </a:cubicBezTo>
                <a:cubicBezTo>
                  <a:pt x="2082840" y="66956"/>
                  <a:pt x="2086117" y="57010"/>
                  <a:pt x="2092672" y="49872"/>
                </a:cubicBezTo>
                <a:cubicBezTo>
                  <a:pt x="2099226" y="42733"/>
                  <a:pt x="2107453" y="39163"/>
                  <a:pt x="2117353" y="39163"/>
                </a:cubicBezTo>
                <a:cubicBezTo>
                  <a:pt x="2125729" y="39163"/>
                  <a:pt x="2132610" y="41917"/>
                  <a:pt x="2137995" y="47424"/>
                </a:cubicBezTo>
                <a:cubicBezTo>
                  <a:pt x="2143380" y="52930"/>
                  <a:pt x="2146072" y="60294"/>
                  <a:pt x="2146072" y="69515"/>
                </a:cubicBezTo>
                <a:lnTo>
                  <a:pt x="2094426" y="69515"/>
                </a:lnTo>
                <a:moveTo>
                  <a:pt x="2094426" y="64783"/>
                </a:moveTo>
                <a:lnTo>
                  <a:pt x="2129020" y="64783"/>
                </a:lnTo>
                <a:cubicBezTo>
                  <a:pt x="2128748" y="60035"/>
                  <a:pt x="2128177" y="56691"/>
                  <a:pt x="2127307" y="54750"/>
                </a:cubicBezTo>
                <a:cubicBezTo>
                  <a:pt x="2125947" y="51727"/>
                  <a:pt x="2123921" y="49354"/>
                  <a:pt x="2121228" y="47628"/>
                </a:cubicBezTo>
                <a:cubicBezTo>
                  <a:pt x="2118536" y="45901"/>
                  <a:pt x="2115721" y="45038"/>
                  <a:pt x="2112784" y="45038"/>
                </a:cubicBezTo>
                <a:cubicBezTo>
                  <a:pt x="2108269" y="45038"/>
                  <a:pt x="2104230" y="46778"/>
                  <a:pt x="2100667" y="50257"/>
                </a:cubicBezTo>
                <a:cubicBezTo>
                  <a:pt x="2097105" y="53737"/>
                  <a:pt x="2095024" y="58578"/>
                  <a:pt x="2094426" y="64783"/>
                </a:cubicBezTo>
                <a:close/>
                <a:moveTo>
                  <a:pt x="2177884" y="39163"/>
                </a:moveTo>
                <a:lnTo>
                  <a:pt x="2177884" y="55971"/>
                </a:lnTo>
                <a:cubicBezTo>
                  <a:pt x="2184139" y="44766"/>
                  <a:pt x="2190557" y="39163"/>
                  <a:pt x="2197139" y="39163"/>
                </a:cubicBezTo>
                <a:cubicBezTo>
                  <a:pt x="2200131" y="39163"/>
                  <a:pt x="2202606" y="40074"/>
                  <a:pt x="2204564" y="41897"/>
                </a:cubicBezTo>
                <a:cubicBezTo>
                  <a:pt x="2206522" y="43719"/>
                  <a:pt x="2207501" y="45827"/>
                  <a:pt x="2207501" y="48220"/>
                </a:cubicBezTo>
                <a:cubicBezTo>
                  <a:pt x="2207501" y="50341"/>
                  <a:pt x="2206794" y="52136"/>
                  <a:pt x="2205380" y="53605"/>
                </a:cubicBezTo>
                <a:cubicBezTo>
                  <a:pt x="2203965" y="55073"/>
                  <a:pt x="2202279" y="55808"/>
                  <a:pt x="2200321" y="55808"/>
                </a:cubicBezTo>
                <a:cubicBezTo>
                  <a:pt x="2198417" y="55808"/>
                  <a:pt x="2196282" y="54883"/>
                  <a:pt x="2193916" y="53034"/>
                </a:cubicBezTo>
                <a:cubicBezTo>
                  <a:pt x="2191550" y="51184"/>
                  <a:pt x="2189796" y="50260"/>
                  <a:pt x="2188654" y="50260"/>
                </a:cubicBezTo>
                <a:cubicBezTo>
                  <a:pt x="2187675" y="50260"/>
                  <a:pt x="2186614" y="50799"/>
                  <a:pt x="2185472" y="51879"/>
                </a:cubicBezTo>
                <a:cubicBezTo>
                  <a:pt x="2183024" y="54094"/>
                  <a:pt x="2180495" y="57739"/>
                  <a:pt x="2177884" y="62814"/>
                </a:cubicBezTo>
                <a:lnTo>
                  <a:pt x="2177884" y="98561"/>
                </a:lnTo>
                <a:cubicBezTo>
                  <a:pt x="2177884" y="102698"/>
                  <a:pt x="2178400" y="105828"/>
                  <a:pt x="2179434" y="107949"/>
                </a:cubicBezTo>
                <a:cubicBezTo>
                  <a:pt x="2180141" y="109419"/>
                  <a:pt x="2181392" y="110643"/>
                  <a:pt x="2183187" y="111621"/>
                </a:cubicBezTo>
                <a:cubicBezTo>
                  <a:pt x="2184982" y="112596"/>
                  <a:pt x="2187566" y="113084"/>
                  <a:pt x="2190938" y="113084"/>
                </a:cubicBezTo>
                <a:lnTo>
                  <a:pt x="2190938" y="116021"/>
                </a:lnTo>
                <a:lnTo>
                  <a:pt x="2152672" y="116021"/>
                </a:lnTo>
                <a:lnTo>
                  <a:pt x="2152672" y="113084"/>
                </a:lnTo>
                <a:cubicBezTo>
                  <a:pt x="2156480" y="113084"/>
                  <a:pt x="2159308" y="112479"/>
                  <a:pt x="2161158" y="111269"/>
                </a:cubicBezTo>
                <a:cubicBezTo>
                  <a:pt x="2162518" y="110388"/>
                  <a:pt x="2163469" y="108985"/>
                  <a:pt x="2164013" y="107059"/>
                </a:cubicBezTo>
                <a:cubicBezTo>
                  <a:pt x="2164285" y="106123"/>
                  <a:pt x="2164421" y="103453"/>
                  <a:pt x="2164421" y="99051"/>
                </a:cubicBezTo>
                <a:lnTo>
                  <a:pt x="2164421" y="70331"/>
                </a:lnTo>
                <a:cubicBezTo>
                  <a:pt x="2164421" y="61628"/>
                  <a:pt x="2164245" y="56447"/>
                  <a:pt x="2163891" y="54788"/>
                </a:cubicBezTo>
                <a:cubicBezTo>
                  <a:pt x="2163537" y="53129"/>
                  <a:pt x="2162885" y="51919"/>
                  <a:pt x="2161933" y="51157"/>
                </a:cubicBezTo>
                <a:cubicBezTo>
                  <a:pt x="2160981" y="50396"/>
                  <a:pt x="2159798" y="50015"/>
                  <a:pt x="2158384" y="50015"/>
                </a:cubicBezTo>
                <a:cubicBezTo>
                  <a:pt x="2156697" y="50015"/>
                  <a:pt x="2154794" y="50423"/>
                  <a:pt x="2152672" y="51239"/>
                </a:cubicBezTo>
                <a:lnTo>
                  <a:pt x="2151856" y="48301"/>
                </a:lnTo>
                <a:lnTo>
                  <a:pt x="2174457" y="39163"/>
                </a:lnTo>
                <a:lnTo>
                  <a:pt x="2177884" y="39163"/>
                </a:lnTo>
                <a:close/>
                <a:moveTo>
                  <a:pt x="2295781" y="105338"/>
                </a:moveTo>
                <a:cubicBezTo>
                  <a:pt x="2288112" y="111265"/>
                  <a:pt x="2283298" y="114690"/>
                  <a:pt x="2281340" y="115613"/>
                </a:cubicBezTo>
                <a:cubicBezTo>
                  <a:pt x="2278402" y="116973"/>
                  <a:pt x="2275275" y="117653"/>
                  <a:pt x="2271957" y="117653"/>
                </a:cubicBezTo>
                <a:cubicBezTo>
                  <a:pt x="2266789" y="117653"/>
                  <a:pt x="2262533" y="115885"/>
                  <a:pt x="2259188" y="112350"/>
                </a:cubicBezTo>
                <a:cubicBezTo>
                  <a:pt x="2255843" y="108814"/>
                  <a:pt x="2254170" y="104164"/>
                  <a:pt x="2254170" y="98398"/>
                </a:cubicBezTo>
                <a:cubicBezTo>
                  <a:pt x="2254170" y="94754"/>
                  <a:pt x="2254986" y="91599"/>
                  <a:pt x="2256618" y="88933"/>
                </a:cubicBezTo>
                <a:cubicBezTo>
                  <a:pt x="2258848" y="85235"/>
                  <a:pt x="2262723" y="81753"/>
                  <a:pt x="2268244" y="78490"/>
                </a:cubicBezTo>
                <a:cubicBezTo>
                  <a:pt x="2273765" y="75226"/>
                  <a:pt x="2282944" y="71256"/>
                  <a:pt x="2295781" y="66578"/>
                </a:cubicBezTo>
                <a:lnTo>
                  <a:pt x="2295781" y="63651"/>
                </a:lnTo>
                <a:cubicBezTo>
                  <a:pt x="2295781" y="56226"/>
                  <a:pt x="2294598" y="51132"/>
                  <a:pt x="2292232" y="48368"/>
                </a:cubicBezTo>
                <a:cubicBezTo>
                  <a:pt x="2289866" y="45604"/>
                  <a:pt x="2286425" y="44222"/>
                  <a:pt x="2281911" y="44222"/>
                </a:cubicBezTo>
                <a:cubicBezTo>
                  <a:pt x="2278484" y="44222"/>
                  <a:pt x="2275764" y="45147"/>
                  <a:pt x="2273752" y="46996"/>
                </a:cubicBezTo>
                <a:cubicBezTo>
                  <a:pt x="2271685" y="48845"/>
                  <a:pt x="2270651" y="50967"/>
                  <a:pt x="2270651" y="53360"/>
                </a:cubicBezTo>
                <a:lnTo>
                  <a:pt x="2270814" y="58092"/>
                </a:lnTo>
                <a:cubicBezTo>
                  <a:pt x="2270814" y="60594"/>
                  <a:pt x="2270175" y="62525"/>
                  <a:pt x="2268897" y="63885"/>
                </a:cubicBezTo>
                <a:cubicBezTo>
                  <a:pt x="2267619" y="65245"/>
                  <a:pt x="2265946" y="65925"/>
                  <a:pt x="2263879" y="65925"/>
                </a:cubicBezTo>
                <a:cubicBezTo>
                  <a:pt x="2261867" y="65925"/>
                  <a:pt x="2260221" y="65216"/>
                  <a:pt x="2258943" y="63798"/>
                </a:cubicBezTo>
                <a:cubicBezTo>
                  <a:pt x="2257665" y="62379"/>
                  <a:pt x="2257026" y="60442"/>
                  <a:pt x="2257026" y="57988"/>
                </a:cubicBezTo>
                <a:cubicBezTo>
                  <a:pt x="2257026" y="53295"/>
                  <a:pt x="2259419" y="48984"/>
                  <a:pt x="2264206" y="45056"/>
                </a:cubicBezTo>
                <a:cubicBezTo>
                  <a:pt x="2268992" y="41127"/>
                  <a:pt x="2275710" y="39163"/>
                  <a:pt x="2284358" y="39163"/>
                </a:cubicBezTo>
                <a:cubicBezTo>
                  <a:pt x="2290994" y="39163"/>
                  <a:pt x="2296434" y="40277"/>
                  <a:pt x="2300676" y="42503"/>
                </a:cubicBezTo>
                <a:cubicBezTo>
                  <a:pt x="2303886" y="44188"/>
                  <a:pt x="2306252" y="46823"/>
                  <a:pt x="2307775" y="50410"/>
                </a:cubicBezTo>
                <a:cubicBezTo>
                  <a:pt x="2308754" y="52746"/>
                  <a:pt x="2309243" y="57526"/>
                  <a:pt x="2309243" y="64752"/>
                </a:cubicBezTo>
                <a:lnTo>
                  <a:pt x="2309243" y="90096"/>
                </a:lnTo>
                <a:cubicBezTo>
                  <a:pt x="2309243" y="97213"/>
                  <a:pt x="2309379" y="101573"/>
                  <a:pt x="2309651" y="103176"/>
                </a:cubicBezTo>
                <a:cubicBezTo>
                  <a:pt x="2309923" y="104779"/>
                  <a:pt x="2310372" y="105852"/>
                  <a:pt x="2310998" y="106396"/>
                </a:cubicBezTo>
                <a:cubicBezTo>
                  <a:pt x="2311623" y="106939"/>
                  <a:pt x="2312344" y="107210"/>
                  <a:pt x="2313160" y="107210"/>
                </a:cubicBezTo>
                <a:cubicBezTo>
                  <a:pt x="2314030" y="107210"/>
                  <a:pt x="2314792" y="107019"/>
                  <a:pt x="2315444" y="106638"/>
                </a:cubicBezTo>
                <a:cubicBezTo>
                  <a:pt x="2316587" y="105931"/>
                  <a:pt x="2318790" y="103946"/>
                  <a:pt x="2322053" y="100682"/>
                </a:cubicBezTo>
                <a:lnTo>
                  <a:pt x="2322053" y="105251"/>
                </a:lnTo>
                <a:cubicBezTo>
                  <a:pt x="2315961" y="113410"/>
                  <a:pt x="2310141" y="117490"/>
                  <a:pt x="2304593" y="117490"/>
                </a:cubicBezTo>
                <a:cubicBezTo>
                  <a:pt x="2301928" y="117490"/>
                  <a:pt x="2299806" y="116572"/>
                  <a:pt x="2298229" y="114736"/>
                </a:cubicBezTo>
                <a:cubicBezTo>
                  <a:pt x="2296651" y="112899"/>
                  <a:pt x="2295835" y="109766"/>
                  <a:pt x="2295781" y="105338"/>
                </a:cubicBezTo>
                <a:moveTo>
                  <a:pt x="2295781" y="100048"/>
                </a:moveTo>
                <a:lnTo>
                  <a:pt x="2295781" y="71636"/>
                </a:lnTo>
                <a:cubicBezTo>
                  <a:pt x="2287568" y="74893"/>
                  <a:pt x="2282264" y="77200"/>
                  <a:pt x="2279871" y="78556"/>
                </a:cubicBezTo>
                <a:cubicBezTo>
                  <a:pt x="2275574" y="80944"/>
                  <a:pt x="2272501" y="83441"/>
                  <a:pt x="2270651" y="86047"/>
                </a:cubicBezTo>
                <a:cubicBezTo>
                  <a:pt x="2268802" y="88651"/>
                  <a:pt x="2267877" y="91500"/>
                  <a:pt x="2267877" y="94594"/>
                </a:cubicBezTo>
                <a:cubicBezTo>
                  <a:pt x="2267877" y="98502"/>
                  <a:pt x="2269047" y="101745"/>
                  <a:pt x="2271386" y="104323"/>
                </a:cubicBezTo>
                <a:cubicBezTo>
                  <a:pt x="2273725" y="106900"/>
                  <a:pt x="2276417" y="108189"/>
                  <a:pt x="2279463" y="108189"/>
                </a:cubicBezTo>
                <a:cubicBezTo>
                  <a:pt x="2283597" y="108189"/>
                  <a:pt x="2289036" y="105475"/>
                  <a:pt x="2295781" y="100048"/>
                </a:cubicBezTo>
                <a:close/>
                <a:moveTo>
                  <a:pt x="2390743" y="2937"/>
                </a:moveTo>
                <a:lnTo>
                  <a:pt x="2390743" y="6293"/>
                </a:lnTo>
                <a:cubicBezTo>
                  <a:pt x="2385956" y="8803"/>
                  <a:pt x="2382529" y="11423"/>
                  <a:pt x="2380463" y="14151"/>
                </a:cubicBezTo>
                <a:cubicBezTo>
                  <a:pt x="2378396" y="16879"/>
                  <a:pt x="2377362" y="19854"/>
                  <a:pt x="2377362" y="23075"/>
                </a:cubicBezTo>
                <a:cubicBezTo>
                  <a:pt x="2377362" y="24984"/>
                  <a:pt x="2377634" y="26293"/>
                  <a:pt x="2378178" y="27004"/>
                </a:cubicBezTo>
                <a:cubicBezTo>
                  <a:pt x="2378668" y="27767"/>
                  <a:pt x="2379266" y="28149"/>
                  <a:pt x="2379973" y="28149"/>
                </a:cubicBezTo>
                <a:cubicBezTo>
                  <a:pt x="2380680" y="28149"/>
                  <a:pt x="2381632" y="27945"/>
                  <a:pt x="2382829" y="27537"/>
                </a:cubicBezTo>
                <a:cubicBezTo>
                  <a:pt x="2384025" y="27129"/>
                  <a:pt x="2385113" y="26925"/>
                  <a:pt x="2386092" y="26925"/>
                </a:cubicBezTo>
                <a:cubicBezTo>
                  <a:pt x="2388322" y="26925"/>
                  <a:pt x="2390267" y="27754"/>
                  <a:pt x="2391926" y="29413"/>
                </a:cubicBezTo>
                <a:cubicBezTo>
                  <a:pt x="2393585" y="31072"/>
                  <a:pt x="2394414" y="33098"/>
                  <a:pt x="2394414" y="35492"/>
                </a:cubicBezTo>
                <a:cubicBezTo>
                  <a:pt x="2394414" y="38103"/>
                  <a:pt x="2393408" y="40346"/>
                  <a:pt x="2391396" y="42223"/>
                </a:cubicBezTo>
                <a:cubicBezTo>
                  <a:pt x="2389383" y="44100"/>
                  <a:pt x="2386881" y="45038"/>
                  <a:pt x="2383889" y="45038"/>
                </a:cubicBezTo>
                <a:cubicBezTo>
                  <a:pt x="2380245" y="45038"/>
                  <a:pt x="2376954" y="43458"/>
                  <a:pt x="2374017" y="40298"/>
                </a:cubicBezTo>
                <a:cubicBezTo>
                  <a:pt x="2371080" y="37136"/>
                  <a:pt x="2369611" y="33240"/>
                  <a:pt x="2369611" y="28608"/>
                </a:cubicBezTo>
                <a:cubicBezTo>
                  <a:pt x="2369611" y="23156"/>
                  <a:pt x="2371420" y="18074"/>
                  <a:pt x="2375037" y="13360"/>
                </a:cubicBezTo>
                <a:cubicBezTo>
                  <a:pt x="2378654" y="8647"/>
                  <a:pt x="2383889" y="5172"/>
                  <a:pt x="2390743" y="2937"/>
                </a:cubicBezTo>
                <a:moveTo>
                  <a:pt x="2429661" y="2937"/>
                </a:moveTo>
                <a:lnTo>
                  <a:pt x="2429661" y="6038"/>
                </a:lnTo>
                <a:cubicBezTo>
                  <a:pt x="2424168" y="9191"/>
                  <a:pt x="2420551" y="12018"/>
                  <a:pt x="2418810" y="14521"/>
                </a:cubicBezTo>
                <a:cubicBezTo>
                  <a:pt x="2417069" y="17023"/>
                  <a:pt x="2416199" y="19959"/>
                  <a:pt x="2416199" y="23330"/>
                </a:cubicBezTo>
                <a:cubicBezTo>
                  <a:pt x="2416199" y="24853"/>
                  <a:pt x="2416498" y="25995"/>
                  <a:pt x="2417097" y="26757"/>
                </a:cubicBezTo>
                <a:cubicBezTo>
                  <a:pt x="2417695" y="27518"/>
                  <a:pt x="2418320" y="27899"/>
                  <a:pt x="2418973" y="27899"/>
                </a:cubicBezTo>
                <a:cubicBezTo>
                  <a:pt x="2419571" y="27899"/>
                  <a:pt x="2420469" y="27682"/>
                  <a:pt x="2421666" y="27249"/>
                </a:cubicBezTo>
                <a:cubicBezTo>
                  <a:pt x="2422862" y="26815"/>
                  <a:pt x="2424059" y="26598"/>
                  <a:pt x="2425256" y="26598"/>
                </a:cubicBezTo>
                <a:cubicBezTo>
                  <a:pt x="2427486" y="26598"/>
                  <a:pt x="2429430" y="27397"/>
                  <a:pt x="2431089" y="28995"/>
                </a:cubicBezTo>
                <a:cubicBezTo>
                  <a:pt x="2432748" y="30593"/>
                  <a:pt x="2433578" y="32555"/>
                  <a:pt x="2433578" y="34882"/>
                </a:cubicBezTo>
                <a:cubicBezTo>
                  <a:pt x="2433578" y="37536"/>
                  <a:pt x="2432531" y="39837"/>
                  <a:pt x="2430437" y="41787"/>
                </a:cubicBezTo>
                <a:cubicBezTo>
                  <a:pt x="2428342" y="43737"/>
                  <a:pt x="2425772" y="44711"/>
                  <a:pt x="2422726" y="44711"/>
                </a:cubicBezTo>
                <a:cubicBezTo>
                  <a:pt x="2419136" y="44711"/>
                  <a:pt x="2415900" y="43165"/>
                  <a:pt x="2413017" y="40071"/>
                </a:cubicBezTo>
                <a:cubicBezTo>
                  <a:pt x="2410134" y="36976"/>
                  <a:pt x="2408693" y="33121"/>
                  <a:pt x="2408693" y="28506"/>
                </a:cubicBezTo>
                <a:cubicBezTo>
                  <a:pt x="2408693" y="22806"/>
                  <a:pt x="2410515" y="17609"/>
                  <a:pt x="2414159" y="12914"/>
                </a:cubicBezTo>
                <a:cubicBezTo>
                  <a:pt x="2417804" y="8218"/>
                  <a:pt x="2422971" y="4892"/>
                  <a:pt x="2429661" y="2937"/>
                </a:cubicBezTo>
                <a:close/>
                <a:moveTo>
                  <a:pt x="2464003" y="54403"/>
                </a:moveTo>
                <a:cubicBezTo>
                  <a:pt x="2471237" y="44243"/>
                  <a:pt x="2479043" y="39163"/>
                  <a:pt x="2487419" y="39163"/>
                </a:cubicBezTo>
                <a:cubicBezTo>
                  <a:pt x="2495089" y="39163"/>
                  <a:pt x="2501779" y="42437"/>
                  <a:pt x="2507491" y="48985"/>
                </a:cubicBezTo>
                <a:cubicBezTo>
                  <a:pt x="2513202" y="55532"/>
                  <a:pt x="2516058" y="64484"/>
                  <a:pt x="2516058" y="75841"/>
                </a:cubicBezTo>
                <a:cubicBezTo>
                  <a:pt x="2516058" y="89099"/>
                  <a:pt x="2511652" y="99776"/>
                  <a:pt x="2502840" y="107873"/>
                </a:cubicBezTo>
                <a:cubicBezTo>
                  <a:pt x="2495279" y="114828"/>
                  <a:pt x="2486848" y="118306"/>
                  <a:pt x="2477547" y="118306"/>
                </a:cubicBezTo>
                <a:cubicBezTo>
                  <a:pt x="2473195" y="118306"/>
                  <a:pt x="2468776" y="117512"/>
                  <a:pt x="2464289" y="115924"/>
                </a:cubicBezTo>
                <a:cubicBezTo>
                  <a:pt x="2459801" y="114337"/>
                  <a:pt x="2455218" y="111955"/>
                  <a:pt x="2450541" y="108778"/>
                </a:cubicBezTo>
                <a:lnTo>
                  <a:pt x="2450541" y="31494"/>
                </a:lnTo>
                <a:cubicBezTo>
                  <a:pt x="2450541" y="23008"/>
                  <a:pt x="2450337" y="17787"/>
                  <a:pt x="2449929" y="15829"/>
                </a:cubicBezTo>
                <a:cubicBezTo>
                  <a:pt x="2449521" y="13870"/>
                  <a:pt x="2448882" y="12538"/>
                  <a:pt x="2448011" y="11831"/>
                </a:cubicBezTo>
                <a:cubicBezTo>
                  <a:pt x="2447141" y="11123"/>
                  <a:pt x="2446053" y="10770"/>
                  <a:pt x="2444748" y="10770"/>
                </a:cubicBezTo>
                <a:cubicBezTo>
                  <a:pt x="2443225" y="10770"/>
                  <a:pt x="2441321" y="11205"/>
                  <a:pt x="2439036" y="12075"/>
                </a:cubicBezTo>
                <a:lnTo>
                  <a:pt x="2437894" y="9138"/>
                </a:lnTo>
                <a:lnTo>
                  <a:pt x="2460331" y="0"/>
                </a:lnTo>
                <a:lnTo>
                  <a:pt x="2464003" y="0"/>
                </a:lnTo>
                <a:lnTo>
                  <a:pt x="2464003" y="54403"/>
                </a:lnTo>
                <a:moveTo>
                  <a:pt x="2464003" y="59597"/>
                </a:moveTo>
                <a:lnTo>
                  <a:pt x="2464003" y="104071"/>
                </a:lnTo>
                <a:cubicBezTo>
                  <a:pt x="2466777" y="106777"/>
                  <a:pt x="2469646" y="108820"/>
                  <a:pt x="2472611" y="110200"/>
                </a:cubicBezTo>
                <a:cubicBezTo>
                  <a:pt x="2475575" y="111579"/>
                  <a:pt x="2478608" y="112268"/>
                  <a:pt x="2481708" y="112268"/>
                </a:cubicBezTo>
                <a:cubicBezTo>
                  <a:pt x="2486658" y="112268"/>
                  <a:pt x="2491268" y="109563"/>
                  <a:pt x="2495538" y="104153"/>
                </a:cubicBezTo>
                <a:cubicBezTo>
                  <a:pt x="2499807" y="98742"/>
                  <a:pt x="2501942" y="90869"/>
                  <a:pt x="2501942" y="80535"/>
                </a:cubicBezTo>
                <a:cubicBezTo>
                  <a:pt x="2501942" y="71012"/>
                  <a:pt x="2499807" y="63695"/>
                  <a:pt x="2495538" y="58582"/>
                </a:cubicBezTo>
                <a:cubicBezTo>
                  <a:pt x="2491268" y="53469"/>
                  <a:pt x="2486413" y="50912"/>
                  <a:pt x="2480974" y="50912"/>
                </a:cubicBezTo>
                <a:cubicBezTo>
                  <a:pt x="2478091" y="50912"/>
                  <a:pt x="2475208" y="51642"/>
                  <a:pt x="2472325" y="53103"/>
                </a:cubicBezTo>
                <a:cubicBezTo>
                  <a:pt x="2470149" y="54185"/>
                  <a:pt x="2467375" y="56350"/>
                  <a:pt x="2464003" y="59597"/>
                </a:cubicBezTo>
                <a:close/>
                <a:moveTo>
                  <a:pt x="2539637" y="69515"/>
                </a:moveTo>
                <a:cubicBezTo>
                  <a:pt x="2539583" y="80560"/>
                  <a:pt x="2542275" y="89223"/>
                  <a:pt x="2547715" y="95504"/>
                </a:cubicBezTo>
                <a:cubicBezTo>
                  <a:pt x="2553154" y="101785"/>
                  <a:pt x="2559545" y="104925"/>
                  <a:pt x="2566888" y="104925"/>
                </a:cubicBezTo>
                <a:cubicBezTo>
                  <a:pt x="2571784" y="104925"/>
                  <a:pt x="2576040" y="103573"/>
                  <a:pt x="2579657" y="100869"/>
                </a:cubicBezTo>
                <a:cubicBezTo>
                  <a:pt x="2583274" y="98164"/>
                  <a:pt x="2586307" y="93533"/>
                  <a:pt x="2588754" y="86975"/>
                </a:cubicBezTo>
                <a:lnTo>
                  <a:pt x="2591284" y="88615"/>
                </a:lnTo>
                <a:cubicBezTo>
                  <a:pt x="2590141" y="96106"/>
                  <a:pt x="2586823" y="102927"/>
                  <a:pt x="2581330" y="109079"/>
                </a:cubicBezTo>
                <a:cubicBezTo>
                  <a:pt x="2575836" y="115230"/>
                  <a:pt x="2568955" y="118306"/>
                  <a:pt x="2560687" y="118306"/>
                </a:cubicBezTo>
                <a:cubicBezTo>
                  <a:pt x="2551712" y="118306"/>
                  <a:pt x="2544029" y="114819"/>
                  <a:pt x="2537638" y="107845"/>
                </a:cubicBezTo>
                <a:cubicBezTo>
                  <a:pt x="2531247" y="100869"/>
                  <a:pt x="2528051" y="91491"/>
                  <a:pt x="2528051" y="79711"/>
                </a:cubicBezTo>
                <a:cubicBezTo>
                  <a:pt x="2528051" y="66956"/>
                  <a:pt x="2531329" y="57010"/>
                  <a:pt x="2537883" y="49872"/>
                </a:cubicBezTo>
                <a:cubicBezTo>
                  <a:pt x="2544437" y="42733"/>
                  <a:pt x="2552664" y="39163"/>
                  <a:pt x="2562564" y="39163"/>
                </a:cubicBezTo>
                <a:cubicBezTo>
                  <a:pt x="2570941" y="39163"/>
                  <a:pt x="2577821" y="41917"/>
                  <a:pt x="2583206" y="47424"/>
                </a:cubicBezTo>
                <a:cubicBezTo>
                  <a:pt x="2588591" y="52930"/>
                  <a:pt x="2591284" y="60294"/>
                  <a:pt x="2591284" y="69515"/>
                </a:cubicBezTo>
                <a:lnTo>
                  <a:pt x="2539637" y="69515"/>
                </a:lnTo>
                <a:moveTo>
                  <a:pt x="2539637" y="64783"/>
                </a:moveTo>
                <a:lnTo>
                  <a:pt x="2574231" y="64783"/>
                </a:lnTo>
                <a:cubicBezTo>
                  <a:pt x="2573959" y="60035"/>
                  <a:pt x="2573388" y="56691"/>
                  <a:pt x="2572518" y="54750"/>
                </a:cubicBezTo>
                <a:cubicBezTo>
                  <a:pt x="2571158" y="51727"/>
                  <a:pt x="2569132" y="49354"/>
                  <a:pt x="2566440" y="47628"/>
                </a:cubicBezTo>
                <a:cubicBezTo>
                  <a:pt x="2563747" y="45901"/>
                  <a:pt x="2560932" y="45038"/>
                  <a:pt x="2557995" y="45038"/>
                </a:cubicBezTo>
                <a:cubicBezTo>
                  <a:pt x="2553480" y="45038"/>
                  <a:pt x="2549442" y="46778"/>
                  <a:pt x="2545879" y="50257"/>
                </a:cubicBezTo>
                <a:cubicBezTo>
                  <a:pt x="2542316" y="53737"/>
                  <a:pt x="2540235" y="58578"/>
                  <a:pt x="2539637" y="64783"/>
                </a:cubicBezTo>
                <a:close/>
                <a:moveTo>
                  <a:pt x="2623014" y="54910"/>
                </a:moveTo>
                <a:cubicBezTo>
                  <a:pt x="2631771" y="44412"/>
                  <a:pt x="2640121" y="39163"/>
                  <a:pt x="2648062" y="39163"/>
                </a:cubicBezTo>
                <a:cubicBezTo>
                  <a:pt x="2652142" y="39163"/>
                  <a:pt x="2655650" y="40181"/>
                  <a:pt x="2658587" y="42215"/>
                </a:cubicBezTo>
                <a:cubicBezTo>
                  <a:pt x="2661525" y="44248"/>
                  <a:pt x="2663864" y="47598"/>
                  <a:pt x="2665604" y="52264"/>
                </a:cubicBezTo>
                <a:cubicBezTo>
                  <a:pt x="2666801" y="55519"/>
                  <a:pt x="2667399" y="60509"/>
                  <a:pt x="2667399" y="67235"/>
                </a:cubicBezTo>
                <a:lnTo>
                  <a:pt x="2667399" y="99051"/>
                </a:lnTo>
                <a:cubicBezTo>
                  <a:pt x="2667399" y="103810"/>
                  <a:pt x="2667780" y="107038"/>
                  <a:pt x="2668541" y="108734"/>
                </a:cubicBezTo>
                <a:cubicBezTo>
                  <a:pt x="2669140" y="110103"/>
                  <a:pt x="2670105" y="111170"/>
                  <a:pt x="2671438" y="111937"/>
                </a:cubicBezTo>
                <a:cubicBezTo>
                  <a:pt x="2672771" y="112702"/>
                  <a:pt x="2675232" y="113084"/>
                  <a:pt x="2678822" y="113084"/>
                </a:cubicBezTo>
                <a:lnTo>
                  <a:pt x="2678822" y="116021"/>
                </a:lnTo>
                <a:lnTo>
                  <a:pt x="2641861" y="116021"/>
                </a:lnTo>
                <a:lnTo>
                  <a:pt x="2641861" y="113084"/>
                </a:lnTo>
                <a:lnTo>
                  <a:pt x="2643412" y="113084"/>
                </a:lnTo>
                <a:cubicBezTo>
                  <a:pt x="2646893" y="113084"/>
                  <a:pt x="2649327" y="112551"/>
                  <a:pt x="2650714" y="111485"/>
                </a:cubicBezTo>
                <a:cubicBezTo>
                  <a:pt x="2652101" y="110418"/>
                  <a:pt x="2653067" y="108845"/>
                  <a:pt x="2653610" y="106766"/>
                </a:cubicBezTo>
                <a:cubicBezTo>
                  <a:pt x="2653828" y="105945"/>
                  <a:pt x="2653937" y="103373"/>
                  <a:pt x="2653937" y="99051"/>
                </a:cubicBezTo>
                <a:lnTo>
                  <a:pt x="2653937" y="68505"/>
                </a:lnTo>
                <a:cubicBezTo>
                  <a:pt x="2653937" y="61716"/>
                  <a:pt x="2653053" y="56788"/>
                  <a:pt x="2651285" y="53720"/>
                </a:cubicBezTo>
                <a:cubicBezTo>
                  <a:pt x="2649517" y="50651"/>
                  <a:pt x="2646539" y="49117"/>
                  <a:pt x="2642351" y="49117"/>
                </a:cubicBezTo>
                <a:cubicBezTo>
                  <a:pt x="2635878" y="49117"/>
                  <a:pt x="2629433" y="52653"/>
                  <a:pt x="2623014" y="59724"/>
                </a:cubicBezTo>
                <a:lnTo>
                  <a:pt x="2623014" y="99051"/>
                </a:lnTo>
                <a:cubicBezTo>
                  <a:pt x="2623014" y="104138"/>
                  <a:pt x="2623313" y="107284"/>
                  <a:pt x="2623912" y="108490"/>
                </a:cubicBezTo>
                <a:cubicBezTo>
                  <a:pt x="2624673" y="110075"/>
                  <a:pt x="2625720" y="111238"/>
                  <a:pt x="2627053" y="111978"/>
                </a:cubicBezTo>
                <a:cubicBezTo>
                  <a:pt x="2628385" y="112715"/>
                  <a:pt x="2631092" y="113084"/>
                  <a:pt x="2635171" y="113084"/>
                </a:cubicBezTo>
                <a:lnTo>
                  <a:pt x="2635171" y="116021"/>
                </a:lnTo>
                <a:lnTo>
                  <a:pt x="2598211" y="116021"/>
                </a:lnTo>
                <a:lnTo>
                  <a:pt x="2598211" y="113084"/>
                </a:lnTo>
                <a:lnTo>
                  <a:pt x="2599842" y="113084"/>
                </a:lnTo>
                <a:cubicBezTo>
                  <a:pt x="2603650" y="113084"/>
                  <a:pt x="2606220" y="112114"/>
                  <a:pt x="2607553" y="110172"/>
                </a:cubicBezTo>
                <a:cubicBezTo>
                  <a:pt x="2608885" y="108230"/>
                  <a:pt x="2609552" y="104522"/>
                  <a:pt x="2609552" y="99051"/>
                </a:cubicBezTo>
                <a:lnTo>
                  <a:pt x="2609552" y="71473"/>
                </a:lnTo>
                <a:cubicBezTo>
                  <a:pt x="2609552" y="62498"/>
                  <a:pt x="2609348" y="57032"/>
                  <a:pt x="2608940" y="55073"/>
                </a:cubicBezTo>
                <a:cubicBezTo>
                  <a:pt x="2608532" y="53115"/>
                  <a:pt x="2607906" y="51783"/>
                  <a:pt x="2607063" y="51076"/>
                </a:cubicBezTo>
                <a:cubicBezTo>
                  <a:pt x="2606220" y="50368"/>
                  <a:pt x="2605091" y="50015"/>
                  <a:pt x="2603677" y="50015"/>
                </a:cubicBezTo>
                <a:cubicBezTo>
                  <a:pt x="2602154" y="50015"/>
                  <a:pt x="2600332" y="50423"/>
                  <a:pt x="2598211" y="51239"/>
                </a:cubicBezTo>
                <a:lnTo>
                  <a:pt x="2596987" y="48301"/>
                </a:lnTo>
                <a:lnTo>
                  <a:pt x="2619506" y="39163"/>
                </a:lnTo>
                <a:lnTo>
                  <a:pt x="2623014" y="39163"/>
                </a:lnTo>
                <a:lnTo>
                  <a:pt x="2623014" y="54910"/>
                </a:lnTo>
                <a:close/>
                <a:moveTo>
                  <a:pt x="2706481" y="16644"/>
                </a:moveTo>
                <a:lnTo>
                  <a:pt x="2706481" y="41285"/>
                </a:lnTo>
                <a:lnTo>
                  <a:pt x="2723941" y="41285"/>
                </a:lnTo>
                <a:lnTo>
                  <a:pt x="2723941" y="46833"/>
                </a:lnTo>
                <a:lnTo>
                  <a:pt x="2706481" y="46996"/>
                </a:lnTo>
                <a:lnTo>
                  <a:pt x="2706481" y="95527"/>
                </a:lnTo>
                <a:cubicBezTo>
                  <a:pt x="2706481" y="100373"/>
                  <a:pt x="2707174" y="103641"/>
                  <a:pt x="2708562" y="105331"/>
                </a:cubicBezTo>
                <a:cubicBezTo>
                  <a:pt x="2709949" y="107018"/>
                  <a:pt x="2711730" y="107862"/>
                  <a:pt x="2713906" y="107862"/>
                </a:cubicBezTo>
                <a:cubicBezTo>
                  <a:pt x="2715701" y="107862"/>
                  <a:pt x="2717441" y="107298"/>
                  <a:pt x="2719127" y="106169"/>
                </a:cubicBezTo>
                <a:cubicBezTo>
                  <a:pt x="2720814" y="105041"/>
                  <a:pt x="2722119" y="103375"/>
                  <a:pt x="2723044" y="101172"/>
                </a:cubicBezTo>
                <a:lnTo>
                  <a:pt x="2726226" y="101172"/>
                </a:lnTo>
                <a:cubicBezTo>
                  <a:pt x="2724322" y="106530"/>
                  <a:pt x="2721630" y="110562"/>
                  <a:pt x="2718148" y="113268"/>
                </a:cubicBezTo>
                <a:cubicBezTo>
                  <a:pt x="2714667" y="115974"/>
                  <a:pt x="2711077" y="117327"/>
                  <a:pt x="2707378" y="117327"/>
                </a:cubicBezTo>
                <a:cubicBezTo>
                  <a:pt x="2704876" y="117327"/>
                  <a:pt x="2702429" y="116631"/>
                  <a:pt x="2700035" y="115239"/>
                </a:cubicBezTo>
                <a:cubicBezTo>
                  <a:pt x="2697642" y="113846"/>
                  <a:pt x="2695874" y="111854"/>
                  <a:pt x="2694732" y="109262"/>
                </a:cubicBezTo>
                <a:cubicBezTo>
                  <a:pt x="2693590" y="106670"/>
                  <a:pt x="2693019" y="102672"/>
                  <a:pt x="2693019" y="97268"/>
                </a:cubicBezTo>
                <a:lnTo>
                  <a:pt x="2693019" y="46833"/>
                </a:lnTo>
                <a:lnTo>
                  <a:pt x="2681188" y="46833"/>
                </a:lnTo>
                <a:lnTo>
                  <a:pt x="2681188" y="44217"/>
                </a:lnTo>
                <a:cubicBezTo>
                  <a:pt x="2684180" y="43027"/>
                  <a:pt x="2687239" y="41013"/>
                  <a:pt x="2690367" y="38174"/>
                </a:cubicBezTo>
                <a:cubicBezTo>
                  <a:pt x="2693495" y="35335"/>
                  <a:pt x="2696282" y="31952"/>
                  <a:pt x="2698730" y="28024"/>
                </a:cubicBezTo>
                <a:cubicBezTo>
                  <a:pt x="2699981" y="25950"/>
                  <a:pt x="2701722" y="22157"/>
                  <a:pt x="2703952" y="16644"/>
                </a:cubicBezTo>
                <a:lnTo>
                  <a:pt x="2706481" y="16644"/>
                </a:lnTo>
                <a:close/>
                <a:moveTo>
                  <a:pt x="2767586" y="48465"/>
                </a:moveTo>
                <a:lnTo>
                  <a:pt x="2790594" y="39327"/>
                </a:lnTo>
                <a:lnTo>
                  <a:pt x="2793695" y="39327"/>
                </a:lnTo>
                <a:lnTo>
                  <a:pt x="2793695" y="56868"/>
                </a:lnTo>
                <a:cubicBezTo>
                  <a:pt x="2797557" y="50317"/>
                  <a:pt x="2801432" y="45729"/>
                  <a:pt x="2805321" y="43103"/>
                </a:cubicBezTo>
                <a:cubicBezTo>
                  <a:pt x="2809210" y="40476"/>
                  <a:pt x="2813303" y="39163"/>
                  <a:pt x="2817601" y="39163"/>
                </a:cubicBezTo>
                <a:cubicBezTo>
                  <a:pt x="2825107" y="39163"/>
                  <a:pt x="2831362" y="42097"/>
                  <a:pt x="2836366" y="47965"/>
                </a:cubicBezTo>
                <a:cubicBezTo>
                  <a:pt x="2842513" y="55138"/>
                  <a:pt x="2845586" y="64484"/>
                  <a:pt x="2845586" y="76004"/>
                </a:cubicBezTo>
                <a:cubicBezTo>
                  <a:pt x="2845586" y="88882"/>
                  <a:pt x="2841887" y="99532"/>
                  <a:pt x="2834490" y="107954"/>
                </a:cubicBezTo>
                <a:cubicBezTo>
                  <a:pt x="2828398" y="114855"/>
                  <a:pt x="2820728" y="118306"/>
                  <a:pt x="2811481" y="118306"/>
                </a:cubicBezTo>
                <a:cubicBezTo>
                  <a:pt x="2807456" y="118306"/>
                  <a:pt x="2803975" y="117735"/>
                  <a:pt x="2801038" y="116593"/>
                </a:cubicBezTo>
                <a:cubicBezTo>
                  <a:pt x="2798862" y="115777"/>
                  <a:pt x="2796414" y="114145"/>
                  <a:pt x="2793695" y="111697"/>
                </a:cubicBezTo>
                <a:lnTo>
                  <a:pt x="2793695" y="134461"/>
                </a:lnTo>
                <a:cubicBezTo>
                  <a:pt x="2793695" y="139603"/>
                  <a:pt x="2794007" y="142871"/>
                  <a:pt x="2794633" y="144267"/>
                </a:cubicBezTo>
                <a:cubicBezTo>
                  <a:pt x="2795258" y="145662"/>
                  <a:pt x="2796346" y="146770"/>
                  <a:pt x="2797897" y="147589"/>
                </a:cubicBezTo>
                <a:cubicBezTo>
                  <a:pt x="2799447" y="148410"/>
                  <a:pt x="2802262" y="148821"/>
                  <a:pt x="2806341" y="148821"/>
                </a:cubicBezTo>
                <a:lnTo>
                  <a:pt x="2806341" y="151758"/>
                </a:lnTo>
                <a:lnTo>
                  <a:pt x="2767178" y="151758"/>
                </a:lnTo>
                <a:lnTo>
                  <a:pt x="2767178" y="148821"/>
                </a:lnTo>
                <a:lnTo>
                  <a:pt x="2769218" y="148821"/>
                </a:lnTo>
                <a:cubicBezTo>
                  <a:pt x="2772209" y="148875"/>
                  <a:pt x="2774766" y="148301"/>
                  <a:pt x="2776887" y="147097"/>
                </a:cubicBezTo>
                <a:cubicBezTo>
                  <a:pt x="2777921" y="146495"/>
                  <a:pt x="2778723" y="145525"/>
                  <a:pt x="2779294" y="144185"/>
                </a:cubicBezTo>
                <a:cubicBezTo>
                  <a:pt x="2779865" y="142846"/>
                  <a:pt x="2780151" y="139441"/>
                  <a:pt x="2780151" y="133971"/>
                </a:cubicBezTo>
                <a:lnTo>
                  <a:pt x="2780151" y="63151"/>
                </a:lnTo>
                <a:cubicBezTo>
                  <a:pt x="2780151" y="58278"/>
                  <a:pt x="2779933" y="55184"/>
                  <a:pt x="2779498" y="53870"/>
                </a:cubicBezTo>
                <a:cubicBezTo>
                  <a:pt x="2779063" y="52554"/>
                  <a:pt x="2778369" y="51569"/>
                  <a:pt x="2777417" y="50915"/>
                </a:cubicBezTo>
                <a:cubicBezTo>
                  <a:pt x="2776465" y="50260"/>
                  <a:pt x="2775174" y="49933"/>
                  <a:pt x="2773542" y="49933"/>
                </a:cubicBezTo>
                <a:cubicBezTo>
                  <a:pt x="2772236" y="49933"/>
                  <a:pt x="2770577" y="50314"/>
                  <a:pt x="2768565" y="51076"/>
                </a:cubicBezTo>
                <a:lnTo>
                  <a:pt x="2767586" y="48465"/>
                </a:lnTo>
                <a:moveTo>
                  <a:pt x="2793695" y="61682"/>
                </a:moveTo>
                <a:lnTo>
                  <a:pt x="2793695" y="89586"/>
                </a:lnTo>
                <a:cubicBezTo>
                  <a:pt x="2793695" y="95624"/>
                  <a:pt x="2793939" y="99595"/>
                  <a:pt x="2794429" y="101498"/>
                </a:cubicBezTo>
                <a:cubicBezTo>
                  <a:pt x="2795190" y="104653"/>
                  <a:pt x="2797053" y="107427"/>
                  <a:pt x="2800018" y="109821"/>
                </a:cubicBezTo>
                <a:cubicBezTo>
                  <a:pt x="2802982" y="112214"/>
                  <a:pt x="2806722" y="113410"/>
                  <a:pt x="2811237" y="113410"/>
                </a:cubicBezTo>
                <a:cubicBezTo>
                  <a:pt x="2816676" y="113410"/>
                  <a:pt x="2821082" y="111289"/>
                  <a:pt x="2824454" y="107046"/>
                </a:cubicBezTo>
                <a:cubicBezTo>
                  <a:pt x="2828860" y="101498"/>
                  <a:pt x="2831063" y="93693"/>
                  <a:pt x="2831063" y="83630"/>
                </a:cubicBezTo>
                <a:cubicBezTo>
                  <a:pt x="2831063" y="72207"/>
                  <a:pt x="2828561" y="63423"/>
                  <a:pt x="2823557" y="57276"/>
                </a:cubicBezTo>
                <a:cubicBezTo>
                  <a:pt x="2820075" y="53034"/>
                  <a:pt x="2815942" y="50912"/>
                  <a:pt x="2811155" y="50912"/>
                </a:cubicBezTo>
                <a:cubicBezTo>
                  <a:pt x="2808544" y="50912"/>
                  <a:pt x="2805960" y="51565"/>
                  <a:pt x="2803404" y="52871"/>
                </a:cubicBezTo>
                <a:cubicBezTo>
                  <a:pt x="2801446" y="53850"/>
                  <a:pt x="2798209" y="56787"/>
                  <a:pt x="2793695" y="61682"/>
                </a:cubicBezTo>
                <a:close/>
                <a:moveTo>
                  <a:pt x="2875530" y="0"/>
                </a:moveTo>
                <a:cubicBezTo>
                  <a:pt x="2877814" y="0"/>
                  <a:pt x="2879759" y="807"/>
                  <a:pt x="2881363" y="2420"/>
                </a:cubicBezTo>
                <a:cubicBezTo>
                  <a:pt x="2882968" y="4031"/>
                  <a:pt x="2883770" y="5985"/>
                  <a:pt x="2883770" y="8281"/>
                </a:cubicBezTo>
                <a:cubicBezTo>
                  <a:pt x="2883770" y="10578"/>
                  <a:pt x="2882968" y="12546"/>
                  <a:pt x="2881363" y="14187"/>
                </a:cubicBezTo>
                <a:cubicBezTo>
                  <a:pt x="2879759" y="15825"/>
                  <a:pt x="2877814" y="16644"/>
                  <a:pt x="2875530" y="16644"/>
                </a:cubicBezTo>
                <a:cubicBezTo>
                  <a:pt x="2873245" y="16644"/>
                  <a:pt x="2871287" y="15825"/>
                  <a:pt x="2869655" y="14187"/>
                </a:cubicBezTo>
                <a:cubicBezTo>
                  <a:pt x="2868023" y="12546"/>
                  <a:pt x="2867207" y="10578"/>
                  <a:pt x="2867207" y="8281"/>
                </a:cubicBezTo>
                <a:cubicBezTo>
                  <a:pt x="2867207" y="5985"/>
                  <a:pt x="2868010" y="4031"/>
                  <a:pt x="2869614" y="2420"/>
                </a:cubicBezTo>
                <a:cubicBezTo>
                  <a:pt x="2871219" y="807"/>
                  <a:pt x="2873191" y="0"/>
                  <a:pt x="2875530" y="0"/>
                </a:cubicBezTo>
                <a:moveTo>
                  <a:pt x="2882302" y="39163"/>
                </a:moveTo>
                <a:lnTo>
                  <a:pt x="2882302" y="99051"/>
                </a:lnTo>
                <a:cubicBezTo>
                  <a:pt x="2882302" y="103756"/>
                  <a:pt x="2882642" y="106888"/>
                  <a:pt x="2883322" y="108449"/>
                </a:cubicBezTo>
                <a:cubicBezTo>
                  <a:pt x="2884001" y="110007"/>
                  <a:pt x="2885008" y="111170"/>
                  <a:pt x="2886340" y="111937"/>
                </a:cubicBezTo>
                <a:cubicBezTo>
                  <a:pt x="2887673" y="112702"/>
                  <a:pt x="2890107" y="113084"/>
                  <a:pt x="2893643" y="113084"/>
                </a:cubicBezTo>
                <a:lnTo>
                  <a:pt x="2893643" y="116021"/>
                </a:lnTo>
                <a:lnTo>
                  <a:pt x="2857335" y="116021"/>
                </a:lnTo>
                <a:lnTo>
                  <a:pt x="2857335" y="113084"/>
                </a:lnTo>
                <a:cubicBezTo>
                  <a:pt x="2860979" y="113084"/>
                  <a:pt x="2863427" y="112729"/>
                  <a:pt x="2864678" y="112018"/>
                </a:cubicBezTo>
                <a:cubicBezTo>
                  <a:pt x="2865929" y="111306"/>
                  <a:pt x="2866922" y="110130"/>
                  <a:pt x="2867656" y="108490"/>
                </a:cubicBezTo>
                <a:cubicBezTo>
                  <a:pt x="2868391" y="106848"/>
                  <a:pt x="2868758" y="103701"/>
                  <a:pt x="2868758" y="99051"/>
                </a:cubicBezTo>
                <a:lnTo>
                  <a:pt x="2868758" y="70494"/>
                </a:lnTo>
                <a:cubicBezTo>
                  <a:pt x="2868758" y="62355"/>
                  <a:pt x="2868513" y="57084"/>
                  <a:pt x="2868023" y="54681"/>
                </a:cubicBezTo>
                <a:cubicBezTo>
                  <a:pt x="2867643" y="52932"/>
                  <a:pt x="2867044" y="51717"/>
                  <a:pt x="2866228" y="51037"/>
                </a:cubicBezTo>
                <a:cubicBezTo>
                  <a:pt x="2865412" y="50356"/>
                  <a:pt x="2864297" y="50015"/>
                  <a:pt x="2862883" y="50015"/>
                </a:cubicBezTo>
                <a:cubicBezTo>
                  <a:pt x="2861360" y="50015"/>
                  <a:pt x="2859511" y="50423"/>
                  <a:pt x="2857335" y="51239"/>
                </a:cubicBezTo>
                <a:lnTo>
                  <a:pt x="2856193" y="48301"/>
                </a:lnTo>
                <a:lnTo>
                  <a:pt x="2878712" y="39163"/>
                </a:lnTo>
                <a:lnTo>
                  <a:pt x="2882302" y="39163"/>
                </a:lnTo>
                <a:close/>
                <a:moveTo>
                  <a:pt x="2897554" y="48465"/>
                </a:moveTo>
                <a:lnTo>
                  <a:pt x="2920562" y="39327"/>
                </a:lnTo>
                <a:lnTo>
                  <a:pt x="2923663" y="39327"/>
                </a:lnTo>
                <a:lnTo>
                  <a:pt x="2923663" y="56868"/>
                </a:lnTo>
                <a:cubicBezTo>
                  <a:pt x="2927525" y="50317"/>
                  <a:pt x="2931400" y="45729"/>
                  <a:pt x="2935289" y="43103"/>
                </a:cubicBezTo>
                <a:cubicBezTo>
                  <a:pt x="2939178" y="40476"/>
                  <a:pt x="2943271" y="39163"/>
                  <a:pt x="2947569" y="39163"/>
                </a:cubicBezTo>
                <a:cubicBezTo>
                  <a:pt x="2955075" y="39163"/>
                  <a:pt x="2961330" y="42097"/>
                  <a:pt x="2966334" y="47965"/>
                </a:cubicBezTo>
                <a:cubicBezTo>
                  <a:pt x="2972481" y="55138"/>
                  <a:pt x="2975554" y="64484"/>
                  <a:pt x="2975554" y="76004"/>
                </a:cubicBezTo>
                <a:cubicBezTo>
                  <a:pt x="2975554" y="88882"/>
                  <a:pt x="2971855" y="99532"/>
                  <a:pt x="2964458" y="107954"/>
                </a:cubicBezTo>
                <a:cubicBezTo>
                  <a:pt x="2958366" y="114855"/>
                  <a:pt x="2950696" y="118306"/>
                  <a:pt x="2941449" y="118306"/>
                </a:cubicBezTo>
                <a:cubicBezTo>
                  <a:pt x="2937424" y="118306"/>
                  <a:pt x="2933943" y="117735"/>
                  <a:pt x="2931006" y="116593"/>
                </a:cubicBezTo>
                <a:cubicBezTo>
                  <a:pt x="2928830" y="115777"/>
                  <a:pt x="2926382" y="114145"/>
                  <a:pt x="2923663" y="111697"/>
                </a:cubicBezTo>
                <a:lnTo>
                  <a:pt x="2923663" y="134461"/>
                </a:lnTo>
                <a:cubicBezTo>
                  <a:pt x="2923663" y="139603"/>
                  <a:pt x="2923975" y="142871"/>
                  <a:pt x="2924601" y="144267"/>
                </a:cubicBezTo>
                <a:cubicBezTo>
                  <a:pt x="2925226" y="145662"/>
                  <a:pt x="2926314" y="146770"/>
                  <a:pt x="2927864" y="147589"/>
                </a:cubicBezTo>
                <a:cubicBezTo>
                  <a:pt x="2929415" y="148410"/>
                  <a:pt x="2932230" y="148821"/>
                  <a:pt x="2936309" y="148821"/>
                </a:cubicBezTo>
                <a:lnTo>
                  <a:pt x="2936309" y="151758"/>
                </a:lnTo>
                <a:lnTo>
                  <a:pt x="2897146" y="151758"/>
                </a:lnTo>
                <a:lnTo>
                  <a:pt x="2897146" y="148821"/>
                </a:lnTo>
                <a:lnTo>
                  <a:pt x="2899185" y="148821"/>
                </a:lnTo>
                <a:cubicBezTo>
                  <a:pt x="2902177" y="148875"/>
                  <a:pt x="2904734" y="148301"/>
                  <a:pt x="2906855" y="147097"/>
                </a:cubicBezTo>
                <a:cubicBezTo>
                  <a:pt x="2907888" y="146495"/>
                  <a:pt x="2908691" y="145525"/>
                  <a:pt x="2909262" y="144185"/>
                </a:cubicBezTo>
                <a:cubicBezTo>
                  <a:pt x="2909833" y="142846"/>
                  <a:pt x="2910119" y="139441"/>
                  <a:pt x="2910119" y="133971"/>
                </a:cubicBezTo>
                <a:lnTo>
                  <a:pt x="2910119" y="63151"/>
                </a:lnTo>
                <a:cubicBezTo>
                  <a:pt x="2910119" y="58278"/>
                  <a:pt x="2909901" y="55184"/>
                  <a:pt x="2909466" y="53870"/>
                </a:cubicBezTo>
                <a:cubicBezTo>
                  <a:pt x="2909031" y="52554"/>
                  <a:pt x="2908337" y="51569"/>
                  <a:pt x="2907385" y="50915"/>
                </a:cubicBezTo>
                <a:cubicBezTo>
                  <a:pt x="2906433" y="50260"/>
                  <a:pt x="2905142" y="49933"/>
                  <a:pt x="2903510" y="49933"/>
                </a:cubicBezTo>
                <a:cubicBezTo>
                  <a:pt x="2902204" y="49933"/>
                  <a:pt x="2900545" y="50314"/>
                  <a:pt x="2898533" y="51076"/>
                </a:cubicBezTo>
                <a:lnTo>
                  <a:pt x="2897554" y="48465"/>
                </a:lnTo>
                <a:moveTo>
                  <a:pt x="2923663" y="61682"/>
                </a:moveTo>
                <a:lnTo>
                  <a:pt x="2923663" y="89586"/>
                </a:lnTo>
                <a:cubicBezTo>
                  <a:pt x="2923663" y="95624"/>
                  <a:pt x="2923907" y="99595"/>
                  <a:pt x="2924397" y="101498"/>
                </a:cubicBezTo>
                <a:cubicBezTo>
                  <a:pt x="2925158" y="104653"/>
                  <a:pt x="2927021" y="107427"/>
                  <a:pt x="2929986" y="109821"/>
                </a:cubicBezTo>
                <a:cubicBezTo>
                  <a:pt x="2932950" y="112214"/>
                  <a:pt x="2936690" y="113410"/>
                  <a:pt x="2941204" y="113410"/>
                </a:cubicBezTo>
                <a:cubicBezTo>
                  <a:pt x="2946644" y="113410"/>
                  <a:pt x="2951050" y="111289"/>
                  <a:pt x="2954422" y="107046"/>
                </a:cubicBezTo>
                <a:cubicBezTo>
                  <a:pt x="2958828" y="101498"/>
                  <a:pt x="2961031" y="93693"/>
                  <a:pt x="2961031" y="83630"/>
                </a:cubicBezTo>
                <a:cubicBezTo>
                  <a:pt x="2961031" y="72207"/>
                  <a:pt x="2958529" y="63423"/>
                  <a:pt x="2953525" y="57276"/>
                </a:cubicBezTo>
                <a:cubicBezTo>
                  <a:pt x="2950043" y="53034"/>
                  <a:pt x="2945910" y="50912"/>
                  <a:pt x="2941123" y="50912"/>
                </a:cubicBezTo>
                <a:cubicBezTo>
                  <a:pt x="2938512" y="50912"/>
                  <a:pt x="2935928" y="51565"/>
                  <a:pt x="2933372" y="52871"/>
                </a:cubicBezTo>
                <a:cubicBezTo>
                  <a:pt x="2931414" y="53850"/>
                  <a:pt x="2928177" y="56787"/>
                  <a:pt x="2923663" y="61682"/>
                </a:cubicBezTo>
                <a:close/>
                <a:moveTo>
                  <a:pt x="2999052" y="69515"/>
                </a:moveTo>
                <a:cubicBezTo>
                  <a:pt x="2998998" y="80560"/>
                  <a:pt x="3001690" y="89223"/>
                  <a:pt x="3007129" y="95504"/>
                </a:cubicBezTo>
                <a:cubicBezTo>
                  <a:pt x="3012569" y="101785"/>
                  <a:pt x="3018960" y="104925"/>
                  <a:pt x="3026303" y="104925"/>
                </a:cubicBezTo>
                <a:cubicBezTo>
                  <a:pt x="3031199" y="104925"/>
                  <a:pt x="3035455" y="103573"/>
                  <a:pt x="3039072" y="100869"/>
                </a:cubicBezTo>
                <a:cubicBezTo>
                  <a:pt x="3042689" y="98164"/>
                  <a:pt x="3045722" y="93533"/>
                  <a:pt x="3048169" y="86975"/>
                </a:cubicBezTo>
                <a:lnTo>
                  <a:pt x="3050699" y="88615"/>
                </a:lnTo>
                <a:cubicBezTo>
                  <a:pt x="3049556" y="96106"/>
                  <a:pt x="3046238" y="102927"/>
                  <a:pt x="3040745" y="109079"/>
                </a:cubicBezTo>
                <a:cubicBezTo>
                  <a:pt x="3035251" y="115230"/>
                  <a:pt x="3028370" y="118306"/>
                  <a:pt x="3020102" y="118306"/>
                </a:cubicBezTo>
                <a:cubicBezTo>
                  <a:pt x="3011127" y="118306"/>
                  <a:pt x="3003444" y="114819"/>
                  <a:pt x="2997053" y="107845"/>
                </a:cubicBezTo>
                <a:cubicBezTo>
                  <a:pt x="2990662" y="100869"/>
                  <a:pt x="2987466" y="91491"/>
                  <a:pt x="2987466" y="79711"/>
                </a:cubicBezTo>
                <a:cubicBezTo>
                  <a:pt x="2987466" y="66956"/>
                  <a:pt x="2990743" y="57010"/>
                  <a:pt x="2997298" y="49872"/>
                </a:cubicBezTo>
                <a:cubicBezTo>
                  <a:pt x="3003852" y="42733"/>
                  <a:pt x="3012079" y="39163"/>
                  <a:pt x="3021979" y="39163"/>
                </a:cubicBezTo>
                <a:cubicBezTo>
                  <a:pt x="3030355" y="39163"/>
                  <a:pt x="3037236" y="41917"/>
                  <a:pt x="3042621" y="47424"/>
                </a:cubicBezTo>
                <a:cubicBezTo>
                  <a:pt x="3048006" y="52930"/>
                  <a:pt x="3050699" y="60294"/>
                  <a:pt x="3050699" y="69515"/>
                </a:cubicBezTo>
                <a:lnTo>
                  <a:pt x="2999052" y="69515"/>
                </a:lnTo>
                <a:moveTo>
                  <a:pt x="2999052" y="64783"/>
                </a:moveTo>
                <a:lnTo>
                  <a:pt x="3033646" y="64783"/>
                </a:lnTo>
                <a:cubicBezTo>
                  <a:pt x="3033374" y="60035"/>
                  <a:pt x="3032803" y="56691"/>
                  <a:pt x="3031933" y="54750"/>
                </a:cubicBezTo>
                <a:cubicBezTo>
                  <a:pt x="3030573" y="51727"/>
                  <a:pt x="3028547" y="49354"/>
                  <a:pt x="3025854" y="47628"/>
                </a:cubicBezTo>
                <a:cubicBezTo>
                  <a:pt x="3023162" y="45901"/>
                  <a:pt x="3020347" y="45038"/>
                  <a:pt x="3017410" y="45038"/>
                </a:cubicBezTo>
                <a:cubicBezTo>
                  <a:pt x="3012895" y="45038"/>
                  <a:pt x="3008856" y="46778"/>
                  <a:pt x="3005294" y="50257"/>
                </a:cubicBezTo>
                <a:cubicBezTo>
                  <a:pt x="3001731" y="53737"/>
                  <a:pt x="2999650" y="58578"/>
                  <a:pt x="2999052" y="64783"/>
                </a:cubicBezTo>
                <a:close/>
                <a:moveTo>
                  <a:pt x="3064806" y="45038"/>
                </a:moveTo>
                <a:lnTo>
                  <a:pt x="3064806" y="41601"/>
                </a:lnTo>
                <a:cubicBezTo>
                  <a:pt x="3070299" y="38490"/>
                  <a:pt x="3073903" y="35667"/>
                  <a:pt x="3075616" y="33131"/>
                </a:cubicBezTo>
                <a:cubicBezTo>
                  <a:pt x="3077330" y="30593"/>
                  <a:pt x="3078186" y="27660"/>
                  <a:pt x="3078186" y="24332"/>
                </a:cubicBezTo>
                <a:cubicBezTo>
                  <a:pt x="3078186" y="22805"/>
                  <a:pt x="3077915" y="21660"/>
                  <a:pt x="3077371" y="20895"/>
                </a:cubicBezTo>
                <a:cubicBezTo>
                  <a:pt x="3076772" y="20132"/>
                  <a:pt x="3076120" y="19750"/>
                  <a:pt x="3075412" y="19750"/>
                </a:cubicBezTo>
                <a:cubicBezTo>
                  <a:pt x="3074868" y="19750"/>
                  <a:pt x="3073998" y="19967"/>
                  <a:pt x="3072802" y="20400"/>
                </a:cubicBezTo>
                <a:cubicBezTo>
                  <a:pt x="3071605" y="20834"/>
                  <a:pt x="3070408" y="21050"/>
                  <a:pt x="3069212" y="21050"/>
                </a:cubicBezTo>
                <a:cubicBezTo>
                  <a:pt x="3066927" y="21050"/>
                  <a:pt x="3064969" y="20239"/>
                  <a:pt x="3063337" y="18615"/>
                </a:cubicBezTo>
                <a:cubicBezTo>
                  <a:pt x="3061705" y="16990"/>
                  <a:pt x="3060889" y="15013"/>
                  <a:pt x="3060889" y="12685"/>
                </a:cubicBezTo>
                <a:cubicBezTo>
                  <a:pt x="3060889" y="10086"/>
                  <a:pt x="3061936" y="7811"/>
                  <a:pt x="3064031" y="5862"/>
                </a:cubicBezTo>
                <a:cubicBezTo>
                  <a:pt x="3066125" y="3912"/>
                  <a:pt x="3068668" y="2937"/>
                  <a:pt x="3071659" y="2937"/>
                </a:cubicBezTo>
                <a:cubicBezTo>
                  <a:pt x="3075249" y="2937"/>
                  <a:pt x="3078499" y="4487"/>
                  <a:pt x="3081409" y="7588"/>
                </a:cubicBezTo>
                <a:cubicBezTo>
                  <a:pt x="3084319" y="10688"/>
                  <a:pt x="3085774" y="14605"/>
                  <a:pt x="3085774" y="19337"/>
                </a:cubicBezTo>
                <a:cubicBezTo>
                  <a:pt x="3085774" y="25048"/>
                  <a:pt x="3083939" y="30270"/>
                  <a:pt x="3080267" y="35002"/>
                </a:cubicBezTo>
                <a:cubicBezTo>
                  <a:pt x="3076595" y="39734"/>
                  <a:pt x="3071442" y="43080"/>
                  <a:pt x="3064806" y="45038"/>
                </a:cubicBezTo>
                <a:moveTo>
                  <a:pt x="3103724" y="45038"/>
                </a:moveTo>
                <a:lnTo>
                  <a:pt x="3103724" y="41601"/>
                </a:lnTo>
                <a:cubicBezTo>
                  <a:pt x="3108456" y="39146"/>
                  <a:pt x="3111870" y="36541"/>
                  <a:pt x="3113964" y="33786"/>
                </a:cubicBezTo>
                <a:cubicBezTo>
                  <a:pt x="3116058" y="31031"/>
                  <a:pt x="3117105" y="28043"/>
                  <a:pt x="3117105" y="24824"/>
                </a:cubicBezTo>
                <a:cubicBezTo>
                  <a:pt x="3117105" y="22915"/>
                  <a:pt x="3116833" y="21578"/>
                  <a:pt x="3116289" y="20813"/>
                </a:cubicBezTo>
                <a:cubicBezTo>
                  <a:pt x="3115745" y="20104"/>
                  <a:pt x="3115147" y="19750"/>
                  <a:pt x="3114494" y="19750"/>
                </a:cubicBezTo>
                <a:cubicBezTo>
                  <a:pt x="3113787" y="19750"/>
                  <a:pt x="3112835" y="19967"/>
                  <a:pt x="3111639" y="20400"/>
                </a:cubicBezTo>
                <a:cubicBezTo>
                  <a:pt x="3110387" y="20834"/>
                  <a:pt x="3109300" y="21050"/>
                  <a:pt x="3108375" y="21050"/>
                </a:cubicBezTo>
                <a:cubicBezTo>
                  <a:pt x="3106145" y="21050"/>
                  <a:pt x="3104200" y="20211"/>
                  <a:pt x="3102541" y="18534"/>
                </a:cubicBezTo>
                <a:cubicBezTo>
                  <a:pt x="3100882" y="16854"/>
                  <a:pt x="3100053" y="14850"/>
                  <a:pt x="3100053" y="12522"/>
                </a:cubicBezTo>
                <a:cubicBezTo>
                  <a:pt x="3100053" y="9923"/>
                  <a:pt x="3101059" y="7675"/>
                  <a:pt x="3103072" y="5780"/>
                </a:cubicBezTo>
                <a:cubicBezTo>
                  <a:pt x="3105084" y="3885"/>
                  <a:pt x="3107559" y="2937"/>
                  <a:pt x="3110496" y="2937"/>
                </a:cubicBezTo>
                <a:cubicBezTo>
                  <a:pt x="3114195" y="2937"/>
                  <a:pt x="3117513" y="4528"/>
                  <a:pt x="3120450" y="7710"/>
                </a:cubicBezTo>
                <a:cubicBezTo>
                  <a:pt x="3123388" y="10892"/>
                  <a:pt x="3124856" y="14795"/>
                  <a:pt x="3124856" y="19418"/>
                </a:cubicBezTo>
                <a:cubicBezTo>
                  <a:pt x="3124856" y="24858"/>
                  <a:pt x="3123048" y="29930"/>
                  <a:pt x="3119430" y="34635"/>
                </a:cubicBezTo>
                <a:cubicBezTo>
                  <a:pt x="3115813" y="39340"/>
                  <a:pt x="3110578" y="42808"/>
                  <a:pt x="3103724" y="450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(b)Logicalcommunicationtopology">
            <a:extLst xmlns:a="http://schemas.openxmlformats.org/drawingml/2006/main">
              <a:ext uri="{FF2B5EF4-FFF2-40B4-BE49-F238E27FC236}">
                <a16:creationId xmlns:a16="http://schemas.microsoft.com/office/drawing/2014/main" id="{31892E5F-BE99-42B1-9854-05D96735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207" y="1301325"/>
            <a:ext cx="2456177" cy="152084"/>
          </a:xfrm>
          <a:custGeom xmlns:a="http://schemas.openxmlformats.org/drawingml/2006/main">
            <a:pathLst>
              <a:path w="2456177" h="152084">
                <a:moveTo>
                  <a:pt x="45038" y="148657"/>
                </a:moveTo>
                <a:lnTo>
                  <a:pt x="45038" y="151758"/>
                </a:lnTo>
                <a:cubicBezTo>
                  <a:pt x="36824" y="147624"/>
                  <a:pt x="29971" y="142783"/>
                  <a:pt x="24477" y="137235"/>
                </a:cubicBezTo>
                <a:cubicBezTo>
                  <a:pt x="16644" y="129348"/>
                  <a:pt x="10607" y="120046"/>
                  <a:pt x="6364" y="109331"/>
                </a:cubicBezTo>
                <a:cubicBezTo>
                  <a:pt x="2121" y="98615"/>
                  <a:pt x="0" y="87492"/>
                  <a:pt x="0" y="75961"/>
                </a:cubicBezTo>
                <a:cubicBezTo>
                  <a:pt x="0" y="59099"/>
                  <a:pt x="4161" y="43719"/>
                  <a:pt x="12483" y="29821"/>
                </a:cubicBezTo>
                <a:cubicBezTo>
                  <a:pt x="20806" y="15924"/>
                  <a:pt x="31657" y="5983"/>
                  <a:pt x="45038" y="0"/>
                </a:cubicBezTo>
                <a:lnTo>
                  <a:pt x="45038" y="3427"/>
                </a:lnTo>
                <a:cubicBezTo>
                  <a:pt x="38347" y="7124"/>
                  <a:pt x="32854" y="12180"/>
                  <a:pt x="28557" y="18595"/>
                </a:cubicBezTo>
                <a:cubicBezTo>
                  <a:pt x="24260" y="25010"/>
                  <a:pt x="21050" y="33138"/>
                  <a:pt x="18929" y="42978"/>
                </a:cubicBezTo>
                <a:cubicBezTo>
                  <a:pt x="16808" y="52816"/>
                  <a:pt x="15747" y="63091"/>
                  <a:pt x="15747" y="73801"/>
                </a:cubicBezTo>
                <a:cubicBezTo>
                  <a:pt x="15747" y="85434"/>
                  <a:pt x="16644" y="96008"/>
                  <a:pt x="18439" y="105522"/>
                </a:cubicBezTo>
                <a:cubicBezTo>
                  <a:pt x="19854" y="113023"/>
                  <a:pt x="21567" y="119043"/>
                  <a:pt x="23580" y="123581"/>
                </a:cubicBezTo>
                <a:cubicBezTo>
                  <a:pt x="25592" y="128121"/>
                  <a:pt x="28298" y="132484"/>
                  <a:pt x="31698" y="136669"/>
                </a:cubicBezTo>
                <a:cubicBezTo>
                  <a:pt x="35097" y="140855"/>
                  <a:pt x="39544" y="144852"/>
                  <a:pt x="45038" y="148657"/>
                </a:cubicBezTo>
                <a:close/>
                <a:moveTo>
                  <a:pt x="74490" y="54403"/>
                </a:moveTo>
                <a:cubicBezTo>
                  <a:pt x="81725" y="44243"/>
                  <a:pt x="89530" y="39163"/>
                  <a:pt x="97907" y="39163"/>
                </a:cubicBezTo>
                <a:cubicBezTo>
                  <a:pt x="105576" y="39163"/>
                  <a:pt x="112267" y="42437"/>
                  <a:pt x="117978" y="48985"/>
                </a:cubicBezTo>
                <a:cubicBezTo>
                  <a:pt x="123689" y="55532"/>
                  <a:pt x="126545" y="64484"/>
                  <a:pt x="126545" y="75841"/>
                </a:cubicBezTo>
                <a:cubicBezTo>
                  <a:pt x="126545" y="89099"/>
                  <a:pt x="122139" y="99776"/>
                  <a:pt x="113327" y="107873"/>
                </a:cubicBezTo>
                <a:cubicBezTo>
                  <a:pt x="105767" y="114828"/>
                  <a:pt x="97336" y="118306"/>
                  <a:pt x="88034" y="118306"/>
                </a:cubicBezTo>
                <a:cubicBezTo>
                  <a:pt x="83683" y="118306"/>
                  <a:pt x="79263" y="117512"/>
                  <a:pt x="74776" y="115924"/>
                </a:cubicBezTo>
                <a:cubicBezTo>
                  <a:pt x="70288" y="114337"/>
                  <a:pt x="65706" y="111955"/>
                  <a:pt x="61028" y="108778"/>
                </a:cubicBezTo>
                <a:lnTo>
                  <a:pt x="61028" y="31494"/>
                </a:lnTo>
                <a:cubicBezTo>
                  <a:pt x="61028" y="23008"/>
                  <a:pt x="60824" y="17787"/>
                  <a:pt x="60416" y="15829"/>
                </a:cubicBezTo>
                <a:cubicBezTo>
                  <a:pt x="60008" y="13870"/>
                  <a:pt x="59369" y="12538"/>
                  <a:pt x="58499" y="11831"/>
                </a:cubicBezTo>
                <a:cubicBezTo>
                  <a:pt x="57628" y="11123"/>
                  <a:pt x="56540" y="10770"/>
                  <a:pt x="55235" y="10770"/>
                </a:cubicBezTo>
                <a:cubicBezTo>
                  <a:pt x="53712" y="10770"/>
                  <a:pt x="51808" y="11205"/>
                  <a:pt x="49524" y="12075"/>
                </a:cubicBezTo>
                <a:lnTo>
                  <a:pt x="48381" y="9138"/>
                </a:lnTo>
                <a:lnTo>
                  <a:pt x="70819" y="0"/>
                </a:lnTo>
                <a:lnTo>
                  <a:pt x="74490" y="0"/>
                </a:lnTo>
                <a:lnTo>
                  <a:pt x="74490" y="54403"/>
                </a:lnTo>
                <a:moveTo>
                  <a:pt x="74490" y="59597"/>
                </a:moveTo>
                <a:lnTo>
                  <a:pt x="74490" y="104071"/>
                </a:lnTo>
                <a:cubicBezTo>
                  <a:pt x="77264" y="106777"/>
                  <a:pt x="80134" y="108820"/>
                  <a:pt x="83098" y="110200"/>
                </a:cubicBezTo>
                <a:cubicBezTo>
                  <a:pt x="86063" y="111579"/>
                  <a:pt x="89095" y="112268"/>
                  <a:pt x="92195" y="112268"/>
                </a:cubicBezTo>
                <a:cubicBezTo>
                  <a:pt x="97145" y="112268"/>
                  <a:pt x="101755" y="109563"/>
                  <a:pt x="106025" y="104153"/>
                </a:cubicBezTo>
                <a:cubicBezTo>
                  <a:pt x="110295" y="98742"/>
                  <a:pt x="112430" y="90869"/>
                  <a:pt x="112430" y="80535"/>
                </a:cubicBezTo>
                <a:cubicBezTo>
                  <a:pt x="112430" y="71012"/>
                  <a:pt x="110295" y="63695"/>
                  <a:pt x="106025" y="58582"/>
                </a:cubicBezTo>
                <a:cubicBezTo>
                  <a:pt x="101755" y="53469"/>
                  <a:pt x="96900" y="50912"/>
                  <a:pt x="91461" y="50912"/>
                </a:cubicBezTo>
                <a:cubicBezTo>
                  <a:pt x="88578" y="50912"/>
                  <a:pt x="85695" y="51642"/>
                  <a:pt x="82813" y="53103"/>
                </a:cubicBezTo>
                <a:cubicBezTo>
                  <a:pt x="80637" y="54185"/>
                  <a:pt x="77863" y="56350"/>
                  <a:pt x="74490" y="59597"/>
                </a:cubicBezTo>
                <a:close/>
                <a:moveTo>
                  <a:pt x="136091" y="3427"/>
                </a:moveTo>
                <a:lnTo>
                  <a:pt x="136091" y="0"/>
                </a:lnTo>
                <a:cubicBezTo>
                  <a:pt x="144359" y="4080"/>
                  <a:pt x="151240" y="8893"/>
                  <a:pt x="156733" y="14441"/>
                </a:cubicBezTo>
                <a:cubicBezTo>
                  <a:pt x="164512" y="22383"/>
                  <a:pt x="170522" y="31698"/>
                  <a:pt x="174765" y="42386"/>
                </a:cubicBezTo>
                <a:cubicBezTo>
                  <a:pt x="179007" y="53074"/>
                  <a:pt x="181129" y="64212"/>
                  <a:pt x="181129" y="75797"/>
                </a:cubicBezTo>
                <a:cubicBezTo>
                  <a:pt x="181129" y="92659"/>
                  <a:pt x="176981" y="108039"/>
                  <a:pt x="168686" y="121937"/>
                </a:cubicBezTo>
                <a:cubicBezTo>
                  <a:pt x="160391" y="135834"/>
                  <a:pt x="149526" y="145775"/>
                  <a:pt x="136091" y="151758"/>
                </a:cubicBezTo>
                <a:lnTo>
                  <a:pt x="136091" y="148657"/>
                </a:lnTo>
                <a:cubicBezTo>
                  <a:pt x="142781" y="144906"/>
                  <a:pt x="148289" y="139836"/>
                  <a:pt x="152613" y="133449"/>
                </a:cubicBezTo>
                <a:cubicBezTo>
                  <a:pt x="156937" y="127061"/>
                  <a:pt x="160146" y="118934"/>
                  <a:pt x="162241" y="109068"/>
                </a:cubicBezTo>
                <a:cubicBezTo>
                  <a:pt x="164335" y="99201"/>
                  <a:pt x="165382" y="88913"/>
                  <a:pt x="165382" y="78204"/>
                </a:cubicBezTo>
                <a:cubicBezTo>
                  <a:pt x="165382" y="66624"/>
                  <a:pt x="164484" y="56050"/>
                  <a:pt x="162689" y="46484"/>
                </a:cubicBezTo>
                <a:cubicBezTo>
                  <a:pt x="161330" y="38981"/>
                  <a:pt x="159630" y="32974"/>
                  <a:pt x="157590" y="28462"/>
                </a:cubicBezTo>
                <a:cubicBezTo>
                  <a:pt x="155550" y="23949"/>
                  <a:pt x="152844" y="19600"/>
                  <a:pt x="149472" y="15415"/>
                </a:cubicBezTo>
                <a:cubicBezTo>
                  <a:pt x="146099" y="11229"/>
                  <a:pt x="141639" y="7233"/>
                  <a:pt x="136091" y="3427"/>
                </a:cubicBezTo>
                <a:close/>
                <a:moveTo>
                  <a:pt x="325542" y="85343"/>
                </a:moveTo>
                <a:lnTo>
                  <a:pt x="328235" y="85917"/>
                </a:lnTo>
                <a:lnTo>
                  <a:pt x="318770" y="116021"/>
                </a:lnTo>
                <a:lnTo>
                  <a:pt x="233100" y="116021"/>
                </a:lnTo>
                <a:lnTo>
                  <a:pt x="233100" y="112921"/>
                </a:lnTo>
                <a:lnTo>
                  <a:pt x="237261" y="112921"/>
                </a:lnTo>
                <a:cubicBezTo>
                  <a:pt x="241939" y="112921"/>
                  <a:pt x="245284" y="111413"/>
                  <a:pt x="247297" y="108398"/>
                </a:cubicBezTo>
                <a:cubicBezTo>
                  <a:pt x="248439" y="106674"/>
                  <a:pt x="249010" y="102688"/>
                  <a:pt x="249010" y="96440"/>
                </a:cubicBezTo>
                <a:lnTo>
                  <a:pt x="249010" y="24967"/>
                </a:lnTo>
                <a:cubicBezTo>
                  <a:pt x="249010" y="18093"/>
                  <a:pt x="248249" y="13790"/>
                  <a:pt x="246726" y="12058"/>
                </a:cubicBezTo>
                <a:cubicBezTo>
                  <a:pt x="244605" y="9676"/>
                  <a:pt x="241450" y="8485"/>
                  <a:pt x="237261" y="8485"/>
                </a:cubicBezTo>
                <a:lnTo>
                  <a:pt x="233100" y="8485"/>
                </a:lnTo>
                <a:lnTo>
                  <a:pt x="233100" y="5385"/>
                </a:lnTo>
                <a:lnTo>
                  <a:pt x="283197" y="5385"/>
                </a:lnTo>
                <a:lnTo>
                  <a:pt x="283197" y="8485"/>
                </a:lnTo>
                <a:cubicBezTo>
                  <a:pt x="277322" y="8431"/>
                  <a:pt x="273202" y="8970"/>
                  <a:pt x="270836" y="10102"/>
                </a:cubicBezTo>
                <a:cubicBezTo>
                  <a:pt x="268470" y="11234"/>
                  <a:pt x="266852" y="12663"/>
                  <a:pt x="265981" y="14388"/>
                </a:cubicBezTo>
                <a:cubicBezTo>
                  <a:pt x="265111" y="16113"/>
                  <a:pt x="264676" y="20238"/>
                  <a:pt x="264676" y="26762"/>
                </a:cubicBezTo>
                <a:lnTo>
                  <a:pt x="264676" y="96345"/>
                </a:lnTo>
                <a:cubicBezTo>
                  <a:pt x="264676" y="100865"/>
                  <a:pt x="265111" y="103969"/>
                  <a:pt x="265981" y="105657"/>
                </a:cubicBezTo>
                <a:cubicBezTo>
                  <a:pt x="266634" y="106799"/>
                  <a:pt x="267640" y="107643"/>
                  <a:pt x="269000" y="108189"/>
                </a:cubicBezTo>
                <a:cubicBezTo>
                  <a:pt x="270360" y="108733"/>
                  <a:pt x="274603" y="109005"/>
                  <a:pt x="281728" y="109005"/>
                </a:cubicBezTo>
                <a:lnTo>
                  <a:pt x="289806" y="109005"/>
                </a:lnTo>
                <a:cubicBezTo>
                  <a:pt x="298291" y="109005"/>
                  <a:pt x="304247" y="108377"/>
                  <a:pt x="307674" y="107123"/>
                </a:cubicBezTo>
                <a:cubicBezTo>
                  <a:pt x="311101" y="105867"/>
                  <a:pt x="314228" y="103643"/>
                  <a:pt x="317057" y="100450"/>
                </a:cubicBezTo>
                <a:cubicBezTo>
                  <a:pt x="319885" y="97256"/>
                  <a:pt x="322714" y="92221"/>
                  <a:pt x="325542" y="85343"/>
                </a:cubicBezTo>
                <a:close/>
                <a:moveTo>
                  <a:pt x="373592" y="39163"/>
                </a:moveTo>
                <a:cubicBezTo>
                  <a:pt x="384906" y="39163"/>
                  <a:pt x="393990" y="43456"/>
                  <a:pt x="400843" y="52042"/>
                </a:cubicBezTo>
                <a:cubicBezTo>
                  <a:pt x="406663" y="59376"/>
                  <a:pt x="409573" y="67799"/>
                  <a:pt x="409573" y="77309"/>
                </a:cubicBezTo>
                <a:cubicBezTo>
                  <a:pt x="409573" y="83993"/>
                  <a:pt x="407969" y="90758"/>
                  <a:pt x="404760" y="97605"/>
                </a:cubicBezTo>
                <a:cubicBezTo>
                  <a:pt x="401550" y="104450"/>
                  <a:pt x="397131" y="109611"/>
                  <a:pt x="391501" y="113089"/>
                </a:cubicBezTo>
                <a:cubicBezTo>
                  <a:pt x="385871" y="116567"/>
                  <a:pt x="379603" y="118306"/>
                  <a:pt x="372695" y="118306"/>
                </a:cubicBezTo>
                <a:cubicBezTo>
                  <a:pt x="361435" y="118306"/>
                  <a:pt x="352487" y="113823"/>
                  <a:pt x="345851" y="104856"/>
                </a:cubicBezTo>
                <a:cubicBezTo>
                  <a:pt x="340249" y="97304"/>
                  <a:pt x="337448" y="88828"/>
                  <a:pt x="337448" y="79428"/>
                </a:cubicBezTo>
                <a:cubicBezTo>
                  <a:pt x="337448" y="72581"/>
                  <a:pt x="339147" y="65775"/>
                  <a:pt x="342547" y="59010"/>
                </a:cubicBezTo>
                <a:cubicBezTo>
                  <a:pt x="345947" y="52245"/>
                  <a:pt x="350420" y="47246"/>
                  <a:pt x="355969" y="44013"/>
                </a:cubicBezTo>
                <a:cubicBezTo>
                  <a:pt x="361517" y="40780"/>
                  <a:pt x="367391" y="39163"/>
                  <a:pt x="373592" y="39163"/>
                </a:cubicBezTo>
                <a:moveTo>
                  <a:pt x="371063" y="44548"/>
                </a:moveTo>
                <a:cubicBezTo>
                  <a:pt x="368180" y="44548"/>
                  <a:pt x="365283" y="45402"/>
                  <a:pt x="362373" y="47111"/>
                </a:cubicBezTo>
                <a:cubicBezTo>
                  <a:pt x="359463" y="48817"/>
                  <a:pt x="357111" y="51812"/>
                  <a:pt x="355316" y="56093"/>
                </a:cubicBezTo>
                <a:cubicBezTo>
                  <a:pt x="353521" y="60375"/>
                  <a:pt x="352623" y="65876"/>
                  <a:pt x="352623" y="72595"/>
                </a:cubicBezTo>
                <a:cubicBezTo>
                  <a:pt x="352623" y="83435"/>
                  <a:pt x="354786" y="92784"/>
                  <a:pt x="359110" y="100644"/>
                </a:cubicBezTo>
                <a:cubicBezTo>
                  <a:pt x="363434" y="108502"/>
                  <a:pt x="369132" y="112431"/>
                  <a:pt x="376203" y="112431"/>
                </a:cubicBezTo>
                <a:cubicBezTo>
                  <a:pt x="381479" y="112431"/>
                  <a:pt x="385831" y="110263"/>
                  <a:pt x="389257" y="105927"/>
                </a:cubicBezTo>
                <a:cubicBezTo>
                  <a:pt x="392684" y="101591"/>
                  <a:pt x="394398" y="94139"/>
                  <a:pt x="394398" y="83571"/>
                </a:cubicBezTo>
                <a:cubicBezTo>
                  <a:pt x="394398" y="70347"/>
                  <a:pt x="391542" y="59941"/>
                  <a:pt x="385831" y="52353"/>
                </a:cubicBezTo>
                <a:cubicBezTo>
                  <a:pt x="381969" y="47150"/>
                  <a:pt x="377046" y="44548"/>
                  <a:pt x="371063" y="44548"/>
                </a:cubicBezTo>
                <a:close/>
                <a:moveTo>
                  <a:pt x="440578" y="88788"/>
                </a:moveTo>
                <a:cubicBezTo>
                  <a:pt x="436009" y="86561"/>
                  <a:pt x="432500" y="83452"/>
                  <a:pt x="430053" y="79459"/>
                </a:cubicBezTo>
                <a:cubicBezTo>
                  <a:pt x="427605" y="75466"/>
                  <a:pt x="426381" y="71052"/>
                  <a:pt x="426381" y="66216"/>
                </a:cubicBezTo>
                <a:cubicBezTo>
                  <a:pt x="426381" y="58828"/>
                  <a:pt x="429169" y="52473"/>
                  <a:pt x="434744" y="47149"/>
                </a:cubicBezTo>
                <a:cubicBezTo>
                  <a:pt x="440319" y="41825"/>
                  <a:pt x="447459" y="39163"/>
                  <a:pt x="456161" y="39163"/>
                </a:cubicBezTo>
                <a:cubicBezTo>
                  <a:pt x="463287" y="39163"/>
                  <a:pt x="469461" y="40904"/>
                  <a:pt x="474682" y="44385"/>
                </a:cubicBezTo>
                <a:lnTo>
                  <a:pt x="490511" y="44385"/>
                </a:lnTo>
                <a:cubicBezTo>
                  <a:pt x="492850" y="44385"/>
                  <a:pt x="494210" y="44453"/>
                  <a:pt x="494590" y="44589"/>
                </a:cubicBezTo>
                <a:cubicBezTo>
                  <a:pt x="494971" y="44725"/>
                  <a:pt x="495243" y="44956"/>
                  <a:pt x="495406" y="45283"/>
                </a:cubicBezTo>
                <a:cubicBezTo>
                  <a:pt x="495733" y="45772"/>
                  <a:pt x="495896" y="46642"/>
                  <a:pt x="495896" y="47893"/>
                </a:cubicBezTo>
                <a:cubicBezTo>
                  <a:pt x="495896" y="49308"/>
                  <a:pt x="495760" y="50287"/>
                  <a:pt x="495488" y="50831"/>
                </a:cubicBezTo>
                <a:cubicBezTo>
                  <a:pt x="495325" y="51103"/>
                  <a:pt x="495039" y="51320"/>
                  <a:pt x="494631" y="51483"/>
                </a:cubicBezTo>
                <a:cubicBezTo>
                  <a:pt x="494223" y="51647"/>
                  <a:pt x="492850" y="51728"/>
                  <a:pt x="490511" y="51728"/>
                </a:cubicBezTo>
                <a:lnTo>
                  <a:pt x="480802" y="51728"/>
                </a:lnTo>
                <a:cubicBezTo>
                  <a:pt x="483848" y="55645"/>
                  <a:pt x="485371" y="60649"/>
                  <a:pt x="485371" y="66741"/>
                </a:cubicBezTo>
                <a:cubicBezTo>
                  <a:pt x="485371" y="73703"/>
                  <a:pt x="482706" y="79659"/>
                  <a:pt x="477375" y="84609"/>
                </a:cubicBezTo>
                <a:cubicBezTo>
                  <a:pt x="472044" y="89559"/>
                  <a:pt x="464892" y="92034"/>
                  <a:pt x="455917" y="92034"/>
                </a:cubicBezTo>
                <a:cubicBezTo>
                  <a:pt x="452218" y="92034"/>
                  <a:pt x="448438" y="91479"/>
                  <a:pt x="444576" y="90369"/>
                </a:cubicBezTo>
                <a:cubicBezTo>
                  <a:pt x="442182" y="92405"/>
                  <a:pt x="440564" y="94187"/>
                  <a:pt x="439721" y="95713"/>
                </a:cubicBezTo>
                <a:cubicBezTo>
                  <a:pt x="438878" y="97239"/>
                  <a:pt x="438456" y="98538"/>
                  <a:pt x="438456" y="99609"/>
                </a:cubicBezTo>
                <a:cubicBezTo>
                  <a:pt x="438456" y="100520"/>
                  <a:pt x="438905" y="101404"/>
                  <a:pt x="439803" y="102261"/>
                </a:cubicBezTo>
                <a:cubicBezTo>
                  <a:pt x="440700" y="103117"/>
                  <a:pt x="442454" y="103734"/>
                  <a:pt x="445065" y="104109"/>
                </a:cubicBezTo>
                <a:cubicBezTo>
                  <a:pt x="446588" y="104357"/>
                  <a:pt x="450396" y="104575"/>
                  <a:pt x="456488" y="104762"/>
                </a:cubicBezTo>
                <a:cubicBezTo>
                  <a:pt x="467693" y="105073"/>
                  <a:pt x="474954" y="105508"/>
                  <a:pt x="478272" y="106067"/>
                </a:cubicBezTo>
                <a:cubicBezTo>
                  <a:pt x="483331" y="106773"/>
                  <a:pt x="487370" y="108646"/>
                  <a:pt x="490389" y="111687"/>
                </a:cubicBezTo>
                <a:cubicBezTo>
                  <a:pt x="493407" y="114728"/>
                  <a:pt x="494917" y="118474"/>
                  <a:pt x="494917" y="122926"/>
                </a:cubicBezTo>
                <a:cubicBezTo>
                  <a:pt x="494917" y="129062"/>
                  <a:pt x="492034" y="134818"/>
                  <a:pt x="486268" y="140192"/>
                </a:cubicBezTo>
                <a:cubicBezTo>
                  <a:pt x="477783" y="148120"/>
                  <a:pt x="466714" y="152084"/>
                  <a:pt x="453061" y="152084"/>
                </a:cubicBezTo>
                <a:cubicBezTo>
                  <a:pt x="442563" y="152084"/>
                  <a:pt x="433697" y="149717"/>
                  <a:pt x="426463" y="144983"/>
                </a:cubicBezTo>
                <a:cubicBezTo>
                  <a:pt x="422383" y="142264"/>
                  <a:pt x="420343" y="139434"/>
                  <a:pt x="420343" y="136495"/>
                </a:cubicBezTo>
                <a:cubicBezTo>
                  <a:pt x="420343" y="135190"/>
                  <a:pt x="420643" y="133885"/>
                  <a:pt x="421241" y="132579"/>
                </a:cubicBezTo>
                <a:cubicBezTo>
                  <a:pt x="422166" y="130567"/>
                  <a:pt x="424069" y="127764"/>
                  <a:pt x="426952" y="124173"/>
                </a:cubicBezTo>
                <a:cubicBezTo>
                  <a:pt x="427333" y="123683"/>
                  <a:pt x="430107" y="120745"/>
                  <a:pt x="435274" y="115358"/>
                </a:cubicBezTo>
                <a:cubicBezTo>
                  <a:pt x="432446" y="113674"/>
                  <a:pt x="430447" y="112166"/>
                  <a:pt x="429277" y="110835"/>
                </a:cubicBezTo>
                <a:cubicBezTo>
                  <a:pt x="428108" y="109504"/>
                  <a:pt x="427523" y="107997"/>
                  <a:pt x="427523" y="106312"/>
                </a:cubicBezTo>
                <a:cubicBezTo>
                  <a:pt x="427523" y="104410"/>
                  <a:pt x="428298" y="102182"/>
                  <a:pt x="429849" y="99629"/>
                </a:cubicBezTo>
                <a:cubicBezTo>
                  <a:pt x="431399" y="97075"/>
                  <a:pt x="434975" y="93461"/>
                  <a:pt x="440578" y="88788"/>
                </a:cubicBezTo>
                <a:moveTo>
                  <a:pt x="454774" y="43243"/>
                </a:moveTo>
                <a:cubicBezTo>
                  <a:pt x="450749" y="43243"/>
                  <a:pt x="447377" y="44839"/>
                  <a:pt x="444657" y="48031"/>
                </a:cubicBezTo>
                <a:cubicBezTo>
                  <a:pt x="441938" y="51222"/>
                  <a:pt x="440578" y="56117"/>
                  <a:pt x="440578" y="62717"/>
                </a:cubicBezTo>
                <a:cubicBezTo>
                  <a:pt x="440578" y="71266"/>
                  <a:pt x="442427" y="77892"/>
                  <a:pt x="446126" y="82597"/>
                </a:cubicBezTo>
                <a:cubicBezTo>
                  <a:pt x="448954" y="86169"/>
                  <a:pt x="452544" y="87954"/>
                  <a:pt x="456896" y="87954"/>
                </a:cubicBezTo>
                <a:cubicBezTo>
                  <a:pt x="461030" y="87954"/>
                  <a:pt x="464429" y="86413"/>
                  <a:pt x="467095" y="83329"/>
                </a:cubicBezTo>
                <a:cubicBezTo>
                  <a:pt x="469760" y="80246"/>
                  <a:pt x="471092" y="75404"/>
                  <a:pt x="471092" y="68804"/>
                </a:cubicBezTo>
                <a:cubicBezTo>
                  <a:pt x="471092" y="60203"/>
                  <a:pt x="469216" y="53467"/>
                  <a:pt x="465463" y="48597"/>
                </a:cubicBezTo>
                <a:cubicBezTo>
                  <a:pt x="462689" y="45028"/>
                  <a:pt x="459126" y="43243"/>
                  <a:pt x="454774" y="43243"/>
                </a:cubicBezTo>
                <a:moveTo>
                  <a:pt x="439762" y="116021"/>
                </a:moveTo>
                <a:cubicBezTo>
                  <a:pt x="437205" y="118778"/>
                  <a:pt x="435274" y="121346"/>
                  <a:pt x="433969" y="123724"/>
                </a:cubicBezTo>
                <a:cubicBezTo>
                  <a:pt x="432663" y="126102"/>
                  <a:pt x="432011" y="128291"/>
                  <a:pt x="432011" y="130292"/>
                </a:cubicBezTo>
                <a:cubicBezTo>
                  <a:pt x="432011" y="132886"/>
                  <a:pt x="433588" y="135156"/>
                  <a:pt x="436743" y="137102"/>
                </a:cubicBezTo>
                <a:cubicBezTo>
                  <a:pt x="442182" y="140454"/>
                  <a:pt x="450042" y="142130"/>
                  <a:pt x="460323" y="142130"/>
                </a:cubicBezTo>
                <a:cubicBezTo>
                  <a:pt x="470113" y="142130"/>
                  <a:pt x="477334" y="140420"/>
                  <a:pt x="481985" y="137000"/>
                </a:cubicBezTo>
                <a:cubicBezTo>
                  <a:pt x="486635" y="133582"/>
                  <a:pt x="488961" y="129934"/>
                  <a:pt x="488961" y="126057"/>
                </a:cubicBezTo>
                <a:cubicBezTo>
                  <a:pt x="488961" y="123257"/>
                  <a:pt x="487574" y="121265"/>
                  <a:pt x="484800" y="120080"/>
                </a:cubicBezTo>
                <a:cubicBezTo>
                  <a:pt x="481971" y="118896"/>
                  <a:pt x="476369" y="118195"/>
                  <a:pt x="467992" y="117980"/>
                </a:cubicBezTo>
                <a:cubicBezTo>
                  <a:pt x="455754" y="117640"/>
                  <a:pt x="446343" y="116987"/>
                  <a:pt x="439762" y="116021"/>
                </a:cubicBezTo>
                <a:close/>
                <a:moveTo>
                  <a:pt x="523147" y="0"/>
                </a:moveTo>
                <a:cubicBezTo>
                  <a:pt x="525431" y="0"/>
                  <a:pt x="527376" y="807"/>
                  <a:pt x="528981" y="2420"/>
                </a:cubicBezTo>
                <a:cubicBezTo>
                  <a:pt x="530585" y="4031"/>
                  <a:pt x="531387" y="5985"/>
                  <a:pt x="531387" y="8281"/>
                </a:cubicBezTo>
                <a:cubicBezTo>
                  <a:pt x="531387" y="10578"/>
                  <a:pt x="530585" y="12546"/>
                  <a:pt x="528981" y="14187"/>
                </a:cubicBezTo>
                <a:cubicBezTo>
                  <a:pt x="527376" y="15825"/>
                  <a:pt x="525431" y="16644"/>
                  <a:pt x="523147" y="16644"/>
                </a:cubicBezTo>
                <a:cubicBezTo>
                  <a:pt x="520862" y="16644"/>
                  <a:pt x="518904" y="15825"/>
                  <a:pt x="517272" y="14187"/>
                </a:cubicBezTo>
                <a:cubicBezTo>
                  <a:pt x="515640" y="12546"/>
                  <a:pt x="514825" y="10578"/>
                  <a:pt x="514825" y="8281"/>
                </a:cubicBezTo>
                <a:cubicBezTo>
                  <a:pt x="514825" y="5985"/>
                  <a:pt x="515627" y="4031"/>
                  <a:pt x="517232" y="2420"/>
                </a:cubicBezTo>
                <a:cubicBezTo>
                  <a:pt x="518836" y="807"/>
                  <a:pt x="520808" y="0"/>
                  <a:pt x="523147" y="0"/>
                </a:cubicBezTo>
                <a:moveTo>
                  <a:pt x="529919" y="39163"/>
                </a:moveTo>
                <a:lnTo>
                  <a:pt x="529919" y="99051"/>
                </a:lnTo>
                <a:cubicBezTo>
                  <a:pt x="529919" y="103756"/>
                  <a:pt x="530259" y="106888"/>
                  <a:pt x="530939" y="108449"/>
                </a:cubicBezTo>
                <a:cubicBezTo>
                  <a:pt x="531619" y="110007"/>
                  <a:pt x="532625" y="111170"/>
                  <a:pt x="533958" y="111937"/>
                </a:cubicBezTo>
                <a:cubicBezTo>
                  <a:pt x="535290" y="112702"/>
                  <a:pt x="537724" y="113084"/>
                  <a:pt x="541260" y="113084"/>
                </a:cubicBezTo>
                <a:lnTo>
                  <a:pt x="541260" y="116021"/>
                </a:lnTo>
                <a:lnTo>
                  <a:pt x="504952" y="116021"/>
                </a:lnTo>
                <a:lnTo>
                  <a:pt x="504952" y="113084"/>
                </a:lnTo>
                <a:cubicBezTo>
                  <a:pt x="508597" y="113084"/>
                  <a:pt x="511044" y="112729"/>
                  <a:pt x="512295" y="112018"/>
                </a:cubicBezTo>
                <a:cubicBezTo>
                  <a:pt x="513546" y="111306"/>
                  <a:pt x="514539" y="110130"/>
                  <a:pt x="515273" y="108490"/>
                </a:cubicBezTo>
                <a:cubicBezTo>
                  <a:pt x="516008" y="106848"/>
                  <a:pt x="516375" y="103701"/>
                  <a:pt x="516375" y="99051"/>
                </a:cubicBezTo>
                <a:lnTo>
                  <a:pt x="516375" y="70494"/>
                </a:lnTo>
                <a:cubicBezTo>
                  <a:pt x="516375" y="62355"/>
                  <a:pt x="516130" y="57084"/>
                  <a:pt x="515640" y="54681"/>
                </a:cubicBezTo>
                <a:cubicBezTo>
                  <a:pt x="515260" y="52932"/>
                  <a:pt x="514661" y="51717"/>
                  <a:pt x="513846" y="51037"/>
                </a:cubicBezTo>
                <a:cubicBezTo>
                  <a:pt x="513030" y="50356"/>
                  <a:pt x="511915" y="50015"/>
                  <a:pt x="510500" y="50015"/>
                </a:cubicBezTo>
                <a:cubicBezTo>
                  <a:pt x="508977" y="50015"/>
                  <a:pt x="507128" y="50423"/>
                  <a:pt x="504952" y="51239"/>
                </a:cubicBezTo>
                <a:lnTo>
                  <a:pt x="503810" y="48301"/>
                </a:lnTo>
                <a:lnTo>
                  <a:pt x="526329" y="39163"/>
                </a:lnTo>
                <a:lnTo>
                  <a:pt x="529919" y="39163"/>
                </a:lnTo>
                <a:close/>
                <a:moveTo>
                  <a:pt x="614032" y="87628"/>
                </a:moveTo>
                <a:cubicBezTo>
                  <a:pt x="612020" y="97473"/>
                  <a:pt x="608076" y="105047"/>
                  <a:pt x="602202" y="110351"/>
                </a:cubicBezTo>
                <a:cubicBezTo>
                  <a:pt x="596327" y="115654"/>
                  <a:pt x="589827" y="118306"/>
                  <a:pt x="582702" y="118306"/>
                </a:cubicBezTo>
                <a:cubicBezTo>
                  <a:pt x="574216" y="118306"/>
                  <a:pt x="566819" y="114747"/>
                  <a:pt x="560509" y="107630"/>
                </a:cubicBezTo>
                <a:cubicBezTo>
                  <a:pt x="554200" y="100512"/>
                  <a:pt x="551045" y="90893"/>
                  <a:pt x="551045" y="78775"/>
                </a:cubicBezTo>
                <a:cubicBezTo>
                  <a:pt x="551045" y="67038"/>
                  <a:pt x="554540" y="57502"/>
                  <a:pt x="561529" y="50168"/>
                </a:cubicBezTo>
                <a:cubicBezTo>
                  <a:pt x="568519" y="42831"/>
                  <a:pt x="576909" y="39163"/>
                  <a:pt x="586700" y="39163"/>
                </a:cubicBezTo>
                <a:cubicBezTo>
                  <a:pt x="594043" y="39163"/>
                  <a:pt x="600081" y="41115"/>
                  <a:pt x="604813" y="45017"/>
                </a:cubicBezTo>
                <a:cubicBezTo>
                  <a:pt x="609545" y="48918"/>
                  <a:pt x="611911" y="52970"/>
                  <a:pt x="611911" y="57172"/>
                </a:cubicBezTo>
                <a:cubicBezTo>
                  <a:pt x="611911" y="59246"/>
                  <a:pt x="611245" y="60924"/>
                  <a:pt x="609912" y="62207"/>
                </a:cubicBezTo>
                <a:cubicBezTo>
                  <a:pt x="608579" y="63489"/>
                  <a:pt x="606717" y="64130"/>
                  <a:pt x="604323" y="64130"/>
                </a:cubicBezTo>
                <a:cubicBezTo>
                  <a:pt x="601114" y="64130"/>
                  <a:pt x="598693" y="63088"/>
                  <a:pt x="597062" y="61004"/>
                </a:cubicBezTo>
                <a:cubicBezTo>
                  <a:pt x="596137" y="59852"/>
                  <a:pt x="595525" y="57657"/>
                  <a:pt x="595226" y="54421"/>
                </a:cubicBezTo>
                <a:cubicBezTo>
                  <a:pt x="594927" y="51184"/>
                  <a:pt x="593825" y="48716"/>
                  <a:pt x="591921" y="47016"/>
                </a:cubicBezTo>
                <a:cubicBezTo>
                  <a:pt x="590018" y="45371"/>
                  <a:pt x="587380" y="44548"/>
                  <a:pt x="584007" y="44548"/>
                </a:cubicBezTo>
                <a:cubicBezTo>
                  <a:pt x="578568" y="44548"/>
                  <a:pt x="574189" y="46561"/>
                  <a:pt x="570871" y="50586"/>
                </a:cubicBezTo>
                <a:cubicBezTo>
                  <a:pt x="566465" y="55917"/>
                  <a:pt x="564262" y="62961"/>
                  <a:pt x="564262" y="71718"/>
                </a:cubicBezTo>
                <a:cubicBezTo>
                  <a:pt x="564262" y="80638"/>
                  <a:pt x="566452" y="88512"/>
                  <a:pt x="570830" y="95338"/>
                </a:cubicBezTo>
                <a:cubicBezTo>
                  <a:pt x="575209" y="102165"/>
                  <a:pt x="581124" y="105578"/>
                  <a:pt x="588576" y="105578"/>
                </a:cubicBezTo>
                <a:cubicBezTo>
                  <a:pt x="593907" y="105578"/>
                  <a:pt x="598693" y="103756"/>
                  <a:pt x="602936" y="100111"/>
                </a:cubicBezTo>
                <a:cubicBezTo>
                  <a:pt x="605928" y="97609"/>
                  <a:pt x="608838" y="93067"/>
                  <a:pt x="611666" y="86486"/>
                </a:cubicBezTo>
                <a:lnTo>
                  <a:pt x="614032" y="87628"/>
                </a:lnTo>
                <a:close/>
                <a:moveTo>
                  <a:pt x="667058" y="105338"/>
                </a:moveTo>
                <a:cubicBezTo>
                  <a:pt x="659388" y="111265"/>
                  <a:pt x="654574" y="114690"/>
                  <a:pt x="652616" y="115613"/>
                </a:cubicBezTo>
                <a:cubicBezTo>
                  <a:pt x="649679" y="116973"/>
                  <a:pt x="646551" y="117653"/>
                  <a:pt x="643233" y="117653"/>
                </a:cubicBezTo>
                <a:cubicBezTo>
                  <a:pt x="638066" y="117653"/>
                  <a:pt x="633810" y="115885"/>
                  <a:pt x="630464" y="112350"/>
                </a:cubicBezTo>
                <a:cubicBezTo>
                  <a:pt x="627119" y="108814"/>
                  <a:pt x="625447" y="104164"/>
                  <a:pt x="625447" y="98398"/>
                </a:cubicBezTo>
                <a:cubicBezTo>
                  <a:pt x="625447" y="94754"/>
                  <a:pt x="626262" y="91599"/>
                  <a:pt x="627894" y="88933"/>
                </a:cubicBezTo>
                <a:cubicBezTo>
                  <a:pt x="630124" y="85235"/>
                  <a:pt x="634000" y="81753"/>
                  <a:pt x="639521" y="78490"/>
                </a:cubicBezTo>
                <a:cubicBezTo>
                  <a:pt x="645042" y="75226"/>
                  <a:pt x="654221" y="71256"/>
                  <a:pt x="667058" y="66578"/>
                </a:cubicBezTo>
                <a:lnTo>
                  <a:pt x="667058" y="63651"/>
                </a:lnTo>
                <a:cubicBezTo>
                  <a:pt x="667058" y="56226"/>
                  <a:pt x="665874" y="51132"/>
                  <a:pt x="663508" y="48368"/>
                </a:cubicBezTo>
                <a:cubicBezTo>
                  <a:pt x="661142" y="45604"/>
                  <a:pt x="657702" y="44222"/>
                  <a:pt x="653187" y="44222"/>
                </a:cubicBezTo>
                <a:cubicBezTo>
                  <a:pt x="649760" y="44222"/>
                  <a:pt x="647041" y="45147"/>
                  <a:pt x="645028" y="46996"/>
                </a:cubicBezTo>
                <a:cubicBezTo>
                  <a:pt x="642961" y="48845"/>
                  <a:pt x="641928" y="50967"/>
                  <a:pt x="641928" y="53360"/>
                </a:cubicBezTo>
                <a:lnTo>
                  <a:pt x="642091" y="58092"/>
                </a:lnTo>
                <a:cubicBezTo>
                  <a:pt x="642091" y="60594"/>
                  <a:pt x="641452" y="62525"/>
                  <a:pt x="640174" y="63885"/>
                </a:cubicBezTo>
                <a:cubicBezTo>
                  <a:pt x="638895" y="65245"/>
                  <a:pt x="637223" y="65925"/>
                  <a:pt x="635156" y="65925"/>
                </a:cubicBezTo>
                <a:cubicBezTo>
                  <a:pt x="633143" y="65925"/>
                  <a:pt x="631498" y="65216"/>
                  <a:pt x="630220" y="63798"/>
                </a:cubicBezTo>
                <a:cubicBezTo>
                  <a:pt x="628941" y="62379"/>
                  <a:pt x="628302" y="60442"/>
                  <a:pt x="628302" y="57988"/>
                </a:cubicBezTo>
                <a:cubicBezTo>
                  <a:pt x="628302" y="53295"/>
                  <a:pt x="630695" y="48984"/>
                  <a:pt x="635482" y="45056"/>
                </a:cubicBezTo>
                <a:cubicBezTo>
                  <a:pt x="640269" y="41127"/>
                  <a:pt x="646986" y="39163"/>
                  <a:pt x="655635" y="39163"/>
                </a:cubicBezTo>
                <a:cubicBezTo>
                  <a:pt x="662271" y="39163"/>
                  <a:pt x="667710" y="40277"/>
                  <a:pt x="671953" y="42503"/>
                </a:cubicBezTo>
                <a:cubicBezTo>
                  <a:pt x="675162" y="44188"/>
                  <a:pt x="677528" y="46823"/>
                  <a:pt x="679051" y="50410"/>
                </a:cubicBezTo>
                <a:cubicBezTo>
                  <a:pt x="680030" y="52746"/>
                  <a:pt x="680520" y="57526"/>
                  <a:pt x="680520" y="64752"/>
                </a:cubicBezTo>
                <a:lnTo>
                  <a:pt x="680520" y="90096"/>
                </a:lnTo>
                <a:cubicBezTo>
                  <a:pt x="680520" y="97213"/>
                  <a:pt x="680656" y="101573"/>
                  <a:pt x="680928" y="103176"/>
                </a:cubicBezTo>
                <a:cubicBezTo>
                  <a:pt x="681200" y="104779"/>
                  <a:pt x="681649" y="105852"/>
                  <a:pt x="682274" y="106396"/>
                </a:cubicBezTo>
                <a:cubicBezTo>
                  <a:pt x="682900" y="106939"/>
                  <a:pt x="683620" y="107210"/>
                  <a:pt x="684436" y="107210"/>
                </a:cubicBezTo>
                <a:cubicBezTo>
                  <a:pt x="685307" y="107210"/>
                  <a:pt x="686068" y="107019"/>
                  <a:pt x="686721" y="106638"/>
                </a:cubicBezTo>
                <a:cubicBezTo>
                  <a:pt x="687863" y="105931"/>
                  <a:pt x="690066" y="103946"/>
                  <a:pt x="693330" y="100682"/>
                </a:cubicBezTo>
                <a:lnTo>
                  <a:pt x="693330" y="105251"/>
                </a:lnTo>
                <a:cubicBezTo>
                  <a:pt x="687238" y="113410"/>
                  <a:pt x="681417" y="117490"/>
                  <a:pt x="675869" y="117490"/>
                </a:cubicBezTo>
                <a:cubicBezTo>
                  <a:pt x="673204" y="117490"/>
                  <a:pt x="671083" y="116572"/>
                  <a:pt x="669505" y="114736"/>
                </a:cubicBezTo>
                <a:cubicBezTo>
                  <a:pt x="667928" y="112899"/>
                  <a:pt x="667112" y="109766"/>
                  <a:pt x="667058" y="105338"/>
                </a:cubicBezTo>
                <a:moveTo>
                  <a:pt x="667058" y="100048"/>
                </a:moveTo>
                <a:lnTo>
                  <a:pt x="667058" y="71636"/>
                </a:lnTo>
                <a:cubicBezTo>
                  <a:pt x="658844" y="74893"/>
                  <a:pt x="653541" y="77200"/>
                  <a:pt x="651147" y="78556"/>
                </a:cubicBezTo>
                <a:cubicBezTo>
                  <a:pt x="646850" y="80944"/>
                  <a:pt x="643777" y="83441"/>
                  <a:pt x="641928" y="86047"/>
                </a:cubicBezTo>
                <a:cubicBezTo>
                  <a:pt x="640078" y="88651"/>
                  <a:pt x="639154" y="91500"/>
                  <a:pt x="639154" y="94594"/>
                </a:cubicBezTo>
                <a:cubicBezTo>
                  <a:pt x="639154" y="98502"/>
                  <a:pt x="640323" y="101745"/>
                  <a:pt x="642662" y="104323"/>
                </a:cubicBezTo>
                <a:cubicBezTo>
                  <a:pt x="645001" y="106900"/>
                  <a:pt x="647693" y="108189"/>
                  <a:pt x="650739" y="108189"/>
                </a:cubicBezTo>
                <a:cubicBezTo>
                  <a:pt x="654873" y="108189"/>
                  <a:pt x="660313" y="105475"/>
                  <a:pt x="667058" y="100048"/>
                </a:cubicBezTo>
                <a:close/>
                <a:moveTo>
                  <a:pt x="724571" y="0"/>
                </a:moveTo>
                <a:lnTo>
                  <a:pt x="724571" y="99051"/>
                </a:lnTo>
                <a:cubicBezTo>
                  <a:pt x="724571" y="103756"/>
                  <a:pt x="724911" y="106875"/>
                  <a:pt x="725591" y="108408"/>
                </a:cubicBezTo>
                <a:cubicBezTo>
                  <a:pt x="726270" y="109940"/>
                  <a:pt x="727318" y="111102"/>
                  <a:pt x="728732" y="111896"/>
                </a:cubicBezTo>
                <a:cubicBezTo>
                  <a:pt x="730146" y="112688"/>
                  <a:pt x="732784" y="113084"/>
                  <a:pt x="736646" y="113084"/>
                </a:cubicBezTo>
                <a:lnTo>
                  <a:pt x="736646" y="116021"/>
                </a:lnTo>
                <a:lnTo>
                  <a:pt x="700012" y="116021"/>
                </a:lnTo>
                <a:lnTo>
                  <a:pt x="700012" y="113084"/>
                </a:lnTo>
                <a:cubicBezTo>
                  <a:pt x="703439" y="113084"/>
                  <a:pt x="705778" y="112729"/>
                  <a:pt x="707029" y="112018"/>
                </a:cubicBezTo>
                <a:cubicBezTo>
                  <a:pt x="708280" y="111306"/>
                  <a:pt x="709259" y="110130"/>
                  <a:pt x="709966" y="108490"/>
                </a:cubicBezTo>
                <a:cubicBezTo>
                  <a:pt x="710673" y="106848"/>
                  <a:pt x="711027" y="103701"/>
                  <a:pt x="711027" y="99051"/>
                </a:cubicBezTo>
                <a:lnTo>
                  <a:pt x="711027" y="31331"/>
                </a:lnTo>
                <a:cubicBezTo>
                  <a:pt x="711027" y="22900"/>
                  <a:pt x="710836" y="17719"/>
                  <a:pt x="710456" y="15788"/>
                </a:cubicBezTo>
                <a:cubicBezTo>
                  <a:pt x="710075" y="13857"/>
                  <a:pt x="709463" y="12538"/>
                  <a:pt x="708620" y="11831"/>
                </a:cubicBezTo>
                <a:cubicBezTo>
                  <a:pt x="707777" y="11123"/>
                  <a:pt x="706702" y="10770"/>
                  <a:pt x="705397" y="10770"/>
                </a:cubicBezTo>
                <a:cubicBezTo>
                  <a:pt x="703983" y="10770"/>
                  <a:pt x="702188" y="11205"/>
                  <a:pt x="700012" y="12075"/>
                </a:cubicBezTo>
                <a:lnTo>
                  <a:pt x="698625" y="9138"/>
                </a:lnTo>
                <a:lnTo>
                  <a:pt x="720899" y="0"/>
                </a:lnTo>
                <a:lnTo>
                  <a:pt x="724571" y="0"/>
                </a:lnTo>
                <a:close/>
                <a:moveTo>
                  <a:pt x="850540" y="87628"/>
                </a:moveTo>
                <a:cubicBezTo>
                  <a:pt x="848527" y="97473"/>
                  <a:pt x="844584" y="105047"/>
                  <a:pt x="838709" y="110351"/>
                </a:cubicBezTo>
                <a:cubicBezTo>
                  <a:pt x="832835" y="115654"/>
                  <a:pt x="826335" y="118306"/>
                  <a:pt x="819209" y="118306"/>
                </a:cubicBezTo>
                <a:cubicBezTo>
                  <a:pt x="810724" y="118306"/>
                  <a:pt x="803326" y="114747"/>
                  <a:pt x="797017" y="107630"/>
                </a:cubicBezTo>
                <a:cubicBezTo>
                  <a:pt x="790707" y="100512"/>
                  <a:pt x="787552" y="90893"/>
                  <a:pt x="787552" y="78775"/>
                </a:cubicBezTo>
                <a:cubicBezTo>
                  <a:pt x="787552" y="67038"/>
                  <a:pt x="791047" y="57502"/>
                  <a:pt x="798037" y="50168"/>
                </a:cubicBezTo>
                <a:cubicBezTo>
                  <a:pt x="805026" y="42831"/>
                  <a:pt x="813416" y="39163"/>
                  <a:pt x="823207" y="39163"/>
                </a:cubicBezTo>
                <a:cubicBezTo>
                  <a:pt x="830550" y="39163"/>
                  <a:pt x="836588" y="41115"/>
                  <a:pt x="841320" y="45017"/>
                </a:cubicBezTo>
                <a:cubicBezTo>
                  <a:pt x="846053" y="48918"/>
                  <a:pt x="848419" y="52970"/>
                  <a:pt x="848419" y="57172"/>
                </a:cubicBezTo>
                <a:cubicBezTo>
                  <a:pt x="848419" y="59246"/>
                  <a:pt x="847752" y="60924"/>
                  <a:pt x="846420" y="62207"/>
                </a:cubicBezTo>
                <a:cubicBezTo>
                  <a:pt x="845087" y="63489"/>
                  <a:pt x="843224" y="64130"/>
                  <a:pt x="840831" y="64130"/>
                </a:cubicBezTo>
                <a:cubicBezTo>
                  <a:pt x="837622" y="64130"/>
                  <a:pt x="835201" y="63088"/>
                  <a:pt x="833569" y="61004"/>
                </a:cubicBezTo>
                <a:cubicBezTo>
                  <a:pt x="832645" y="59852"/>
                  <a:pt x="832033" y="57657"/>
                  <a:pt x="831733" y="54421"/>
                </a:cubicBezTo>
                <a:cubicBezTo>
                  <a:pt x="831434" y="51184"/>
                  <a:pt x="830333" y="48716"/>
                  <a:pt x="828429" y="47016"/>
                </a:cubicBezTo>
                <a:cubicBezTo>
                  <a:pt x="826525" y="45371"/>
                  <a:pt x="823887" y="44548"/>
                  <a:pt x="820515" y="44548"/>
                </a:cubicBezTo>
                <a:cubicBezTo>
                  <a:pt x="815075" y="44548"/>
                  <a:pt x="810697" y="46561"/>
                  <a:pt x="807379" y="50586"/>
                </a:cubicBezTo>
                <a:cubicBezTo>
                  <a:pt x="802973" y="55917"/>
                  <a:pt x="800770" y="62961"/>
                  <a:pt x="800770" y="71718"/>
                </a:cubicBezTo>
                <a:cubicBezTo>
                  <a:pt x="800770" y="80638"/>
                  <a:pt x="802959" y="88512"/>
                  <a:pt x="807338" y="95338"/>
                </a:cubicBezTo>
                <a:cubicBezTo>
                  <a:pt x="811717" y="102165"/>
                  <a:pt x="817632" y="105578"/>
                  <a:pt x="825084" y="105578"/>
                </a:cubicBezTo>
                <a:cubicBezTo>
                  <a:pt x="830414" y="105578"/>
                  <a:pt x="835201" y="103756"/>
                  <a:pt x="839444" y="100111"/>
                </a:cubicBezTo>
                <a:cubicBezTo>
                  <a:pt x="842435" y="97609"/>
                  <a:pt x="845345" y="93067"/>
                  <a:pt x="848174" y="86486"/>
                </a:cubicBezTo>
                <a:lnTo>
                  <a:pt x="850540" y="87628"/>
                </a:lnTo>
                <a:close/>
                <a:moveTo>
                  <a:pt x="897772" y="39163"/>
                </a:moveTo>
                <a:cubicBezTo>
                  <a:pt x="909086" y="39163"/>
                  <a:pt x="918170" y="43456"/>
                  <a:pt x="925024" y="52042"/>
                </a:cubicBezTo>
                <a:cubicBezTo>
                  <a:pt x="930844" y="59376"/>
                  <a:pt x="933754" y="67799"/>
                  <a:pt x="933754" y="77309"/>
                </a:cubicBezTo>
                <a:cubicBezTo>
                  <a:pt x="933754" y="83993"/>
                  <a:pt x="932149" y="90758"/>
                  <a:pt x="928940" y="97605"/>
                </a:cubicBezTo>
                <a:cubicBezTo>
                  <a:pt x="925731" y="104450"/>
                  <a:pt x="921311" y="109611"/>
                  <a:pt x="915682" y="113089"/>
                </a:cubicBezTo>
                <a:cubicBezTo>
                  <a:pt x="910052" y="116567"/>
                  <a:pt x="903783" y="118306"/>
                  <a:pt x="896875" y="118306"/>
                </a:cubicBezTo>
                <a:cubicBezTo>
                  <a:pt x="885616" y="118306"/>
                  <a:pt x="876668" y="113823"/>
                  <a:pt x="870032" y="104856"/>
                </a:cubicBezTo>
                <a:cubicBezTo>
                  <a:pt x="864429" y="97304"/>
                  <a:pt x="861628" y="88828"/>
                  <a:pt x="861628" y="79428"/>
                </a:cubicBezTo>
                <a:cubicBezTo>
                  <a:pt x="861628" y="72581"/>
                  <a:pt x="863328" y="65775"/>
                  <a:pt x="866727" y="59010"/>
                </a:cubicBezTo>
                <a:cubicBezTo>
                  <a:pt x="870127" y="52245"/>
                  <a:pt x="874601" y="47246"/>
                  <a:pt x="880149" y="44013"/>
                </a:cubicBezTo>
                <a:cubicBezTo>
                  <a:pt x="885697" y="40780"/>
                  <a:pt x="891572" y="39163"/>
                  <a:pt x="897772" y="39163"/>
                </a:cubicBezTo>
                <a:moveTo>
                  <a:pt x="895243" y="44548"/>
                </a:moveTo>
                <a:cubicBezTo>
                  <a:pt x="892360" y="44548"/>
                  <a:pt x="889464" y="45402"/>
                  <a:pt x="886554" y="47111"/>
                </a:cubicBezTo>
                <a:cubicBezTo>
                  <a:pt x="883644" y="48817"/>
                  <a:pt x="881291" y="51812"/>
                  <a:pt x="879496" y="56093"/>
                </a:cubicBezTo>
                <a:cubicBezTo>
                  <a:pt x="877701" y="60375"/>
                  <a:pt x="876804" y="65876"/>
                  <a:pt x="876804" y="72595"/>
                </a:cubicBezTo>
                <a:cubicBezTo>
                  <a:pt x="876804" y="83435"/>
                  <a:pt x="878966" y="92784"/>
                  <a:pt x="883290" y="100644"/>
                </a:cubicBezTo>
                <a:cubicBezTo>
                  <a:pt x="887614" y="108502"/>
                  <a:pt x="893312" y="112431"/>
                  <a:pt x="900383" y="112431"/>
                </a:cubicBezTo>
                <a:cubicBezTo>
                  <a:pt x="905660" y="112431"/>
                  <a:pt x="910011" y="110263"/>
                  <a:pt x="913438" y="105927"/>
                </a:cubicBezTo>
                <a:cubicBezTo>
                  <a:pt x="916865" y="101591"/>
                  <a:pt x="918578" y="94139"/>
                  <a:pt x="918578" y="83571"/>
                </a:cubicBezTo>
                <a:cubicBezTo>
                  <a:pt x="918578" y="70347"/>
                  <a:pt x="915722" y="59941"/>
                  <a:pt x="910011" y="52353"/>
                </a:cubicBezTo>
                <a:cubicBezTo>
                  <a:pt x="906149" y="47150"/>
                  <a:pt x="901226" y="44548"/>
                  <a:pt x="895243" y="44548"/>
                </a:cubicBezTo>
                <a:close/>
                <a:moveTo>
                  <a:pt x="966961" y="55214"/>
                </a:moveTo>
                <a:cubicBezTo>
                  <a:pt x="972400" y="49727"/>
                  <a:pt x="975610" y="46572"/>
                  <a:pt x="976589" y="45749"/>
                </a:cubicBezTo>
                <a:cubicBezTo>
                  <a:pt x="979036" y="43664"/>
                  <a:pt x="981674" y="42044"/>
                  <a:pt x="984503" y="40892"/>
                </a:cubicBezTo>
                <a:cubicBezTo>
                  <a:pt x="987331" y="39740"/>
                  <a:pt x="990133" y="39163"/>
                  <a:pt x="992907" y="39163"/>
                </a:cubicBezTo>
                <a:cubicBezTo>
                  <a:pt x="997585" y="39163"/>
                  <a:pt x="1001610" y="40535"/>
                  <a:pt x="1004982" y="43279"/>
                </a:cubicBezTo>
                <a:cubicBezTo>
                  <a:pt x="1008355" y="46022"/>
                  <a:pt x="1010612" y="50000"/>
                  <a:pt x="1011754" y="55214"/>
                </a:cubicBezTo>
                <a:cubicBezTo>
                  <a:pt x="1017357" y="48629"/>
                  <a:pt x="1022089" y="44308"/>
                  <a:pt x="1025951" y="42251"/>
                </a:cubicBezTo>
                <a:cubicBezTo>
                  <a:pt x="1029813" y="40193"/>
                  <a:pt x="1033783" y="39163"/>
                  <a:pt x="1037863" y="39163"/>
                </a:cubicBezTo>
                <a:cubicBezTo>
                  <a:pt x="1041834" y="39163"/>
                  <a:pt x="1045356" y="40181"/>
                  <a:pt x="1048429" y="42215"/>
                </a:cubicBezTo>
                <a:cubicBezTo>
                  <a:pt x="1051502" y="44248"/>
                  <a:pt x="1053936" y="47571"/>
                  <a:pt x="1055731" y="52182"/>
                </a:cubicBezTo>
                <a:cubicBezTo>
                  <a:pt x="1056928" y="55328"/>
                  <a:pt x="1057526" y="60265"/>
                  <a:pt x="1057526" y="66991"/>
                </a:cubicBezTo>
                <a:lnTo>
                  <a:pt x="1057526" y="99051"/>
                </a:lnTo>
                <a:cubicBezTo>
                  <a:pt x="1057526" y="103756"/>
                  <a:pt x="1057880" y="106984"/>
                  <a:pt x="1058587" y="108734"/>
                </a:cubicBezTo>
                <a:cubicBezTo>
                  <a:pt x="1059131" y="109938"/>
                  <a:pt x="1060137" y="110964"/>
                  <a:pt x="1061606" y="111812"/>
                </a:cubicBezTo>
                <a:cubicBezTo>
                  <a:pt x="1063074" y="112660"/>
                  <a:pt x="1065468" y="113084"/>
                  <a:pt x="1068786" y="113084"/>
                </a:cubicBezTo>
                <a:lnTo>
                  <a:pt x="1068786" y="116021"/>
                </a:lnTo>
                <a:lnTo>
                  <a:pt x="1031907" y="116021"/>
                </a:lnTo>
                <a:lnTo>
                  <a:pt x="1031907" y="113084"/>
                </a:lnTo>
                <a:lnTo>
                  <a:pt x="1033457" y="113084"/>
                </a:lnTo>
                <a:cubicBezTo>
                  <a:pt x="1036666" y="113084"/>
                  <a:pt x="1039168" y="112455"/>
                  <a:pt x="1040963" y="111197"/>
                </a:cubicBezTo>
                <a:cubicBezTo>
                  <a:pt x="1042214" y="110322"/>
                  <a:pt x="1043112" y="108926"/>
                  <a:pt x="1043656" y="107011"/>
                </a:cubicBezTo>
                <a:cubicBezTo>
                  <a:pt x="1043873" y="106081"/>
                  <a:pt x="1043982" y="103428"/>
                  <a:pt x="1043982" y="99051"/>
                </a:cubicBezTo>
                <a:lnTo>
                  <a:pt x="1043982" y="67113"/>
                </a:lnTo>
                <a:cubicBezTo>
                  <a:pt x="1043982" y="61060"/>
                  <a:pt x="1043248" y="56791"/>
                  <a:pt x="1041779" y="54306"/>
                </a:cubicBezTo>
                <a:cubicBezTo>
                  <a:pt x="1039658" y="50847"/>
                  <a:pt x="1036258" y="49117"/>
                  <a:pt x="1031581" y="49117"/>
                </a:cubicBezTo>
                <a:cubicBezTo>
                  <a:pt x="1028698" y="49117"/>
                  <a:pt x="1025801" y="49836"/>
                  <a:pt x="1022891" y="51272"/>
                </a:cubicBezTo>
                <a:cubicBezTo>
                  <a:pt x="1019981" y="52708"/>
                  <a:pt x="1016459" y="55377"/>
                  <a:pt x="1012325" y="59278"/>
                </a:cubicBezTo>
                <a:lnTo>
                  <a:pt x="1012162" y="60173"/>
                </a:lnTo>
                <a:lnTo>
                  <a:pt x="1012325" y="63656"/>
                </a:lnTo>
                <a:lnTo>
                  <a:pt x="1012325" y="99051"/>
                </a:lnTo>
                <a:cubicBezTo>
                  <a:pt x="1012325" y="104194"/>
                  <a:pt x="1012611" y="107395"/>
                  <a:pt x="1013182" y="108653"/>
                </a:cubicBezTo>
                <a:cubicBezTo>
                  <a:pt x="1013753" y="109911"/>
                  <a:pt x="1014827" y="110964"/>
                  <a:pt x="1016405" y="111812"/>
                </a:cubicBezTo>
                <a:cubicBezTo>
                  <a:pt x="1017982" y="112660"/>
                  <a:pt x="1020675" y="113084"/>
                  <a:pt x="1024482" y="113084"/>
                </a:cubicBezTo>
                <a:lnTo>
                  <a:pt x="1024482" y="116021"/>
                </a:lnTo>
                <a:lnTo>
                  <a:pt x="986706" y="116021"/>
                </a:lnTo>
                <a:lnTo>
                  <a:pt x="986706" y="113084"/>
                </a:lnTo>
                <a:cubicBezTo>
                  <a:pt x="990840" y="113084"/>
                  <a:pt x="993682" y="112592"/>
                  <a:pt x="995232" y="111608"/>
                </a:cubicBezTo>
                <a:cubicBezTo>
                  <a:pt x="996782" y="110622"/>
                  <a:pt x="997857" y="109145"/>
                  <a:pt x="998455" y="107176"/>
                </a:cubicBezTo>
                <a:cubicBezTo>
                  <a:pt x="998727" y="106245"/>
                  <a:pt x="998863" y="103536"/>
                  <a:pt x="998863" y="99051"/>
                </a:cubicBezTo>
                <a:lnTo>
                  <a:pt x="998863" y="67134"/>
                </a:lnTo>
                <a:cubicBezTo>
                  <a:pt x="998863" y="61084"/>
                  <a:pt x="997965" y="56720"/>
                  <a:pt x="996170" y="54041"/>
                </a:cubicBezTo>
                <a:cubicBezTo>
                  <a:pt x="993777" y="50541"/>
                  <a:pt x="990432" y="48791"/>
                  <a:pt x="986135" y="48791"/>
                </a:cubicBezTo>
                <a:cubicBezTo>
                  <a:pt x="983198" y="48791"/>
                  <a:pt x="980287" y="49583"/>
                  <a:pt x="977405" y="51167"/>
                </a:cubicBezTo>
                <a:cubicBezTo>
                  <a:pt x="972890" y="53571"/>
                  <a:pt x="969409" y="56274"/>
                  <a:pt x="966961" y="59278"/>
                </a:cubicBezTo>
                <a:lnTo>
                  <a:pt x="966961" y="99051"/>
                </a:lnTo>
                <a:cubicBezTo>
                  <a:pt x="966961" y="103975"/>
                  <a:pt x="967301" y="107176"/>
                  <a:pt x="967981" y="108653"/>
                </a:cubicBezTo>
                <a:cubicBezTo>
                  <a:pt x="968661" y="110130"/>
                  <a:pt x="969667" y="111238"/>
                  <a:pt x="971000" y="111978"/>
                </a:cubicBezTo>
                <a:cubicBezTo>
                  <a:pt x="972332" y="112715"/>
                  <a:pt x="975038" y="113084"/>
                  <a:pt x="979118" y="113084"/>
                </a:cubicBezTo>
                <a:lnTo>
                  <a:pt x="979118" y="116021"/>
                </a:lnTo>
                <a:lnTo>
                  <a:pt x="942158" y="116021"/>
                </a:lnTo>
                <a:lnTo>
                  <a:pt x="942158" y="113084"/>
                </a:lnTo>
                <a:cubicBezTo>
                  <a:pt x="945584" y="113084"/>
                  <a:pt x="947978" y="112715"/>
                  <a:pt x="949338" y="111978"/>
                </a:cubicBezTo>
                <a:cubicBezTo>
                  <a:pt x="950697" y="111238"/>
                  <a:pt x="951731" y="110062"/>
                  <a:pt x="952438" y="108449"/>
                </a:cubicBezTo>
                <a:cubicBezTo>
                  <a:pt x="953145" y="106834"/>
                  <a:pt x="953499" y="103701"/>
                  <a:pt x="953499" y="99051"/>
                </a:cubicBezTo>
                <a:lnTo>
                  <a:pt x="953499" y="70657"/>
                </a:lnTo>
                <a:cubicBezTo>
                  <a:pt x="953499" y="62444"/>
                  <a:pt x="953254" y="57140"/>
                  <a:pt x="952764" y="54747"/>
                </a:cubicBezTo>
                <a:cubicBezTo>
                  <a:pt x="952384" y="52952"/>
                  <a:pt x="951785" y="51715"/>
                  <a:pt x="950969" y="51035"/>
                </a:cubicBezTo>
                <a:cubicBezTo>
                  <a:pt x="950153" y="50355"/>
                  <a:pt x="949038" y="50015"/>
                  <a:pt x="947624" y="50015"/>
                </a:cubicBezTo>
                <a:cubicBezTo>
                  <a:pt x="946101" y="50015"/>
                  <a:pt x="944279" y="50423"/>
                  <a:pt x="942158" y="51239"/>
                </a:cubicBezTo>
                <a:lnTo>
                  <a:pt x="940934" y="48301"/>
                </a:lnTo>
                <a:lnTo>
                  <a:pt x="963453" y="39163"/>
                </a:lnTo>
                <a:lnTo>
                  <a:pt x="966961" y="39163"/>
                </a:lnTo>
                <a:lnTo>
                  <a:pt x="966961" y="55214"/>
                </a:lnTo>
                <a:close/>
                <a:moveTo>
                  <a:pt x="1096929" y="55214"/>
                </a:moveTo>
                <a:cubicBezTo>
                  <a:pt x="1102368" y="49727"/>
                  <a:pt x="1105578" y="46572"/>
                  <a:pt x="1106557" y="45749"/>
                </a:cubicBezTo>
                <a:cubicBezTo>
                  <a:pt x="1109004" y="43664"/>
                  <a:pt x="1111642" y="42044"/>
                  <a:pt x="1114471" y="40892"/>
                </a:cubicBezTo>
                <a:cubicBezTo>
                  <a:pt x="1117299" y="39740"/>
                  <a:pt x="1120101" y="39163"/>
                  <a:pt x="1122875" y="39163"/>
                </a:cubicBezTo>
                <a:cubicBezTo>
                  <a:pt x="1127553" y="39163"/>
                  <a:pt x="1131578" y="40535"/>
                  <a:pt x="1134950" y="43279"/>
                </a:cubicBezTo>
                <a:cubicBezTo>
                  <a:pt x="1138322" y="46022"/>
                  <a:pt x="1140580" y="50000"/>
                  <a:pt x="1141722" y="55214"/>
                </a:cubicBezTo>
                <a:cubicBezTo>
                  <a:pt x="1147325" y="48629"/>
                  <a:pt x="1152057" y="44308"/>
                  <a:pt x="1155919" y="42251"/>
                </a:cubicBezTo>
                <a:cubicBezTo>
                  <a:pt x="1159781" y="40193"/>
                  <a:pt x="1163751" y="39163"/>
                  <a:pt x="1167831" y="39163"/>
                </a:cubicBezTo>
                <a:cubicBezTo>
                  <a:pt x="1171802" y="39163"/>
                  <a:pt x="1175324" y="40181"/>
                  <a:pt x="1178397" y="42215"/>
                </a:cubicBezTo>
                <a:cubicBezTo>
                  <a:pt x="1181470" y="44248"/>
                  <a:pt x="1183904" y="47571"/>
                  <a:pt x="1185699" y="52182"/>
                </a:cubicBezTo>
                <a:cubicBezTo>
                  <a:pt x="1186896" y="55328"/>
                  <a:pt x="1187494" y="60265"/>
                  <a:pt x="1187494" y="66991"/>
                </a:cubicBezTo>
                <a:lnTo>
                  <a:pt x="1187494" y="99051"/>
                </a:lnTo>
                <a:cubicBezTo>
                  <a:pt x="1187494" y="103756"/>
                  <a:pt x="1187848" y="106984"/>
                  <a:pt x="1188555" y="108734"/>
                </a:cubicBezTo>
                <a:cubicBezTo>
                  <a:pt x="1189099" y="109938"/>
                  <a:pt x="1190105" y="110964"/>
                  <a:pt x="1191574" y="111812"/>
                </a:cubicBezTo>
                <a:cubicBezTo>
                  <a:pt x="1193042" y="112660"/>
                  <a:pt x="1195436" y="113084"/>
                  <a:pt x="1198754" y="113084"/>
                </a:cubicBezTo>
                <a:lnTo>
                  <a:pt x="1198754" y="116021"/>
                </a:lnTo>
                <a:lnTo>
                  <a:pt x="1161875" y="116021"/>
                </a:lnTo>
                <a:lnTo>
                  <a:pt x="1161875" y="113084"/>
                </a:lnTo>
                <a:lnTo>
                  <a:pt x="1163425" y="113084"/>
                </a:lnTo>
                <a:cubicBezTo>
                  <a:pt x="1166634" y="113084"/>
                  <a:pt x="1169136" y="112455"/>
                  <a:pt x="1170931" y="111197"/>
                </a:cubicBezTo>
                <a:cubicBezTo>
                  <a:pt x="1172182" y="110322"/>
                  <a:pt x="1173080" y="108926"/>
                  <a:pt x="1173624" y="107011"/>
                </a:cubicBezTo>
                <a:cubicBezTo>
                  <a:pt x="1173841" y="106081"/>
                  <a:pt x="1173950" y="103428"/>
                  <a:pt x="1173950" y="99051"/>
                </a:cubicBezTo>
                <a:lnTo>
                  <a:pt x="1173950" y="67113"/>
                </a:lnTo>
                <a:cubicBezTo>
                  <a:pt x="1173950" y="61060"/>
                  <a:pt x="1173216" y="56791"/>
                  <a:pt x="1171747" y="54306"/>
                </a:cubicBezTo>
                <a:cubicBezTo>
                  <a:pt x="1169626" y="50847"/>
                  <a:pt x="1166226" y="49117"/>
                  <a:pt x="1161548" y="49117"/>
                </a:cubicBezTo>
                <a:cubicBezTo>
                  <a:pt x="1158666" y="49117"/>
                  <a:pt x="1155769" y="49836"/>
                  <a:pt x="1152859" y="51272"/>
                </a:cubicBezTo>
                <a:cubicBezTo>
                  <a:pt x="1149949" y="52708"/>
                  <a:pt x="1146427" y="55377"/>
                  <a:pt x="1142293" y="59278"/>
                </a:cubicBezTo>
                <a:lnTo>
                  <a:pt x="1142130" y="60173"/>
                </a:lnTo>
                <a:lnTo>
                  <a:pt x="1142293" y="63656"/>
                </a:lnTo>
                <a:lnTo>
                  <a:pt x="1142293" y="99051"/>
                </a:lnTo>
                <a:cubicBezTo>
                  <a:pt x="1142293" y="104194"/>
                  <a:pt x="1142579" y="107395"/>
                  <a:pt x="1143150" y="108653"/>
                </a:cubicBezTo>
                <a:cubicBezTo>
                  <a:pt x="1143721" y="109911"/>
                  <a:pt x="1144795" y="110964"/>
                  <a:pt x="1146373" y="111812"/>
                </a:cubicBezTo>
                <a:cubicBezTo>
                  <a:pt x="1147950" y="112660"/>
                  <a:pt x="1150643" y="113084"/>
                  <a:pt x="1154450" y="113084"/>
                </a:cubicBezTo>
                <a:lnTo>
                  <a:pt x="1154450" y="116021"/>
                </a:lnTo>
                <a:lnTo>
                  <a:pt x="1116674" y="116021"/>
                </a:lnTo>
                <a:lnTo>
                  <a:pt x="1116674" y="113084"/>
                </a:lnTo>
                <a:cubicBezTo>
                  <a:pt x="1120808" y="113084"/>
                  <a:pt x="1123650" y="112592"/>
                  <a:pt x="1125200" y="111608"/>
                </a:cubicBezTo>
                <a:cubicBezTo>
                  <a:pt x="1126750" y="110622"/>
                  <a:pt x="1127825" y="109145"/>
                  <a:pt x="1128423" y="107176"/>
                </a:cubicBezTo>
                <a:cubicBezTo>
                  <a:pt x="1128695" y="106245"/>
                  <a:pt x="1128831" y="103536"/>
                  <a:pt x="1128831" y="99051"/>
                </a:cubicBezTo>
                <a:lnTo>
                  <a:pt x="1128831" y="67134"/>
                </a:lnTo>
                <a:cubicBezTo>
                  <a:pt x="1128831" y="61084"/>
                  <a:pt x="1127933" y="56720"/>
                  <a:pt x="1126138" y="54041"/>
                </a:cubicBezTo>
                <a:cubicBezTo>
                  <a:pt x="1123745" y="50541"/>
                  <a:pt x="1120400" y="48791"/>
                  <a:pt x="1116103" y="48791"/>
                </a:cubicBezTo>
                <a:cubicBezTo>
                  <a:pt x="1113165" y="48791"/>
                  <a:pt x="1110255" y="49583"/>
                  <a:pt x="1107373" y="51167"/>
                </a:cubicBezTo>
                <a:cubicBezTo>
                  <a:pt x="1102858" y="53571"/>
                  <a:pt x="1099377" y="56274"/>
                  <a:pt x="1096929" y="59278"/>
                </a:cubicBezTo>
                <a:lnTo>
                  <a:pt x="1096929" y="99051"/>
                </a:lnTo>
                <a:cubicBezTo>
                  <a:pt x="1096929" y="103975"/>
                  <a:pt x="1097269" y="107176"/>
                  <a:pt x="1097949" y="108653"/>
                </a:cubicBezTo>
                <a:cubicBezTo>
                  <a:pt x="1098629" y="110130"/>
                  <a:pt x="1099635" y="111238"/>
                  <a:pt x="1100968" y="111978"/>
                </a:cubicBezTo>
                <a:cubicBezTo>
                  <a:pt x="1102300" y="112715"/>
                  <a:pt x="1105006" y="113084"/>
                  <a:pt x="1109086" y="113084"/>
                </a:cubicBezTo>
                <a:lnTo>
                  <a:pt x="1109086" y="116021"/>
                </a:lnTo>
                <a:lnTo>
                  <a:pt x="1072126" y="116021"/>
                </a:lnTo>
                <a:lnTo>
                  <a:pt x="1072126" y="113084"/>
                </a:lnTo>
                <a:cubicBezTo>
                  <a:pt x="1075552" y="113084"/>
                  <a:pt x="1077946" y="112715"/>
                  <a:pt x="1079305" y="111978"/>
                </a:cubicBezTo>
                <a:cubicBezTo>
                  <a:pt x="1080665" y="111238"/>
                  <a:pt x="1081699" y="110062"/>
                  <a:pt x="1082406" y="108449"/>
                </a:cubicBezTo>
                <a:cubicBezTo>
                  <a:pt x="1083113" y="106834"/>
                  <a:pt x="1083467" y="103701"/>
                  <a:pt x="1083467" y="99051"/>
                </a:cubicBezTo>
                <a:lnTo>
                  <a:pt x="1083467" y="70657"/>
                </a:lnTo>
                <a:cubicBezTo>
                  <a:pt x="1083467" y="62444"/>
                  <a:pt x="1083222" y="57140"/>
                  <a:pt x="1082732" y="54747"/>
                </a:cubicBezTo>
                <a:cubicBezTo>
                  <a:pt x="1082352" y="52952"/>
                  <a:pt x="1081753" y="51715"/>
                  <a:pt x="1080937" y="51035"/>
                </a:cubicBezTo>
                <a:cubicBezTo>
                  <a:pt x="1080121" y="50355"/>
                  <a:pt x="1079006" y="50015"/>
                  <a:pt x="1077592" y="50015"/>
                </a:cubicBezTo>
                <a:cubicBezTo>
                  <a:pt x="1076069" y="50015"/>
                  <a:pt x="1074247" y="50423"/>
                  <a:pt x="1072126" y="51239"/>
                </a:cubicBezTo>
                <a:lnTo>
                  <a:pt x="1070902" y="48301"/>
                </a:lnTo>
                <a:lnTo>
                  <a:pt x="1093421" y="39163"/>
                </a:lnTo>
                <a:lnTo>
                  <a:pt x="1096929" y="39163"/>
                </a:lnTo>
                <a:lnTo>
                  <a:pt x="1096929" y="55214"/>
                </a:lnTo>
                <a:close/>
                <a:moveTo>
                  <a:pt x="1270221" y="41285"/>
                </a:moveTo>
                <a:lnTo>
                  <a:pt x="1270221" y="86812"/>
                </a:lnTo>
                <a:cubicBezTo>
                  <a:pt x="1270221" y="95354"/>
                  <a:pt x="1270425" y="100578"/>
                  <a:pt x="1270833" y="102485"/>
                </a:cubicBezTo>
                <a:cubicBezTo>
                  <a:pt x="1271241" y="104391"/>
                  <a:pt x="1271894" y="105722"/>
                  <a:pt x="1272791" y="106480"/>
                </a:cubicBezTo>
                <a:cubicBezTo>
                  <a:pt x="1273689" y="107239"/>
                  <a:pt x="1274736" y="107618"/>
                  <a:pt x="1275933" y="107618"/>
                </a:cubicBezTo>
                <a:cubicBezTo>
                  <a:pt x="1277619" y="107618"/>
                  <a:pt x="1279523" y="107155"/>
                  <a:pt x="1281644" y="106231"/>
                </a:cubicBezTo>
                <a:lnTo>
                  <a:pt x="1282786" y="109168"/>
                </a:lnTo>
                <a:lnTo>
                  <a:pt x="1260431" y="118306"/>
                </a:lnTo>
                <a:lnTo>
                  <a:pt x="1256759" y="118306"/>
                </a:lnTo>
                <a:lnTo>
                  <a:pt x="1256759" y="102551"/>
                </a:lnTo>
                <a:cubicBezTo>
                  <a:pt x="1250341" y="109481"/>
                  <a:pt x="1245445" y="113840"/>
                  <a:pt x="1242073" y="115626"/>
                </a:cubicBezTo>
                <a:cubicBezTo>
                  <a:pt x="1238700" y="117413"/>
                  <a:pt x="1235138" y="118306"/>
                  <a:pt x="1231384" y="118306"/>
                </a:cubicBezTo>
                <a:cubicBezTo>
                  <a:pt x="1227196" y="118306"/>
                  <a:pt x="1223565" y="117096"/>
                  <a:pt x="1220492" y="114675"/>
                </a:cubicBezTo>
                <a:cubicBezTo>
                  <a:pt x="1217419" y="112255"/>
                  <a:pt x="1215284" y="109141"/>
                  <a:pt x="1214087" y="105333"/>
                </a:cubicBezTo>
                <a:cubicBezTo>
                  <a:pt x="1212891" y="101526"/>
                  <a:pt x="1212292" y="96141"/>
                  <a:pt x="1212292" y="89178"/>
                </a:cubicBezTo>
                <a:lnTo>
                  <a:pt x="1212292" y="55808"/>
                </a:lnTo>
                <a:cubicBezTo>
                  <a:pt x="1212292" y="52247"/>
                  <a:pt x="1211912" y="49782"/>
                  <a:pt x="1211150" y="48414"/>
                </a:cubicBezTo>
                <a:cubicBezTo>
                  <a:pt x="1210389" y="47044"/>
                  <a:pt x="1209260" y="45989"/>
                  <a:pt x="1207764" y="45249"/>
                </a:cubicBezTo>
                <a:cubicBezTo>
                  <a:pt x="1206268" y="44510"/>
                  <a:pt x="1203562" y="44168"/>
                  <a:pt x="1199646" y="44222"/>
                </a:cubicBezTo>
                <a:lnTo>
                  <a:pt x="1199646" y="41285"/>
                </a:lnTo>
                <a:lnTo>
                  <a:pt x="1225836" y="41285"/>
                </a:lnTo>
                <a:lnTo>
                  <a:pt x="1225836" y="91361"/>
                </a:lnTo>
                <a:cubicBezTo>
                  <a:pt x="1225836" y="98332"/>
                  <a:pt x="1227047" y="102907"/>
                  <a:pt x="1229467" y="105086"/>
                </a:cubicBezTo>
                <a:cubicBezTo>
                  <a:pt x="1231888" y="107263"/>
                  <a:pt x="1234811" y="108352"/>
                  <a:pt x="1238238" y="108352"/>
                </a:cubicBezTo>
                <a:cubicBezTo>
                  <a:pt x="1240577" y="108352"/>
                  <a:pt x="1243229" y="107617"/>
                  <a:pt x="1246193" y="106146"/>
                </a:cubicBezTo>
                <a:cubicBezTo>
                  <a:pt x="1249157" y="104676"/>
                  <a:pt x="1252679" y="101871"/>
                  <a:pt x="1256759" y="97732"/>
                </a:cubicBezTo>
                <a:lnTo>
                  <a:pt x="1256759" y="55481"/>
                </a:lnTo>
                <a:cubicBezTo>
                  <a:pt x="1256759" y="51145"/>
                  <a:pt x="1255984" y="48212"/>
                  <a:pt x="1254434" y="46682"/>
                </a:cubicBezTo>
                <a:cubicBezTo>
                  <a:pt x="1252883" y="45153"/>
                  <a:pt x="1249661" y="44332"/>
                  <a:pt x="1244765" y="44222"/>
                </a:cubicBezTo>
                <a:lnTo>
                  <a:pt x="1244765" y="41285"/>
                </a:lnTo>
                <a:lnTo>
                  <a:pt x="1270221" y="41285"/>
                </a:lnTo>
                <a:close/>
                <a:moveTo>
                  <a:pt x="1310037" y="54910"/>
                </a:moveTo>
                <a:cubicBezTo>
                  <a:pt x="1318795" y="44412"/>
                  <a:pt x="1327144" y="39163"/>
                  <a:pt x="1335086" y="39163"/>
                </a:cubicBezTo>
                <a:cubicBezTo>
                  <a:pt x="1339165" y="39163"/>
                  <a:pt x="1342674" y="40181"/>
                  <a:pt x="1345611" y="42215"/>
                </a:cubicBezTo>
                <a:cubicBezTo>
                  <a:pt x="1348548" y="44248"/>
                  <a:pt x="1350887" y="47598"/>
                  <a:pt x="1352628" y="52264"/>
                </a:cubicBezTo>
                <a:cubicBezTo>
                  <a:pt x="1353824" y="55519"/>
                  <a:pt x="1354423" y="60509"/>
                  <a:pt x="1354423" y="67235"/>
                </a:cubicBezTo>
                <a:lnTo>
                  <a:pt x="1354423" y="99051"/>
                </a:lnTo>
                <a:cubicBezTo>
                  <a:pt x="1354423" y="103810"/>
                  <a:pt x="1354803" y="107038"/>
                  <a:pt x="1355565" y="108734"/>
                </a:cubicBezTo>
                <a:cubicBezTo>
                  <a:pt x="1356163" y="110103"/>
                  <a:pt x="1357129" y="111170"/>
                  <a:pt x="1358461" y="111937"/>
                </a:cubicBezTo>
                <a:cubicBezTo>
                  <a:pt x="1359794" y="112702"/>
                  <a:pt x="1362255" y="113084"/>
                  <a:pt x="1365845" y="113084"/>
                </a:cubicBezTo>
                <a:lnTo>
                  <a:pt x="1365845" y="116021"/>
                </a:lnTo>
                <a:lnTo>
                  <a:pt x="1328885" y="116021"/>
                </a:lnTo>
                <a:lnTo>
                  <a:pt x="1328885" y="113084"/>
                </a:lnTo>
                <a:lnTo>
                  <a:pt x="1330435" y="113084"/>
                </a:lnTo>
                <a:cubicBezTo>
                  <a:pt x="1333916" y="113084"/>
                  <a:pt x="1336350" y="112551"/>
                  <a:pt x="1337737" y="111485"/>
                </a:cubicBezTo>
                <a:cubicBezTo>
                  <a:pt x="1339124" y="110418"/>
                  <a:pt x="1340090" y="108845"/>
                  <a:pt x="1340634" y="106766"/>
                </a:cubicBezTo>
                <a:cubicBezTo>
                  <a:pt x="1340851" y="105945"/>
                  <a:pt x="1340960" y="103373"/>
                  <a:pt x="1340960" y="99051"/>
                </a:cubicBezTo>
                <a:lnTo>
                  <a:pt x="1340960" y="68505"/>
                </a:lnTo>
                <a:cubicBezTo>
                  <a:pt x="1340960" y="61716"/>
                  <a:pt x="1340076" y="56788"/>
                  <a:pt x="1338308" y="53720"/>
                </a:cubicBezTo>
                <a:cubicBezTo>
                  <a:pt x="1336541" y="50651"/>
                  <a:pt x="1333563" y="49117"/>
                  <a:pt x="1329374" y="49117"/>
                </a:cubicBezTo>
                <a:cubicBezTo>
                  <a:pt x="1322902" y="49117"/>
                  <a:pt x="1316456" y="52653"/>
                  <a:pt x="1310037" y="59724"/>
                </a:cubicBezTo>
                <a:lnTo>
                  <a:pt x="1310037" y="99051"/>
                </a:lnTo>
                <a:cubicBezTo>
                  <a:pt x="1310037" y="104138"/>
                  <a:pt x="1310337" y="107284"/>
                  <a:pt x="1310935" y="108490"/>
                </a:cubicBezTo>
                <a:cubicBezTo>
                  <a:pt x="1311696" y="110075"/>
                  <a:pt x="1312744" y="111238"/>
                  <a:pt x="1314076" y="111978"/>
                </a:cubicBezTo>
                <a:cubicBezTo>
                  <a:pt x="1315409" y="112715"/>
                  <a:pt x="1318115" y="113084"/>
                  <a:pt x="1322194" y="113084"/>
                </a:cubicBezTo>
                <a:lnTo>
                  <a:pt x="1322194" y="116021"/>
                </a:lnTo>
                <a:lnTo>
                  <a:pt x="1285234" y="116021"/>
                </a:lnTo>
                <a:lnTo>
                  <a:pt x="1285234" y="113084"/>
                </a:lnTo>
                <a:lnTo>
                  <a:pt x="1286866" y="113084"/>
                </a:lnTo>
                <a:cubicBezTo>
                  <a:pt x="1290673" y="113084"/>
                  <a:pt x="1293243" y="112114"/>
                  <a:pt x="1294576" y="110172"/>
                </a:cubicBezTo>
                <a:cubicBezTo>
                  <a:pt x="1295909" y="108230"/>
                  <a:pt x="1296575" y="104522"/>
                  <a:pt x="1296575" y="99051"/>
                </a:cubicBezTo>
                <a:lnTo>
                  <a:pt x="1296575" y="71473"/>
                </a:lnTo>
                <a:cubicBezTo>
                  <a:pt x="1296575" y="62498"/>
                  <a:pt x="1296371" y="57032"/>
                  <a:pt x="1295963" y="55073"/>
                </a:cubicBezTo>
                <a:cubicBezTo>
                  <a:pt x="1295555" y="53115"/>
                  <a:pt x="1294930" y="51783"/>
                  <a:pt x="1294087" y="51076"/>
                </a:cubicBezTo>
                <a:cubicBezTo>
                  <a:pt x="1293243" y="50368"/>
                  <a:pt x="1292115" y="50015"/>
                  <a:pt x="1290701" y="50015"/>
                </a:cubicBezTo>
                <a:cubicBezTo>
                  <a:pt x="1289178" y="50015"/>
                  <a:pt x="1287355" y="50423"/>
                  <a:pt x="1285234" y="51239"/>
                </a:cubicBezTo>
                <a:lnTo>
                  <a:pt x="1284010" y="48301"/>
                </a:lnTo>
                <a:lnTo>
                  <a:pt x="1306529" y="39163"/>
                </a:lnTo>
                <a:lnTo>
                  <a:pt x="1310037" y="39163"/>
                </a:lnTo>
                <a:lnTo>
                  <a:pt x="1310037" y="54910"/>
                </a:lnTo>
                <a:close/>
                <a:moveTo>
                  <a:pt x="1390813" y="0"/>
                </a:moveTo>
                <a:cubicBezTo>
                  <a:pt x="1393097" y="0"/>
                  <a:pt x="1395042" y="807"/>
                  <a:pt x="1396646" y="2420"/>
                </a:cubicBezTo>
                <a:cubicBezTo>
                  <a:pt x="1398251" y="4031"/>
                  <a:pt x="1399053" y="5985"/>
                  <a:pt x="1399053" y="8281"/>
                </a:cubicBezTo>
                <a:cubicBezTo>
                  <a:pt x="1399053" y="10578"/>
                  <a:pt x="1398251" y="12546"/>
                  <a:pt x="1396646" y="14187"/>
                </a:cubicBezTo>
                <a:cubicBezTo>
                  <a:pt x="1395042" y="15825"/>
                  <a:pt x="1393097" y="16644"/>
                  <a:pt x="1390813" y="16644"/>
                </a:cubicBezTo>
                <a:cubicBezTo>
                  <a:pt x="1388528" y="16644"/>
                  <a:pt x="1386570" y="15825"/>
                  <a:pt x="1384938" y="14187"/>
                </a:cubicBezTo>
                <a:cubicBezTo>
                  <a:pt x="1383306" y="12546"/>
                  <a:pt x="1382490" y="10578"/>
                  <a:pt x="1382490" y="8281"/>
                </a:cubicBezTo>
                <a:cubicBezTo>
                  <a:pt x="1382490" y="5985"/>
                  <a:pt x="1383293" y="4031"/>
                  <a:pt x="1384897" y="2420"/>
                </a:cubicBezTo>
                <a:cubicBezTo>
                  <a:pt x="1386502" y="807"/>
                  <a:pt x="1388474" y="0"/>
                  <a:pt x="1390813" y="0"/>
                </a:cubicBezTo>
                <a:moveTo>
                  <a:pt x="1397585" y="39163"/>
                </a:moveTo>
                <a:lnTo>
                  <a:pt x="1397585" y="99051"/>
                </a:lnTo>
                <a:cubicBezTo>
                  <a:pt x="1397585" y="103756"/>
                  <a:pt x="1397925" y="106888"/>
                  <a:pt x="1398605" y="108449"/>
                </a:cubicBezTo>
                <a:cubicBezTo>
                  <a:pt x="1399284" y="110007"/>
                  <a:pt x="1400291" y="111170"/>
                  <a:pt x="1401623" y="111937"/>
                </a:cubicBezTo>
                <a:cubicBezTo>
                  <a:pt x="1402956" y="112702"/>
                  <a:pt x="1405390" y="113084"/>
                  <a:pt x="1408926" y="113084"/>
                </a:cubicBezTo>
                <a:lnTo>
                  <a:pt x="1408926" y="116021"/>
                </a:lnTo>
                <a:lnTo>
                  <a:pt x="1372618" y="116021"/>
                </a:lnTo>
                <a:lnTo>
                  <a:pt x="1372618" y="113084"/>
                </a:lnTo>
                <a:cubicBezTo>
                  <a:pt x="1376262" y="113084"/>
                  <a:pt x="1378710" y="112729"/>
                  <a:pt x="1379961" y="112018"/>
                </a:cubicBezTo>
                <a:cubicBezTo>
                  <a:pt x="1381212" y="111306"/>
                  <a:pt x="1382205" y="110130"/>
                  <a:pt x="1382939" y="108490"/>
                </a:cubicBezTo>
                <a:cubicBezTo>
                  <a:pt x="1383674" y="106848"/>
                  <a:pt x="1384041" y="103701"/>
                  <a:pt x="1384041" y="99051"/>
                </a:cubicBezTo>
                <a:lnTo>
                  <a:pt x="1384041" y="70494"/>
                </a:lnTo>
                <a:cubicBezTo>
                  <a:pt x="1384041" y="62355"/>
                  <a:pt x="1383796" y="57084"/>
                  <a:pt x="1383306" y="54681"/>
                </a:cubicBezTo>
                <a:cubicBezTo>
                  <a:pt x="1382926" y="52932"/>
                  <a:pt x="1382327" y="51717"/>
                  <a:pt x="1381511" y="51037"/>
                </a:cubicBezTo>
                <a:cubicBezTo>
                  <a:pt x="1380695" y="50356"/>
                  <a:pt x="1379580" y="50015"/>
                  <a:pt x="1378166" y="50015"/>
                </a:cubicBezTo>
                <a:cubicBezTo>
                  <a:pt x="1376643" y="50015"/>
                  <a:pt x="1374794" y="50423"/>
                  <a:pt x="1372618" y="51239"/>
                </a:cubicBezTo>
                <a:lnTo>
                  <a:pt x="1371476" y="48301"/>
                </a:lnTo>
                <a:lnTo>
                  <a:pt x="1393995" y="39163"/>
                </a:lnTo>
                <a:lnTo>
                  <a:pt x="1397585" y="39163"/>
                </a:lnTo>
                <a:close/>
                <a:moveTo>
                  <a:pt x="1481699" y="87628"/>
                </a:moveTo>
                <a:cubicBezTo>
                  <a:pt x="1479686" y="97473"/>
                  <a:pt x="1475743" y="105047"/>
                  <a:pt x="1469868" y="110351"/>
                </a:cubicBezTo>
                <a:cubicBezTo>
                  <a:pt x="1463994" y="115654"/>
                  <a:pt x="1457494" y="118306"/>
                  <a:pt x="1450368" y="118306"/>
                </a:cubicBezTo>
                <a:cubicBezTo>
                  <a:pt x="1441883" y="118306"/>
                  <a:pt x="1434485" y="114747"/>
                  <a:pt x="1428176" y="107630"/>
                </a:cubicBezTo>
                <a:cubicBezTo>
                  <a:pt x="1421866" y="100512"/>
                  <a:pt x="1418711" y="90893"/>
                  <a:pt x="1418711" y="78775"/>
                </a:cubicBezTo>
                <a:cubicBezTo>
                  <a:pt x="1418711" y="67038"/>
                  <a:pt x="1422206" y="57502"/>
                  <a:pt x="1429196" y="50168"/>
                </a:cubicBezTo>
                <a:cubicBezTo>
                  <a:pt x="1436185" y="42831"/>
                  <a:pt x="1444575" y="39163"/>
                  <a:pt x="1454366" y="39163"/>
                </a:cubicBezTo>
                <a:cubicBezTo>
                  <a:pt x="1461709" y="39163"/>
                  <a:pt x="1467747" y="41115"/>
                  <a:pt x="1472479" y="45017"/>
                </a:cubicBezTo>
                <a:cubicBezTo>
                  <a:pt x="1477211" y="48918"/>
                  <a:pt x="1479578" y="52970"/>
                  <a:pt x="1479578" y="57172"/>
                </a:cubicBezTo>
                <a:cubicBezTo>
                  <a:pt x="1479578" y="59246"/>
                  <a:pt x="1478911" y="60924"/>
                  <a:pt x="1477579" y="62207"/>
                </a:cubicBezTo>
                <a:cubicBezTo>
                  <a:pt x="1476246" y="63489"/>
                  <a:pt x="1474383" y="64130"/>
                  <a:pt x="1471990" y="64130"/>
                </a:cubicBezTo>
                <a:cubicBezTo>
                  <a:pt x="1468780" y="64130"/>
                  <a:pt x="1466360" y="63088"/>
                  <a:pt x="1464728" y="61004"/>
                </a:cubicBezTo>
                <a:cubicBezTo>
                  <a:pt x="1463803" y="59852"/>
                  <a:pt x="1463191" y="57657"/>
                  <a:pt x="1462892" y="54421"/>
                </a:cubicBezTo>
                <a:cubicBezTo>
                  <a:pt x="1462593" y="51184"/>
                  <a:pt x="1461492" y="48716"/>
                  <a:pt x="1459588" y="47016"/>
                </a:cubicBezTo>
                <a:cubicBezTo>
                  <a:pt x="1457684" y="45371"/>
                  <a:pt x="1455046" y="44548"/>
                  <a:pt x="1451674" y="44548"/>
                </a:cubicBezTo>
                <a:cubicBezTo>
                  <a:pt x="1446234" y="44548"/>
                  <a:pt x="1441856" y="46561"/>
                  <a:pt x="1438538" y="50586"/>
                </a:cubicBezTo>
                <a:cubicBezTo>
                  <a:pt x="1434132" y="55917"/>
                  <a:pt x="1431929" y="62961"/>
                  <a:pt x="1431929" y="71718"/>
                </a:cubicBezTo>
                <a:cubicBezTo>
                  <a:pt x="1431929" y="80638"/>
                  <a:pt x="1434118" y="88512"/>
                  <a:pt x="1438497" y="95338"/>
                </a:cubicBezTo>
                <a:cubicBezTo>
                  <a:pt x="1442876" y="102165"/>
                  <a:pt x="1448791" y="105578"/>
                  <a:pt x="1456243" y="105578"/>
                </a:cubicBezTo>
                <a:cubicBezTo>
                  <a:pt x="1461573" y="105578"/>
                  <a:pt x="1466360" y="103756"/>
                  <a:pt x="1470603" y="100111"/>
                </a:cubicBezTo>
                <a:cubicBezTo>
                  <a:pt x="1473594" y="97609"/>
                  <a:pt x="1476504" y="93067"/>
                  <a:pt x="1479333" y="86486"/>
                </a:cubicBezTo>
                <a:lnTo>
                  <a:pt x="1481699" y="87628"/>
                </a:lnTo>
                <a:close/>
                <a:moveTo>
                  <a:pt x="1534724" y="105338"/>
                </a:moveTo>
                <a:cubicBezTo>
                  <a:pt x="1527055" y="111265"/>
                  <a:pt x="1522241" y="114690"/>
                  <a:pt x="1520283" y="115613"/>
                </a:cubicBezTo>
                <a:cubicBezTo>
                  <a:pt x="1517346" y="116973"/>
                  <a:pt x="1514218" y="117653"/>
                  <a:pt x="1510900" y="117653"/>
                </a:cubicBezTo>
                <a:cubicBezTo>
                  <a:pt x="1505733" y="117653"/>
                  <a:pt x="1501476" y="115885"/>
                  <a:pt x="1498131" y="112350"/>
                </a:cubicBezTo>
                <a:cubicBezTo>
                  <a:pt x="1494786" y="108814"/>
                  <a:pt x="1493113" y="104164"/>
                  <a:pt x="1493113" y="98398"/>
                </a:cubicBezTo>
                <a:cubicBezTo>
                  <a:pt x="1493113" y="94754"/>
                  <a:pt x="1493929" y="91599"/>
                  <a:pt x="1495561" y="88933"/>
                </a:cubicBezTo>
                <a:cubicBezTo>
                  <a:pt x="1497791" y="85235"/>
                  <a:pt x="1501667" y="81753"/>
                  <a:pt x="1507188" y="78490"/>
                </a:cubicBezTo>
                <a:cubicBezTo>
                  <a:pt x="1512708" y="75226"/>
                  <a:pt x="1521887" y="71256"/>
                  <a:pt x="1534724" y="66578"/>
                </a:cubicBezTo>
                <a:lnTo>
                  <a:pt x="1534724" y="63651"/>
                </a:lnTo>
                <a:cubicBezTo>
                  <a:pt x="1534724" y="56226"/>
                  <a:pt x="1533541" y="51132"/>
                  <a:pt x="1531175" y="48368"/>
                </a:cubicBezTo>
                <a:cubicBezTo>
                  <a:pt x="1528809" y="45604"/>
                  <a:pt x="1525369" y="44222"/>
                  <a:pt x="1520854" y="44222"/>
                </a:cubicBezTo>
                <a:cubicBezTo>
                  <a:pt x="1517427" y="44222"/>
                  <a:pt x="1514707" y="45147"/>
                  <a:pt x="1512695" y="46996"/>
                </a:cubicBezTo>
                <a:cubicBezTo>
                  <a:pt x="1510628" y="48845"/>
                  <a:pt x="1509594" y="50967"/>
                  <a:pt x="1509594" y="53360"/>
                </a:cubicBezTo>
                <a:lnTo>
                  <a:pt x="1509758" y="58092"/>
                </a:lnTo>
                <a:cubicBezTo>
                  <a:pt x="1509758" y="60594"/>
                  <a:pt x="1509119" y="62525"/>
                  <a:pt x="1507840" y="63885"/>
                </a:cubicBezTo>
                <a:cubicBezTo>
                  <a:pt x="1506562" y="65245"/>
                  <a:pt x="1504889" y="65925"/>
                  <a:pt x="1502822" y="65925"/>
                </a:cubicBezTo>
                <a:cubicBezTo>
                  <a:pt x="1500810" y="65925"/>
                  <a:pt x="1499165" y="65216"/>
                  <a:pt x="1497886" y="63798"/>
                </a:cubicBezTo>
                <a:cubicBezTo>
                  <a:pt x="1496608" y="62379"/>
                  <a:pt x="1495969" y="60442"/>
                  <a:pt x="1495969" y="57988"/>
                </a:cubicBezTo>
                <a:cubicBezTo>
                  <a:pt x="1495969" y="53295"/>
                  <a:pt x="1498362" y="48984"/>
                  <a:pt x="1503149" y="45056"/>
                </a:cubicBezTo>
                <a:cubicBezTo>
                  <a:pt x="1507935" y="41127"/>
                  <a:pt x="1514653" y="39163"/>
                  <a:pt x="1523302" y="39163"/>
                </a:cubicBezTo>
                <a:cubicBezTo>
                  <a:pt x="1529938" y="39163"/>
                  <a:pt x="1535377" y="40277"/>
                  <a:pt x="1539620" y="42503"/>
                </a:cubicBezTo>
                <a:cubicBezTo>
                  <a:pt x="1542829" y="44188"/>
                  <a:pt x="1545195" y="46823"/>
                  <a:pt x="1546718" y="50410"/>
                </a:cubicBezTo>
                <a:cubicBezTo>
                  <a:pt x="1547697" y="52746"/>
                  <a:pt x="1548187" y="57526"/>
                  <a:pt x="1548187" y="64752"/>
                </a:cubicBezTo>
                <a:lnTo>
                  <a:pt x="1548187" y="90096"/>
                </a:lnTo>
                <a:cubicBezTo>
                  <a:pt x="1548187" y="97213"/>
                  <a:pt x="1548323" y="101573"/>
                  <a:pt x="1548595" y="103176"/>
                </a:cubicBezTo>
                <a:cubicBezTo>
                  <a:pt x="1548867" y="104779"/>
                  <a:pt x="1549315" y="105852"/>
                  <a:pt x="1549941" y="106396"/>
                </a:cubicBezTo>
                <a:cubicBezTo>
                  <a:pt x="1550566" y="106939"/>
                  <a:pt x="1551287" y="107210"/>
                  <a:pt x="1552103" y="107210"/>
                </a:cubicBezTo>
                <a:cubicBezTo>
                  <a:pt x="1552973" y="107210"/>
                  <a:pt x="1553735" y="107019"/>
                  <a:pt x="1554388" y="106638"/>
                </a:cubicBezTo>
                <a:cubicBezTo>
                  <a:pt x="1555530" y="105931"/>
                  <a:pt x="1557733" y="103946"/>
                  <a:pt x="1560996" y="100682"/>
                </a:cubicBezTo>
                <a:lnTo>
                  <a:pt x="1560996" y="105251"/>
                </a:lnTo>
                <a:cubicBezTo>
                  <a:pt x="1554904" y="113410"/>
                  <a:pt x="1549084" y="117490"/>
                  <a:pt x="1543536" y="117490"/>
                </a:cubicBezTo>
                <a:cubicBezTo>
                  <a:pt x="1540871" y="117490"/>
                  <a:pt x="1538749" y="116572"/>
                  <a:pt x="1537172" y="114736"/>
                </a:cubicBezTo>
                <a:cubicBezTo>
                  <a:pt x="1535595" y="112899"/>
                  <a:pt x="1534779" y="109766"/>
                  <a:pt x="1534724" y="105338"/>
                </a:cubicBezTo>
                <a:moveTo>
                  <a:pt x="1534724" y="100048"/>
                </a:moveTo>
                <a:lnTo>
                  <a:pt x="1534724" y="71636"/>
                </a:lnTo>
                <a:cubicBezTo>
                  <a:pt x="1526511" y="74893"/>
                  <a:pt x="1521207" y="77200"/>
                  <a:pt x="1518814" y="78556"/>
                </a:cubicBezTo>
                <a:cubicBezTo>
                  <a:pt x="1514517" y="80944"/>
                  <a:pt x="1511444" y="83441"/>
                  <a:pt x="1509594" y="86047"/>
                </a:cubicBezTo>
                <a:cubicBezTo>
                  <a:pt x="1507745" y="88651"/>
                  <a:pt x="1506820" y="91500"/>
                  <a:pt x="1506820" y="94594"/>
                </a:cubicBezTo>
                <a:cubicBezTo>
                  <a:pt x="1506820" y="98502"/>
                  <a:pt x="1507990" y="101745"/>
                  <a:pt x="1510329" y="104323"/>
                </a:cubicBezTo>
                <a:cubicBezTo>
                  <a:pt x="1512668" y="106900"/>
                  <a:pt x="1515360" y="108189"/>
                  <a:pt x="1518406" y="108189"/>
                </a:cubicBezTo>
                <a:cubicBezTo>
                  <a:pt x="1522540" y="108189"/>
                  <a:pt x="1527979" y="105475"/>
                  <a:pt x="1534724" y="100048"/>
                </a:cubicBezTo>
                <a:close/>
                <a:moveTo>
                  <a:pt x="1588240" y="16644"/>
                </a:moveTo>
                <a:lnTo>
                  <a:pt x="1588240" y="41285"/>
                </a:lnTo>
                <a:lnTo>
                  <a:pt x="1605701" y="41285"/>
                </a:lnTo>
                <a:lnTo>
                  <a:pt x="1605701" y="46833"/>
                </a:lnTo>
                <a:lnTo>
                  <a:pt x="1588240" y="46996"/>
                </a:lnTo>
                <a:lnTo>
                  <a:pt x="1588240" y="95527"/>
                </a:lnTo>
                <a:cubicBezTo>
                  <a:pt x="1588240" y="100373"/>
                  <a:pt x="1588934" y="103641"/>
                  <a:pt x="1590321" y="105331"/>
                </a:cubicBezTo>
                <a:cubicBezTo>
                  <a:pt x="1591708" y="107018"/>
                  <a:pt x="1593489" y="107862"/>
                  <a:pt x="1595665" y="107862"/>
                </a:cubicBezTo>
                <a:cubicBezTo>
                  <a:pt x="1597460" y="107862"/>
                  <a:pt x="1599201" y="107298"/>
                  <a:pt x="1600887" y="106169"/>
                </a:cubicBezTo>
                <a:cubicBezTo>
                  <a:pt x="1602573" y="105041"/>
                  <a:pt x="1603878" y="103375"/>
                  <a:pt x="1604803" y="101172"/>
                </a:cubicBezTo>
                <a:lnTo>
                  <a:pt x="1607985" y="101172"/>
                </a:lnTo>
                <a:cubicBezTo>
                  <a:pt x="1606081" y="106530"/>
                  <a:pt x="1603389" y="110562"/>
                  <a:pt x="1599908" y="113268"/>
                </a:cubicBezTo>
                <a:cubicBezTo>
                  <a:pt x="1596427" y="115974"/>
                  <a:pt x="1592837" y="117327"/>
                  <a:pt x="1589138" y="117327"/>
                </a:cubicBezTo>
                <a:cubicBezTo>
                  <a:pt x="1586636" y="117327"/>
                  <a:pt x="1584188" y="116631"/>
                  <a:pt x="1581795" y="115239"/>
                </a:cubicBezTo>
                <a:cubicBezTo>
                  <a:pt x="1579401" y="113846"/>
                  <a:pt x="1577634" y="111854"/>
                  <a:pt x="1576491" y="109262"/>
                </a:cubicBezTo>
                <a:cubicBezTo>
                  <a:pt x="1575349" y="106670"/>
                  <a:pt x="1574778" y="102672"/>
                  <a:pt x="1574778" y="97268"/>
                </a:cubicBezTo>
                <a:lnTo>
                  <a:pt x="1574778" y="46833"/>
                </a:lnTo>
                <a:lnTo>
                  <a:pt x="1562947" y="46833"/>
                </a:lnTo>
                <a:lnTo>
                  <a:pt x="1562947" y="44217"/>
                </a:lnTo>
                <a:cubicBezTo>
                  <a:pt x="1565939" y="43027"/>
                  <a:pt x="1568999" y="41013"/>
                  <a:pt x="1572126" y="38174"/>
                </a:cubicBezTo>
                <a:cubicBezTo>
                  <a:pt x="1575254" y="35335"/>
                  <a:pt x="1578042" y="31952"/>
                  <a:pt x="1580489" y="28024"/>
                </a:cubicBezTo>
                <a:cubicBezTo>
                  <a:pt x="1581740" y="25950"/>
                  <a:pt x="1583481" y="22157"/>
                  <a:pt x="1585711" y="16644"/>
                </a:cubicBezTo>
                <a:lnTo>
                  <a:pt x="1588240" y="16644"/>
                </a:lnTo>
                <a:close/>
                <a:moveTo>
                  <a:pt x="1631967" y="0"/>
                </a:moveTo>
                <a:cubicBezTo>
                  <a:pt x="1634252" y="0"/>
                  <a:pt x="1636196" y="807"/>
                  <a:pt x="1637801" y="2420"/>
                </a:cubicBezTo>
                <a:cubicBezTo>
                  <a:pt x="1639406" y="4031"/>
                  <a:pt x="1640208" y="5985"/>
                  <a:pt x="1640208" y="8281"/>
                </a:cubicBezTo>
                <a:cubicBezTo>
                  <a:pt x="1640208" y="10578"/>
                  <a:pt x="1639406" y="12546"/>
                  <a:pt x="1637801" y="14187"/>
                </a:cubicBezTo>
                <a:cubicBezTo>
                  <a:pt x="1636196" y="15825"/>
                  <a:pt x="1634252" y="16644"/>
                  <a:pt x="1631967" y="16644"/>
                </a:cubicBezTo>
                <a:cubicBezTo>
                  <a:pt x="1629683" y="16644"/>
                  <a:pt x="1627725" y="15825"/>
                  <a:pt x="1626093" y="14187"/>
                </a:cubicBezTo>
                <a:cubicBezTo>
                  <a:pt x="1624461" y="12546"/>
                  <a:pt x="1623645" y="10578"/>
                  <a:pt x="1623645" y="8281"/>
                </a:cubicBezTo>
                <a:cubicBezTo>
                  <a:pt x="1623645" y="5985"/>
                  <a:pt x="1624447" y="4031"/>
                  <a:pt x="1626052" y="2420"/>
                </a:cubicBezTo>
                <a:cubicBezTo>
                  <a:pt x="1627657" y="807"/>
                  <a:pt x="1629628" y="0"/>
                  <a:pt x="1631967" y="0"/>
                </a:cubicBezTo>
                <a:moveTo>
                  <a:pt x="1638739" y="39163"/>
                </a:moveTo>
                <a:lnTo>
                  <a:pt x="1638739" y="99051"/>
                </a:lnTo>
                <a:cubicBezTo>
                  <a:pt x="1638739" y="103756"/>
                  <a:pt x="1639079" y="106888"/>
                  <a:pt x="1639759" y="108449"/>
                </a:cubicBezTo>
                <a:cubicBezTo>
                  <a:pt x="1640439" y="110007"/>
                  <a:pt x="1641445" y="111170"/>
                  <a:pt x="1642778" y="111937"/>
                </a:cubicBezTo>
                <a:cubicBezTo>
                  <a:pt x="1644111" y="112702"/>
                  <a:pt x="1646545" y="113084"/>
                  <a:pt x="1650080" y="113084"/>
                </a:cubicBezTo>
                <a:lnTo>
                  <a:pt x="1650080" y="116021"/>
                </a:lnTo>
                <a:lnTo>
                  <a:pt x="1613773" y="116021"/>
                </a:lnTo>
                <a:lnTo>
                  <a:pt x="1613773" y="113084"/>
                </a:lnTo>
                <a:cubicBezTo>
                  <a:pt x="1617417" y="113084"/>
                  <a:pt x="1619865" y="112729"/>
                  <a:pt x="1621116" y="112018"/>
                </a:cubicBezTo>
                <a:cubicBezTo>
                  <a:pt x="1622367" y="111306"/>
                  <a:pt x="1623360" y="110130"/>
                  <a:pt x="1624094" y="108490"/>
                </a:cubicBezTo>
                <a:cubicBezTo>
                  <a:pt x="1624828" y="106848"/>
                  <a:pt x="1625195" y="103701"/>
                  <a:pt x="1625195" y="99051"/>
                </a:cubicBezTo>
                <a:lnTo>
                  <a:pt x="1625195" y="70494"/>
                </a:lnTo>
                <a:cubicBezTo>
                  <a:pt x="1625195" y="62355"/>
                  <a:pt x="1624951" y="57084"/>
                  <a:pt x="1624461" y="54681"/>
                </a:cubicBezTo>
                <a:cubicBezTo>
                  <a:pt x="1624080" y="52932"/>
                  <a:pt x="1623482" y="51717"/>
                  <a:pt x="1622666" y="51037"/>
                </a:cubicBezTo>
                <a:cubicBezTo>
                  <a:pt x="1621850" y="50356"/>
                  <a:pt x="1620735" y="50015"/>
                  <a:pt x="1619321" y="50015"/>
                </a:cubicBezTo>
                <a:cubicBezTo>
                  <a:pt x="1617798" y="50015"/>
                  <a:pt x="1615948" y="50423"/>
                  <a:pt x="1613773" y="51239"/>
                </a:cubicBezTo>
                <a:lnTo>
                  <a:pt x="1612630" y="48301"/>
                </a:lnTo>
                <a:lnTo>
                  <a:pt x="1635149" y="39163"/>
                </a:lnTo>
                <a:lnTo>
                  <a:pt x="1638739" y="39163"/>
                </a:lnTo>
                <a:close/>
                <a:moveTo>
                  <a:pt x="1695929" y="39163"/>
                </a:moveTo>
                <a:cubicBezTo>
                  <a:pt x="1707243" y="39163"/>
                  <a:pt x="1716326" y="43456"/>
                  <a:pt x="1723180" y="52042"/>
                </a:cubicBezTo>
                <a:cubicBezTo>
                  <a:pt x="1729000" y="59376"/>
                  <a:pt x="1731910" y="67799"/>
                  <a:pt x="1731910" y="77309"/>
                </a:cubicBezTo>
                <a:cubicBezTo>
                  <a:pt x="1731910" y="83993"/>
                  <a:pt x="1730306" y="90758"/>
                  <a:pt x="1727096" y="97605"/>
                </a:cubicBezTo>
                <a:cubicBezTo>
                  <a:pt x="1723887" y="104450"/>
                  <a:pt x="1719468" y="109611"/>
                  <a:pt x="1713838" y="113089"/>
                </a:cubicBezTo>
                <a:cubicBezTo>
                  <a:pt x="1708208" y="116567"/>
                  <a:pt x="1701939" y="118306"/>
                  <a:pt x="1695031" y="118306"/>
                </a:cubicBezTo>
                <a:cubicBezTo>
                  <a:pt x="1683772" y="118306"/>
                  <a:pt x="1674824" y="113823"/>
                  <a:pt x="1668188" y="104856"/>
                </a:cubicBezTo>
                <a:cubicBezTo>
                  <a:pt x="1662586" y="97304"/>
                  <a:pt x="1659784" y="88828"/>
                  <a:pt x="1659784" y="79428"/>
                </a:cubicBezTo>
                <a:cubicBezTo>
                  <a:pt x="1659784" y="72581"/>
                  <a:pt x="1661484" y="65775"/>
                  <a:pt x="1664884" y="59010"/>
                </a:cubicBezTo>
                <a:cubicBezTo>
                  <a:pt x="1668283" y="52245"/>
                  <a:pt x="1672757" y="47246"/>
                  <a:pt x="1678305" y="44013"/>
                </a:cubicBezTo>
                <a:cubicBezTo>
                  <a:pt x="1683853" y="40780"/>
                  <a:pt x="1689728" y="39163"/>
                  <a:pt x="1695929" y="39163"/>
                </a:cubicBezTo>
                <a:moveTo>
                  <a:pt x="1693400" y="44548"/>
                </a:moveTo>
                <a:cubicBezTo>
                  <a:pt x="1690517" y="44548"/>
                  <a:pt x="1687620" y="45402"/>
                  <a:pt x="1684710" y="47111"/>
                </a:cubicBezTo>
                <a:cubicBezTo>
                  <a:pt x="1681800" y="48817"/>
                  <a:pt x="1679448" y="51812"/>
                  <a:pt x="1677653" y="56093"/>
                </a:cubicBezTo>
                <a:cubicBezTo>
                  <a:pt x="1675858" y="60375"/>
                  <a:pt x="1674960" y="65876"/>
                  <a:pt x="1674960" y="72595"/>
                </a:cubicBezTo>
                <a:cubicBezTo>
                  <a:pt x="1674960" y="83435"/>
                  <a:pt x="1677122" y="92784"/>
                  <a:pt x="1681447" y="100644"/>
                </a:cubicBezTo>
                <a:cubicBezTo>
                  <a:pt x="1685771" y="108502"/>
                  <a:pt x="1691469" y="112431"/>
                  <a:pt x="1698540" y="112431"/>
                </a:cubicBezTo>
                <a:cubicBezTo>
                  <a:pt x="1703816" y="112431"/>
                  <a:pt x="1708167" y="110263"/>
                  <a:pt x="1711594" y="105927"/>
                </a:cubicBezTo>
                <a:cubicBezTo>
                  <a:pt x="1715021" y="101591"/>
                  <a:pt x="1716734" y="94139"/>
                  <a:pt x="1716734" y="83571"/>
                </a:cubicBezTo>
                <a:cubicBezTo>
                  <a:pt x="1716734" y="70347"/>
                  <a:pt x="1713879" y="59941"/>
                  <a:pt x="1708167" y="52353"/>
                </a:cubicBezTo>
                <a:cubicBezTo>
                  <a:pt x="1704305" y="47150"/>
                  <a:pt x="1699383" y="44548"/>
                  <a:pt x="1693400" y="44548"/>
                </a:cubicBezTo>
                <a:close/>
                <a:moveTo>
                  <a:pt x="1764709" y="54910"/>
                </a:moveTo>
                <a:cubicBezTo>
                  <a:pt x="1773467" y="44412"/>
                  <a:pt x="1781816" y="39163"/>
                  <a:pt x="1789758" y="39163"/>
                </a:cubicBezTo>
                <a:cubicBezTo>
                  <a:pt x="1793837" y="39163"/>
                  <a:pt x="1797346" y="40181"/>
                  <a:pt x="1800283" y="42215"/>
                </a:cubicBezTo>
                <a:cubicBezTo>
                  <a:pt x="1803220" y="44248"/>
                  <a:pt x="1805559" y="47598"/>
                  <a:pt x="1807300" y="52264"/>
                </a:cubicBezTo>
                <a:cubicBezTo>
                  <a:pt x="1808496" y="55519"/>
                  <a:pt x="1809095" y="60509"/>
                  <a:pt x="1809095" y="67235"/>
                </a:cubicBezTo>
                <a:lnTo>
                  <a:pt x="1809095" y="99051"/>
                </a:lnTo>
                <a:cubicBezTo>
                  <a:pt x="1809095" y="103810"/>
                  <a:pt x="1809475" y="107038"/>
                  <a:pt x="1810237" y="108734"/>
                </a:cubicBezTo>
                <a:cubicBezTo>
                  <a:pt x="1810835" y="110103"/>
                  <a:pt x="1811801" y="111170"/>
                  <a:pt x="1813133" y="111937"/>
                </a:cubicBezTo>
                <a:cubicBezTo>
                  <a:pt x="1814466" y="112702"/>
                  <a:pt x="1816927" y="113084"/>
                  <a:pt x="1820517" y="113084"/>
                </a:cubicBezTo>
                <a:lnTo>
                  <a:pt x="1820517" y="116021"/>
                </a:lnTo>
                <a:lnTo>
                  <a:pt x="1783557" y="116021"/>
                </a:lnTo>
                <a:lnTo>
                  <a:pt x="1783557" y="113084"/>
                </a:lnTo>
                <a:lnTo>
                  <a:pt x="1785107" y="113084"/>
                </a:lnTo>
                <a:cubicBezTo>
                  <a:pt x="1788588" y="113084"/>
                  <a:pt x="1791022" y="112551"/>
                  <a:pt x="1792409" y="111485"/>
                </a:cubicBezTo>
                <a:cubicBezTo>
                  <a:pt x="1793796" y="110418"/>
                  <a:pt x="1794762" y="108845"/>
                  <a:pt x="1795306" y="106766"/>
                </a:cubicBezTo>
                <a:cubicBezTo>
                  <a:pt x="1795523" y="105945"/>
                  <a:pt x="1795632" y="103373"/>
                  <a:pt x="1795632" y="99051"/>
                </a:cubicBezTo>
                <a:lnTo>
                  <a:pt x="1795632" y="68505"/>
                </a:lnTo>
                <a:cubicBezTo>
                  <a:pt x="1795632" y="61716"/>
                  <a:pt x="1794748" y="56788"/>
                  <a:pt x="1792980" y="53720"/>
                </a:cubicBezTo>
                <a:cubicBezTo>
                  <a:pt x="1791213" y="50651"/>
                  <a:pt x="1788235" y="49117"/>
                  <a:pt x="1784046" y="49117"/>
                </a:cubicBezTo>
                <a:cubicBezTo>
                  <a:pt x="1777573" y="49117"/>
                  <a:pt x="1771128" y="52653"/>
                  <a:pt x="1764709" y="59724"/>
                </a:cubicBezTo>
                <a:lnTo>
                  <a:pt x="1764709" y="99051"/>
                </a:lnTo>
                <a:cubicBezTo>
                  <a:pt x="1764709" y="104138"/>
                  <a:pt x="1765009" y="107284"/>
                  <a:pt x="1765607" y="108490"/>
                </a:cubicBezTo>
                <a:cubicBezTo>
                  <a:pt x="1766368" y="110075"/>
                  <a:pt x="1767415" y="111238"/>
                  <a:pt x="1768748" y="111978"/>
                </a:cubicBezTo>
                <a:cubicBezTo>
                  <a:pt x="1770081" y="112715"/>
                  <a:pt x="1772787" y="113084"/>
                  <a:pt x="1776866" y="113084"/>
                </a:cubicBezTo>
                <a:lnTo>
                  <a:pt x="1776866" y="116021"/>
                </a:lnTo>
                <a:lnTo>
                  <a:pt x="1739906" y="116021"/>
                </a:lnTo>
                <a:lnTo>
                  <a:pt x="1739906" y="113084"/>
                </a:lnTo>
                <a:lnTo>
                  <a:pt x="1741538" y="113084"/>
                </a:lnTo>
                <a:cubicBezTo>
                  <a:pt x="1745345" y="113084"/>
                  <a:pt x="1747915" y="112114"/>
                  <a:pt x="1749248" y="110172"/>
                </a:cubicBezTo>
                <a:cubicBezTo>
                  <a:pt x="1750581" y="108230"/>
                  <a:pt x="1751247" y="104522"/>
                  <a:pt x="1751247" y="99051"/>
                </a:cubicBezTo>
                <a:lnTo>
                  <a:pt x="1751247" y="71473"/>
                </a:lnTo>
                <a:cubicBezTo>
                  <a:pt x="1751247" y="62498"/>
                  <a:pt x="1751043" y="57032"/>
                  <a:pt x="1750635" y="55073"/>
                </a:cubicBezTo>
                <a:cubicBezTo>
                  <a:pt x="1750227" y="53115"/>
                  <a:pt x="1749602" y="51783"/>
                  <a:pt x="1748759" y="51076"/>
                </a:cubicBezTo>
                <a:cubicBezTo>
                  <a:pt x="1747915" y="50368"/>
                  <a:pt x="1746787" y="50015"/>
                  <a:pt x="1745373" y="50015"/>
                </a:cubicBezTo>
                <a:cubicBezTo>
                  <a:pt x="1743849" y="50015"/>
                  <a:pt x="1742027" y="50423"/>
                  <a:pt x="1739906" y="51239"/>
                </a:cubicBezTo>
                <a:lnTo>
                  <a:pt x="1738682" y="48301"/>
                </a:lnTo>
                <a:lnTo>
                  <a:pt x="1761201" y="39163"/>
                </a:lnTo>
                <a:lnTo>
                  <a:pt x="1764709" y="39163"/>
                </a:lnTo>
                <a:lnTo>
                  <a:pt x="1764709" y="54910"/>
                </a:lnTo>
                <a:close/>
                <a:moveTo>
                  <a:pt x="1889950" y="16644"/>
                </a:moveTo>
                <a:lnTo>
                  <a:pt x="1889950" y="41285"/>
                </a:lnTo>
                <a:lnTo>
                  <a:pt x="1907411" y="41285"/>
                </a:lnTo>
                <a:lnTo>
                  <a:pt x="1907411" y="46833"/>
                </a:lnTo>
                <a:lnTo>
                  <a:pt x="1889950" y="46996"/>
                </a:lnTo>
                <a:lnTo>
                  <a:pt x="1889950" y="95527"/>
                </a:lnTo>
                <a:cubicBezTo>
                  <a:pt x="1889950" y="100373"/>
                  <a:pt x="1890644" y="103641"/>
                  <a:pt x="1892031" y="105331"/>
                </a:cubicBezTo>
                <a:cubicBezTo>
                  <a:pt x="1893418" y="107018"/>
                  <a:pt x="1895199" y="107862"/>
                  <a:pt x="1897375" y="107862"/>
                </a:cubicBezTo>
                <a:cubicBezTo>
                  <a:pt x="1899170" y="107862"/>
                  <a:pt x="1900911" y="107298"/>
                  <a:pt x="1902597" y="106169"/>
                </a:cubicBezTo>
                <a:cubicBezTo>
                  <a:pt x="1904283" y="105041"/>
                  <a:pt x="1905588" y="103375"/>
                  <a:pt x="1906513" y="101172"/>
                </a:cubicBezTo>
                <a:lnTo>
                  <a:pt x="1909695" y="101172"/>
                </a:lnTo>
                <a:cubicBezTo>
                  <a:pt x="1907791" y="106530"/>
                  <a:pt x="1905099" y="110562"/>
                  <a:pt x="1901618" y="113268"/>
                </a:cubicBezTo>
                <a:cubicBezTo>
                  <a:pt x="1898137" y="115974"/>
                  <a:pt x="1894547" y="117327"/>
                  <a:pt x="1890848" y="117327"/>
                </a:cubicBezTo>
                <a:cubicBezTo>
                  <a:pt x="1888346" y="117327"/>
                  <a:pt x="1885898" y="116631"/>
                  <a:pt x="1883505" y="115239"/>
                </a:cubicBezTo>
                <a:cubicBezTo>
                  <a:pt x="1881111" y="113846"/>
                  <a:pt x="1879344" y="111854"/>
                  <a:pt x="1878201" y="109262"/>
                </a:cubicBezTo>
                <a:cubicBezTo>
                  <a:pt x="1877059" y="106670"/>
                  <a:pt x="1876488" y="102672"/>
                  <a:pt x="1876488" y="97268"/>
                </a:cubicBezTo>
                <a:lnTo>
                  <a:pt x="1876488" y="46833"/>
                </a:lnTo>
                <a:lnTo>
                  <a:pt x="1864657" y="46833"/>
                </a:lnTo>
                <a:lnTo>
                  <a:pt x="1864657" y="44217"/>
                </a:lnTo>
                <a:cubicBezTo>
                  <a:pt x="1867649" y="43027"/>
                  <a:pt x="1870709" y="41013"/>
                  <a:pt x="1873836" y="38174"/>
                </a:cubicBezTo>
                <a:cubicBezTo>
                  <a:pt x="1876964" y="35335"/>
                  <a:pt x="1879752" y="31952"/>
                  <a:pt x="1882199" y="28024"/>
                </a:cubicBezTo>
                <a:cubicBezTo>
                  <a:pt x="1883450" y="25950"/>
                  <a:pt x="1885191" y="22157"/>
                  <a:pt x="1887421" y="16644"/>
                </a:cubicBezTo>
                <a:lnTo>
                  <a:pt x="1889950" y="16644"/>
                </a:lnTo>
                <a:close/>
                <a:moveTo>
                  <a:pt x="1951219" y="39163"/>
                </a:moveTo>
                <a:cubicBezTo>
                  <a:pt x="1962533" y="39163"/>
                  <a:pt x="1971617" y="43456"/>
                  <a:pt x="1978470" y="52042"/>
                </a:cubicBezTo>
                <a:cubicBezTo>
                  <a:pt x="1984291" y="59376"/>
                  <a:pt x="1987201" y="67799"/>
                  <a:pt x="1987201" y="77309"/>
                </a:cubicBezTo>
                <a:cubicBezTo>
                  <a:pt x="1987201" y="83993"/>
                  <a:pt x="1985596" y="90758"/>
                  <a:pt x="1982387" y="97605"/>
                </a:cubicBezTo>
                <a:cubicBezTo>
                  <a:pt x="1979178" y="104450"/>
                  <a:pt x="1974758" y="109611"/>
                  <a:pt x="1969128" y="113089"/>
                </a:cubicBezTo>
                <a:cubicBezTo>
                  <a:pt x="1963499" y="116567"/>
                  <a:pt x="1957230" y="118306"/>
                  <a:pt x="1950322" y="118306"/>
                </a:cubicBezTo>
                <a:cubicBezTo>
                  <a:pt x="1939062" y="118306"/>
                  <a:pt x="1930115" y="113823"/>
                  <a:pt x="1923479" y="104856"/>
                </a:cubicBezTo>
                <a:cubicBezTo>
                  <a:pt x="1917876" y="97304"/>
                  <a:pt x="1915075" y="88828"/>
                  <a:pt x="1915075" y="79428"/>
                </a:cubicBezTo>
                <a:cubicBezTo>
                  <a:pt x="1915075" y="72581"/>
                  <a:pt x="1916775" y="65775"/>
                  <a:pt x="1920174" y="59010"/>
                </a:cubicBezTo>
                <a:cubicBezTo>
                  <a:pt x="1923574" y="52245"/>
                  <a:pt x="1928048" y="47246"/>
                  <a:pt x="1933596" y="44013"/>
                </a:cubicBezTo>
                <a:cubicBezTo>
                  <a:pt x="1939144" y="40780"/>
                  <a:pt x="1945018" y="39163"/>
                  <a:pt x="1951219" y="39163"/>
                </a:cubicBezTo>
                <a:moveTo>
                  <a:pt x="1948690" y="44548"/>
                </a:moveTo>
                <a:cubicBezTo>
                  <a:pt x="1945807" y="44548"/>
                  <a:pt x="1942911" y="45402"/>
                  <a:pt x="1940001" y="47111"/>
                </a:cubicBezTo>
                <a:cubicBezTo>
                  <a:pt x="1937091" y="48817"/>
                  <a:pt x="1934738" y="51812"/>
                  <a:pt x="1932943" y="56093"/>
                </a:cubicBezTo>
                <a:cubicBezTo>
                  <a:pt x="1931148" y="60375"/>
                  <a:pt x="1930251" y="65876"/>
                  <a:pt x="1930251" y="72595"/>
                </a:cubicBezTo>
                <a:cubicBezTo>
                  <a:pt x="1930251" y="83435"/>
                  <a:pt x="1932413" y="92784"/>
                  <a:pt x="1936737" y="100644"/>
                </a:cubicBezTo>
                <a:cubicBezTo>
                  <a:pt x="1941061" y="108502"/>
                  <a:pt x="1946759" y="112431"/>
                  <a:pt x="1953830" y="112431"/>
                </a:cubicBezTo>
                <a:cubicBezTo>
                  <a:pt x="1959106" y="112431"/>
                  <a:pt x="1963458" y="110263"/>
                  <a:pt x="1966885" y="105927"/>
                </a:cubicBezTo>
                <a:cubicBezTo>
                  <a:pt x="1970311" y="101591"/>
                  <a:pt x="1972025" y="94139"/>
                  <a:pt x="1972025" y="83571"/>
                </a:cubicBezTo>
                <a:cubicBezTo>
                  <a:pt x="1972025" y="70347"/>
                  <a:pt x="1969169" y="59941"/>
                  <a:pt x="1963458" y="52353"/>
                </a:cubicBezTo>
                <a:cubicBezTo>
                  <a:pt x="1959596" y="47150"/>
                  <a:pt x="1954673" y="44548"/>
                  <a:pt x="1948690" y="44548"/>
                </a:cubicBezTo>
                <a:close/>
                <a:moveTo>
                  <a:pt x="1992830" y="48465"/>
                </a:moveTo>
                <a:lnTo>
                  <a:pt x="2015839" y="39327"/>
                </a:lnTo>
                <a:lnTo>
                  <a:pt x="2018939" y="39327"/>
                </a:lnTo>
                <a:lnTo>
                  <a:pt x="2018939" y="56868"/>
                </a:lnTo>
                <a:cubicBezTo>
                  <a:pt x="2022801" y="50317"/>
                  <a:pt x="2026677" y="45729"/>
                  <a:pt x="2030566" y="43103"/>
                </a:cubicBezTo>
                <a:cubicBezTo>
                  <a:pt x="2034455" y="40476"/>
                  <a:pt x="2038548" y="39163"/>
                  <a:pt x="2042845" y="39163"/>
                </a:cubicBezTo>
                <a:cubicBezTo>
                  <a:pt x="2050351" y="39163"/>
                  <a:pt x="2056607" y="42097"/>
                  <a:pt x="2061611" y="47965"/>
                </a:cubicBezTo>
                <a:cubicBezTo>
                  <a:pt x="2067757" y="55138"/>
                  <a:pt x="2070831" y="64484"/>
                  <a:pt x="2070831" y="76004"/>
                </a:cubicBezTo>
                <a:cubicBezTo>
                  <a:pt x="2070831" y="88882"/>
                  <a:pt x="2067132" y="99532"/>
                  <a:pt x="2059734" y="107954"/>
                </a:cubicBezTo>
                <a:cubicBezTo>
                  <a:pt x="2053642" y="114855"/>
                  <a:pt x="2045973" y="118306"/>
                  <a:pt x="2036726" y="118306"/>
                </a:cubicBezTo>
                <a:cubicBezTo>
                  <a:pt x="2032701" y="118306"/>
                  <a:pt x="2029220" y="117735"/>
                  <a:pt x="2026282" y="116593"/>
                </a:cubicBezTo>
                <a:cubicBezTo>
                  <a:pt x="2024107" y="115777"/>
                  <a:pt x="2021659" y="114145"/>
                  <a:pt x="2018939" y="111697"/>
                </a:cubicBezTo>
                <a:lnTo>
                  <a:pt x="2018939" y="134461"/>
                </a:lnTo>
                <a:cubicBezTo>
                  <a:pt x="2018939" y="139603"/>
                  <a:pt x="2019252" y="142871"/>
                  <a:pt x="2019878" y="144267"/>
                </a:cubicBezTo>
                <a:cubicBezTo>
                  <a:pt x="2020503" y="145662"/>
                  <a:pt x="2021591" y="146770"/>
                  <a:pt x="2023141" y="147589"/>
                </a:cubicBezTo>
                <a:cubicBezTo>
                  <a:pt x="2024691" y="148410"/>
                  <a:pt x="2027506" y="148821"/>
                  <a:pt x="2031586" y="148821"/>
                </a:cubicBezTo>
                <a:lnTo>
                  <a:pt x="2031586" y="151758"/>
                </a:lnTo>
                <a:lnTo>
                  <a:pt x="1992422" y="151758"/>
                </a:lnTo>
                <a:lnTo>
                  <a:pt x="1992422" y="148821"/>
                </a:lnTo>
                <a:lnTo>
                  <a:pt x="1994462" y="148821"/>
                </a:lnTo>
                <a:cubicBezTo>
                  <a:pt x="1997454" y="148875"/>
                  <a:pt x="2000010" y="148301"/>
                  <a:pt x="2002132" y="147097"/>
                </a:cubicBezTo>
                <a:cubicBezTo>
                  <a:pt x="2003165" y="146495"/>
                  <a:pt x="2003967" y="145525"/>
                  <a:pt x="2004539" y="144185"/>
                </a:cubicBezTo>
                <a:cubicBezTo>
                  <a:pt x="2005110" y="142846"/>
                  <a:pt x="2005395" y="139441"/>
                  <a:pt x="2005395" y="133971"/>
                </a:cubicBezTo>
                <a:lnTo>
                  <a:pt x="2005395" y="63151"/>
                </a:lnTo>
                <a:cubicBezTo>
                  <a:pt x="2005395" y="58278"/>
                  <a:pt x="2005178" y="55184"/>
                  <a:pt x="2004743" y="53870"/>
                </a:cubicBezTo>
                <a:cubicBezTo>
                  <a:pt x="2004307" y="52554"/>
                  <a:pt x="2003614" y="51569"/>
                  <a:pt x="2002662" y="50915"/>
                </a:cubicBezTo>
                <a:cubicBezTo>
                  <a:pt x="2001710" y="50260"/>
                  <a:pt x="2000418" y="49933"/>
                  <a:pt x="1998786" y="49933"/>
                </a:cubicBezTo>
                <a:cubicBezTo>
                  <a:pt x="1997481" y="49933"/>
                  <a:pt x="1995822" y="50314"/>
                  <a:pt x="1993809" y="51076"/>
                </a:cubicBezTo>
                <a:lnTo>
                  <a:pt x="1992830" y="48465"/>
                </a:lnTo>
                <a:moveTo>
                  <a:pt x="2018939" y="61682"/>
                </a:moveTo>
                <a:lnTo>
                  <a:pt x="2018939" y="89586"/>
                </a:lnTo>
                <a:cubicBezTo>
                  <a:pt x="2018939" y="95624"/>
                  <a:pt x="2019184" y="99595"/>
                  <a:pt x="2019674" y="101498"/>
                </a:cubicBezTo>
                <a:cubicBezTo>
                  <a:pt x="2020435" y="104653"/>
                  <a:pt x="2022298" y="107427"/>
                  <a:pt x="2025262" y="109821"/>
                </a:cubicBezTo>
                <a:cubicBezTo>
                  <a:pt x="2028227" y="112214"/>
                  <a:pt x="2031966" y="113410"/>
                  <a:pt x="2036481" y="113410"/>
                </a:cubicBezTo>
                <a:cubicBezTo>
                  <a:pt x="2041920" y="113410"/>
                  <a:pt x="2046326" y="111289"/>
                  <a:pt x="2049699" y="107046"/>
                </a:cubicBezTo>
                <a:cubicBezTo>
                  <a:pt x="2054105" y="101498"/>
                  <a:pt x="2056308" y="93693"/>
                  <a:pt x="2056308" y="83630"/>
                </a:cubicBezTo>
                <a:cubicBezTo>
                  <a:pt x="2056308" y="72207"/>
                  <a:pt x="2053805" y="63423"/>
                  <a:pt x="2048801" y="57276"/>
                </a:cubicBezTo>
                <a:cubicBezTo>
                  <a:pt x="2045320" y="53034"/>
                  <a:pt x="2041186" y="50912"/>
                  <a:pt x="2036400" y="50912"/>
                </a:cubicBezTo>
                <a:cubicBezTo>
                  <a:pt x="2033789" y="50912"/>
                  <a:pt x="2031205" y="51565"/>
                  <a:pt x="2028648" y="52871"/>
                </a:cubicBezTo>
                <a:cubicBezTo>
                  <a:pt x="2026690" y="53850"/>
                  <a:pt x="2023454" y="56787"/>
                  <a:pt x="2018939" y="61682"/>
                </a:cubicBezTo>
                <a:close/>
                <a:moveTo>
                  <a:pt x="2118316" y="39163"/>
                </a:moveTo>
                <a:cubicBezTo>
                  <a:pt x="2129630" y="39163"/>
                  <a:pt x="2138714" y="43456"/>
                  <a:pt x="2145567" y="52042"/>
                </a:cubicBezTo>
                <a:cubicBezTo>
                  <a:pt x="2151387" y="59376"/>
                  <a:pt x="2154297" y="67799"/>
                  <a:pt x="2154297" y="77309"/>
                </a:cubicBezTo>
                <a:cubicBezTo>
                  <a:pt x="2154297" y="83993"/>
                  <a:pt x="2152693" y="90758"/>
                  <a:pt x="2149484" y="97605"/>
                </a:cubicBezTo>
                <a:cubicBezTo>
                  <a:pt x="2146274" y="104450"/>
                  <a:pt x="2141855" y="109611"/>
                  <a:pt x="2136225" y="113089"/>
                </a:cubicBezTo>
                <a:cubicBezTo>
                  <a:pt x="2130596" y="116567"/>
                  <a:pt x="2124327" y="118306"/>
                  <a:pt x="2117419" y="118306"/>
                </a:cubicBezTo>
                <a:cubicBezTo>
                  <a:pt x="2106159" y="118306"/>
                  <a:pt x="2097211" y="113823"/>
                  <a:pt x="2090575" y="104856"/>
                </a:cubicBezTo>
                <a:cubicBezTo>
                  <a:pt x="2084973" y="97304"/>
                  <a:pt x="2082172" y="88828"/>
                  <a:pt x="2082172" y="79428"/>
                </a:cubicBezTo>
                <a:cubicBezTo>
                  <a:pt x="2082172" y="72581"/>
                  <a:pt x="2083871" y="65775"/>
                  <a:pt x="2087271" y="59010"/>
                </a:cubicBezTo>
                <a:cubicBezTo>
                  <a:pt x="2090671" y="52245"/>
                  <a:pt x="2095145" y="47246"/>
                  <a:pt x="2100693" y="44013"/>
                </a:cubicBezTo>
                <a:cubicBezTo>
                  <a:pt x="2106241" y="40780"/>
                  <a:pt x="2112115" y="39163"/>
                  <a:pt x="2118316" y="39163"/>
                </a:cubicBezTo>
                <a:moveTo>
                  <a:pt x="2115787" y="44548"/>
                </a:moveTo>
                <a:cubicBezTo>
                  <a:pt x="2112904" y="44548"/>
                  <a:pt x="2110008" y="45402"/>
                  <a:pt x="2107098" y="47111"/>
                </a:cubicBezTo>
                <a:cubicBezTo>
                  <a:pt x="2104187" y="48817"/>
                  <a:pt x="2101835" y="51812"/>
                  <a:pt x="2100040" y="56093"/>
                </a:cubicBezTo>
                <a:cubicBezTo>
                  <a:pt x="2098245" y="60375"/>
                  <a:pt x="2097347" y="65876"/>
                  <a:pt x="2097347" y="72595"/>
                </a:cubicBezTo>
                <a:cubicBezTo>
                  <a:pt x="2097347" y="83435"/>
                  <a:pt x="2099510" y="92784"/>
                  <a:pt x="2103834" y="100644"/>
                </a:cubicBezTo>
                <a:cubicBezTo>
                  <a:pt x="2108158" y="108502"/>
                  <a:pt x="2113856" y="112431"/>
                  <a:pt x="2120927" y="112431"/>
                </a:cubicBezTo>
                <a:cubicBezTo>
                  <a:pt x="2126203" y="112431"/>
                  <a:pt x="2130555" y="110263"/>
                  <a:pt x="2133982" y="105927"/>
                </a:cubicBezTo>
                <a:cubicBezTo>
                  <a:pt x="2137408" y="101591"/>
                  <a:pt x="2139122" y="94139"/>
                  <a:pt x="2139122" y="83571"/>
                </a:cubicBezTo>
                <a:cubicBezTo>
                  <a:pt x="2139122" y="70347"/>
                  <a:pt x="2136266" y="59941"/>
                  <a:pt x="2130555" y="52353"/>
                </a:cubicBezTo>
                <a:cubicBezTo>
                  <a:pt x="2126693" y="47150"/>
                  <a:pt x="2121770" y="44548"/>
                  <a:pt x="2115787" y="44548"/>
                </a:cubicBezTo>
                <a:close/>
                <a:moveTo>
                  <a:pt x="2191013" y="0"/>
                </a:moveTo>
                <a:lnTo>
                  <a:pt x="2191013" y="99051"/>
                </a:lnTo>
                <a:cubicBezTo>
                  <a:pt x="2191013" y="103756"/>
                  <a:pt x="2191353" y="106875"/>
                  <a:pt x="2192033" y="108408"/>
                </a:cubicBezTo>
                <a:cubicBezTo>
                  <a:pt x="2192713" y="109940"/>
                  <a:pt x="2193760" y="111102"/>
                  <a:pt x="2195174" y="111896"/>
                </a:cubicBezTo>
                <a:cubicBezTo>
                  <a:pt x="2196588" y="112688"/>
                  <a:pt x="2199227" y="113084"/>
                  <a:pt x="2203088" y="113084"/>
                </a:cubicBezTo>
                <a:lnTo>
                  <a:pt x="2203088" y="116021"/>
                </a:lnTo>
                <a:lnTo>
                  <a:pt x="2166454" y="116021"/>
                </a:lnTo>
                <a:lnTo>
                  <a:pt x="2166454" y="113084"/>
                </a:lnTo>
                <a:cubicBezTo>
                  <a:pt x="2169881" y="113084"/>
                  <a:pt x="2172220" y="112729"/>
                  <a:pt x="2173471" y="112018"/>
                </a:cubicBezTo>
                <a:cubicBezTo>
                  <a:pt x="2174722" y="111306"/>
                  <a:pt x="2175701" y="110130"/>
                  <a:pt x="2176408" y="108490"/>
                </a:cubicBezTo>
                <a:cubicBezTo>
                  <a:pt x="2177116" y="106848"/>
                  <a:pt x="2177469" y="103701"/>
                  <a:pt x="2177469" y="99051"/>
                </a:cubicBezTo>
                <a:lnTo>
                  <a:pt x="2177469" y="31331"/>
                </a:lnTo>
                <a:cubicBezTo>
                  <a:pt x="2177469" y="22900"/>
                  <a:pt x="2177279" y="17719"/>
                  <a:pt x="2176898" y="15788"/>
                </a:cubicBezTo>
                <a:cubicBezTo>
                  <a:pt x="2176517" y="13857"/>
                  <a:pt x="2175905" y="12538"/>
                  <a:pt x="2175062" y="11831"/>
                </a:cubicBezTo>
                <a:cubicBezTo>
                  <a:pt x="2174219" y="11123"/>
                  <a:pt x="2173145" y="10770"/>
                  <a:pt x="2171839" y="10770"/>
                </a:cubicBezTo>
                <a:cubicBezTo>
                  <a:pt x="2170425" y="10770"/>
                  <a:pt x="2168630" y="11205"/>
                  <a:pt x="2166454" y="12075"/>
                </a:cubicBezTo>
                <a:lnTo>
                  <a:pt x="2165067" y="9138"/>
                </a:lnTo>
                <a:lnTo>
                  <a:pt x="2187342" y="0"/>
                </a:lnTo>
                <a:lnTo>
                  <a:pt x="2191013" y="0"/>
                </a:lnTo>
                <a:close/>
                <a:moveTo>
                  <a:pt x="2248285" y="39163"/>
                </a:moveTo>
                <a:cubicBezTo>
                  <a:pt x="2259599" y="39163"/>
                  <a:pt x="2268683" y="43456"/>
                  <a:pt x="2275536" y="52042"/>
                </a:cubicBezTo>
                <a:cubicBezTo>
                  <a:pt x="2281356" y="59376"/>
                  <a:pt x="2284266" y="67799"/>
                  <a:pt x="2284266" y="77309"/>
                </a:cubicBezTo>
                <a:cubicBezTo>
                  <a:pt x="2284266" y="83993"/>
                  <a:pt x="2282662" y="90758"/>
                  <a:pt x="2279452" y="97605"/>
                </a:cubicBezTo>
                <a:cubicBezTo>
                  <a:pt x="2276243" y="104450"/>
                  <a:pt x="2271824" y="109611"/>
                  <a:pt x="2266194" y="113089"/>
                </a:cubicBezTo>
                <a:cubicBezTo>
                  <a:pt x="2260564" y="116567"/>
                  <a:pt x="2254295" y="118306"/>
                  <a:pt x="2247387" y="118306"/>
                </a:cubicBezTo>
                <a:cubicBezTo>
                  <a:pt x="2236128" y="118306"/>
                  <a:pt x="2227180" y="113823"/>
                  <a:pt x="2220544" y="104856"/>
                </a:cubicBezTo>
                <a:cubicBezTo>
                  <a:pt x="2214942" y="97304"/>
                  <a:pt x="2212140" y="88828"/>
                  <a:pt x="2212140" y="79428"/>
                </a:cubicBezTo>
                <a:cubicBezTo>
                  <a:pt x="2212140" y="72581"/>
                  <a:pt x="2213840" y="65775"/>
                  <a:pt x="2217240" y="59010"/>
                </a:cubicBezTo>
                <a:cubicBezTo>
                  <a:pt x="2220639" y="52245"/>
                  <a:pt x="2225113" y="47246"/>
                  <a:pt x="2230661" y="44013"/>
                </a:cubicBezTo>
                <a:cubicBezTo>
                  <a:pt x="2236210" y="40780"/>
                  <a:pt x="2242084" y="39163"/>
                  <a:pt x="2248285" y="39163"/>
                </a:cubicBezTo>
                <a:moveTo>
                  <a:pt x="2245756" y="44548"/>
                </a:moveTo>
                <a:cubicBezTo>
                  <a:pt x="2242873" y="44548"/>
                  <a:pt x="2239976" y="45402"/>
                  <a:pt x="2237066" y="47111"/>
                </a:cubicBezTo>
                <a:cubicBezTo>
                  <a:pt x="2234156" y="48817"/>
                  <a:pt x="2231804" y="51812"/>
                  <a:pt x="2230009" y="56093"/>
                </a:cubicBezTo>
                <a:cubicBezTo>
                  <a:pt x="2228214" y="60375"/>
                  <a:pt x="2227316" y="65876"/>
                  <a:pt x="2227316" y="72595"/>
                </a:cubicBezTo>
                <a:cubicBezTo>
                  <a:pt x="2227316" y="83435"/>
                  <a:pt x="2229478" y="92784"/>
                  <a:pt x="2233803" y="100644"/>
                </a:cubicBezTo>
                <a:cubicBezTo>
                  <a:pt x="2238127" y="108502"/>
                  <a:pt x="2243825" y="112431"/>
                  <a:pt x="2250896" y="112431"/>
                </a:cubicBezTo>
                <a:cubicBezTo>
                  <a:pt x="2256172" y="112431"/>
                  <a:pt x="2260524" y="110263"/>
                  <a:pt x="2263950" y="105927"/>
                </a:cubicBezTo>
                <a:cubicBezTo>
                  <a:pt x="2267377" y="101591"/>
                  <a:pt x="2269091" y="94139"/>
                  <a:pt x="2269091" y="83571"/>
                </a:cubicBezTo>
                <a:cubicBezTo>
                  <a:pt x="2269091" y="70347"/>
                  <a:pt x="2266235" y="59941"/>
                  <a:pt x="2260524" y="52353"/>
                </a:cubicBezTo>
                <a:cubicBezTo>
                  <a:pt x="2256662" y="47150"/>
                  <a:pt x="2251739" y="44548"/>
                  <a:pt x="2245756" y="44548"/>
                </a:cubicBezTo>
                <a:close/>
                <a:moveTo>
                  <a:pt x="2315271" y="88788"/>
                </a:moveTo>
                <a:cubicBezTo>
                  <a:pt x="2310702" y="86561"/>
                  <a:pt x="2307193" y="83452"/>
                  <a:pt x="2304745" y="79459"/>
                </a:cubicBezTo>
                <a:cubicBezTo>
                  <a:pt x="2302298" y="75466"/>
                  <a:pt x="2301074" y="71052"/>
                  <a:pt x="2301074" y="66216"/>
                </a:cubicBezTo>
                <a:cubicBezTo>
                  <a:pt x="2301074" y="58828"/>
                  <a:pt x="2303862" y="52473"/>
                  <a:pt x="2309437" y="47149"/>
                </a:cubicBezTo>
                <a:cubicBezTo>
                  <a:pt x="2315012" y="41825"/>
                  <a:pt x="2322151" y="39163"/>
                  <a:pt x="2330854" y="39163"/>
                </a:cubicBezTo>
                <a:cubicBezTo>
                  <a:pt x="2337980" y="39163"/>
                  <a:pt x="2344154" y="40904"/>
                  <a:pt x="2349375" y="44385"/>
                </a:cubicBezTo>
                <a:lnTo>
                  <a:pt x="2365204" y="44385"/>
                </a:lnTo>
                <a:cubicBezTo>
                  <a:pt x="2367543" y="44385"/>
                  <a:pt x="2368903" y="44453"/>
                  <a:pt x="2369283" y="44589"/>
                </a:cubicBezTo>
                <a:cubicBezTo>
                  <a:pt x="2369664" y="44725"/>
                  <a:pt x="2369936" y="44956"/>
                  <a:pt x="2370099" y="45283"/>
                </a:cubicBezTo>
                <a:cubicBezTo>
                  <a:pt x="2370426" y="45772"/>
                  <a:pt x="2370589" y="46642"/>
                  <a:pt x="2370589" y="47893"/>
                </a:cubicBezTo>
                <a:cubicBezTo>
                  <a:pt x="2370589" y="49308"/>
                  <a:pt x="2370453" y="50287"/>
                  <a:pt x="2370181" y="50831"/>
                </a:cubicBezTo>
                <a:cubicBezTo>
                  <a:pt x="2370018" y="51103"/>
                  <a:pt x="2369732" y="51320"/>
                  <a:pt x="2369324" y="51483"/>
                </a:cubicBezTo>
                <a:cubicBezTo>
                  <a:pt x="2368916" y="51647"/>
                  <a:pt x="2367543" y="51728"/>
                  <a:pt x="2365204" y="51728"/>
                </a:cubicBezTo>
                <a:lnTo>
                  <a:pt x="2355495" y="51728"/>
                </a:lnTo>
                <a:cubicBezTo>
                  <a:pt x="2358541" y="55645"/>
                  <a:pt x="2360064" y="60649"/>
                  <a:pt x="2360064" y="66741"/>
                </a:cubicBezTo>
                <a:cubicBezTo>
                  <a:pt x="2360064" y="73703"/>
                  <a:pt x="2357398" y="79659"/>
                  <a:pt x="2352068" y="84609"/>
                </a:cubicBezTo>
                <a:cubicBezTo>
                  <a:pt x="2346737" y="89559"/>
                  <a:pt x="2339585" y="92034"/>
                  <a:pt x="2330610" y="92034"/>
                </a:cubicBezTo>
                <a:cubicBezTo>
                  <a:pt x="2326911" y="92034"/>
                  <a:pt x="2323130" y="91479"/>
                  <a:pt x="2319269" y="90369"/>
                </a:cubicBezTo>
                <a:cubicBezTo>
                  <a:pt x="2316875" y="92405"/>
                  <a:pt x="2315257" y="94187"/>
                  <a:pt x="2314414" y="95713"/>
                </a:cubicBezTo>
                <a:cubicBezTo>
                  <a:pt x="2313571" y="97239"/>
                  <a:pt x="2313149" y="98538"/>
                  <a:pt x="2313149" y="99609"/>
                </a:cubicBezTo>
                <a:cubicBezTo>
                  <a:pt x="2313149" y="100520"/>
                  <a:pt x="2313598" y="101404"/>
                  <a:pt x="2314495" y="102261"/>
                </a:cubicBezTo>
                <a:cubicBezTo>
                  <a:pt x="2315393" y="103117"/>
                  <a:pt x="2317147" y="103734"/>
                  <a:pt x="2319758" y="104109"/>
                </a:cubicBezTo>
                <a:cubicBezTo>
                  <a:pt x="2321281" y="104357"/>
                  <a:pt x="2325089" y="104575"/>
                  <a:pt x="2331181" y="104762"/>
                </a:cubicBezTo>
                <a:cubicBezTo>
                  <a:pt x="2342386" y="105073"/>
                  <a:pt x="2349647" y="105508"/>
                  <a:pt x="2352965" y="106067"/>
                </a:cubicBezTo>
                <a:cubicBezTo>
                  <a:pt x="2358024" y="106773"/>
                  <a:pt x="2362063" y="108646"/>
                  <a:pt x="2365081" y="111687"/>
                </a:cubicBezTo>
                <a:cubicBezTo>
                  <a:pt x="2368100" y="114728"/>
                  <a:pt x="2369610" y="118474"/>
                  <a:pt x="2369610" y="122926"/>
                </a:cubicBezTo>
                <a:cubicBezTo>
                  <a:pt x="2369610" y="129062"/>
                  <a:pt x="2366727" y="134818"/>
                  <a:pt x="2360961" y="140192"/>
                </a:cubicBezTo>
                <a:cubicBezTo>
                  <a:pt x="2352476" y="148120"/>
                  <a:pt x="2341407" y="152084"/>
                  <a:pt x="2327754" y="152084"/>
                </a:cubicBezTo>
                <a:cubicBezTo>
                  <a:pt x="2317256" y="152084"/>
                  <a:pt x="2308390" y="149717"/>
                  <a:pt x="2301155" y="144983"/>
                </a:cubicBezTo>
                <a:cubicBezTo>
                  <a:pt x="2297076" y="142264"/>
                  <a:pt x="2295036" y="139434"/>
                  <a:pt x="2295036" y="136495"/>
                </a:cubicBezTo>
                <a:cubicBezTo>
                  <a:pt x="2295036" y="135190"/>
                  <a:pt x="2295335" y="133885"/>
                  <a:pt x="2295934" y="132579"/>
                </a:cubicBezTo>
                <a:cubicBezTo>
                  <a:pt x="2296858" y="130567"/>
                  <a:pt x="2298762" y="127764"/>
                  <a:pt x="2301645" y="124173"/>
                </a:cubicBezTo>
                <a:cubicBezTo>
                  <a:pt x="2302026" y="123683"/>
                  <a:pt x="2304800" y="120745"/>
                  <a:pt x="2309967" y="115358"/>
                </a:cubicBezTo>
                <a:cubicBezTo>
                  <a:pt x="2307139" y="113674"/>
                  <a:pt x="2305140" y="112166"/>
                  <a:pt x="2303970" y="110835"/>
                </a:cubicBezTo>
                <a:cubicBezTo>
                  <a:pt x="2302801" y="109504"/>
                  <a:pt x="2302216" y="107997"/>
                  <a:pt x="2302216" y="106312"/>
                </a:cubicBezTo>
                <a:cubicBezTo>
                  <a:pt x="2302216" y="104410"/>
                  <a:pt x="2302991" y="102182"/>
                  <a:pt x="2304541" y="99629"/>
                </a:cubicBezTo>
                <a:cubicBezTo>
                  <a:pt x="2306092" y="97075"/>
                  <a:pt x="2309668" y="93461"/>
                  <a:pt x="2315271" y="88788"/>
                </a:cubicBezTo>
                <a:moveTo>
                  <a:pt x="2329467" y="43243"/>
                </a:moveTo>
                <a:cubicBezTo>
                  <a:pt x="2325442" y="43243"/>
                  <a:pt x="2322070" y="44839"/>
                  <a:pt x="2319350" y="48031"/>
                </a:cubicBezTo>
                <a:cubicBezTo>
                  <a:pt x="2316630" y="51222"/>
                  <a:pt x="2315271" y="56117"/>
                  <a:pt x="2315271" y="62717"/>
                </a:cubicBezTo>
                <a:cubicBezTo>
                  <a:pt x="2315271" y="71266"/>
                  <a:pt x="2317120" y="77892"/>
                  <a:pt x="2320819" y="82597"/>
                </a:cubicBezTo>
                <a:cubicBezTo>
                  <a:pt x="2323647" y="86169"/>
                  <a:pt x="2327237" y="87954"/>
                  <a:pt x="2331589" y="87954"/>
                </a:cubicBezTo>
                <a:cubicBezTo>
                  <a:pt x="2335723" y="87954"/>
                  <a:pt x="2339122" y="86413"/>
                  <a:pt x="2341787" y="83329"/>
                </a:cubicBezTo>
                <a:cubicBezTo>
                  <a:pt x="2344453" y="80246"/>
                  <a:pt x="2345785" y="75404"/>
                  <a:pt x="2345785" y="68804"/>
                </a:cubicBezTo>
                <a:cubicBezTo>
                  <a:pt x="2345785" y="60203"/>
                  <a:pt x="2343909" y="53467"/>
                  <a:pt x="2340156" y="48597"/>
                </a:cubicBezTo>
                <a:cubicBezTo>
                  <a:pt x="2337382" y="45028"/>
                  <a:pt x="2333819" y="43243"/>
                  <a:pt x="2329467" y="43243"/>
                </a:cubicBezTo>
                <a:moveTo>
                  <a:pt x="2314455" y="116021"/>
                </a:moveTo>
                <a:cubicBezTo>
                  <a:pt x="2311898" y="118778"/>
                  <a:pt x="2309967" y="121346"/>
                  <a:pt x="2308662" y="123724"/>
                </a:cubicBezTo>
                <a:cubicBezTo>
                  <a:pt x="2307356" y="126102"/>
                  <a:pt x="2306704" y="128291"/>
                  <a:pt x="2306704" y="130292"/>
                </a:cubicBezTo>
                <a:cubicBezTo>
                  <a:pt x="2306704" y="132886"/>
                  <a:pt x="2308281" y="135156"/>
                  <a:pt x="2311436" y="137102"/>
                </a:cubicBezTo>
                <a:cubicBezTo>
                  <a:pt x="2316875" y="140454"/>
                  <a:pt x="2324735" y="142130"/>
                  <a:pt x="2335015" y="142130"/>
                </a:cubicBezTo>
                <a:cubicBezTo>
                  <a:pt x="2344806" y="142130"/>
                  <a:pt x="2352027" y="140420"/>
                  <a:pt x="2356678" y="137000"/>
                </a:cubicBezTo>
                <a:cubicBezTo>
                  <a:pt x="2361328" y="133582"/>
                  <a:pt x="2363654" y="129934"/>
                  <a:pt x="2363654" y="126057"/>
                </a:cubicBezTo>
                <a:cubicBezTo>
                  <a:pt x="2363654" y="123257"/>
                  <a:pt x="2362267" y="121265"/>
                  <a:pt x="2359493" y="120080"/>
                </a:cubicBezTo>
                <a:cubicBezTo>
                  <a:pt x="2356664" y="118896"/>
                  <a:pt x="2351062" y="118195"/>
                  <a:pt x="2342685" y="117980"/>
                </a:cubicBezTo>
                <a:cubicBezTo>
                  <a:pt x="2330446" y="117640"/>
                  <a:pt x="2321036" y="116987"/>
                  <a:pt x="2314455" y="116021"/>
                </a:cubicBezTo>
                <a:close/>
                <a:moveTo>
                  <a:pt x="2374586" y="41285"/>
                </a:moveTo>
                <a:lnTo>
                  <a:pt x="2409425" y="41285"/>
                </a:lnTo>
                <a:lnTo>
                  <a:pt x="2409425" y="44222"/>
                </a:lnTo>
                <a:lnTo>
                  <a:pt x="2407712" y="44222"/>
                </a:lnTo>
                <a:cubicBezTo>
                  <a:pt x="2405264" y="44222"/>
                  <a:pt x="2403429" y="44755"/>
                  <a:pt x="2402205" y="45821"/>
                </a:cubicBezTo>
                <a:cubicBezTo>
                  <a:pt x="2400981" y="46886"/>
                  <a:pt x="2400369" y="48211"/>
                  <a:pt x="2400369" y="49796"/>
                </a:cubicBezTo>
                <a:cubicBezTo>
                  <a:pt x="2400369" y="51927"/>
                  <a:pt x="2401266" y="54878"/>
                  <a:pt x="2403061" y="58648"/>
                </a:cubicBezTo>
                <a:lnTo>
                  <a:pt x="2421256" y="96440"/>
                </a:lnTo>
                <a:lnTo>
                  <a:pt x="2437982" y="55061"/>
                </a:lnTo>
                <a:cubicBezTo>
                  <a:pt x="2438907" y="52817"/>
                  <a:pt x="2439369" y="50600"/>
                  <a:pt x="2439369" y="48409"/>
                </a:cubicBezTo>
                <a:cubicBezTo>
                  <a:pt x="2439369" y="47424"/>
                  <a:pt x="2439179" y="46686"/>
                  <a:pt x="2438798" y="46193"/>
                </a:cubicBezTo>
                <a:cubicBezTo>
                  <a:pt x="2438363" y="45591"/>
                  <a:pt x="2437683" y="45113"/>
                  <a:pt x="2436758" y="44757"/>
                </a:cubicBezTo>
                <a:cubicBezTo>
                  <a:pt x="2435834" y="44400"/>
                  <a:pt x="2434202" y="44222"/>
                  <a:pt x="2431863" y="44222"/>
                </a:cubicBezTo>
                <a:lnTo>
                  <a:pt x="2431863" y="41285"/>
                </a:lnTo>
                <a:lnTo>
                  <a:pt x="2456177" y="41285"/>
                </a:lnTo>
                <a:lnTo>
                  <a:pt x="2456177" y="44222"/>
                </a:lnTo>
                <a:cubicBezTo>
                  <a:pt x="2454164" y="44440"/>
                  <a:pt x="2452614" y="44876"/>
                  <a:pt x="2451526" y="45532"/>
                </a:cubicBezTo>
                <a:cubicBezTo>
                  <a:pt x="2450438" y="46187"/>
                  <a:pt x="2449242" y="47415"/>
                  <a:pt x="2447936" y="49217"/>
                </a:cubicBezTo>
                <a:cubicBezTo>
                  <a:pt x="2447447" y="49982"/>
                  <a:pt x="2446522" y="52083"/>
                  <a:pt x="2445162" y="55522"/>
                </a:cubicBezTo>
                <a:lnTo>
                  <a:pt x="2414729" y="130060"/>
                </a:lnTo>
                <a:cubicBezTo>
                  <a:pt x="2411792" y="137320"/>
                  <a:pt x="2407943" y="142805"/>
                  <a:pt x="2403184" y="146516"/>
                </a:cubicBezTo>
                <a:cubicBezTo>
                  <a:pt x="2398424" y="150228"/>
                  <a:pt x="2393842" y="152084"/>
                  <a:pt x="2389436" y="152084"/>
                </a:cubicBezTo>
                <a:cubicBezTo>
                  <a:pt x="2386227" y="152084"/>
                  <a:pt x="2383589" y="151154"/>
                  <a:pt x="2381522" y="149295"/>
                </a:cubicBezTo>
                <a:cubicBezTo>
                  <a:pt x="2379455" y="147437"/>
                  <a:pt x="2378421" y="145306"/>
                  <a:pt x="2378421" y="142903"/>
                </a:cubicBezTo>
                <a:cubicBezTo>
                  <a:pt x="2378421" y="140606"/>
                  <a:pt x="2379169" y="138761"/>
                  <a:pt x="2380665" y="137367"/>
                </a:cubicBezTo>
                <a:cubicBezTo>
                  <a:pt x="2382161" y="135974"/>
                  <a:pt x="2384214" y="135277"/>
                  <a:pt x="2386825" y="135277"/>
                </a:cubicBezTo>
                <a:cubicBezTo>
                  <a:pt x="2388620" y="135277"/>
                  <a:pt x="2391068" y="135859"/>
                  <a:pt x="2394168" y="137023"/>
                </a:cubicBezTo>
                <a:cubicBezTo>
                  <a:pt x="2396344" y="137817"/>
                  <a:pt x="2397704" y="138214"/>
                  <a:pt x="2398248" y="138214"/>
                </a:cubicBezTo>
                <a:cubicBezTo>
                  <a:pt x="2399879" y="138214"/>
                  <a:pt x="2401661" y="137377"/>
                  <a:pt x="2403592" y="135702"/>
                </a:cubicBezTo>
                <a:cubicBezTo>
                  <a:pt x="2405523" y="134028"/>
                  <a:pt x="2407467" y="130788"/>
                  <a:pt x="2409425" y="125983"/>
                </a:cubicBezTo>
                <a:lnTo>
                  <a:pt x="2414729" y="112929"/>
                </a:lnTo>
                <a:lnTo>
                  <a:pt x="2387886" y="56698"/>
                </a:lnTo>
                <a:cubicBezTo>
                  <a:pt x="2387070" y="55001"/>
                  <a:pt x="2385764" y="52894"/>
                  <a:pt x="2383969" y="50377"/>
                </a:cubicBezTo>
                <a:cubicBezTo>
                  <a:pt x="2382609" y="48463"/>
                  <a:pt x="2381494" y="47177"/>
                  <a:pt x="2380624" y="46519"/>
                </a:cubicBezTo>
                <a:cubicBezTo>
                  <a:pt x="2379373" y="45644"/>
                  <a:pt x="2377361" y="44878"/>
                  <a:pt x="2374586" y="44222"/>
                </a:cubicBezTo>
                <a:lnTo>
                  <a:pt x="2374586" y="412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37015-F361-44E3-8D72-4952BB4F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26" y="516943"/>
            <a:ext cx="207269" cy="33801"/>
          </a:xfrm>
          <a:custGeom xmlns:a="http://schemas.openxmlformats.org/drawingml/2006/main">
            <a:pathLst>
              <a:path w="207269" h="33801" fill="none">
                <a:moveTo>
                  <a:pt x="190368" y="33801"/>
                </a:moveTo>
                <a:lnTo>
                  <a:pt x="16901" y="33801"/>
                </a:lnTo>
                <a:cubicBezTo>
                  <a:pt x="7567" y="33801"/>
                  <a:pt x="0" y="26237"/>
                  <a:pt x="0" y="16901"/>
                </a:cubicBezTo>
                <a:cubicBezTo>
                  <a:pt x="0" y="7567"/>
                  <a:pt x="7567" y="0"/>
                  <a:pt x="16901" y="0"/>
                </a:cubicBezTo>
                <a:lnTo>
                  <a:pt x="190368" y="0"/>
                </a:lnTo>
                <a:cubicBezTo>
                  <a:pt x="199702" y="0"/>
                  <a:pt x="207269" y="7567"/>
                  <a:pt x="207269" y="16901"/>
                </a:cubicBezTo>
                <a:cubicBezTo>
                  <a:pt x="207269" y="26237"/>
                  <a:pt x="199702" y="33801"/>
                  <a:pt x="190368" y="33801"/>
                </a:cubicBezTo>
                <a:close/>
                <a:moveTo>
                  <a:pt x="190368" y="33801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998E5-CE4F-42BF-9EA7-4F01488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643" y="461830"/>
            <a:ext cx="44835" cy="55113"/>
          </a:xfrm>
          <a:custGeom xmlns:a="http://schemas.openxmlformats.org/drawingml/2006/main">
            <a:pathLst>
              <a:path w="44835" h="55113" fill="none">
                <a:moveTo>
                  <a:pt x="44835" y="55113"/>
                </a:moveTo>
                <a:lnTo>
                  <a:pt x="22418" y="0"/>
                </a:lnTo>
                <a:lnTo>
                  <a:pt x="0" y="55113"/>
                </a:lnTo>
                <a:lnTo>
                  <a:pt x="44835" y="55113"/>
                </a:lnTo>
                <a:close/>
                <a:moveTo>
                  <a:pt x="44835" y="55113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03A54-6D30-47C1-B6B3-4C00C8E2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64" y="350676"/>
            <a:ext cx="206373" cy="151780"/>
          </a:xfrm>
          <a:custGeom xmlns:a="http://schemas.openxmlformats.org/drawingml/2006/main">
            <a:pathLst>
              <a:path w="206373" h="151780">
                <a:moveTo>
                  <a:pt x="9917" y="0"/>
                </a:moveTo>
                <a:cubicBezTo>
                  <a:pt x="0" y="23176"/>
                  <a:pt x="90" y="50556"/>
                  <a:pt x="12532" y="76326"/>
                </a:cubicBezTo>
                <a:cubicBezTo>
                  <a:pt x="36830" y="126646"/>
                  <a:pt x="99035" y="151780"/>
                  <a:pt x="151472" y="132460"/>
                </a:cubicBezTo>
                <a:cubicBezTo>
                  <a:pt x="178324" y="122567"/>
                  <a:pt x="197408" y="102934"/>
                  <a:pt x="206373" y="79374"/>
                </a:cubicBezTo>
                <a:lnTo>
                  <a:pt x="9917" y="0"/>
                </a:lnTo>
                <a:close/>
                <a:moveTo>
                  <a:pt x="991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9A7CF-396D-4B80-83A1-2CDD5110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63" y="350676"/>
            <a:ext cx="206373" cy="151780"/>
          </a:xfrm>
          <a:custGeom xmlns:a="http://schemas.openxmlformats.org/drawingml/2006/main">
            <a:pathLst>
              <a:path w="206373" h="151780" fill="none">
                <a:moveTo>
                  <a:pt x="9917" y="0"/>
                </a:moveTo>
                <a:cubicBezTo>
                  <a:pt x="0" y="23176"/>
                  <a:pt x="90" y="50556"/>
                  <a:pt x="12532" y="76326"/>
                </a:cubicBezTo>
                <a:cubicBezTo>
                  <a:pt x="36830" y="126646"/>
                  <a:pt x="99035" y="151780"/>
                  <a:pt x="151472" y="132460"/>
                </a:cubicBezTo>
                <a:cubicBezTo>
                  <a:pt x="178324" y="122567"/>
                  <a:pt x="197408" y="102934"/>
                  <a:pt x="206373" y="79374"/>
                </a:cubicBezTo>
                <a:lnTo>
                  <a:pt x="9917" y="0"/>
                </a:lnTo>
                <a:close/>
                <a:moveTo>
                  <a:pt x="991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BA533C-CC3A-4314-82E5-8C7B3D75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657" y="338383"/>
            <a:ext cx="221886" cy="102518"/>
          </a:xfrm>
          <a:custGeom xmlns:a="http://schemas.openxmlformats.org/drawingml/2006/main">
            <a:pathLst>
              <a:path w="221886" h="102518">
                <a:moveTo>
                  <a:pt x="48413" y="6013"/>
                </a:moveTo>
                <a:cubicBezTo>
                  <a:pt x="90614" y="12028"/>
                  <a:pt x="152819" y="37159"/>
                  <a:pt x="187353" y="62149"/>
                </a:cubicBezTo>
                <a:cubicBezTo>
                  <a:pt x="221886" y="87137"/>
                  <a:pt x="215672" y="102518"/>
                  <a:pt x="173470" y="96505"/>
                </a:cubicBezTo>
                <a:cubicBezTo>
                  <a:pt x="131272" y="90492"/>
                  <a:pt x="69067" y="65359"/>
                  <a:pt x="34533" y="40371"/>
                </a:cubicBezTo>
                <a:cubicBezTo>
                  <a:pt x="0" y="15381"/>
                  <a:pt x="6214" y="0"/>
                  <a:pt x="48413" y="601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54EBE-EADD-4320-9ED3-E36ABB9A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657" y="338382"/>
            <a:ext cx="221886" cy="102518"/>
          </a:xfrm>
          <a:custGeom xmlns:a="http://schemas.openxmlformats.org/drawingml/2006/main">
            <a:pathLst>
              <a:path w="221886" h="102518" fill="none">
                <a:moveTo>
                  <a:pt x="48413" y="6013"/>
                </a:moveTo>
                <a:cubicBezTo>
                  <a:pt x="90614" y="12028"/>
                  <a:pt x="152819" y="37159"/>
                  <a:pt x="187353" y="62149"/>
                </a:cubicBezTo>
                <a:cubicBezTo>
                  <a:pt x="221886" y="87137"/>
                  <a:pt x="215672" y="102518"/>
                  <a:pt x="173470" y="96505"/>
                </a:cubicBezTo>
                <a:cubicBezTo>
                  <a:pt x="131272" y="90492"/>
                  <a:pt x="69067" y="65359"/>
                  <a:pt x="34533" y="40371"/>
                </a:cubicBezTo>
                <a:cubicBezTo>
                  <a:pt x="0" y="15381"/>
                  <a:pt x="6214" y="0"/>
                  <a:pt x="48413" y="60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16E5D-B921-4D41-AE90-75250FA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62" y="340371"/>
            <a:ext cx="19195" cy="49851"/>
          </a:xfrm>
          <a:custGeom xmlns:a="http://schemas.openxmlformats.org/drawingml/2006/main">
            <a:pathLst>
              <a:path w="19195" h="49851" fill="none">
                <a:moveTo>
                  <a:pt x="0" y="49851"/>
                </a:moveTo>
                <a:lnTo>
                  <a:pt x="13702" y="12776"/>
                </a:lnTo>
                <a:lnTo>
                  <a:pt x="19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14B1F1-EE71-4EE6-84D5-BFB77FD5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05" y="307716"/>
            <a:ext cx="36074" cy="36074"/>
          </a:xfrm>
          <a:custGeom xmlns:a="http://schemas.openxmlformats.org/drawingml/2006/main">
            <a:pathLst>
              <a:path w="36074" h="36074">
                <a:moveTo>
                  <a:pt x="23929" y="32820"/>
                </a:moveTo>
                <a:cubicBezTo>
                  <a:pt x="15765" y="36074"/>
                  <a:pt x="6509" y="32093"/>
                  <a:pt x="3254" y="23929"/>
                </a:cubicBezTo>
                <a:cubicBezTo>
                  <a:pt x="0" y="15765"/>
                  <a:pt x="3981" y="6509"/>
                  <a:pt x="12145" y="3254"/>
                </a:cubicBezTo>
                <a:cubicBezTo>
                  <a:pt x="20309" y="0"/>
                  <a:pt x="29566" y="3978"/>
                  <a:pt x="32820" y="12142"/>
                </a:cubicBezTo>
                <a:cubicBezTo>
                  <a:pt x="36074" y="20309"/>
                  <a:pt x="32096" y="29566"/>
                  <a:pt x="23929" y="328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215DD-4711-4980-B85B-B5EA6393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05" y="307716"/>
            <a:ext cx="36074" cy="36074"/>
          </a:xfrm>
          <a:custGeom xmlns:a="http://schemas.openxmlformats.org/drawingml/2006/main">
            <a:pathLst>
              <a:path w="36074" h="36074" fill="none">
                <a:moveTo>
                  <a:pt x="23929" y="32820"/>
                </a:moveTo>
                <a:cubicBezTo>
                  <a:pt x="15765" y="36074"/>
                  <a:pt x="6509" y="32093"/>
                  <a:pt x="3254" y="23929"/>
                </a:cubicBezTo>
                <a:cubicBezTo>
                  <a:pt x="0" y="15765"/>
                  <a:pt x="3981" y="6509"/>
                  <a:pt x="12145" y="3254"/>
                </a:cubicBezTo>
                <a:cubicBezTo>
                  <a:pt x="20309" y="0"/>
                  <a:pt x="29566" y="3978"/>
                  <a:pt x="32820" y="12142"/>
                </a:cubicBezTo>
                <a:cubicBezTo>
                  <a:pt x="36074" y="20309"/>
                  <a:pt x="32096" y="29566"/>
                  <a:pt x="23929" y="328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914" cap="flat">
            <a:solidFill>
              <a:srgbClr val="00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A56B4-77A1-4B54-9876-1B155743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26" y="941074"/>
            <a:ext cx="207269" cy="33801"/>
          </a:xfrm>
          <a:custGeom xmlns:a="http://schemas.openxmlformats.org/drawingml/2006/main">
            <a:pathLst>
              <a:path w="207269" h="33801" fill="none">
                <a:moveTo>
                  <a:pt x="190368" y="33801"/>
                </a:moveTo>
                <a:lnTo>
                  <a:pt x="16901" y="33801"/>
                </a:lnTo>
                <a:cubicBezTo>
                  <a:pt x="7567" y="33801"/>
                  <a:pt x="0" y="26234"/>
                  <a:pt x="0" y="16901"/>
                </a:cubicBezTo>
                <a:cubicBezTo>
                  <a:pt x="0" y="7567"/>
                  <a:pt x="7567" y="0"/>
                  <a:pt x="16901" y="0"/>
                </a:cubicBezTo>
                <a:lnTo>
                  <a:pt x="190368" y="0"/>
                </a:lnTo>
                <a:cubicBezTo>
                  <a:pt x="199702" y="0"/>
                  <a:pt x="207269" y="7567"/>
                  <a:pt x="207269" y="16901"/>
                </a:cubicBezTo>
                <a:cubicBezTo>
                  <a:pt x="207269" y="26234"/>
                  <a:pt x="199702" y="33801"/>
                  <a:pt x="190368" y="33801"/>
                </a:cubicBezTo>
                <a:close/>
                <a:moveTo>
                  <a:pt x="190368" y="33801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3CE76-E277-4040-BB9F-78175D8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643" y="885961"/>
            <a:ext cx="44835" cy="55113"/>
          </a:xfrm>
          <a:custGeom xmlns:a="http://schemas.openxmlformats.org/drawingml/2006/main">
            <a:pathLst>
              <a:path w="44835" h="55113" fill="none">
                <a:moveTo>
                  <a:pt x="44835" y="55113"/>
                </a:moveTo>
                <a:lnTo>
                  <a:pt x="22418" y="0"/>
                </a:lnTo>
                <a:lnTo>
                  <a:pt x="0" y="55113"/>
                </a:lnTo>
                <a:lnTo>
                  <a:pt x="44835" y="55113"/>
                </a:lnTo>
                <a:close/>
                <a:moveTo>
                  <a:pt x="44835" y="55113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FFD66-385F-47F9-A65C-A6951FD2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64" y="774808"/>
            <a:ext cx="206373" cy="151779"/>
          </a:xfrm>
          <a:custGeom xmlns:a="http://schemas.openxmlformats.org/drawingml/2006/main">
            <a:pathLst>
              <a:path w="206373" h="151779">
                <a:moveTo>
                  <a:pt x="9917" y="0"/>
                </a:moveTo>
                <a:cubicBezTo>
                  <a:pt x="0" y="23176"/>
                  <a:pt x="90" y="50555"/>
                  <a:pt x="12532" y="76326"/>
                </a:cubicBezTo>
                <a:cubicBezTo>
                  <a:pt x="36830" y="126647"/>
                  <a:pt x="99035" y="151779"/>
                  <a:pt x="151472" y="132460"/>
                </a:cubicBezTo>
                <a:cubicBezTo>
                  <a:pt x="178324" y="122567"/>
                  <a:pt x="197408" y="102934"/>
                  <a:pt x="206373" y="79373"/>
                </a:cubicBezTo>
                <a:lnTo>
                  <a:pt x="9917" y="0"/>
                </a:lnTo>
                <a:close/>
                <a:moveTo>
                  <a:pt x="9917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857CB-5283-41D9-A15E-4A4DE4C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163" y="774807"/>
            <a:ext cx="206373" cy="151780"/>
          </a:xfrm>
          <a:custGeom xmlns:a="http://schemas.openxmlformats.org/drawingml/2006/main">
            <a:pathLst>
              <a:path w="206373" h="151780" fill="none">
                <a:moveTo>
                  <a:pt x="9917" y="0"/>
                </a:moveTo>
                <a:cubicBezTo>
                  <a:pt x="0" y="23176"/>
                  <a:pt x="90" y="50556"/>
                  <a:pt x="12532" y="76326"/>
                </a:cubicBezTo>
                <a:cubicBezTo>
                  <a:pt x="36830" y="126646"/>
                  <a:pt x="99035" y="151780"/>
                  <a:pt x="151472" y="132460"/>
                </a:cubicBezTo>
                <a:cubicBezTo>
                  <a:pt x="178324" y="122567"/>
                  <a:pt x="197408" y="102934"/>
                  <a:pt x="206373" y="79374"/>
                </a:cubicBezTo>
                <a:lnTo>
                  <a:pt x="9917" y="0"/>
                </a:lnTo>
                <a:close/>
                <a:moveTo>
                  <a:pt x="991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EBD5D-1699-43A6-9BDC-79BACC3A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657" y="762514"/>
            <a:ext cx="221886" cy="102519"/>
          </a:xfrm>
          <a:custGeom xmlns:a="http://schemas.openxmlformats.org/drawingml/2006/main">
            <a:pathLst>
              <a:path w="221886" h="102519">
                <a:moveTo>
                  <a:pt x="48413" y="6014"/>
                </a:moveTo>
                <a:cubicBezTo>
                  <a:pt x="90614" y="12028"/>
                  <a:pt x="152819" y="37160"/>
                  <a:pt x="187353" y="62149"/>
                </a:cubicBezTo>
                <a:cubicBezTo>
                  <a:pt x="221886" y="87137"/>
                  <a:pt x="215672" y="102519"/>
                  <a:pt x="173470" y="96505"/>
                </a:cubicBezTo>
                <a:cubicBezTo>
                  <a:pt x="131272" y="90491"/>
                  <a:pt x="69067" y="65359"/>
                  <a:pt x="34533" y="40370"/>
                </a:cubicBezTo>
                <a:cubicBezTo>
                  <a:pt x="0" y="15382"/>
                  <a:pt x="6214" y="0"/>
                  <a:pt x="48413" y="601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5B890-C348-4FE0-9969-F7089675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6657" y="762514"/>
            <a:ext cx="221886" cy="102518"/>
          </a:xfrm>
          <a:custGeom xmlns:a="http://schemas.openxmlformats.org/drawingml/2006/main">
            <a:pathLst>
              <a:path w="221886" h="102518" fill="none">
                <a:moveTo>
                  <a:pt x="48413" y="6013"/>
                </a:moveTo>
                <a:cubicBezTo>
                  <a:pt x="90614" y="12028"/>
                  <a:pt x="152819" y="37159"/>
                  <a:pt x="187353" y="62149"/>
                </a:cubicBezTo>
                <a:cubicBezTo>
                  <a:pt x="221886" y="87137"/>
                  <a:pt x="215672" y="102518"/>
                  <a:pt x="173470" y="96505"/>
                </a:cubicBezTo>
                <a:cubicBezTo>
                  <a:pt x="131272" y="90490"/>
                  <a:pt x="69067" y="65359"/>
                  <a:pt x="34533" y="40371"/>
                </a:cubicBezTo>
                <a:cubicBezTo>
                  <a:pt x="0" y="15381"/>
                  <a:pt x="6214" y="0"/>
                  <a:pt x="48413" y="60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49B421-AEE7-471D-9474-6CC940DF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62" y="764503"/>
            <a:ext cx="19195" cy="49851"/>
          </a:xfrm>
          <a:custGeom xmlns:a="http://schemas.openxmlformats.org/drawingml/2006/main">
            <a:pathLst>
              <a:path w="19195" h="49851" fill="none">
                <a:moveTo>
                  <a:pt x="0" y="49851"/>
                </a:moveTo>
                <a:lnTo>
                  <a:pt x="13702" y="12776"/>
                </a:lnTo>
                <a:lnTo>
                  <a:pt x="191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D8C05-576D-4CD4-9305-E107EEC8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05" y="731847"/>
            <a:ext cx="36074" cy="36075"/>
          </a:xfrm>
          <a:custGeom xmlns:a="http://schemas.openxmlformats.org/drawingml/2006/main">
            <a:pathLst>
              <a:path w="36074" h="36075">
                <a:moveTo>
                  <a:pt x="23929" y="32820"/>
                </a:moveTo>
                <a:cubicBezTo>
                  <a:pt x="15765" y="36075"/>
                  <a:pt x="6509" y="32095"/>
                  <a:pt x="3254" y="23930"/>
                </a:cubicBezTo>
                <a:cubicBezTo>
                  <a:pt x="0" y="15766"/>
                  <a:pt x="3981" y="6509"/>
                  <a:pt x="12145" y="3255"/>
                </a:cubicBezTo>
                <a:cubicBezTo>
                  <a:pt x="20309" y="0"/>
                  <a:pt x="29566" y="3980"/>
                  <a:pt x="32820" y="12144"/>
                </a:cubicBezTo>
                <a:cubicBezTo>
                  <a:pt x="36074" y="20308"/>
                  <a:pt x="32096" y="29565"/>
                  <a:pt x="23929" y="328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611CE-99CE-40EF-936C-D807188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05" y="731848"/>
            <a:ext cx="36074" cy="36074"/>
          </a:xfrm>
          <a:custGeom xmlns:a="http://schemas.openxmlformats.org/drawingml/2006/main">
            <a:pathLst>
              <a:path w="36074" h="36074" fill="none">
                <a:moveTo>
                  <a:pt x="23929" y="32820"/>
                </a:moveTo>
                <a:cubicBezTo>
                  <a:pt x="15765" y="36074"/>
                  <a:pt x="6509" y="32093"/>
                  <a:pt x="3254" y="23929"/>
                </a:cubicBezTo>
                <a:cubicBezTo>
                  <a:pt x="0" y="15765"/>
                  <a:pt x="3981" y="6509"/>
                  <a:pt x="12145" y="3254"/>
                </a:cubicBezTo>
                <a:cubicBezTo>
                  <a:pt x="20309" y="0"/>
                  <a:pt x="29566" y="3978"/>
                  <a:pt x="32820" y="12142"/>
                </a:cubicBezTo>
                <a:cubicBezTo>
                  <a:pt x="36074" y="20306"/>
                  <a:pt x="32096" y="29563"/>
                  <a:pt x="23929" y="328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914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36F8AD-83D5-4A36-9C0F-721C6940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872" y="941074"/>
            <a:ext cx="207269" cy="33801"/>
          </a:xfrm>
          <a:custGeom xmlns:a="http://schemas.openxmlformats.org/drawingml/2006/main">
            <a:pathLst>
              <a:path w="207269" h="33801" fill="none">
                <a:moveTo>
                  <a:pt x="16901" y="33801"/>
                </a:moveTo>
                <a:lnTo>
                  <a:pt x="190368" y="33801"/>
                </a:lnTo>
                <a:cubicBezTo>
                  <a:pt x="199702" y="33801"/>
                  <a:pt x="207269" y="26234"/>
                  <a:pt x="207269" y="16901"/>
                </a:cubicBezTo>
                <a:cubicBezTo>
                  <a:pt x="207269" y="7567"/>
                  <a:pt x="199702" y="0"/>
                  <a:pt x="190368" y="0"/>
                </a:cubicBezTo>
                <a:lnTo>
                  <a:pt x="16901" y="0"/>
                </a:lnTo>
                <a:cubicBezTo>
                  <a:pt x="7567" y="0"/>
                  <a:pt x="0" y="7567"/>
                  <a:pt x="0" y="16901"/>
                </a:cubicBezTo>
                <a:cubicBezTo>
                  <a:pt x="0" y="26234"/>
                  <a:pt x="7567" y="33801"/>
                  <a:pt x="16901" y="33801"/>
                </a:cubicBezTo>
                <a:close/>
                <a:moveTo>
                  <a:pt x="16901" y="33801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40F769-5D52-4D6A-913C-E5049B0D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089" y="885961"/>
            <a:ext cx="44835" cy="55113"/>
          </a:xfrm>
          <a:custGeom xmlns:a="http://schemas.openxmlformats.org/drawingml/2006/main">
            <a:pathLst>
              <a:path w="44835" h="55113" fill="none">
                <a:moveTo>
                  <a:pt x="0" y="55113"/>
                </a:moveTo>
                <a:lnTo>
                  <a:pt x="22418" y="0"/>
                </a:lnTo>
                <a:lnTo>
                  <a:pt x="44835" y="55113"/>
                </a:lnTo>
                <a:lnTo>
                  <a:pt x="0" y="55113"/>
                </a:lnTo>
                <a:close/>
                <a:moveTo>
                  <a:pt x="0" y="55113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F89A7-7622-4F8B-8EF1-DF8A65F2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031" y="774808"/>
            <a:ext cx="206373" cy="151779"/>
          </a:xfrm>
          <a:custGeom xmlns:a="http://schemas.openxmlformats.org/drawingml/2006/main">
            <a:pathLst>
              <a:path w="206373" h="151779">
                <a:moveTo>
                  <a:pt x="196456" y="0"/>
                </a:moveTo>
                <a:cubicBezTo>
                  <a:pt x="206373" y="23176"/>
                  <a:pt x="206282" y="50555"/>
                  <a:pt x="193840" y="76326"/>
                </a:cubicBezTo>
                <a:cubicBezTo>
                  <a:pt x="169542" y="126647"/>
                  <a:pt x="107337" y="151779"/>
                  <a:pt x="54901" y="132460"/>
                </a:cubicBezTo>
                <a:cubicBezTo>
                  <a:pt x="28048" y="122567"/>
                  <a:pt x="8965" y="102934"/>
                  <a:pt x="0" y="79373"/>
                </a:cubicBezTo>
                <a:lnTo>
                  <a:pt x="196456" y="0"/>
                </a:lnTo>
                <a:close/>
                <a:moveTo>
                  <a:pt x="19645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F9BBE5-67F2-4678-9DAE-223C06F6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030" y="774807"/>
            <a:ext cx="206373" cy="151780"/>
          </a:xfrm>
          <a:custGeom xmlns:a="http://schemas.openxmlformats.org/drawingml/2006/main">
            <a:pathLst>
              <a:path w="206373" h="151780" fill="none">
                <a:moveTo>
                  <a:pt x="196456" y="0"/>
                </a:moveTo>
                <a:cubicBezTo>
                  <a:pt x="206373" y="23176"/>
                  <a:pt x="206282" y="50556"/>
                  <a:pt x="193840" y="76326"/>
                </a:cubicBezTo>
                <a:cubicBezTo>
                  <a:pt x="169542" y="126646"/>
                  <a:pt x="107337" y="151780"/>
                  <a:pt x="54901" y="132460"/>
                </a:cubicBezTo>
                <a:cubicBezTo>
                  <a:pt x="28048" y="122567"/>
                  <a:pt x="8965" y="102934"/>
                  <a:pt x="0" y="79374"/>
                </a:cubicBezTo>
                <a:lnTo>
                  <a:pt x="196456" y="0"/>
                </a:lnTo>
                <a:close/>
                <a:moveTo>
                  <a:pt x="19645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DEF1F-7228-462F-BD93-3E6CC1E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24" y="762514"/>
            <a:ext cx="221886" cy="102519"/>
          </a:xfrm>
          <a:custGeom xmlns:a="http://schemas.openxmlformats.org/drawingml/2006/main">
            <a:pathLst>
              <a:path w="221886" h="102519">
                <a:moveTo>
                  <a:pt x="173473" y="6014"/>
                </a:moveTo>
                <a:cubicBezTo>
                  <a:pt x="131272" y="12028"/>
                  <a:pt x="69067" y="37160"/>
                  <a:pt x="34533" y="62149"/>
                </a:cubicBezTo>
                <a:cubicBezTo>
                  <a:pt x="0" y="87137"/>
                  <a:pt x="6214" y="102519"/>
                  <a:pt x="48416" y="96505"/>
                </a:cubicBezTo>
                <a:cubicBezTo>
                  <a:pt x="90614" y="90491"/>
                  <a:pt x="152819" y="65359"/>
                  <a:pt x="187353" y="40370"/>
                </a:cubicBezTo>
                <a:cubicBezTo>
                  <a:pt x="221886" y="15382"/>
                  <a:pt x="215672" y="0"/>
                  <a:pt x="173473" y="601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B56C3-3239-4A0B-A476-CB6EB090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23" y="762514"/>
            <a:ext cx="221886" cy="102518"/>
          </a:xfrm>
          <a:custGeom xmlns:a="http://schemas.openxmlformats.org/drawingml/2006/main">
            <a:pathLst>
              <a:path w="221886" h="102518" fill="none">
                <a:moveTo>
                  <a:pt x="173473" y="6013"/>
                </a:moveTo>
                <a:cubicBezTo>
                  <a:pt x="131272" y="12028"/>
                  <a:pt x="69067" y="37159"/>
                  <a:pt x="34533" y="62149"/>
                </a:cubicBezTo>
                <a:cubicBezTo>
                  <a:pt x="0" y="87137"/>
                  <a:pt x="6214" y="102518"/>
                  <a:pt x="48416" y="96505"/>
                </a:cubicBezTo>
                <a:cubicBezTo>
                  <a:pt x="90614" y="90490"/>
                  <a:pt x="152819" y="65359"/>
                  <a:pt x="187353" y="40371"/>
                </a:cubicBezTo>
                <a:cubicBezTo>
                  <a:pt x="221886" y="15381"/>
                  <a:pt x="215672" y="0"/>
                  <a:pt x="173473" y="60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E1483-CF6E-4F96-B2B7-9E099B4B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09" y="764503"/>
            <a:ext cx="19195" cy="49851"/>
          </a:xfrm>
          <a:custGeom xmlns:a="http://schemas.openxmlformats.org/drawingml/2006/main">
            <a:pathLst>
              <a:path w="19195" h="49851" fill="none">
                <a:moveTo>
                  <a:pt x="19195" y="49851"/>
                </a:moveTo>
                <a:lnTo>
                  <a:pt x="5493" y="127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55920-F6C3-4E36-B58B-B6E0688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088" y="731847"/>
            <a:ext cx="36074" cy="36075"/>
          </a:xfrm>
          <a:custGeom xmlns:a="http://schemas.openxmlformats.org/drawingml/2006/main">
            <a:pathLst>
              <a:path w="36074" h="36075">
                <a:moveTo>
                  <a:pt x="32820" y="23930"/>
                </a:moveTo>
                <a:cubicBezTo>
                  <a:pt x="29566" y="32095"/>
                  <a:pt x="20309" y="36075"/>
                  <a:pt x="12145" y="32820"/>
                </a:cubicBezTo>
                <a:cubicBezTo>
                  <a:pt x="3978" y="29565"/>
                  <a:pt x="0" y="20308"/>
                  <a:pt x="3254" y="12144"/>
                </a:cubicBezTo>
                <a:cubicBezTo>
                  <a:pt x="6509" y="3980"/>
                  <a:pt x="15765" y="0"/>
                  <a:pt x="23929" y="3255"/>
                </a:cubicBezTo>
                <a:cubicBezTo>
                  <a:pt x="32093" y="6509"/>
                  <a:pt x="36074" y="15766"/>
                  <a:pt x="32820" y="2393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24ADB-BB3E-49A0-B9A8-3241384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088" y="731848"/>
            <a:ext cx="36074" cy="36074"/>
          </a:xfrm>
          <a:custGeom xmlns:a="http://schemas.openxmlformats.org/drawingml/2006/main">
            <a:pathLst>
              <a:path w="36074" h="36074" fill="none">
                <a:moveTo>
                  <a:pt x="32820" y="23929"/>
                </a:moveTo>
                <a:cubicBezTo>
                  <a:pt x="29566" y="32093"/>
                  <a:pt x="20309" y="36074"/>
                  <a:pt x="12145" y="32820"/>
                </a:cubicBezTo>
                <a:cubicBezTo>
                  <a:pt x="3978" y="29563"/>
                  <a:pt x="0" y="20306"/>
                  <a:pt x="3254" y="12142"/>
                </a:cubicBezTo>
                <a:cubicBezTo>
                  <a:pt x="6509" y="3978"/>
                  <a:pt x="15765" y="0"/>
                  <a:pt x="23929" y="3254"/>
                </a:cubicBezTo>
                <a:cubicBezTo>
                  <a:pt x="32093" y="6509"/>
                  <a:pt x="36074" y="15765"/>
                  <a:pt x="32820" y="239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914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283A5-210A-440F-9C41-11B8C164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872" y="516943"/>
            <a:ext cx="207269" cy="33801"/>
          </a:xfrm>
          <a:custGeom xmlns:a="http://schemas.openxmlformats.org/drawingml/2006/main">
            <a:pathLst>
              <a:path w="207269" h="33801" fill="none">
                <a:moveTo>
                  <a:pt x="16901" y="33801"/>
                </a:moveTo>
                <a:lnTo>
                  <a:pt x="190368" y="33801"/>
                </a:lnTo>
                <a:cubicBezTo>
                  <a:pt x="199702" y="33801"/>
                  <a:pt x="207269" y="26237"/>
                  <a:pt x="207269" y="16901"/>
                </a:cubicBezTo>
                <a:cubicBezTo>
                  <a:pt x="207269" y="7567"/>
                  <a:pt x="199702" y="0"/>
                  <a:pt x="190368" y="0"/>
                </a:cubicBezTo>
                <a:lnTo>
                  <a:pt x="16901" y="0"/>
                </a:lnTo>
                <a:cubicBezTo>
                  <a:pt x="7567" y="0"/>
                  <a:pt x="0" y="7567"/>
                  <a:pt x="0" y="16901"/>
                </a:cubicBezTo>
                <a:cubicBezTo>
                  <a:pt x="0" y="26237"/>
                  <a:pt x="7567" y="33801"/>
                  <a:pt x="16901" y="33801"/>
                </a:cubicBezTo>
                <a:close/>
                <a:moveTo>
                  <a:pt x="16901" y="33801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CBE77-9F69-4688-9AC3-B1885362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089" y="461830"/>
            <a:ext cx="44835" cy="55113"/>
          </a:xfrm>
          <a:custGeom xmlns:a="http://schemas.openxmlformats.org/drawingml/2006/main">
            <a:pathLst>
              <a:path w="44835" h="55113" fill="none">
                <a:moveTo>
                  <a:pt x="0" y="55113"/>
                </a:moveTo>
                <a:lnTo>
                  <a:pt x="22418" y="0"/>
                </a:lnTo>
                <a:lnTo>
                  <a:pt x="44835" y="55113"/>
                </a:lnTo>
                <a:lnTo>
                  <a:pt x="0" y="55113"/>
                </a:lnTo>
                <a:close/>
                <a:moveTo>
                  <a:pt x="0" y="55113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D0562A-138B-43CA-93AA-B36E340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031" y="350676"/>
            <a:ext cx="206373" cy="151780"/>
          </a:xfrm>
          <a:custGeom xmlns:a="http://schemas.openxmlformats.org/drawingml/2006/main">
            <a:pathLst>
              <a:path w="206373" h="151780">
                <a:moveTo>
                  <a:pt x="196456" y="0"/>
                </a:moveTo>
                <a:cubicBezTo>
                  <a:pt x="206373" y="23176"/>
                  <a:pt x="206282" y="50556"/>
                  <a:pt x="193840" y="76326"/>
                </a:cubicBezTo>
                <a:cubicBezTo>
                  <a:pt x="169542" y="126646"/>
                  <a:pt x="107337" y="151780"/>
                  <a:pt x="54901" y="132460"/>
                </a:cubicBezTo>
                <a:cubicBezTo>
                  <a:pt x="28048" y="122567"/>
                  <a:pt x="8965" y="102934"/>
                  <a:pt x="0" y="79374"/>
                </a:cubicBezTo>
                <a:lnTo>
                  <a:pt x="196456" y="0"/>
                </a:lnTo>
                <a:close/>
                <a:moveTo>
                  <a:pt x="196456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41813-28C4-456F-83E6-462CDA0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030" y="350676"/>
            <a:ext cx="206373" cy="151780"/>
          </a:xfrm>
          <a:custGeom xmlns:a="http://schemas.openxmlformats.org/drawingml/2006/main">
            <a:pathLst>
              <a:path w="206373" h="151780" fill="none">
                <a:moveTo>
                  <a:pt x="196456" y="0"/>
                </a:moveTo>
                <a:cubicBezTo>
                  <a:pt x="206373" y="23176"/>
                  <a:pt x="206282" y="50556"/>
                  <a:pt x="193840" y="76326"/>
                </a:cubicBezTo>
                <a:cubicBezTo>
                  <a:pt x="169542" y="126646"/>
                  <a:pt x="107337" y="151780"/>
                  <a:pt x="54901" y="132460"/>
                </a:cubicBezTo>
                <a:cubicBezTo>
                  <a:pt x="28048" y="122567"/>
                  <a:pt x="8965" y="102934"/>
                  <a:pt x="0" y="79374"/>
                </a:cubicBezTo>
                <a:lnTo>
                  <a:pt x="196456" y="0"/>
                </a:lnTo>
                <a:close/>
                <a:moveTo>
                  <a:pt x="19645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FB5C9-96C2-4312-9BA7-16F82735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24" y="338383"/>
            <a:ext cx="221886" cy="102518"/>
          </a:xfrm>
          <a:custGeom xmlns:a="http://schemas.openxmlformats.org/drawingml/2006/main">
            <a:pathLst>
              <a:path w="221886" h="102518">
                <a:moveTo>
                  <a:pt x="173473" y="6013"/>
                </a:moveTo>
                <a:cubicBezTo>
                  <a:pt x="131272" y="12028"/>
                  <a:pt x="69067" y="37159"/>
                  <a:pt x="34533" y="62149"/>
                </a:cubicBezTo>
                <a:cubicBezTo>
                  <a:pt x="0" y="87137"/>
                  <a:pt x="6214" y="102518"/>
                  <a:pt x="48416" y="96505"/>
                </a:cubicBezTo>
                <a:cubicBezTo>
                  <a:pt x="90614" y="90492"/>
                  <a:pt x="152819" y="65359"/>
                  <a:pt x="187353" y="40371"/>
                </a:cubicBezTo>
                <a:cubicBezTo>
                  <a:pt x="221886" y="15381"/>
                  <a:pt x="215672" y="0"/>
                  <a:pt x="173473" y="601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D1810-D128-4B66-9B04-F724CECD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23" y="338382"/>
            <a:ext cx="221886" cy="102518"/>
          </a:xfrm>
          <a:custGeom xmlns:a="http://schemas.openxmlformats.org/drawingml/2006/main">
            <a:pathLst>
              <a:path w="221886" h="102518" fill="none">
                <a:moveTo>
                  <a:pt x="173473" y="6013"/>
                </a:moveTo>
                <a:cubicBezTo>
                  <a:pt x="131272" y="12028"/>
                  <a:pt x="69067" y="37159"/>
                  <a:pt x="34533" y="62149"/>
                </a:cubicBezTo>
                <a:cubicBezTo>
                  <a:pt x="0" y="87137"/>
                  <a:pt x="6214" y="102518"/>
                  <a:pt x="48416" y="96505"/>
                </a:cubicBezTo>
                <a:cubicBezTo>
                  <a:pt x="90614" y="90492"/>
                  <a:pt x="152819" y="65359"/>
                  <a:pt x="187353" y="40371"/>
                </a:cubicBezTo>
                <a:cubicBezTo>
                  <a:pt x="221886" y="15381"/>
                  <a:pt x="215672" y="0"/>
                  <a:pt x="173473" y="60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C3B96-C21A-4C90-92C7-C277CD3E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409" y="340371"/>
            <a:ext cx="19195" cy="49851"/>
          </a:xfrm>
          <a:custGeom xmlns:a="http://schemas.openxmlformats.org/drawingml/2006/main">
            <a:pathLst>
              <a:path w="19195" h="49851" fill="none">
                <a:moveTo>
                  <a:pt x="19195" y="49851"/>
                </a:moveTo>
                <a:lnTo>
                  <a:pt x="5493" y="1277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AEB01-0338-4470-B35B-A5A7C6BA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088" y="307716"/>
            <a:ext cx="36074" cy="36074"/>
          </a:xfrm>
          <a:custGeom xmlns:a="http://schemas.openxmlformats.org/drawingml/2006/main">
            <a:pathLst>
              <a:path w="36074" h="36074">
                <a:moveTo>
                  <a:pt x="32820" y="23929"/>
                </a:moveTo>
                <a:cubicBezTo>
                  <a:pt x="29566" y="32093"/>
                  <a:pt x="20309" y="36074"/>
                  <a:pt x="12145" y="32820"/>
                </a:cubicBezTo>
                <a:cubicBezTo>
                  <a:pt x="3978" y="29566"/>
                  <a:pt x="0" y="20309"/>
                  <a:pt x="3254" y="12142"/>
                </a:cubicBezTo>
                <a:cubicBezTo>
                  <a:pt x="6509" y="3978"/>
                  <a:pt x="15765" y="0"/>
                  <a:pt x="23929" y="3254"/>
                </a:cubicBezTo>
                <a:cubicBezTo>
                  <a:pt x="32093" y="6509"/>
                  <a:pt x="36074" y="15765"/>
                  <a:pt x="32820" y="239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7FFC9-2E65-43E5-8DF1-1997264F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088" y="307716"/>
            <a:ext cx="36074" cy="36074"/>
          </a:xfrm>
          <a:custGeom xmlns:a="http://schemas.openxmlformats.org/drawingml/2006/main">
            <a:pathLst>
              <a:path w="36074" h="36074" fill="none">
                <a:moveTo>
                  <a:pt x="32820" y="23929"/>
                </a:moveTo>
                <a:cubicBezTo>
                  <a:pt x="29566" y="32093"/>
                  <a:pt x="20309" y="36074"/>
                  <a:pt x="12145" y="32820"/>
                </a:cubicBezTo>
                <a:cubicBezTo>
                  <a:pt x="3978" y="29566"/>
                  <a:pt x="0" y="20309"/>
                  <a:pt x="3254" y="12142"/>
                </a:cubicBezTo>
                <a:cubicBezTo>
                  <a:pt x="6509" y="3978"/>
                  <a:pt x="15765" y="0"/>
                  <a:pt x="23929" y="3254"/>
                </a:cubicBezTo>
                <a:cubicBezTo>
                  <a:pt x="32093" y="6509"/>
                  <a:pt x="36074" y="15765"/>
                  <a:pt x="32820" y="239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5914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AB1F79-9B0B-4E09-A7F1-F5FD3B01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1849" y="592324"/>
            <a:ext cx="374056" cy="278805"/>
          </a:xfrm>
          <a:custGeom xmlns:a="http://schemas.openxmlformats.org/drawingml/2006/main">
            <a:pathLst>
              <a:path w="374056" h="278805" fill="none">
                <a:moveTo>
                  <a:pt x="26523" y="278805"/>
                </a:moveTo>
                <a:lnTo>
                  <a:pt x="347532" y="278805"/>
                </a:lnTo>
                <a:cubicBezTo>
                  <a:pt x="362181" y="278805"/>
                  <a:pt x="374056" y="266931"/>
                  <a:pt x="374056" y="252282"/>
                </a:cubicBezTo>
                <a:lnTo>
                  <a:pt x="374056" y="26523"/>
                </a:lnTo>
                <a:cubicBezTo>
                  <a:pt x="374056" y="11874"/>
                  <a:pt x="362181" y="0"/>
                  <a:pt x="347532" y="0"/>
                </a:cubicBezTo>
                <a:lnTo>
                  <a:pt x="26523" y="0"/>
                </a:lnTo>
                <a:cubicBezTo>
                  <a:pt x="11874" y="0"/>
                  <a:pt x="0" y="11874"/>
                  <a:pt x="0" y="26523"/>
                </a:cubicBezTo>
                <a:lnTo>
                  <a:pt x="0" y="252282"/>
                </a:lnTo>
                <a:cubicBezTo>
                  <a:pt x="0" y="266931"/>
                  <a:pt x="11874" y="278805"/>
                  <a:pt x="26523" y="278805"/>
                </a:cubicBezTo>
                <a:close/>
                <a:moveTo>
                  <a:pt x="26523" y="278805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B4034-6C73-411A-97AE-6F1DFA8B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422" y="492859"/>
            <a:ext cx="80909" cy="99465"/>
          </a:xfrm>
          <a:custGeom xmlns:a="http://schemas.openxmlformats.org/drawingml/2006/main">
            <a:pathLst>
              <a:path w="80909" h="99465" fill="none">
                <a:moveTo>
                  <a:pt x="0" y="99465"/>
                </a:moveTo>
                <a:lnTo>
                  <a:pt x="40456" y="0"/>
                </a:lnTo>
                <a:lnTo>
                  <a:pt x="80909" y="99465"/>
                </a:lnTo>
                <a:lnTo>
                  <a:pt x="0" y="99465"/>
                </a:lnTo>
                <a:close/>
                <a:moveTo>
                  <a:pt x="0" y="99465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1B5C6-2A3C-4586-9D42-6A3CB31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84" y="292264"/>
            <a:ext cx="372440" cy="273915"/>
          </a:xfrm>
          <a:custGeom xmlns:a="http://schemas.openxmlformats.org/drawingml/2006/main">
            <a:pathLst>
              <a:path w="372440" h="273915">
                <a:moveTo>
                  <a:pt x="354542" y="0"/>
                </a:moveTo>
                <a:cubicBezTo>
                  <a:pt x="372440" y="41825"/>
                  <a:pt x="372279" y="91235"/>
                  <a:pt x="349821" y="137744"/>
                </a:cubicBezTo>
                <a:cubicBezTo>
                  <a:pt x="305970" y="228559"/>
                  <a:pt x="193710" y="273915"/>
                  <a:pt x="99080" y="239049"/>
                </a:cubicBezTo>
                <a:cubicBezTo>
                  <a:pt x="50620" y="221196"/>
                  <a:pt x="16179" y="185764"/>
                  <a:pt x="0" y="143244"/>
                </a:cubicBezTo>
                <a:lnTo>
                  <a:pt x="354542" y="0"/>
                </a:lnTo>
                <a:close/>
                <a:moveTo>
                  <a:pt x="354542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62BF0-DA41-46BC-AF09-6D4BECB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384" y="292264"/>
            <a:ext cx="372440" cy="273914"/>
          </a:xfrm>
          <a:custGeom xmlns:a="http://schemas.openxmlformats.org/drawingml/2006/main">
            <a:pathLst>
              <a:path w="372440" h="273914" fill="none">
                <a:moveTo>
                  <a:pt x="354542" y="0"/>
                </a:moveTo>
                <a:cubicBezTo>
                  <a:pt x="372440" y="41825"/>
                  <a:pt x="372279" y="91235"/>
                  <a:pt x="349821" y="137744"/>
                </a:cubicBezTo>
                <a:cubicBezTo>
                  <a:pt x="305970" y="228559"/>
                  <a:pt x="193710" y="273914"/>
                  <a:pt x="99080" y="239049"/>
                </a:cubicBezTo>
                <a:cubicBezTo>
                  <a:pt x="50620" y="221196"/>
                  <a:pt x="16179" y="185764"/>
                  <a:pt x="0" y="143244"/>
                </a:cubicBezTo>
                <a:lnTo>
                  <a:pt x="354542" y="0"/>
                </a:lnTo>
                <a:close/>
                <a:moveTo>
                  <a:pt x="35454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9EE48-D553-46F4-B358-86D827B8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911" y="270077"/>
            <a:ext cx="400438" cy="185016"/>
          </a:xfrm>
          <a:custGeom xmlns:a="http://schemas.openxmlformats.org/drawingml/2006/main">
            <a:pathLst>
              <a:path w="400438" h="185016">
                <a:moveTo>
                  <a:pt x="313063" y="10853"/>
                </a:moveTo>
                <a:cubicBezTo>
                  <a:pt x="236906" y="21707"/>
                  <a:pt x="124646" y="67062"/>
                  <a:pt x="62322" y="112159"/>
                </a:cubicBezTo>
                <a:cubicBezTo>
                  <a:pt x="0" y="157257"/>
                  <a:pt x="11214" y="185016"/>
                  <a:pt x="87373" y="174163"/>
                </a:cubicBezTo>
                <a:cubicBezTo>
                  <a:pt x="163532" y="163309"/>
                  <a:pt x="275792" y="117952"/>
                  <a:pt x="338114" y="72857"/>
                </a:cubicBezTo>
                <a:cubicBezTo>
                  <a:pt x="400438" y="27759"/>
                  <a:pt x="389222" y="0"/>
                  <a:pt x="313063" y="108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FCBB1-B5CD-465F-9D90-640E0DB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911" y="270077"/>
            <a:ext cx="400438" cy="185016"/>
          </a:xfrm>
          <a:custGeom xmlns:a="http://schemas.openxmlformats.org/drawingml/2006/main">
            <a:pathLst>
              <a:path w="400438" h="185016" fill="none">
                <a:moveTo>
                  <a:pt x="313063" y="10853"/>
                </a:moveTo>
                <a:cubicBezTo>
                  <a:pt x="236906" y="21707"/>
                  <a:pt x="124646" y="67062"/>
                  <a:pt x="62322" y="112159"/>
                </a:cubicBezTo>
                <a:cubicBezTo>
                  <a:pt x="0" y="157257"/>
                  <a:pt x="11214" y="185016"/>
                  <a:pt x="87373" y="174163"/>
                </a:cubicBezTo>
                <a:cubicBezTo>
                  <a:pt x="163532" y="163309"/>
                  <a:pt x="275792" y="117952"/>
                  <a:pt x="338114" y="72857"/>
                </a:cubicBezTo>
                <a:cubicBezTo>
                  <a:pt x="400438" y="27759"/>
                  <a:pt x="389222" y="0"/>
                  <a:pt x="313063" y="108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50825-0D1D-465B-AC78-F5DCF5D6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252" y="257136"/>
            <a:ext cx="43026" cy="106496"/>
          </a:xfrm>
          <a:custGeom xmlns:a="http://schemas.openxmlformats.org/drawingml/2006/main">
            <a:pathLst>
              <a:path w="43026" h="106496" fill="none">
                <a:moveTo>
                  <a:pt x="43026" y="1064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71" cap="rnd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B4EA1-69F3-43E8-A777-39399E9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995" y="214447"/>
            <a:ext cx="47015" cy="47015"/>
          </a:xfrm>
          <a:custGeom xmlns:a="http://schemas.openxmlformats.org/drawingml/2006/main">
            <a:pathLst>
              <a:path w="47015" h="47015">
                <a:moveTo>
                  <a:pt x="42551" y="31592"/>
                </a:moveTo>
                <a:cubicBezTo>
                  <a:pt x="38087" y="42108"/>
                  <a:pt x="25940" y="47015"/>
                  <a:pt x="15423" y="42551"/>
                </a:cubicBezTo>
                <a:cubicBezTo>
                  <a:pt x="4907" y="38087"/>
                  <a:pt x="0" y="25942"/>
                  <a:pt x="4464" y="15426"/>
                </a:cubicBezTo>
                <a:cubicBezTo>
                  <a:pt x="8928" y="4907"/>
                  <a:pt x="21073" y="0"/>
                  <a:pt x="31592" y="4464"/>
                </a:cubicBezTo>
                <a:cubicBezTo>
                  <a:pt x="42108" y="8930"/>
                  <a:pt x="47015" y="21075"/>
                  <a:pt x="42551" y="3159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47BBC-1757-4B4D-AE99-0DF4A048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995" y="214447"/>
            <a:ext cx="47015" cy="47015"/>
          </a:xfrm>
          <a:custGeom xmlns:a="http://schemas.openxmlformats.org/drawingml/2006/main">
            <a:pathLst>
              <a:path w="47015" h="47015" fill="none">
                <a:moveTo>
                  <a:pt x="42551" y="31592"/>
                </a:moveTo>
                <a:cubicBezTo>
                  <a:pt x="38087" y="42108"/>
                  <a:pt x="25940" y="47015"/>
                  <a:pt x="15423" y="42551"/>
                </a:cubicBezTo>
                <a:cubicBezTo>
                  <a:pt x="4907" y="38087"/>
                  <a:pt x="0" y="25942"/>
                  <a:pt x="4464" y="15426"/>
                </a:cubicBezTo>
                <a:cubicBezTo>
                  <a:pt x="8928" y="4907"/>
                  <a:pt x="21073" y="0"/>
                  <a:pt x="31592" y="4464"/>
                </a:cubicBezTo>
                <a:cubicBezTo>
                  <a:pt x="42108" y="8930"/>
                  <a:pt x="47015" y="21075"/>
                  <a:pt x="42551" y="315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71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96E73A-229A-4506-8F6F-7D8C6ED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950" y="499180"/>
            <a:ext cx="234031" cy="112310"/>
          </a:xfrm>
          <a:custGeom xmlns:a="http://schemas.openxmlformats.org/drawingml/2006/main">
            <a:pathLst>
              <a:path w="234031" h="112310" fill="none">
                <a:moveTo>
                  <a:pt x="0" y="0"/>
                </a:moveTo>
                <a:lnTo>
                  <a:pt x="234031" y="11231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custDash>
              <a:ds d="200000" sp="200000"/>
            </a:custDash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1420A-FB8A-4F96-B325-9B10FA47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72" y="817804"/>
            <a:ext cx="234028" cy="112308"/>
          </a:xfrm>
          <a:custGeom xmlns:a="http://schemas.openxmlformats.org/drawingml/2006/main">
            <a:pathLst>
              <a:path w="234028" h="112308" fill="none">
                <a:moveTo>
                  <a:pt x="0" y="0"/>
                </a:moveTo>
                <a:lnTo>
                  <a:pt x="234028" y="112308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custDash>
              <a:ds d="200000" sp="200000"/>
            </a:custDash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C19FD-A058-464D-B7C0-A50A03A2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2950" y="817804"/>
            <a:ext cx="234031" cy="112308"/>
          </a:xfrm>
          <a:custGeom xmlns:a="http://schemas.openxmlformats.org/drawingml/2006/main">
            <a:pathLst>
              <a:path w="234031" h="112308" fill="none">
                <a:moveTo>
                  <a:pt x="0" y="112308"/>
                </a:moveTo>
                <a:lnTo>
                  <a:pt x="2340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custDash>
              <a:ds d="200000" sp="200000"/>
            </a:custDash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0773B-2C62-40C1-B12C-E7ECA7E2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4672" y="499180"/>
            <a:ext cx="234028" cy="112310"/>
          </a:xfrm>
          <a:custGeom xmlns:a="http://schemas.openxmlformats.org/drawingml/2006/main">
            <a:pathLst>
              <a:path w="234028" h="112310" fill="none">
                <a:moveTo>
                  <a:pt x="0" y="112310"/>
                </a:moveTo>
                <a:lnTo>
                  <a:pt x="234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914" cap="rnd">
            <a:solidFill>
              <a:srgbClr val="000000"/>
            </a:solidFill>
            <a:custDash>
              <a:ds d="200000" sp="200000"/>
            </a:custDash>
            <a:round/>
          </a:ln>
        </p:spPr>
      </p:sp>
      <p:sp>
        <p:nvSpPr>
          <p:cNvPr id="100" name="Text Hub">
            <a:extLst xmlns:a="http://schemas.openxmlformats.org/drawingml/2006/main">
              <a:ext uri="{FF2B5EF4-FFF2-40B4-BE49-F238E27FC236}">
                <a16:creationId xmlns:a16="http://schemas.microsoft.com/office/drawing/2014/main" id="{874AD28E-F526-483B-A6A4-3B147EA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350" y="693367"/>
            <a:ext cx="278176" cy="109991"/>
          </a:xfrm>
          <a:custGeom xmlns:a="http://schemas.openxmlformats.org/drawingml/2006/main">
            <a:pathLst>
              <a:path w="278176" h="109991">
                <a:moveTo>
                  <a:pt x="0" y="0"/>
                </a:moveTo>
                <a:lnTo>
                  <a:pt x="0" y="107925"/>
                </a:lnTo>
                <a:lnTo>
                  <a:pt x="23735" y="107925"/>
                </a:lnTo>
                <a:lnTo>
                  <a:pt x="23735" y="61418"/>
                </a:lnTo>
                <a:lnTo>
                  <a:pt x="67427" y="61418"/>
                </a:lnTo>
                <a:lnTo>
                  <a:pt x="67427" y="107925"/>
                </a:lnTo>
                <a:lnTo>
                  <a:pt x="91163" y="107925"/>
                </a:lnTo>
                <a:lnTo>
                  <a:pt x="91163" y="0"/>
                </a:lnTo>
                <a:lnTo>
                  <a:pt x="67427" y="0"/>
                </a:lnTo>
                <a:lnTo>
                  <a:pt x="67427" y="41487"/>
                </a:lnTo>
                <a:lnTo>
                  <a:pt x="23735" y="41487"/>
                </a:lnTo>
                <a:lnTo>
                  <a:pt x="23735" y="0"/>
                </a:lnTo>
                <a:lnTo>
                  <a:pt x="0" y="0"/>
                </a:lnTo>
                <a:close/>
                <a:moveTo>
                  <a:pt x="183083" y="107841"/>
                </a:moveTo>
                <a:lnTo>
                  <a:pt x="183083" y="29823"/>
                </a:lnTo>
                <a:lnTo>
                  <a:pt x="161616" y="29823"/>
                </a:lnTo>
                <a:lnTo>
                  <a:pt x="161616" y="70694"/>
                </a:lnTo>
                <a:cubicBezTo>
                  <a:pt x="161616" y="78636"/>
                  <a:pt x="160305" y="84341"/>
                  <a:pt x="157685" y="87811"/>
                </a:cubicBezTo>
                <a:cubicBezTo>
                  <a:pt x="155064" y="91279"/>
                  <a:pt x="150831" y="93013"/>
                  <a:pt x="144985" y="93013"/>
                </a:cubicBezTo>
                <a:cubicBezTo>
                  <a:pt x="139844" y="93013"/>
                  <a:pt x="136265" y="91430"/>
                  <a:pt x="134249" y="88263"/>
                </a:cubicBezTo>
                <a:cubicBezTo>
                  <a:pt x="132235" y="85095"/>
                  <a:pt x="131227" y="80294"/>
                  <a:pt x="131227" y="73859"/>
                </a:cubicBezTo>
                <a:lnTo>
                  <a:pt x="131227" y="29823"/>
                </a:lnTo>
                <a:lnTo>
                  <a:pt x="109759" y="29823"/>
                </a:lnTo>
                <a:lnTo>
                  <a:pt x="109759" y="77836"/>
                </a:lnTo>
                <a:cubicBezTo>
                  <a:pt x="109759" y="82667"/>
                  <a:pt x="110188" y="87070"/>
                  <a:pt x="111044" y="91047"/>
                </a:cubicBezTo>
                <a:cubicBezTo>
                  <a:pt x="111901" y="95023"/>
                  <a:pt x="113387" y="98395"/>
                  <a:pt x="115504" y="101163"/>
                </a:cubicBezTo>
                <a:cubicBezTo>
                  <a:pt x="117621" y="103931"/>
                  <a:pt x="120519" y="106071"/>
                  <a:pt x="124198" y="107581"/>
                </a:cubicBezTo>
                <a:cubicBezTo>
                  <a:pt x="127877" y="109089"/>
                  <a:pt x="132589" y="109844"/>
                  <a:pt x="138335" y="109844"/>
                </a:cubicBezTo>
                <a:cubicBezTo>
                  <a:pt x="142870" y="109844"/>
                  <a:pt x="147305" y="108833"/>
                  <a:pt x="151638" y="106813"/>
                </a:cubicBezTo>
                <a:cubicBezTo>
                  <a:pt x="155972" y="104790"/>
                  <a:pt x="159499" y="101504"/>
                  <a:pt x="162220" y="96955"/>
                </a:cubicBezTo>
                <a:lnTo>
                  <a:pt x="162674" y="96955"/>
                </a:lnTo>
                <a:lnTo>
                  <a:pt x="162674" y="107841"/>
                </a:lnTo>
                <a:lnTo>
                  <a:pt x="183083" y="107841"/>
                </a:lnTo>
                <a:close/>
                <a:moveTo>
                  <a:pt x="256709" y="68950"/>
                </a:moveTo>
                <a:cubicBezTo>
                  <a:pt x="256709" y="72175"/>
                  <a:pt x="256356" y="75300"/>
                  <a:pt x="255650" y="78325"/>
                </a:cubicBezTo>
                <a:cubicBezTo>
                  <a:pt x="254944" y="81349"/>
                  <a:pt x="253835" y="84020"/>
                  <a:pt x="252323" y="86339"/>
                </a:cubicBezTo>
                <a:cubicBezTo>
                  <a:pt x="250812" y="88657"/>
                  <a:pt x="248921" y="90496"/>
                  <a:pt x="246653" y="91857"/>
                </a:cubicBezTo>
                <a:cubicBezTo>
                  <a:pt x="244386" y="93218"/>
                  <a:pt x="241640" y="93899"/>
                  <a:pt x="238415" y="93899"/>
                </a:cubicBezTo>
                <a:cubicBezTo>
                  <a:pt x="235290" y="93899"/>
                  <a:pt x="232569" y="93218"/>
                  <a:pt x="230251" y="91857"/>
                </a:cubicBezTo>
                <a:cubicBezTo>
                  <a:pt x="227934" y="90496"/>
                  <a:pt x="226019" y="88657"/>
                  <a:pt x="224507" y="86339"/>
                </a:cubicBezTo>
                <a:cubicBezTo>
                  <a:pt x="222995" y="84020"/>
                  <a:pt x="221887" y="81349"/>
                  <a:pt x="221181" y="78325"/>
                </a:cubicBezTo>
                <a:cubicBezTo>
                  <a:pt x="220475" y="75300"/>
                  <a:pt x="220122" y="72175"/>
                  <a:pt x="220122" y="68950"/>
                </a:cubicBezTo>
                <a:cubicBezTo>
                  <a:pt x="220122" y="65623"/>
                  <a:pt x="220475" y="62448"/>
                  <a:pt x="221181" y="59425"/>
                </a:cubicBezTo>
                <a:cubicBezTo>
                  <a:pt x="221887" y="56400"/>
                  <a:pt x="222995" y="53728"/>
                  <a:pt x="224507" y="51411"/>
                </a:cubicBezTo>
                <a:cubicBezTo>
                  <a:pt x="226019" y="49092"/>
                  <a:pt x="227934" y="47252"/>
                  <a:pt x="230251" y="45891"/>
                </a:cubicBezTo>
                <a:cubicBezTo>
                  <a:pt x="232569" y="44529"/>
                  <a:pt x="235290" y="43849"/>
                  <a:pt x="238415" y="43849"/>
                </a:cubicBezTo>
                <a:cubicBezTo>
                  <a:pt x="241640" y="43849"/>
                  <a:pt x="244386" y="44529"/>
                  <a:pt x="246653" y="45891"/>
                </a:cubicBezTo>
                <a:cubicBezTo>
                  <a:pt x="248921" y="47252"/>
                  <a:pt x="250812" y="49092"/>
                  <a:pt x="252323" y="51411"/>
                </a:cubicBezTo>
                <a:cubicBezTo>
                  <a:pt x="253835" y="53728"/>
                  <a:pt x="254944" y="56400"/>
                  <a:pt x="255650" y="59425"/>
                </a:cubicBezTo>
                <a:cubicBezTo>
                  <a:pt x="256356" y="62448"/>
                  <a:pt x="256709" y="65623"/>
                  <a:pt x="256709" y="68950"/>
                </a:cubicBezTo>
                <a:moveTo>
                  <a:pt x="199411" y="0"/>
                </a:moveTo>
                <a:lnTo>
                  <a:pt x="199411" y="107975"/>
                </a:lnTo>
                <a:lnTo>
                  <a:pt x="219820" y="107975"/>
                </a:lnTo>
                <a:lnTo>
                  <a:pt x="219820" y="97998"/>
                </a:lnTo>
                <a:lnTo>
                  <a:pt x="220122" y="97998"/>
                </a:lnTo>
                <a:cubicBezTo>
                  <a:pt x="222439" y="102350"/>
                  <a:pt x="225866" y="105438"/>
                  <a:pt x="230401" y="107260"/>
                </a:cubicBezTo>
                <a:cubicBezTo>
                  <a:pt x="234938" y="109081"/>
                  <a:pt x="240078" y="109991"/>
                  <a:pt x="245823" y="109991"/>
                </a:cubicBezTo>
                <a:cubicBezTo>
                  <a:pt x="249753" y="109991"/>
                  <a:pt x="253634" y="109184"/>
                  <a:pt x="257463" y="107569"/>
                </a:cubicBezTo>
                <a:cubicBezTo>
                  <a:pt x="261294" y="105953"/>
                  <a:pt x="264747" y="103479"/>
                  <a:pt x="267821" y="100148"/>
                </a:cubicBezTo>
                <a:cubicBezTo>
                  <a:pt x="270895" y="96817"/>
                  <a:pt x="273390" y="92552"/>
                  <a:pt x="275304" y="87352"/>
                </a:cubicBezTo>
                <a:cubicBezTo>
                  <a:pt x="277219" y="82152"/>
                  <a:pt x="278176" y="75968"/>
                  <a:pt x="278176" y="68800"/>
                </a:cubicBezTo>
                <a:cubicBezTo>
                  <a:pt x="278176" y="61632"/>
                  <a:pt x="277219" y="55448"/>
                  <a:pt x="275304" y="50248"/>
                </a:cubicBezTo>
                <a:cubicBezTo>
                  <a:pt x="273390" y="45049"/>
                  <a:pt x="270895" y="40783"/>
                  <a:pt x="267821" y="37452"/>
                </a:cubicBezTo>
                <a:cubicBezTo>
                  <a:pt x="264747" y="34121"/>
                  <a:pt x="261294" y="31648"/>
                  <a:pt x="257463" y="30033"/>
                </a:cubicBezTo>
                <a:cubicBezTo>
                  <a:pt x="253634" y="28417"/>
                  <a:pt x="249753" y="27609"/>
                  <a:pt x="245823" y="27609"/>
                </a:cubicBezTo>
                <a:cubicBezTo>
                  <a:pt x="240986" y="27609"/>
                  <a:pt x="236324" y="28544"/>
                  <a:pt x="231838" y="30416"/>
                </a:cubicBezTo>
                <a:cubicBezTo>
                  <a:pt x="227354" y="32288"/>
                  <a:pt x="223801" y="35247"/>
                  <a:pt x="221181" y="39295"/>
                </a:cubicBezTo>
                <a:lnTo>
                  <a:pt x="220878" y="39295"/>
                </a:lnTo>
                <a:lnTo>
                  <a:pt x="220878" y="0"/>
                </a:lnTo>
                <a:lnTo>
                  <a:pt x="1994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CA8BA-D0D0-464E-B7B9-DC81AD5E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5731" y="418774"/>
            <a:ext cx="1310533" cy="577850"/>
          </a:xfrm>
          <a:custGeom xmlns:a="http://schemas.openxmlformats.org/drawingml/2006/main">
            <a:pathLst>
              <a:path w="1310533" h="577850" fill="none">
                <a:moveTo>
                  <a:pt x="255656" y="315569"/>
                </a:moveTo>
                <a:cubicBezTo>
                  <a:pt x="74836" y="286834"/>
                  <a:pt x="146942" y="44930"/>
                  <a:pt x="435391" y="86206"/>
                </a:cubicBezTo>
                <a:cubicBezTo>
                  <a:pt x="462150" y="5745"/>
                  <a:pt x="797577" y="18805"/>
                  <a:pt x="795384" y="86206"/>
                </a:cubicBezTo>
                <a:cubicBezTo>
                  <a:pt x="1005706" y="0"/>
                  <a:pt x="1274485" y="171892"/>
                  <a:pt x="1094203" y="258098"/>
                </a:cubicBezTo>
                <a:cubicBezTo>
                  <a:pt x="1310533" y="299894"/>
                  <a:pt x="1091474" y="525077"/>
                  <a:pt x="913932" y="487461"/>
                </a:cubicBezTo>
                <a:cubicBezTo>
                  <a:pt x="899724" y="550157"/>
                  <a:pt x="582333" y="572100"/>
                  <a:pt x="554475" y="487461"/>
                </a:cubicBezTo>
                <a:cubicBezTo>
                  <a:pt x="374751" y="577850"/>
                  <a:pt x="0" y="438871"/>
                  <a:pt x="255656" y="315569"/>
                </a:cubicBezTo>
                <a:close/>
                <a:moveTo>
                  <a:pt x="255656" y="315569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02" name="Text PrivateNet/">
            <a:extLst xmlns:a="http://schemas.openxmlformats.org/drawingml/2006/main">
              <a:ext uri="{FF2B5EF4-FFF2-40B4-BE49-F238E27FC236}">
                <a16:creationId xmlns:a16="http://schemas.microsoft.com/office/drawing/2014/main" id="{8BA5B33D-11CD-48D3-8F46-BA2E99B7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931" y="575718"/>
            <a:ext cx="728728" cy="99074"/>
          </a:xfrm>
          <a:custGeom xmlns:a="http://schemas.openxmlformats.org/drawingml/2006/main">
            <a:pathLst>
              <a:path w="728728" h="99074">
                <a:moveTo>
                  <a:pt x="12599" y="47659"/>
                </a:moveTo>
                <a:lnTo>
                  <a:pt x="12599" y="12951"/>
                </a:lnTo>
                <a:lnTo>
                  <a:pt x="37266" y="12951"/>
                </a:lnTo>
                <a:cubicBezTo>
                  <a:pt x="44427" y="12951"/>
                  <a:pt x="49664" y="14430"/>
                  <a:pt x="52979" y="17389"/>
                </a:cubicBezTo>
                <a:cubicBezTo>
                  <a:pt x="56295" y="20347"/>
                  <a:pt x="57953" y="24652"/>
                  <a:pt x="57953" y="30305"/>
                </a:cubicBezTo>
                <a:cubicBezTo>
                  <a:pt x="57953" y="35957"/>
                  <a:pt x="56295" y="40285"/>
                  <a:pt x="52979" y="43288"/>
                </a:cubicBezTo>
                <a:cubicBezTo>
                  <a:pt x="49664" y="46290"/>
                  <a:pt x="44427" y="47747"/>
                  <a:pt x="37266" y="47659"/>
                </a:cubicBezTo>
                <a:lnTo>
                  <a:pt x="12599" y="47659"/>
                </a:lnTo>
                <a:moveTo>
                  <a:pt x="0" y="2331"/>
                </a:moveTo>
                <a:lnTo>
                  <a:pt x="0" y="97002"/>
                </a:lnTo>
                <a:lnTo>
                  <a:pt x="12599" y="97002"/>
                </a:lnTo>
                <a:lnTo>
                  <a:pt x="12599" y="58279"/>
                </a:lnTo>
                <a:lnTo>
                  <a:pt x="41509" y="58279"/>
                </a:lnTo>
                <a:cubicBezTo>
                  <a:pt x="51058" y="58368"/>
                  <a:pt x="58286" y="55938"/>
                  <a:pt x="63192" y="50988"/>
                </a:cubicBezTo>
                <a:cubicBezTo>
                  <a:pt x="68098" y="46038"/>
                  <a:pt x="70552" y="39144"/>
                  <a:pt x="70552" y="30305"/>
                </a:cubicBezTo>
                <a:cubicBezTo>
                  <a:pt x="70552" y="21466"/>
                  <a:pt x="68098" y="14594"/>
                  <a:pt x="63192" y="9689"/>
                </a:cubicBezTo>
                <a:cubicBezTo>
                  <a:pt x="58286" y="4784"/>
                  <a:pt x="51058" y="2331"/>
                  <a:pt x="41509" y="2331"/>
                </a:cubicBezTo>
                <a:lnTo>
                  <a:pt x="0" y="2331"/>
                </a:lnTo>
                <a:close/>
                <a:moveTo>
                  <a:pt x="83681" y="28401"/>
                </a:moveTo>
                <a:lnTo>
                  <a:pt x="83681" y="97002"/>
                </a:lnTo>
                <a:lnTo>
                  <a:pt x="94952" y="97002"/>
                </a:lnTo>
                <a:lnTo>
                  <a:pt x="94952" y="66468"/>
                </a:lnTo>
                <a:cubicBezTo>
                  <a:pt x="94952" y="62043"/>
                  <a:pt x="95394" y="58128"/>
                  <a:pt x="96278" y="54721"/>
                </a:cubicBezTo>
                <a:cubicBezTo>
                  <a:pt x="97163" y="51314"/>
                  <a:pt x="98578" y="48415"/>
                  <a:pt x="100523" y="46026"/>
                </a:cubicBezTo>
                <a:cubicBezTo>
                  <a:pt x="102469" y="43636"/>
                  <a:pt x="105032" y="41821"/>
                  <a:pt x="108215" y="40583"/>
                </a:cubicBezTo>
                <a:cubicBezTo>
                  <a:pt x="111397" y="39343"/>
                  <a:pt x="115243" y="38723"/>
                  <a:pt x="119751" y="38723"/>
                </a:cubicBezTo>
                <a:lnTo>
                  <a:pt x="119751" y="26808"/>
                </a:lnTo>
                <a:cubicBezTo>
                  <a:pt x="113652" y="26632"/>
                  <a:pt x="108613" y="27870"/>
                  <a:pt x="104633" y="30524"/>
                </a:cubicBezTo>
                <a:cubicBezTo>
                  <a:pt x="100655" y="33177"/>
                  <a:pt x="97296" y="37290"/>
                  <a:pt x="94556" y="42863"/>
                </a:cubicBezTo>
                <a:lnTo>
                  <a:pt x="94291" y="42863"/>
                </a:lnTo>
                <a:lnTo>
                  <a:pt x="94291" y="28401"/>
                </a:lnTo>
                <a:lnTo>
                  <a:pt x="83681" y="28401"/>
                </a:lnTo>
                <a:close/>
                <a:moveTo>
                  <a:pt x="140176" y="16189"/>
                </a:moveTo>
                <a:lnTo>
                  <a:pt x="140176" y="2331"/>
                </a:lnTo>
                <a:lnTo>
                  <a:pt x="128902" y="2331"/>
                </a:lnTo>
                <a:lnTo>
                  <a:pt x="128902" y="16189"/>
                </a:lnTo>
                <a:lnTo>
                  <a:pt x="140176" y="16189"/>
                </a:lnTo>
                <a:moveTo>
                  <a:pt x="128902" y="28439"/>
                </a:moveTo>
                <a:lnTo>
                  <a:pt x="128902" y="97002"/>
                </a:lnTo>
                <a:lnTo>
                  <a:pt x="140176" y="97002"/>
                </a:lnTo>
                <a:lnTo>
                  <a:pt x="140176" y="28439"/>
                </a:lnTo>
                <a:lnTo>
                  <a:pt x="128902" y="28439"/>
                </a:lnTo>
                <a:close/>
                <a:moveTo>
                  <a:pt x="188580" y="97002"/>
                </a:moveTo>
                <a:lnTo>
                  <a:pt x="213644" y="28492"/>
                </a:lnTo>
                <a:lnTo>
                  <a:pt x="201843" y="28492"/>
                </a:lnTo>
                <a:lnTo>
                  <a:pt x="183143" y="85605"/>
                </a:lnTo>
                <a:lnTo>
                  <a:pt x="182878" y="85605"/>
                </a:lnTo>
                <a:lnTo>
                  <a:pt x="163648" y="28492"/>
                </a:lnTo>
                <a:lnTo>
                  <a:pt x="151051" y="28492"/>
                </a:lnTo>
                <a:lnTo>
                  <a:pt x="176512" y="97002"/>
                </a:lnTo>
                <a:lnTo>
                  <a:pt x="188580" y="97002"/>
                </a:lnTo>
                <a:close/>
                <a:moveTo>
                  <a:pt x="284728" y="96702"/>
                </a:moveTo>
                <a:cubicBezTo>
                  <a:pt x="282783" y="97852"/>
                  <a:pt x="280086" y="98426"/>
                  <a:pt x="276638" y="98426"/>
                </a:cubicBezTo>
                <a:cubicBezTo>
                  <a:pt x="273721" y="98426"/>
                  <a:pt x="271401" y="97609"/>
                  <a:pt x="269677" y="95974"/>
                </a:cubicBezTo>
                <a:cubicBezTo>
                  <a:pt x="267953" y="94337"/>
                  <a:pt x="267091" y="91662"/>
                  <a:pt x="267091" y="87948"/>
                </a:cubicBezTo>
                <a:cubicBezTo>
                  <a:pt x="263996" y="91662"/>
                  <a:pt x="260393" y="94337"/>
                  <a:pt x="256281" y="95974"/>
                </a:cubicBezTo>
                <a:cubicBezTo>
                  <a:pt x="252170" y="97609"/>
                  <a:pt x="247728" y="98426"/>
                  <a:pt x="242953" y="98426"/>
                </a:cubicBezTo>
                <a:cubicBezTo>
                  <a:pt x="239859" y="98426"/>
                  <a:pt x="236919" y="98073"/>
                  <a:pt x="234133" y="97366"/>
                </a:cubicBezTo>
                <a:cubicBezTo>
                  <a:pt x="231348" y="96659"/>
                  <a:pt x="228940" y="95554"/>
                  <a:pt x="226907" y="94051"/>
                </a:cubicBezTo>
                <a:cubicBezTo>
                  <a:pt x="224874" y="92549"/>
                  <a:pt x="223260" y="90582"/>
                  <a:pt x="222066" y="88153"/>
                </a:cubicBezTo>
                <a:cubicBezTo>
                  <a:pt x="220872" y="85722"/>
                  <a:pt x="220275" y="82783"/>
                  <a:pt x="220275" y="79336"/>
                </a:cubicBezTo>
                <a:cubicBezTo>
                  <a:pt x="220275" y="75447"/>
                  <a:pt x="220938" y="72265"/>
                  <a:pt x="222265" y="69791"/>
                </a:cubicBezTo>
                <a:cubicBezTo>
                  <a:pt x="223591" y="67317"/>
                  <a:pt x="225336" y="65307"/>
                  <a:pt x="227502" y="63761"/>
                </a:cubicBezTo>
                <a:cubicBezTo>
                  <a:pt x="229668" y="62213"/>
                  <a:pt x="232144" y="61042"/>
                  <a:pt x="234928" y="60246"/>
                </a:cubicBezTo>
                <a:cubicBezTo>
                  <a:pt x="237714" y="59450"/>
                  <a:pt x="240566" y="58787"/>
                  <a:pt x="243484" y="58257"/>
                </a:cubicBezTo>
                <a:cubicBezTo>
                  <a:pt x="246578" y="57639"/>
                  <a:pt x="249518" y="57175"/>
                  <a:pt x="252302" y="56866"/>
                </a:cubicBezTo>
                <a:cubicBezTo>
                  <a:pt x="255087" y="56556"/>
                  <a:pt x="257540" y="56114"/>
                  <a:pt x="259662" y="55539"/>
                </a:cubicBezTo>
                <a:cubicBezTo>
                  <a:pt x="261784" y="54964"/>
                  <a:pt x="263464" y="54125"/>
                  <a:pt x="264701" y="53022"/>
                </a:cubicBezTo>
                <a:cubicBezTo>
                  <a:pt x="265939" y="51917"/>
                  <a:pt x="266558" y="50303"/>
                  <a:pt x="266558" y="48181"/>
                </a:cubicBezTo>
                <a:cubicBezTo>
                  <a:pt x="266558" y="45707"/>
                  <a:pt x="266094" y="43719"/>
                  <a:pt x="265166" y="42216"/>
                </a:cubicBezTo>
                <a:cubicBezTo>
                  <a:pt x="264238" y="40713"/>
                  <a:pt x="263044" y="39564"/>
                  <a:pt x="261584" y="38770"/>
                </a:cubicBezTo>
                <a:cubicBezTo>
                  <a:pt x="260126" y="37974"/>
                  <a:pt x="258490" y="37443"/>
                  <a:pt x="256677" y="37179"/>
                </a:cubicBezTo>
                <a:cubicBezTo>
                  <a:pt x="254866" y="36913"/>
                  <a:pt x="253076" y="36780"/>
                  <a:pt x="251309" y="36780"/>
                </a:cubicBezTo>
                <a:cubicBezTo>
                  <a:pt x="246535" y="36780"/>
                  <a:pt x="242556" y="37684"/>
                  <a:pt x="239374" y="39490"/>
                </a:cubicBezTo>
                <a:cubicBezTo>
                  <a:pt x="236191" y="41296"/>
                  <a:pt x="234467" y="44710"/>
                  <a:pt x="234202" y="49731"/>
                </a:cubicBezTo>
                <a:lnTo>
                  <a:pt x="222928" y="49731"/>
                </a:lnTo>
                <a:cubicBezTo>
                  <a:pt x="223105" y="45491"/>
                  <a:pt x="223989" y="41913"/>
                  <a:pt x="225579" y="38998"/>
                </a:cubicBezTo>
                <a:cubicBezTo>
                  <a:pt x="227171" y="36083"/>
                  <a:pt x="229293" y="33720"/>
                  <a:pt x="231945" y="31910"/>
                </a:cubicBezTo>
                <a:cubicBezTo>
                  <a:pt x="234597" y="30099"/>
                  <a:pt x="237625" y="28797"/>
                  <a:pt x="241029" y="28002"/>
                </a:cubicBezTo>
                <a:cubicBezTo>
                  <a:pt x="244434" y="27206"/>
                  <a:pt x="248081" y="26808"/>
                  <a:pt x="251970" y="26808"/>
                </a:cubicBezTo>
                <a:cubicBezTo>
                  <a:pt x="255065" y="26808"/>
                  <a:pt x="258138" y="27029"/>
                  <a:pt x="261188" y="27472"/>
                </a:cubicBezTo>
                <a:cubicBezTo>
                  <a:pt x="264238" y="27913"/>
                  <a:pt x="267001" y="28819"/>
                  <a:pt x="269476" y="30190"/>
                </a:cubicBezTo>
                <a:cubicBezTo>
                  <a:pt x="271952" y="31559"/>
                  <a:pt x="273941" y="33481"/>
                  <a:pt x="275444" y="35957"/>
                </a:cubicBezTo>
                <a:cubicBezTo>
                  <a:pt x="276947" y="38431"/>
                  <a:pt x="277698" y="41657"/>
                  <a:pt x="277698" y="45633"/>
                </a:cubicBezTo>
                <a:lnTo>
                  <a:pt x="277698" y="80894"/>
                </a:lnTo>
                <a:cubicBezTo>
                  <a:pt x="277698" y="83546"/>
                  <a:pt x="277853" y="85491"/>
                  <a:pt x="278162" y="86728"/>
                </a:cubicBezTo>
                <a:cubicBezTo>
                  <a:pt x="278472" y="87965"/>
                  <a:pt x="279511" y="88584"/>
                  <a:pt x="281280" y="88584"/>
                </a:cubicBezTo>
                <a:cubicBezTo>
                  <a:pt x="282253" y="88584"/>
                  <a:pt x="283402" y="88372"/>
                  <a:pt x="284728" y="87948"/>
                </a:cubicBezTo>
                <a:lnTo>
                  <a:pt x="284728" y="96702"/>
                </a:lnTo>
                <a:moveTo>
                  <a:pt x="266427" y="61557"/>
                </a:moveTo>
                <a:cubicBezTo>
                  <a:pt x="265012" y="62617"/>
                  <a:pt x="263155" y="63390"/>
                  <a:pt x="260856" y="63876"/>
                </a:cubicBezTo>
                <a:cubicBezTo>
                  <a:pt x="258559" y="64362"/>
                  <a:pt x="256150" y="64759"/>
                  <a:pt x="253630" y="65068"/>
                </a:cubicBezTo>
                <a:cubicBezTo>
                  <a:pt x="251110" y="65377"/>
                  <a:pt x="248568" y="65730"/>
                  <a:pt x="246003" y="66128"/>
                </a:cubicBezTo>
                <a:cubicBezTo>
                  <a:pt x="243440" y="66525"/>
                  <a:pt x="241142" y="67165"/>
                  <a:pt x="239109" y="68049"/>
                </a:cubicBezTo>
                <a:cubicBezTo>
                  <a:pt x="237076" y="68932"/>
                  <a:pt x="235418" y="70191"/>
                  <a:pt x="234135" y="71825"/>
                </a:cubicBezTo>
                <a:cubicBezTo>
                  <a:pt x="232853" y="73458"/>
                  <a:pt x="232212" y="75688"/>
                  <a:pt x="232212" y="78514"/>
                </a:cubicBezTo>
                <a:cubicBezTo>
                  <a:pt x="232212" y="80369"/>
                  <a:pt x="232588" y="81938"/>
                  <a:pt x="233340" y="83219"/>
                </a:cubicBezTo>
                <a:cubicBezTo>
                  <a:pt x="234091" y="84499"/>
                  <a:pt x="235064" y="85537"/>
                  <a:pt x="236257" y="86332"/>
                </a:cubicBezTo>
                <a:cubicBezTo>
                  <a:pt x="237451" y="87126"/>
                  <a:pt x="238844" y="87700"/>
                  <a:pt x="240434" y="88054"/>
                </a:cubicBezTo>
                <a:cubicBezTo>
                  <a:pt x="242026" y="88407"/>
                  <a:pt x="243706" y="88584"/>
                  <a:pt x="245473" y="88584"/>
                </a:cubicBezTo>
                <a:cubicBezTo>
                  <a:pt x="249187" y="88584"/>
                  <a:pt x="252370" y="88076"/>
                  <a:pt x="255022" y="87060"/>
                </a:cubicBezTo>
                <a:cubicBezTo>
                  <a:pt x="257674" y="86044"/>
                  <a:pt x="259840" y="84764"/>
                  <a:pt x="261520" y="83219"/>
                </a:cubicBezTo>
                <a:cubicBezTo>
                  <a:pt x="263199" y="81673"/>
                  <a:pt x="264437" y="79995"/>
                  <a:pt x="265233" y="78185"/>
                </a:cubicBezTo>
                <a:cubicBezTo>
                  <a:pt x="266029" y="76373"/>
                  <a:pt x="266427" y="74672"/>
                  <a:pt x="266427" y="73083"/>
                </a:cubicBezTo>
                <a:lnTo>
                  <a:pt x="266427" y="61557"/>
                </a:lnTo>
                <a:close/>
                <a:moveTo>
                  <a:pt x="310854" y="28362"/>
                </a:moveTo>
                <a:lnTo>
                  <a:pt x="310854" y="7900"/>
                </a:lnTo>
                <a:lnTo>
                  <a:pt x="299581" y="7900"/>
                </a:lnTo>
                <a:lnTo>
                  <a:pt x="299581" y="28362"/>
                </a:lnTo>
                <a:lnTo>
                  <a:pt x="287911" y="28362"/>
                </a:lnTo>
                <a:lnTo>
                  <a:pt x="287911" y="38334"/>
                </a:lnTo>
                <a:lnTo>
                  <a:pt x="299581" y="38334"/>
                </a:lnTo>
                <a:lnTo>
                  <a:pt x="299581" y="82003"/>
                </a:lnTo>
                <a:cubicBezTo>
                  <a:pt x="299581" y="85188"/>
                  <a:pt x="299890" y="87754"/>
                  <a:pt x="300510" y="89701"/>
                </a:cubicBezTo>
                <a:cubicBezTo>
                  <a:pt x="301129" y="91647"/>
                  <a:pt x="302079" y="93152"/>
                  <a:pt x="303361" y="94215"/>
                </a:cubicBezTo>
                <a:cubicBezTo>
                  <a:pt x="304642" y="95277"/>
                  <a:pt x="306322" y="96007"/>
                  <a:pt x="308399" y="96405"/>
                </a:cubicBezTo>
                <a:cubicBezTo>
                  <a:pt x="310477" y="96803"/>
                  <a:pt x="312975" y="97002"/>
                  <a:pt x="315893" y="97002"/>
                </a:cubicBezTo>
                <a:lnTo>
                  <a:pt x="324513" y="97002"/>
                </a:lnTo>
                <a:lnTo>
                  <a:pt x="324513" y="87030"/>
                </a:lnTo>
                <a:lnTo>
                  <a:pt x="319341" y="87030"/>
                </a:lnTo>
                <a:cubicBezTo>
                  <a:pt x="317572" y="87030"/>
                  <a:pt x="316136" y="86964"/>
                  <a:pt x="315031" y="86831"/>
                </a:cubicBezTo>
                <a:cubicBezTo>
                  <a:pt x="313926" y="86698"/>
                  <a:pt x="313064" y="86410"/>
                  <a:pt x="312445" y="85969"/>
                </a:cubicBezTo>
                <a:cubicBezTo>
                  <a:pt x="311827" y="85527"/>
                  <a:pt x="311407" y="84908"/>
                  <a:pt x="311186" y="84112"/>
                </a:cubicBezTo>
                <a:cubicBezTo>
                  <a:pt x="310965" y="83314"/>
                  <a:pt x="310854" y="82253"/>
                  <a:pt x="310854" y="80927"/>
                </a:cubicBezTo>
                <a:lnTo>
                  <a:pt x="310854" y="38334"/>
                </a:lnTo>
                <a:lnTo>
                  <a:pt x="324513" y="38334"/>
                </a:lnTo>
                <a:lnTo>
                  <a:pt x="324513" y="28362"/>
                </a:lnTo>
                <a:lnTo>
                  <a:pt x="310854" y="28362"/>
                </a:lnTo>
                <a:close/>
                <a:moveTo>
                  <a:pt x="384588" y="56207"/>
                </a:moveTo>
                <a:lnTo>
                  <a:pt x="345202" y="56207"/>
                </a:lnTo>
                <a:cubicBezTo>
                  <a:pt x="345378" y="53545"/>
                  <a:pt x="345953" y="51039"/>
                  <a:pt x="346926" y="48689"/>
                </a:cubicBezTo>
                <a:cubicBezTo>
                  <a:pt x="347898" y="46338"/>
                  <a:pt x="349224" y="44275"/>
                  <a:pt x="350904" y="42501"/>
                </a:cubicBezTo>
                <a:cubicBezTo>
                  <a:pt x="352584" y="40727"/>
                  <a:pt x="354595" y="39330"/>
                  <a:pt x="356938" y="38310"/>
                </a:cubicBezTo>
                <a:cubicBezTo>
                  <a:pt x="359282" y="37290"/>
                  <a:pt x="361912" y="36780"/>
                  <a:pt x="364828" y="36780"/>
                </a:cubicBezTo>
                <a:cubicBezTo>
                  <a:pt x="367657" y="36780"/>
                  <a:pt x="370243" y="37290"/>
                  <a:pt x="372587" y="38310"/>
                </a:cubicBezTo>
                <a:cubicBezTo>
                  <a:pt x="374930" y="39330"/>
                  <a:pt x="376964" y="40705"/>
                  <a:pt x="378688" y="42436"/>
                </a:cubicBezTo>
                <a:cubicBezTo>
                  <a:pt x="380412" y="44166"/>
                  <a:pt x="381782" y="46228"/>
                  <a:pt x="382798" y="48622"/>
                </a:cubicBezTo>
                <a:cubicBezTo>
                  <a:pt x="383815" y="51017"/>
                  <a:pt x="384412" y="53545"/>
                  <a:pt x="384588" y="56207"/>
                </a:cubicBezTo>
                <a:moveTo>
                  <a:pt x="395463" y="75244"/>
                </a:moveTo>
                <a:lnTo>
                  <a:pt x="384323" y="75244"/>
                </a:lnTo>
                <a:cubicBezTo>
                  <a:pt x="383351" y="79735"/>
                  <a:pt x="381339" y="83082"/>
                  <a:pt x="378289" y="85283"/>
                </a:cubicBezTo>
                <a:cubicBezTo>
                  <a:pt x="375239" y="87484"/>
                  <a:pt x="371327" y="88584"/>
                  <a:pt x="366552" y="88584"/>
                </a:cubicBezTo>
                <a:cubicBezTo>
                  <a:pt x="362840" y="88584"/>
                  <a:pt x="359613" y="87969"/>
                  <a:pt x="356872" y="86738"/>
                </a:cubicBezTo>
                <a:cubicBezTo>
                  <a:pt x="354132" y="85508"/>
                  <a:pt x="351877" y="83861"/>
                  <a:pt x="350109" y="81797"/>
                </a:cubicBezTo>
                <a:cubicBezTo>
                  <a:pt x="348340" y="79731"/>
                  <a:pt x="347058" y="77359"/>
                  <a:pt x="346262" y="74680"/>
                </a:cubicBezTo>
                <a:cubicBezTo>
                  <a:pt x="345466" y="71999"/>
                  <a:pt x="345113" y="69166"/>
                  <a:pt x="345202" y="66179"/>
                </a:cubicBezTo>
                <a:lnTo>
                  <a:pt x="396523" y="66179"/>
                </a:lnTo>
                <a:cubicBezTo>
                  <a:pt x="396700" y="62012"/>
                  <a:pt x="396324" y="57622"/>
                  <a:pt x="395396" y="53011"/>
                </a:cubicBezTo>
                <a:cubicBezTo>
                  <a:pt x="394468" y="48400"/>
                  <a:pt x="392788" y="44144"/>
                  <a:pt x="390356" y="40243"/>
                </a:cubicBezTo>
                <a:cubicBezTo>
                  <a:pt x="387925" y="36341"/>
                  <a:pt x="384698" y="33127"/>
                  <a:pt x="380675" y="30600"/>
                </a:cubicBezTo>
                <a:cubicBezTo>
                  <a:pt x="376652" y="28072"/>
                  <a:pt x="371590" y="26808"/>
                  <a:pt x="365490" y="26808"/>
                </a:cubicBezTo>
                <a:cubicBezTo>
                  <a:pt x="360805" y="26808"/>
                  <a:pt x="356495" y="27693"/>
                  <a:pt x="352559" y="29461"/>
                </a:cubicBezTo>
                <a:cubicBezTo>
                  <a:pt x="348626" y="31230"/>
                  <a:pt x="345222" y="33706"/>
                  <a:pt x="342348" y="36890"/>
                </a:cubicBezTo>
                <a:cubicBezTo>
                  <a:pt x="339475" y="40072"/>
                  <a:pt x="337242" y="43830"/>
                  <a:pt x="335650" y="48163"/>
                </a:cubicBezTo>
                <a:cubicBezTo>
                  <a:pt x="334060" y="52495"/>
                  <a:pt x="333265" y="57268"/>
                  <a:pt x="333265" y="62484"/>
                </a:cubicBezTo>
                <a:cubicBezTo>
                  <a:pt x="333441" y="67701"/>
                  <a:pt x="334215" y="72519"/>
                  <a:pt x="335586" y="76940"/>
                </a:cubicBezTo>
                <a:cubicBezTo>
                  <a:pt x="336956" y="81361"/>
                  <a:pt x="339012" y="85163"/>
                  <a:pt x="341751" y="88347"/>
                </a:cubicBezTo>
                <a:cubicBezTo>
                  <a:pt x="344493" y="91529"/>
                  <a:pt x="347875" y="94005"/>
                  <a:pt x="351898" y="95773"/>
                </a:cubicBezTo>
                <a:cubicBezTo>
                  <a:pt x="355920" y="97542"/>
                  <a:pt x="360672" y="98426"/>
                  <a:pt x="366154" y="98426"/>
                </a:cubicBezTo>
                <a:cubicBezTo>
                  <a:pt x="373935" y="98426"/>
                  <a:pt x="380389" y="96484"/>
                  <a:pt x="385517" y="92598"/>
                </a:cubicBezTo>
                <a:cubicBezTo>
                  <a:pt x="390645" y="88712"/>
                  <a:pt x="393960" y="82927"/>
                  <a:pt x="395463" y="75244"/>
                </a:cubicBezTo>
                <a:close/>
                <a:moveTo>
                  <a:pt x="446784" y="2331"/>
                </a:moveTo>
                <a:lnTo>
                  <a:pt x="446784" y="97002"/>
                </a:lnTo>
                <a:lnTo>
                  <a:pt x="458721" y="97002"/>
                </a:lnTo>
                <a:lnTo>
                  <a:pt x="458721" y="21027"/>
                </a:lnTo>
                <a:lnTo>
                  <a:pt x="458986" y="21027"/>
                </a:lnTo>
                <a:lnTo>
                  <a:pt x="508451" y="97002"/>
                </a:lnTo>
                <a:lnTo>
                  <a:pt x="522243" y="97002"/>
                </a:lnTo>
                <a:lnTo>
                  <a:pt x="522243" y="2331"/>
                </a:lnTo>
                <a:lnTo>
                  <a:pt x="510308" y="2331"/>
                </a:lnTo>
                <a:lnTo>
                  <a:pt x="510308" y="79101"/>
                </a:lnTo>
                <a:lnTo>
                  <a:pt x="510043" y="79101"/>
                </a:lnTo>
                <a:lnTo>
                  <a:pt x="460178" y="2331"/>
                </a:lnTo>
                <a:lnTo>
                  <a:pt x="446784" y="2331"/>
                </a:lnTo>
                <a:close/>
                <a:moveTo>
                  <a:pt x="588421" y="56207"/>
                </a:moveTo>
                <a:lnTo>
                  <a:pt x="549034" y="56207"/>
                </a:lnTo>
                <a:cubicBezTo>
                  <a:pt x="549211" y="53545"/>
                  <a:pt x="549785" y="51039"/>
                  <a:pt x="550758" y="48689"/>
                </a:cubicBezTo>
                <a:cubicBezTo>
                  <a:pt x="551731" y="46338"/>
                  <a:pt x="553057" y="44275"/>
                  <a:pt x="554736" y="42501"/>
                </a:cubicBezTo>
                <a:cubicBezTo>
                  <a:pt x="556416" y="40727"/>
                  <a:pt x="558427" y="39330"/>
                  <a:pt x="560771" y="38310"/>
                </a:cubicBezTo>
                <a:cubicBezTo>
                  <a:pt x="563114" y="37290"/>
                  <a:pt x="565744" y="36780"/>
                  <a:pt x="568661" y="36780"/>
                </a:cubicBezTo>
                <a:cubicBezTo>
                  <a:pt x="571490" y="36780"/>
                  <a:pt x="574076" y="37290"/>
                  <a:pt x="576419" y="38310"/>
                </a:cubicBezTo>
                <a:cubicBezTo>
                  <a:pt x="578762" y="39330"/>
                  <a:pt x="580796" y="40705"/>
                  <a:pt x="582520" y="42436"/>
                </a:cubicBezTo>
                <a:cubicBezTo>
                  <a:pt x="584244" y="44166"/>
                  <a:pt x="585614" y="46228"/>
                  <a:pt x="586630" y="48622"/>
                </a:cubicBezTo>
                <a:cubicBezTo>
                  <a:pt x="587647" y="51017"/>
                  <a:pt x="588244" y="53545"/>
                  <a:pt x="588421" y="56207"/>
                </a:cubicBezTo>
                <a:moveTo>
                  <a:pt x="599295" y="75244"/>
                </a:moveTo>
                <a:lnTo>
                  <a:pt x="588156" y="75244"/>
                </a:lnTo>
                <a:cubicBezTo>
                  <a:pt x="587183" y="79735"/>
                  <a:pt x="585172" y="83082"/>
                  <a:pt x="582121" y="85283"/>
                </a:cubicBezTo>
                <a:cubicBezTo>
                  <a:pt x="579071" y="87484"/>
                  <a:pt x="575159" y="88584"/>
                  <a:pt x="570385" y="88584"/>
                </a:cubicBezTo>
                <a:cubicBezTo>
                  <a:pt x="566672" y="88584"/>
                  <a:pt x="563445" y="87969"/>
                  <a:pt x="560704" y="86738"/>
                </a:cubicBezTo>
                <a:cubicBezTo>
                  <a:pt x="557964" y="85508"/>
                  <a:pt x="555710" y="83861"/>
                  <a:pt x="553941" y="81797"/>
                </a:cubicBezTo>
                <a:cubicBezTo>
                  <a:pt x="552173" y="79731"/>
                  <a:pt x="550890" y="77359"/>
                  <a:pt x="550094" y="74680"/>
                </a:cubicBezTo>
                <a:cubicBezTo>
                  <a:pt x="549298" y="71999"/>
                  <a:pt x="548945" y="69166"/>
                  <a:pt x="549034" y="66179"/>
                </a:cubicBezTo>
                <a:lnTo>
                  <a:pt x="600356" y="66179"/>
                </a:lnTo>
                <a:cubicBezTo>
                  <a:pt x="600532" y="62012"/>
                  <a:pt x="600157" y="57622"/>
                  <a:pt x="599229" y="53011"/>
                </a:cubicBezTo>
                <a:cubicBezTo>
                  <a:pt x="598300" y="48400"/>
                  <a:pt x="596620" y="44144"/>
                  <a:pt x="594188" y="40243"/>
                </a:cubicBezTo>
                <a:cubicBezTo>
                  <a:pt x="591757" y="36341"/>
                  <a:pt x="588530" y="33127"/>
                  <a:pt x="584507" y="30600"/>
                </a:cubicBezTo>
                <a:cubicBezTo>
                  <a:pt x="580484" y="28072"/>
                  <a:pt x="575423" y="26808"/>
                  <a:pt x="569322" y="26808"/>
                </a:cubicBezTo>
                <a:cubicBezTo>
                  <a:pt x="564637" y="26808"/>
                  <a:pt x="560327" y="27693"/>
                  <a:pt x="556392" y="29461"/>
                </a:cubicBezTo>
                <a:cubicBezTo>
                  <a:pt x="552458" y="31230"/>
                  <a:pt x="549054" y="33706"/>
                  <a:pt x="546181" y="36890"/>
                </a:cubicBezTo>
                <a:cubicBezTo>
                  <a:pt x="543307" y="40072"/>
                  <a:pt x="541075" y="43830"/>
                  <a:pt x="539483" y="48163"/>
                </a:cubicBezTo>
                <a:cubicBezTo>
                  <a:pt x="537892" y="52495"/>
                  <a:pt x="537097" y="57268"/>
                  <a:pt x="537097" y="62484"/>
                </a:cubicBezTo>
                <a:cubicBezTo>
                  <a:pt x="537274" y="67701"/>
                  <a:pt x="538047" y="72519"/>
                  <a:pt x="539418" y="76940"/>
                </a:cubicBezTo>
                <a:cubicBezTo>
                  <a:pt x="540789" y="81361"/>
                  <a:pt x="542844" y="85163"/>
                  <a:pt x="545584" y="88347"/>
                </a:cubicBezTo>
                <a:cubicBezTo>
                  <a:pt x="548325" y="91529"/>
                  <a:pt x="551707" y="94005"/>
                  <a:pt x="555730" y="95773"/>
                </a:cubicBezTo>
                <a:cubicBezTo>
                  <a:pt x="559753" y="97542"/>
                  <a:pt x="564505" y="98426"/>
                  <a:pt x="569986" y="98426"/>
                </a:cubicBezTo>
                <a:cubicBezTo>
                  <a:pt x="577767" y="98426"/>
                  <a:pt x="584222" y="96484"/>
                  <a:pt x="589350" y="92598"/>
                </a:cubicBezTo>
                <a:cubicBezTo>
                  <a:pt x="594477" y="88712"/>
                  <a:pt x="597793" y="82927"/>
                  <a:pt x="599295" y="75244"/>
                </a:cubicBezTo>
                <a:close/>
                <a:moveTo>
                  <a:pt x="627676" y="28362"/>
                </a:moveTo>
                <a:lnTo>
                  <a:pt x="627676" y="7900"/>
                </a:lnTo>
                <a:lnTo>
                  <a:pt x="616402" y="7900"/>
                </a:lnTo>
                <a:lnTo>
                  <a:pt x="616402" y="28362"/>
                </a:lnTo>
                <a:lnTo>
                  <a:pt x="604732" y="28362"/>
                </a:lnTo>
                <a:lnTo>
                  <a:pt x="604732" y="38334"/>
                </a:lnTo>
                <a:lnTo>
                  <a:pt x="616402" y="38334"/>
                </a:lnTo>
                <a:lnTo>
                  <a:pt x="616402" y="82003"/>
                </a:lnTo>
                <a:cubicBezTo>
                  <a:pt x="616402" y="85188"/>
                  <a:pt x="616712" y="87754"/>
                  <a:pt x="617331" y="89701"/>
                </a:cubicBezTo>
                <a:cubicBezTo>
                  <a:pt x="617950" y="91647"/>
                  <a:pt x="618901" y="93152"/>
                  <a:pt x="620182" y="94215"/>
                </a:cubicBezTo>
                <a:cubicBezTo>
                  <a:pt x="621464" y="95277"/>
                  <a:pt x="623144" y="96007"/>
                  <a:pt x="625221" y="96405"/>
                </a:cubicBezTo>
                <a:cubicBezTo>
                  <a:pt x="627299" y="96803"/>
                  <a:pt x="629796" y="97002"/>
                  <a:pt x="632714" y="97002"/>
                </a:cubicBezTo>
                <a:lnTo>
                  <a:pt x="641335" y="97002"/>
                </a:lnTo>
                <a:lnTo>
                  <a:pt x="641335" y="87030"/>
                </a:lnTo>
                <a:lnTo>
                  <a:pt x="636163" y="87030"/>
                </a:lnTo>
                <a:cubicBezTo>
                  <a:pt x="634394" y="87030"/>
                  <a:pt x="632957" y="86964"/>
                  <a:pt x="631852" y="86831"/>
                </a:cubicBezTo>
                <a:cubicBezTo>
                  <a:pt x="630747" y="86698"/>
                  <a:pt x="629885" y="86410"/>
                  <a:pt x="629266" y="85969"/>
                </a:cubicBezTo>
                <a:cubicBezTo>
                  <a:pt x="628648" y="85527"/>
                  <a:pt x="628229" y="84908"/>
                  <a:pt x="628008" y="84112"/>
                </a:cubicBezTo>
                <a:cubicBezTo>
                  <a:pt x="627786" y="83314"/>
                  <a:pt x="627676" y="82253"/>
                  <a:pt x="627676" y="80927"/>
                </a:cubicBezTo>
                <a:lnTo>
                  <a:pt x="627676" y="38334"/>
                </a:lnTo>
                <a:lnTo>
                  <a:pt x="641335" y="38334"/>
                </a:lnTo>
                <a:lnTo>
                  <a:pt x="641335" y="28362"/>
                </a:lnTo>
                <a:lnTo>
                  <a:pt x="627676" y="28362"/>
                </a:lnTo>
                <a:close/>
                <a:moveTo>
                  <a:pt x="719047" y="0"/>
                </a:moveTo>
                <a:lnTo>
                  <a:pt x="679926" y="99074"/>
                </a:lnTo>
                <a:lnTo>
                  <a:pt x="689473" y="99074"/>
                </a:lnTo>
                <a:lnTo>
                  <a:pt x="728728" y="0"/>
                </a:lnTo>
                <a:lnTo>
                  <a:pt x="7190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Internet">
            <a:extLst xmlns:a="http://schemas.openxmlformats.org/drawingml/2006/main">
              <a:ext uri="{FF2B5EF4-FFF2-40B4-BE49-F238E27FC236}">
                <a16:creationId xmlns:a16="http://schemas.microsoft.com/office/drawing/2014/main" id="{629D2CE9-E80C-43EA-85C4-1D4C24E1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630" y="738250"/>
            <a:ext cx="439491" cy="96095"/>
          </a:xfrm>
          <a:custGeom xmlns:a="http://schemas.openxmlformats.org/drawingml/2006/main">
            <a:pathLst>
              <a:path w="439491" h="96095">
                <a:moveTo>
                  <a:pt x="0" y="0"/>
                </a:moveTo>
                <a:lnTo>
                  <a:pt x="0" y="94671"/>
                </a:lnTo>
                <a:lnTo>
                  <a:pt x="12599" y="94671"/>
                </a:lnTo>
                <a:lnTo>
                  <a:pt x="12599" y="0"/>
                </a:lnTo>
                <a:lnTo>
                  <a:pt x="0" y="0"/>
                </a:lnTo>
                <a:close/>
                <a:moveTo>
                  <a:pt x="31961" y="26070"/>
                </a:moveTo>
                <a:lnTo>
                  <a:pt x="31961" y="94671"/>
                </a:lnTo>
                <a:lnTo>
                  <a:pt x="43234" y="94671"/>
                </a:lnTo>
                <a:lnTo>
                  <a:pt x="43234" y="55938"/>
                </a:lnTo>
                <a:cubicBezTo>
                  <a:pt x="43234" y="52843"/>
                  <a:pt x="43654" y="49991"/>
                  <a:pt x="44493" y="47382"/>
                </a:cubicBezTo>
                <a:cubicBezTo>
                  <a:pt x="45333" y="44773"/>
                  <a:pt x="46593" y="42496"/>
                  <a:pt x="48273" y="40550"/>
                </a:cubicBezTo>
                <a:cubicBezTo>
                  <a:pt x="49953" y="38605"/>
                  <a:pt x="52052" y="37102"/>
                  <a:pt x="54572" y="36042"/>
                </a:cubicBezTo>
                <a:cubicBezTo>
                  <a:pt x="57092" y="34980"/>
                  <a:pt x="60077" y="34449"/>
                  <a:pt x="63525" y="34449"/>
                </a:cubicBezTo>
                <a:cubicBezTo>
                  <a:pt x="67856" y="34449"/>
                  <a:pt x="71260" y="35688"/>
                  <a:pt x="73736" y="38165"/>
                </a:cubicBezTo>
                <a:cubicBezTo>
                  <a:pt x="76211" y="40640"/>
                  <a:pt x="77449" y="44000"/>
                  <a:pt x="77449" y="48244"/>
                </a:cubicBezTo>
                <a:lnTo>
                  <a:pt x="77449" y="94671"/>
                </a:lnTo>
                <a:lnTo>
                  <a:pt x="88722" y="94671"/>
                </a:lnTo>
                <a:lnTo>
                  <a:pt x="88722" y="49555"/>
                </a:lnTo>
                <a:cubicBezTo>
                  <a:pt x="88722" y="45840"/>
                  <a:pt x="88346" y="42456"/>
                  <a:pt x="87595" y="39405"/>
                </a:cubicBezTo>
                <a:cubicBezTo>
                  <a:pt x="86844" y="36353"/>
                  <a:pt x="85539" y="33722"/>
                  <a:pt x="83681" y="31511"/>
                </a:cubicBezTo>
                <a:cubicBezTo>
                  <a:pt x="81825" y="29299"/>
                  <a:pt x="79394" y="27573"/>
                  <a:pt x="76389" y="26335"/>
                </a:cubicBezTo>
                <a:cubicBezTo>
                  <a:pt x="73383" y="25096"/>
                  <a:pt x="69625" y="24477"/>
                  <a:pt x="65115" y="24477"/>
                </a:cubicBezTo>
                <a:cubicBezTo>
                  <a:pt x="54947" y="24477"/>
                  <a:pt x="47521" y="28635"/>
                  <a:pt x="42836" y="36950"/>
                </a:cubicBezTo>
                <a:lnTo>
                  <a:pt x="42571" y="36950"/>
                </a:lnTo>
                <a:lnTo>
                  <a:pt x="42571" y="26070"/>
                </a:lnTo>
                <a:lnTo>
                  <a:pt x="31961" y="26070"/>
                </a:lnTo>
                <a:close/>
                <a:moveTo>
                  <a:pt x="121345" y="26031"/>
                </a:moveTo>
                <a:lnTo>
                  <a:pt x="121345" y="5569"/>
                </a:lnTo>
                <a:lnTo>
                  <a:pt x="110072" y="5569"/>
                </a:lnTo>
                <a:lnTo>
                  <a:pt x="110072" y="26031"/>
                </a:lnTo>
                <a:lnTo>
                  <a:pt x="98402" y="26031"/>
                </a:lnTo>
                <a:lnTo>
                  <a:pt x="98402" y="36003"/>
                </a:lnTo>
                <a:lnTo>
                  <a:pt x="110072" y="36003"/>
                </a:lnTo>
                <a:lnTo>
                  <a:pt x="110072" y="79672"/>
                </a:lnTo>
                <a:cubicBezTo>
                  <a:pt x="110072" y="82857"/>
                  <a:pt x="110381" y="85423"/>
                  <a:pt x="111000" y="87370"/>
                </a:cubicBezTo>
                <a:cubicBezTo>
                  <a:pt x="111620" y="89316"/>
                  <a:pt x="112570" y="90821"/>
                  <a:pt x="113852" y="91884"/>
                </a:cubicBezTo>
                <a:cubicBezTo>
                  <a:pt x="115133" y="92946"/>
                  <a:pt x="116813" y="93676"/>
                  <a:pt x="118890" y="94074"/>
                </a:cubicBezTo>
                <a:cubicBezTo>
                  <a:pt x="120968" y="94472"/>
                  <a:pt x="123466" y="94671"/>
                  <a:pt x="126384" y="94671"/>
                </a:cubicBezTo>
                <a:lnTo>
                  <a:pt x="135004" y="94671"/>
                </a:lnTo>
                <a:lnTo>
                  <a:pt x="135004" y="84698"/>
                </a:lnTo>
                <a:lnTo>
                  <a:pt x="129832" y="84698"/>
                </a:lnTo>
                <a:cubicBezTo>
                  <a:pt x="128063" y="84698"/>
                  <a:pt x="126626" y="84632"/>
                  <a:pt x="125521" y="84500"/>
                </a:cubicBezTo>
                <a:cubicBezTo>
                  <a:pt x="124417" y="84367"/>
                  <a:pt x="123555" y="84079"/>
                  <a:pt x="122935" y="83638"/>
                </a:cubicBezTo>
                <a:cubicBezTo>
                  <a:pt x="122317" y="83196"/>
                  <a:pt x="121898" y="82576"/>
                  <a:pt x="121677" y="81781"/>
                </a:cubicBezTo>
                <a:cubicBezTo>
                  <a:pt x="121455" y="80983"/>
                  <a:pt x="121345" y="79922"/>
                  <a:pt x="121345" y="78595"/>
                </a:cubicBezTo>
                <a:lnTo>
                  <a:pt x="121345" y="36003"/>
                </a:lnTo>
                <a:lnTo>
                  <a:pt x="135004" y="36003"/>
                </a:lnTo>
                <a:lnTo>
                  <a:pt x="135004" y="26031"/>
                </a:lnTo>
                <a:lnTo>
                  <a:pt x="121345" y="26031"/>
                </a:lnTo>
                <a:close/>
                <a:moveTo>
                  <a:pt x="195079" y="53875"/>
                </a:moveTo>
                <a:lnTo>
                  <a:pt x="155692" y="53875"/>
                </a:lnTo>
                <a:cubicBezTo>
                  <a:pt x="155869" y="51214"/>
                  <a:pt x="156444" y="48708"/>
                  <a:pt x="157416" y="46358"/>
                </a:cubicBezTo>
                <a:cubicBezTo>
                  <a:pt x="158389" y="44007"/>
                  <a:pt x="159715" y="41944"/>
                  <a:pt x="161395" y="40170"/>
                </a:cubicBezTo>
                <a:cubicBezTo>
                  <a:pt x="163074" y="38396"/>
                  <a:pt x="165086" y="36999"/>
                  <a:pt x="167429" y="35979"/>
                </a:cubicBezTo>
                <a:cubicBezTo>
                  <a:pt x="169772" y="34959"/>
                  <a:pt x="172402" y="34449"/>
                  <a:pt x="175319" y="34449"/>
                </a:cubicBezTo>
                <a:cubicBezTo>
                  <a:pt x="178148" y="34449"/>
                  <a:pt x="180734" y="34959"/>
                  <a:pt x="183077" y="35979"/>
                </a:cubicBezTo>
                <a:cubicBezTo>
                  <a:pt x="185421" y="36999"/>
                  <a:pt x="187454" y="38374"/>
                  <a:pt x="189178" y="40105"/>
                </a:cubicBezTo>
                <a:cubicBezTo>
                  <a:pt x="190903" y="41835"/>
                  <a:pt x="192272" y="43897"/>
                  <a:pt x="193288" y="46291"/>
                </a:cubicBezTo>
                <a:cubicBezTo>
                  <a:pt x="194305" y="48686"/>
                  <a:pt x="194902" y="51214"/>
                  <a:pt x="195079" y="53875"/>
                </a:cubicBezTo>
                <a:moveTo>
                  <a:pt x="205954" y="72913"/>
                </a:moveTo>
                <a:lnTo>
                  <a:pt x="194814" y="72913"/>
                </a:lnTo>
                <a:cubicBezTo>
                  <a:pt x="193841" y="77404"/>
                  <a:pt x="191830" y="80751"/>
                  <a:pt x="188780" y="82952"/>
                </a:cubicBezTo>
                <a:cubicBezTo>
                  <a:pt x="185730" y="85152"/>
                  <a:pt x="181817" y="86253"/>
                  <a:pt x="177043" y="86253"/>
                </a:cubicBezTo>
                <a:cubicBezTo>
                  <a:pt x="173331" y="86253"/>
                  <a:pt x="170104" y="85637"/>
                  <a:pt x="167362" y="84407"/>
                </a:cubicBezTo>
                <a:cubicBezTo>
                  <a:pt x="164622" y="83177"/>
                  <a:pt x="162368" y="81530"/>
                  <a:pt x="160600" y="79466"/>
                </a:cubicBezTo>
                <a:cubicBezTo>
                  <a:pt x="158831" y="77400"/>
                  <a:pt x="157549" y="75028"/>
                  <a:pt x="156753" y="72349"/>
                </a:cubicBezTo>
                <a:cubicBezTo>
                  <a:pt x="155957" y="69668"/>
                  <a:pt x="155603" y="66834"/>
                  <a:pt x="155692" y="63848"/>
                </a:cubicBezTo>
                <a:lnTo>
                  <a:pt x="207014" y="63848"/>
                </a:lnTo>
                <a:cubicBezTo>
                  <a:pt x="207191" y="59680"/>
                  <a:pt x="206815" y="55291"/>
                  <a:pt x="205887" y="50680"/>
                </a:cubicBezTo>
                <a:cubicBezTo>
                  <a:pt x="204959" y="46069"/>
                  <a:pt x="203279" y="41813"/>
                  <a:pt x="200846" y="37912"/>
                </a:cubicBezTo>
                <a:cubicBezTo>
                  <a:pt x="198415" y="34010"/>
                  <a:pt x="195188" y="30796"/>
                  <a:pt x="191166" y="28269"/>
                </a:cubicBezTo>
                <a:cubicBezTo>
                  <a:pt x="187143" y="25741"/>
                  <a:pt x="182081" y="24477"/>
                  <a:pt x="175981" y="24477"/>
                </a:cubicBezTo>
                <a:cubicBezTo>
                  <a:pt x="171295" y="24477"/>
                  <a:pt x="166985" y="25361"/>
                  <a:pt x="163050" y="27130"/>
                </a:cubicBezTo>
                <a:cubicBezTo>
                  <a:pt x="159116" y="28899"/>
                  <a:pt x="155713" y="31375"/>
                  <a:pt x="152839" y="34559"/>
                </a:cubicBezTo>
                <a:cubicBezTo>
                  <a:pt x="149966" y="37741"/>
                  <a:pt x="147733" y="41499"/>
                  <a:pt x="146141" y="45832"/>
                </a:cubicBezTo>
                <a:cubicBezTo>
                  <a:pt x="144551" y="50164"/>
                  <a:pt x="143755" y="54937"/>
                  <a:pt x="143755" y="60153"/>
                </a:cubicBezTo>
                <a:cubicBezTo>
                  <a:pt x="143932" y="65369"/>
                  <a:pt x="144706" y="70188"/>
                  <a:pt x="146076" y="74609"/>
                </a:cubicBezTo>
                <a:cubicBezTo>
                  <a:pt x="147447" y="79030"/>
                  <a:pt x="149502" y="82832"/>
                  <a:pt x="152242" y="86016"/>
                </a:cubicBezTo>
                <a:cubicBezTo>
                  <a:pt x="154983" y="89198"/>
                  <a:pt x="158366" y="91674"/>
                  <a:pt x="162388" y="93442"/>
                </a:cubicBezTo>
                <a:cubicBezTo>
                  <a:pt x="166411" y="95211"/>
                  <a:pt x="171163" y="96095"/>
                  <a:pt x="176644" y="96095"/>
                </a:cubicBezTo>
                <a:cubicBezTo>
                  <a:pt x="184426" y="96095"/>
                  <a:pt x="190880" y="94153"/>
                  <a:pt x="196008" y="90267"/>
                </a:cubicBezTo>
                <a:cubicBezTo>
                  <a:pt x="201136" y="86381"/>
                  <a:pt x="204451" y="80596"/>
                  <a:pt x="205954" y="72913"/>
                </a:cubicBezTo>
                <a:close/>
                <a:moveTo>
                  <a:pt x="218288" y="26070"/>
                </a:moveTo>
                <a:lnTo>
                  <a:pt x="218288" y="94671"/>
                </a:lnTo>
                <a:lnTo>
                  <a:pt x="229559" y="94671"/>
                </a:lnTo>
                <a:lnTo>
                  <a:pt x="229559" y="64137"/>
                </a:lnTo>
                <a:cubicBezTo>
                  <a:pt x="229559" y="59712"/>
                  <a:pt x="230001" y="55797"/>
                  <a:pt x="230885" y="52390"/>
                </a:cubicBezTo>
                <a:cubicBezTo>
                  <a:pt x="231770" y="48983"/>
                  <a:pt x="233185" y="46084"/>
                  <a:pt x="235130" y="43695"/>
                </a:cubicBezTo>
                <a:cubicBezTo>
                  <a:pt x="237076" y="41304"/>
                  <a:pt x="239639" y="39490"/>
                  <a:pt x="242822" y="38252"/>
                </a:cubicBezTo>
                <a:cubicBezTo>
                  <a:pt x="246004" y="37012"/>
                  <a:pt x="249850" y="36392"/>
                  <a:pt x="254358" y="36392"/>
                </a:cubicBezTo>
                <a:lnTo>
                  <a:pt x="254358" y="24477"/>
                </a:lnTo>
                <a:cubicBezTo>
                  <a:pt x="248259" y="24300"/>
                  <a:pt x="243220" y="25539"/>
                  <a:pt x="239240" y="28192"/>
                </a:cubicBezTo>
                <a:cubicBezTo>
                  <a:pt x="235262" y="30846"/>
                  <a:pt x="231903" y="34959"/>
                  <a:pt x="229163" y="40532"/>
                </a:cubicBezTo>
                <a:lnTo>
                  <a:pt x="228898" y="40532"/>
                </a:lnTo>
                <a:lnTo>
                  <a:pt x="228898" y="26070"/>
                </a:lnTo>
                <a:lnTo>
                  <a:pt x="218288" y="26070"/>
                </a:lnTo>
                <a:close/>
                <a:moveTo>
                  <a:pt x="265232" y="26070"/>
                </a:moveTo>
                <a:lnTo>
                  <a:pt x="265232" y="94671"/>
                </a:lnTo>
                <a:lnTo>
                  <a:pt x="276506" y="94671"/>
                </a:lnTo>
                <a:lnTo>
                  <a:pt x="276506" y="55938"/>
                </a:lnTo>
                <a:cubicBezTo>
                  <a:pt x="276506" y="52843"/>
                  <a:pt x="276925" y="49991"/>
                  <a:pt x="277764" y="47382"/>
                </a:cubicBezTo>
                <a:cubicBezTo>
                  <a:pt x="278605" y="44773"/>
                  <a:pt x="279865" y="42496"/>
                  <a:pt x="281544" y="40550"/>
                </a:cubicBezTo>
                <a:cubicBezTo>
                  <a:pt x="283224" y="38605"/>
                  <a:pt x="285324" y="37102"/>
                  <a:pt x="287844" y="36042"/>
                </a:cubicBezTo>
                <a:cubicBezTo>
                  <a:pt x="290364" y="34980"/>
                  <a:pt x="293348" y="34449"/>
                  <a:pt x="296796" y="34449"/>
                </a:cubicBezTo>
                <a:cubicBezTo>
                  <a:pt x="301128" y="34449"/>
                  <a:pt x="304532" y="35688"/>
                  <a:pt x="307007" y="38165"/>
                </a:cubicBezTo>
                <a:cubicBezTo>
                  <a:pt x="309483" y="40640"/>
                  <a:pt x="310720" y="44000"/>
                  <a:pt x="310720" y="48244"/>
                </a:cubicBezTo>
                <a:lnTo>
                  <a:pt x="310720" y="94671"/>
                </a:lnTo>
                <a:lnTo>
                  <a:pt x="321994" y="94671"/>
                </a:lnTo>
                <a:lnTo>
                  <a:pt x="321994" y="49555"/>
                </a:lnTo>
                <a:cubicBezTo>
                  <a:pt x="321994" y="45840"/>
                  <a:pt x="321618" y="42456"/>
                  <a:pt x="320866" y="39405"/>
                </a:cubicBezTo>
                <a:cubicBezTo>
                  <a:pt x="320115" y="36353"/>
                  <a:pt x="318811" y="33722"/>
                  <a:pt x="316953" y="31511"/>
                </a:cubicBezTo>
                <a:cubicBezTo>
                  <a:pt x="315097" y="29299"/>
                  <a:pt x="312666" y="27573"/>
                  <a:pt x="309660" y="26335"/>
                </a:cubicBezTo>
                <a:cubicBezTo>
                  <a:pt x="306654" y="25096"/>
                  <a:pt x="302896" y="24477"/>
                  <a:pt x="298387" y="24477"/>
                </a:cubicBezTo>
                <a:cubicBezTo>
                  <a:pt x="288219" y="24477"/>
                  <a:pt x="280792" y="28635"/>
                  <a:pt x="276107" y="36950"/>
                </a:cubicBezTo>
                <a:lnTo>
                  <a:pt x="275842" y="36950"/>
                </a:lnTo>
                <a:lnTo>
                  <a:pt x="275842" y="26070"/>
                </a:lnTo>
                <a:lnTo>
                  <a:pt x="265232" y="26070"/>
                </a:lnTo>
                <a:close/>
                <a:moveTo>
                  <a:pt x="386577" y="53875"/>
                </a:moveTo>
                <a:lnTo>
                  <a:pt x="347191" y="53875"/>
                </a:lnTo>
                <a:cubicBezTo>
                  <a:pt x="347367" y="51214"/>
                  <a:pt x="347942" y="48708"/>
                  <a:pt x="348915" y="46358"/>
                </a:cubicBezTo>
                <a:cubicBezTo>
                  <a:pt x="349887" y="44007"/>
                  <a:pt x="351213" y="41944"/>
                  <a:pt x="352893" y="40170"/>
                </a:cubicBezTo>
                <a:cubicBezTo>
                  <a:pt x="354573" y="38396"/>
                  <a:pt x="356584" y="36999"/>
                  <a:pt x="358927" y="35979"/>
                </a:cubicBezTo>
                <a:cubicBezTo>
                  <a:pt x="361271" y="34959"/>
                  <a:pt x="363901" y="34449"/>
                  <a:pt x="366817" y="34449"/>
                </a:cubicBezTo>
                <a:cubicBezTo>
                  <a:pt x="369646" y="34449"/>
                  <a:pt x="372232" y="34959"/>
                  <a:pt x="374576" y="35979"/>
                </a:cubicBezTo>
                <a:cubicBezTo>
                  <a:pt x="376919" y="36999"/>
                  <a:pt x="378953" y="38374"/>
                  <a:pt x="380677" y="40105"/>
                </a:cubicBezTo>
                <a:cubicBezTo>
                  <a:pt x="382401" y="41835"/>
                  <a:pt x="383771" y="43897"/>
                  <a:pt x="384787" y="46291"/>
                </a:cubicBezTo>
                <a:cubicBezTo>
                  <a:pt x="385804" y="48686"/>
                  <a:pt x="386401" y="51214"/>
                  <a:pt x="386577" y="53875"/>
                </a:cubicBezTo>
                <a:moveTo>
                  <a:pt x="397452" y="72913"/>
                </a:moveTo>
                <a:lnTo>
                  <a:pt x="386312" y="72913"/>
                </a:lnTo>
                <a:cubicBezTo>
                  <a:pt x="385340" y="77404"/>
                  <a:pt x="383328" y="80751"/>
                  <a:pt x="380278" y="82952"/>
                </a:cubicBezTo>
                <a:cubicBezTo>
                  <a:pt x="377228" y="85152"/>
                  <a:pt x="373316" y="86253"/>
                  <a:pt x="368541" y="86253"/>
                </a:cubicBezTo>
                <a:cubicBezTo>
                  <a:pt x="364829" y="86253"/>
                  <a:pt x="361602" y="85637"/>
                  <a:pt x="358861" y="84407"/>
                </a:cubicBezTo>
                <a:cubicBezTo>
                  <a:pt x="356121" y="83177"/>
                  <a:pt x="353866" y="81530"/>
                  <a:pt x="352098" y="79466"/>
                </a:cubicBezTo>
                <a:cubicBezTo>
                  <a:pt x="350329" y="77400"/>
                  <a:pt x="349047" y="75028"/>
                  <a:pt x="348251" y="72349"/>
                </a:cubicBezTo>
                <a:cubicBezTo>
                  <a:pt x="347455" y="69668"/>
                  <a:pt x="347102" y="66834"/>
                  <a:pt x="347191" y="63848"/>
                </a:cubicBezTo>
                <a:lnTo>
                  <a:pt x="398512" y="63848"/>
                </a:lnTo>
                <a:cubicBezTo>
                  <a:pt x="398689" y="59680"/>
                  <a:pt x="398313" y="55291"/>
                  <a:pt x="397385" y="50680"/>
                </a:cubicBezTo>
                <a:cubicBezTo>
                  <a:pt x="396457" y="46069"/>
                  <a:pt x="394777" y="41813"/>
                  <a:pt x="392345" y="37912"/>
                </a:cubicBezTo>
                <a:cubicBezTo>
                  <a:pt x="389914" y="34010"/>
                  <a:pt x="386687" y="30796"/>
                  <a:pt x="382664" y="28269"/>
                </a:cubicBezTo>
                <a:cubicBezTo>
                  <a:pt x="378641" y="25741"/>
                  <a:pt x="373579" y="24477"/>
                  <a:pt x="367479" y="24477"/>
                </a:cubicBezTo>
                <a:cubicBezTo>
                  <a:pt x="362794" y="24477"/>
                  <a:pt x="358483" y="25361"/>
                  <a:pt x="354548" y="27130"/>
                </a:cubicBezTo>
                <a:cubicBezTo>
                  <a:pt x="350615" y="28899"/>
                  <a:pt x="347211" y="31375"/>
                  <a:pt x="344337" y="34559"/>
                </a:cubicBezTo>
                <a:cubicBezTo>
                  <a:pt x="341464" y="37741"/>
                  <a:pt x="339231" y="41499"/>
                  <a:pt x="337639" y="45832"/>
                </a:cubicBezTo>
                <a:cubicBezTo>
                  <a:pt x="336049" y="50164"/>
                  <a:pt x="335254" y="54937"/>
                  <a:pt x="335254" y="60153"/>
                </a:cubicBezTo>
                <a:cubicBezTo>
                  <a:pt x="335430" y="65369"/>
                  <a:pt x="336204" y="70188"/>
                  <a:pt x="337575" y="74609"/>
                </a:cubicBezTo>
                <a:cubicBezTo>
                  <a:pt x="338945" y="79030"/>
                  <a:pt x="341001" y="82832"/>
                  <a:pt x="343740" y="86016"/>
                </a:cubicBezTo>
                <a:cubicBezTo>
                  <a:pt x="346482" y="89198"/>
                  <a:pt x="349864" y="91674"/>
                  <a:pt x="353887" y="93442"/>
                </a:cubicBezTo>
                <a:cubicBezTo>
                  <a:pt x="357909" y="95211"/>
                  <a:pt x="362661" y="96095"/>
                  <a:pt x="368143" y="96095"/>
                </a:cubicBezTo>
                <a:cubicBezTo>
                  <a:pt x="375924" y="96095"/>
                  <a:pt x="382378" y="94153"/>
                  <a:pt x="387506" y="90267"/>
                </a:cubicBezTo>
                <a:cubicBezTo>
                  <a:pt x="392634" y="86381"/>
                  <a:pt x="395949" y="80596"/>
                  <a:pt x="397452" y="72913"/>
                </a:cubicBezTo>
                <a:close/>
                <a:moveTo>
                  <a:pt x="425832" y="26031"/>
                </a:moveTo>
                <a:lnTo>
                  <a:pt x="425832" y="5569"/>
                </a:lnTo>
                <a:lnTo>
                  <a:pt x="414559" y="5569"/>
                </a:lnTo>
                <a:lnTo>
                  <a:pt x="414559" y="26031"/>
                </a:lnTo>
                <a:lnTo>
                  <a:pt x="402889" y="26031"/>
                </a:lnTo>
                <a:lnTo>
                  <a:pt x="402889" y="36003"/>
                </a:lnTo>
                <a:lnTo>
                  <a:pt x="414559" y="36003"/>
                </a:lnTo>
                <a:lnTo>
                  <a:pt x="414559" y="79672"/>
                </a:lnTo>
                <a:cubicBezTo>
                  <a:pt x="414559" y="82857"/>
                  <a:pt x="414869" y="85423"/>
                  <a:pt x="415488" y="87370"/>
                </a:cubicBezTo>
                <a:cubicBezTo>
                  <a:pt x="416107" y="89316"/>
                  <a:pt x="417057" y="90821"/>
                  <a:pt x="418339" y="91884"/>
                </a:cubicBezTo>
                <a:cubicBezTo>
                  <a:pt x="419621" y="92946"/>
                  <a:pt x="421300" y="93676"/>
                  <a:pt x="423378" y="94074"/>
                </a:cubicBezTo>
                <a:cubicBezTo>
                  <a:pt x="425455" y="94472"/>
                  <a:pt x="427953" y="94671"/>
                  <a:pt x="430871" y="94671"/>
                </a:cubicBezTo>
                <a:lnTo>
                  <a:pt x="439491" y="94671"/>
                </a:lnTo>
                <a:lnTo>
                  <a:pt x="439491" y="84698"/>
                </a:lnTo>
                <a:lnTo>
                  <a:pt x="434319" y="84698"/>
                </a:lnTo>
                <a:cubicBezTo>
                  <a:pt x="432551" y="84698"/>
                  <a:pt x="431114" y="84632"/>
                  <a:pt x="430009" y="84500"/>
                </a:cubicBezTo>
                <a:cubicBezTo>
                  <a:pt x="428904" y="84367"/>
                  <a:pt x="428042" y="84079"/>
                  <a:pt x="427423" y="83638"/>
                </a:cubicBezTo>
                <a:cubicBezTo>
                  <a:pt x="426805" y="83196"/>
                  <a:pt x="426385" y="82576"/>
                  <a:pt x="426164" y="81781"/>
                </a:cubicBezTo>
                <a:cubicBezTo>
                  <a:pt x="425943" y="80983"/>
                  <a:pt x="425832" y="79922"/>
                  <a:pt x="425832" y="78595"/>
                </a:cubicBezTo>
                <a:lnTo>
                  <a:pt x="425832" y="36003"/>
                </a:lnTo>
                <a:lnTo>
                  <a:pt x="439491" y="36003"/>
                </a:lnTo>
                <a:lnTo>
                  <a:pt x="439491" y="26031"/>
                </a:lnTo>
                <a:lnTo>
                  <a:pt x="425832" y="260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36374-BD87-44F5-B838-3240022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171" y="705608"/>
            <a:ext cx="543388" cy="10"/>
          </a:xfrm>
          <a:custGeom xmlns:a="http://schemas.openxmlformats.org/drawingml/2006/main">
            <a:pathLst>
              <a:path w="543388" h="1" fill="none">
                <a:moveTo>
                  <a:pt x="0" y="0"/>
                </a:moveTo>
                <a:lnTo>
                  <a:pt x="5433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66" cap="rnd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DB3A7-EBA6-46AE-B3AB-D2213BEA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55" y="706324"/>
            <a:ext cx="227671" cy="286908"/>
          </a:xfrm>
          <a:custGeom xmlns:a="http://schemas.openxmlformats.org/drawingml/2006/main">
            <a:pathLst>
              <a:path w="227671" h="286908" fill="none">
                <a:moveTo>
                  <a:pt x="0" y="51710"/>
                </a:moveTo>
                <a:lnTo>
                  <a:pt x="142067" y="0"/>
                </a:lnTo>
                <a:lnTo>
                  <a:pt x="227671" y="235201"/>
                </a:lnTo>
                <a:lnTo>
                  <a:pt x="85607" y="286908"/>
                </a:lnTo>
                <a:lnTo>
                  <a:pt x="0" y="51710"/>
                </a:lnTo>
                <a:close/>
                <a:moveTo>
                  <a:pt x="0" y="5171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58B61-844C-4141-8530-09E0A56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77" y="944368"/>
            <a:ext cx="258852" cy="182557"/>
          </a:xfrm>
          <a:custGeom xmlns:a="http://schemas.openxmlformats.org/drawingml/2006/main">
            <a:pathLst>
              <a:path w="258852" h="182557" fill="none">
                <a:moveTo>
                  <a:pt x="23322" y="182557"/>
                </a:moveTo>
                <a:cubicBezTo>
                  <a:pt x="0" y="118480"/>
                  <a:pt x="33817" y="47344"/>
                  <a:pt x="98858" y="23672"/>
                </a:cubicBezTo>
                <a:cubicBezTo>
                  <a:pt x="163898" y="0"/>
                  <a:pt x="235530" y="32754"/>
                  <a:pt x="258852" y="96831"/>
                </a:cubicBezTo>
                <a:lnTo>
                  <a:pt x="23322" y="182557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56DE2-52D8-44EF-8F5C-A2EF5AB7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8" y="642859"/>
            <a:ext cx="160973" cy="114512"/>
          </a:xfrm>
          <a:custGeom xmlns:a="http://schemas.openxmlformats.org/drawingml/2006/main">
            <a:pathLst>
              <a:path w="160973" h="114512" fill="none">
                <a:moveTo>
                  <a:pt x="160973" y="62805"/>
                </a:moveTo>
                <a:lnTo>
                  <a:pt x="148366" y="28170"/>
                </a:lnTo>
                <a:cubicBezTo>
                  <a:pt x="142064" y="10853"/>
                  <a:pt x="118002" y="0"/>
                  <a:pt x="64730" y="19391"/>
                </a:cubicBezTo>
                <a:cubicBezTo>
                  <a:pt x="11455" y="38782"/>
                  <a:pt x="0" y="62561"/>
                  <a:pt x="6302" y="79878"/>
                </a:cubicBezTo>
                <a:lnTo>
                  <a:pt x="18908" y="114512"/>
                </a:lnTo>
                <a:lnTo>
                  <a:pt x="160973" y="62805"/>
                </a:lnTo>
                <a:close/>
                <a:moveTo>
                  <a:pt x="160973" y="62805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C47DFD-68BE-45BC-B0A7-D7D9BB8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72" y="777699"/>
            <a:ext cx="49660" cy="82976"/>
          </a:xfrm>
          <a:custGeom xmlns:a="http://schemas.openxmlformats.org/drawingml/2006/main">
            <a:pathLst>
              <a:path w="49660" h="82976" fill="none">
                <a:moveTo>
                  <a:pt x="0" y="8167"/>
                </a:moveTo>
                <a:lnTo>
                  <a:pt x="22431" y="0"/>
                </a:lnTo>
                <a:lnTo>
                  <a:pt x="49660" y="74809"/>
                </a:lnTo>
                <a:lnTo>
                  <a:pt x="27226" y="82976"/>
                </a:lnTo>
                <a:lnTo>
                  <a:pt x="0" y="8167"/>
                </a:lnTo>
                <a:close/>
                <a:moveTo>
                  <a:pt x="0" y="8167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CCD5C-EADE-4BE0-89B8-17909F68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24" y="778144"/>
            <a:ext cx="49660" cy="82973"/>
          </a:xfrm>
          <a:custGeom xmlns:a="http://schemas.openxmlformats.org/drawingml/2006/main">
            <a:pathLst>
              <a:path w="49660" h="82973" fill="none">
                <a:moveTo>
                  <a:pt x="0" y="8164"/>
                </a:moveTo>
                <a:lnTo>
                  <a:pt x="22431" y="0"/>
                </a:lnTo>
                <a:lnTo>
                  <a:pt x="49660" y="74809"/>
                </a:lnTo>
                <a:lnTo>
                  <a:pt x="27226" y="82973"/>
                </a:lnTo>
                <a:lnTo>
                  <a:pt x="0" y="8164"/>
                </a:lnTo>
                <a:close/>
                <a:moveTo>
                  <a:pt x="0" y="8164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321D3-59C5-4B87-A1A4-37270F5F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5" y="839768"/>
            <a:ext cx="49660" cy="82973"/>
          </a:xfrm>
          <a:custGeom xmlns:a="http://schemas.openxmlformats.org/drawingml/2006/main">
            <a:pathLst>
              <a:path w="49660" h="82973" fill="none">
                <a:moveTo>
                  <a:pt x="0" y="8164"/>
                </a:moveTo>
                <a:lnTo>
                  <a:pt x="22431" y="0"/>
                </a:lnTo>
                <a:lnTo>
                  <a:pt x="49660" y="74809"/>
                </a:lnTo>
                <a:lnTo>
                  <a:pt x="27229" y="82973"/>
                </a:lnTo>
                <a:lnTo>
                  <a:pt x="0" y="8164"/>
                </a:lnTo>
                <a:close/>
                <a:moveTo>
                  <a:pt x="0" y="8164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5309C0-DE81-4ED8-A556-E5DC011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46" y="583349"/>
            <a:ext cx="461630" cy="323698"/>
          </a:xfrm>
          <a:custGeom xmlns:a="http://schemas.openxmlformats.org/drawingml/2006/main">
            <a:pathLst>
              <a:path w="461630" h="323698" fill="none">
                <a:moveTo>
                  <a:pt x="0" y="144247"/>
                </a:moveTo>
                <a:lnTo>
                  <a:pt x="396314" y="0"/>
                </a:lnTo>
                <a:lnTo>
                  <a:pt x="461630" y="179451"/>
                </a:lnTo>
                <a:lnTo>
                  <a:pt x="65316" y="323698"/>
                </a:lnTo>
                <a:lnTo>
                  <a:pt x="0" y="144247"/>
                </a:lnTo>
                <a:close/>
                <a:moveTo>
                  <a:pt x="0" y="144247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98BB4-65E8-4A4B-BD19-D2F56F67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30" y="696930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0" y="0"/>
                </a:moveTo>
                <a:lnTo>
                  <a:pt x="65316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510878-FA2D-40BA-BBEA-3733911B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23" y="636210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0" y="0"/>
                </a:moveTo>
                <a:lnTo>
                  <a:pt x="65316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51289-D505-4158-94B4-21AC90DF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19" y="673040"/>
            <a:ext cx="395020" cy="143775"/>
          </a:xfrm>
          <a:custGeom xmlns:a="http://schemas.openxmlformats.org/drawingml/2006/main">
            <a:pathLst>
              <a:path w="395020" h="143775" fill="none">
                <a:moveTo>
                  <a:pt x="395020" y="0"/>
                </a:moveTo>
                <a:lnTo>
                  <a:pt x="0" y="143775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FBAD9-B4B1-4A7C-92A9-A3D2A62B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46" y="665523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0" y="0"/>
                </a:moveTo>
                <a:lnTo>
                  <a:pt x="65316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5856A3-54E7-4787-91D9-6724D145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17" y="728336"/>
            <a:ext cx="65314" cy="179449"/>
          </a:xfrm>
          <a:custGeom xmlns:a="http://schemas.openxmlformats.org/drawingml/2006/main">
            <a:pathLst>
              <a:path w="65314" h="179449" fill="none">
                <a:moveTo>
                  <a:pt x="0" y="0"/>
                </a:moveTo>
                <a:lnTo>
                  <a:pt x="65314" y="179449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9BA50-96C8-495B-9C42-6B971BE7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9" y="609986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0" y="0"/>
                </a:moveTo>
                <a:lnTo>
                  <a:pt x="65314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9CA40-53B2-4AC3-BAB9-D8B2691F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7" y="796517"/>
            <a:ext cx="461628" cy="323696"/>
          </a:xfrm>
          <a:custGeom xmlns:a="http://schemas.openxmlformats.org/drawingml/2006/main">
            <a:pathLst>
              <a:path w="461628" h="323696" fill="none">
                <a:moveTo>
                  <a:pt x="0" y="144244"/>
                </a:moveTo>
                <a:lnTo>
                  <a:pt x="396314" y="0"/>
                </a:lnTo>
                <a:lnTo>
                  <a:pt x="461628" y="179449"/>
                </a:lnTo>
                <a:lnTo>
                  <a:pt x="65314" y="323696"/>
                </a:lnTo>
                <a:lnTo>
                  <a:pt x="0" y="144244"/>
                </a:lnTo>
                <a:close/>
                <a:moveTo>
                  <a:pt x="0" y="144244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ACA68-D5D6-40D3-829D-D033722D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1" y="910095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0" y="0"/>
                </a:moveTo>
                <a:lnTo>
                  <a:pt x="65314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FC716-7784-46E0-BEBD-B678502E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54" y="849378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0" y="0"/>
                </a:moveTo>
                <a:lnTo>
                  <a:pt x="65314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2778C-BC51-4449-923C-1EF2DC90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49" y="886205"/>
            <a:ext cx="395020" cy="143775"/>
          </a:xfrm>
          <a:custGeom xmlns:a="http://schemas.openxmlformats.org/drawingml/2006/main">
            <a:pathLst>
              <a:path w="395020" h="143775" fill="none">
                <a:moveTo>
                  <a:pt x="395020" y="0"/>
                </a:moveTo>
                <a:lnTo>
                  <a:pt x="0" y="143775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AA9F9-B9D4-4A04-AFC8-3944F80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7" y="878689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0" y="0"/>
                </a:moveTo>
                <a:lnTo>
                  <a:pt x="65314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F1003-264F-4FE1-A124-82B2FE5A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5" y="941501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0" y="0"/>
                </a:moveTo>
                <a:lnTo>
                  <a:pt x="65316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074A2-AEAF-4D96-984B-D2C6C196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07" y="823152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0" y="0"/>
                </a:moveTo>
                <a:lnTo>
                  <a:pt x="65316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6DBAE3-0685-4CCD-AE53-B1D5466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204" y="676995"/>
            <a:ext cx="227671" cy="286908"/>
          </a:xfrm>
          <a:custGeom xmlns:a="http://schemas.openxmlformats.org/drawingml/2006/main">
            <a:pathLst>
              <a:path w="227671" h="286908" fill="none">
                <a:moveTo>
                  <a:pt x="85607" y="0"/>
                </a:moveTo>
                <a:lnTo>
                  <a:pt x="227671" y="51710"/>
                </a:lnTo>
                <a:lnTo>
                  <a:pt x="142067" y="286908"/>
                </a:lnTo>
                <a:lnTo>
                  <a:pt x="0" y="235201"/>
                </a:lnTo>
                <a:lnTo>
                  <a:pt x="85607" y="0"/>
                </a:lnTo>
                <a:close/>
                <a:moveTo>
                  <a:pt x="8560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DF153C-6BA4-4CB8-8B35-F9FDA768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003" y="915039"/>
            <a:ext cx="258852" cy="182557"/>
          </a:xfrm>
          <a:custGeom xmlns:a="http://schemas.openxmlformats.org/drawingml/2006/main">
            <a:pathLst>
              <a:path w="258852" h="182557" fill="none">
                <a:moveTo>
                  <a:pt x="0" y="96831"/>
                </a:moveTo>
                <a:cubicBezTo>
                  <a:pt x="23322" y="32754"/>
                  <a:pt x="94953" y="0"/>
                  <a:pt x="159994" y="23672"/>
                </a:cubicBezTo>
                <a:cubicBezTo>
                  <a:pt x="225032" y="47344"/>
                  <a:pt x="258852" y="118480"/>
                  <a:pt x="235530" y="182557"/>
                </a:cubicBezTo>
                <a:lnTo>
                  <a:pt x="0" y="9683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8403F7-94AB-4465-9F52-103E7306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052" y="613530"/>
            <a:ext cx="160973" cy="114512"/>
          </a:xfrm>
          <a:custGeom xmlns:a="http://schemas.openxmlformats.org/drawingml/2006/main">
            <a:pathLst>
              <a:path w="160973" h="114512" fill="none">
                <a:moveTo>
                  <a:pt x="142064" y="114512"/>
                </a:moveTo>
                <a:lnTo>
                  <a:pt x="154671" y="79878"/>
                </a:lnTo>
                <a:cubicBezTo>
                  <a:pt x="160973" y="62561"/>
                  <a:pt x="149517" y="38782"/>
                  <a:pt x="96243" y="19391"/>
                </a:cubicBezTo>
                <a:cubicBezTo>
                  <a:pt x="42968" y="0"/>
                  <a:pt x="18908" y="10853"/>
                  <a:pt x="12604" y="28170"/>
                </a:cubicBezTo>
                <a:lnTo>
                  <a:pt x="0" y="62805"/>
                </a:lnTo>
                <a:lnTo>
                  <a:pt x="142064" y="114512"/>
                </a:lnTo>
                <a:close/>
                <a:moveTo>
                  <a:pt x="142064" y="114512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734EEE-54B5-40B9-9DBE-BF83AE70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698" y="808243"/>
            <a:ext cx="49660" cy="82973"/>
          </a:xfrm>
          <a:custGeom xmlns:a="http://schemas.openxmlformats.org/drawingml/2006/main">
            <a:pathLst>
              <a:path w="49660" h="82973" fill="none">
                <a:moveTo>
                  <a:pt x="27229" y="0"/>
                </a:moveTo>
                <a:lnTo>
                  <a:pt x="49660" y="8164"/>
                </a:lnTo>
                <a:lnTo>
                  <a:pt x="22431" y="82973"/>
                </a:lnTo>
                <a:lnTo>
                  <a:pt x="0" y="74809"/>
                </a:lnTo>
                <a:lnTo>
                  <a:pt x="27229" y="0"/>
                </a:lnTo>
                <a:close/>
                <a:moveTo>
                  <a:pt x="2722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98A44-755E-48CA-B12B-F55CFC4F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141" y="809195"/>
            <a:ext cx="49660" cy="82973"/>
          </a:xfrm>
          <a:custGeom xmlns:a="http://schemas.openxmlformats.org/drawingml/2006/main">
            <a:pathLst>
              <a:path w="49660" h="82973" fill="none">
                <a:moveTo>
                  <a:pt x="27229" y="0"/>
                </a:moveTo>
                <a:lnTo>
                  <a:pt x="49660" y="8164"/>
                </a:lnTo>
                <a:lnTo>
                  <a:pt x="22431" y="82973"/>
                </a:lnTo>
                <a:lnTo>
                  <a:pt x="0" y="74809"/>
                </a:lnTo>
                <a:lnTo>
                  <a:pt x="27229" y="0"/>
                </a:lnTo>
                <a:close/>
                <a:moveTo>
                  <a:pt x="2722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6330C3-1074-4384-96B4-03FD8CE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495" y="748966"/>
            <a:ext cx="49660" cy="82973"/>
          </a:xfrm>
          <a:custGeom xmlns:a="http://schemas.openxmlformats.org/drawingml/2006/main">
            <a:pathLst>
              <a:path w="49660" h="82973" fill="none">
                <a:moveTo>
                  <a:pt x="27229" y="0"/>
                </a:moveTo>
                <a:lnTo>
                  <a:pt x="49660" y="8164"/>
                </a:lnTo>
                <a:lnTo>
                  <a:pt x="22431" y="82973"/>
                </a:lnTo>
                <a:lnTo>
                  <a:pt x="0" y="74809"/>
                </a:lnTo>
                <a:lnTo>
                  <a:pt x="27229" y="0"/>
                </a:lnTo>
                <a:close/>
                <a:moveTo>
                  <a:pt x="2722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D609F-E3E1-464B-9420-C7EA601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488" y="767317"/>
            <a:ext cx="461630" cy="323698"/>
          </a:xfrm>
          <a:custGeom xmlns:a="http://schemas.openxmlformats.org/drawingml/2006/main">
            <a:pathLst>
              <a:path w="461630" h="323698" fill="none">
                <a:moveTo>
                  <a:pt x="65316" y="0"/>
                </a:moveTo>
                <a:lnTo>
                  <a:pt x="461630" y="144247"/>
                </a:lnTo>
                <a:lnTo>
                  <a:pt x="396317" y="323698"/>
                </a:lnTo>
                <a:lnTo>
                  <a:pt x="0" y="179451"/>
                </a:lnTo>
                <a:lnTo>
                  <a:pt x="65316" y="0"/>
                </a:lnTo>
                <a:close/>
                <a:moveTo>
                  <a:pt x="6531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0996F-D759-4031-9731-AFBFB9A6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843" y="798068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65316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BB152-3717-4020-BEE2-430613B4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327" y="860181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65316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D29FA-09F0-44A9-9490-C1A8E630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332" y="856536"/>
            <a:ext cx="395020" cy="143775"/>
          </a:xfrm>
          <a:custGeom xmlns:a="http://schemas.openxmlformats.org/drawingml/2006/main">
            <a:pathLst>
              <a:path w="395020" h="143775" fill="none">
                <a:moveTo>
                  <a:pt x="395020" y="143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D78B7-8F93-4397-8411-C5045245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469" y="828077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65314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55B8A5-73D8-4851-879A-7C2A8798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221" y="768057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65314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94BE1C-5A03-4897-A801-B07F2EE2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383" y="886407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65314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928564-1417-461E-8E55-65F7319A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819" y="554152"/>
            <a:ext cx="461628" cy="323698"/>
          </a:xfrm>
          <a:custGeom xmlns:a="http://schemas.openxmlformats.org/drawingml/2006/main">
            <a:pathLst>
              <a:path w="461628" h="323698" fill="none">
                <a:moveTo>
                  <a:pt x="65314" y="0"/>
                </a:moveTo>
                <a:lnTo>
                  <a:pt x="461628" y="144247"/>
                </a:lnTo>
                <a:lnTo>
                  <a:pt x="396314" y="323698"/>
                </a:lnTo>
                <a:lnTo>
                  <a:pt x="0" y="179451"/>
                </a:lnTo>
                <a:lnTo>
                  <a:pt x="65314" y="0"/>
                </a:lnTo>
                <a:close/>
                <a:moveTo>
                  <a:pt x="6531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6349F-CBB3-4CF4-BCF5-CE9173F5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174" y="584901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65314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438AF-3BEA-4E0A-8DF2-F8E90CAC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658" y="647015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65314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9BCD5-C77F-48F1-A67D-F1009A11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660" y="643371"/>
            <a:ext cx="395020" cy="143775"/>
          </a:xfrm>
          <a:custGeom xmlns:a="http://schemas.openxmlformats.org/drawingml/2006/main">
            <a:pathLst>
              <a:path w="395020" h="143775" fill="none">
                <a:moveTo>
                  <a:pt x="395020" y="1437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D2C51-D19C-4F7A-A070-85A238FC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797" y="614912"/>
            <a:ext cx="65314" cy="179451"/>
          </a:xfrm>
          <a:custGeom xmlns:a="http://schemas.openxmlformats.org/drawingml/2006/main">
            <a:pathLst>
              <a:path w="65314" h="179451" fill="none">
                <a:moveTo>
                  <a:pt x="65314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E4BFD-CB97-4709-82C4-7E152E87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549" y="554892"/>
            <a:ext cx="65316" cy="179451"/>
          </a:xfrm>
          <a:custGeom xmlns:a="http://schemas.openxmlformats.org/drawingml/2006/main">
            <a:pathLst>
              <a:path w="65316" h="179451" fill="none">
                <a:moveTo>
                  <a:pt x="65316" y="0"/>
                </a:moveTo>
                <a:lnTo>
                  <a:pt x="0" y="179451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D744E-8B84-43B1-8388-275D8BE8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714" y="673242"/>
            <a:ext cx="65314" cy="179449"/>
          </a:xfrm>
          <a:custGeom xmlns:a="http://schemas.openxmlformats.org/drawingml/2006/main">
            <a:pathLst>
              <a:path w="65314" h="179449" fill="none">
                <a:moveTo>
                  <a:pt x="65314" y="0"/>
                </a:moveTo>
                <a:lnTo>
                  <a:pt x="0" y="179449"/>
                </a:ln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45" name="Text ReverseLink">
            <a:extLst xmlns:a="http://schemas.openxmlformats.org/drawingml/2006/main">
              <a:ext uri="{FF2B5EF4-FFF2-40B4-BE49-F238E27FC236}">
                <a16:creationId xmlns:a16="http://schemas.microsoft.com/office/drawing/2014/main" id="{3381CAFD-33EF-4011-8BC1-F5DBA2D6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903" y="1401153"/>
            <a:ext cx="974095" cy="115780"/>
          </a:xfrm>
          <a:custGeom xmlns:a="http://schemas.openxmlformats.org/drawingml/2006/main">
            <a:pathLst>
              <a:path w="974095" h="115780">
                <a:moveTo>
                  <a:pt x="24985" y="51285"/>
                </a:moveTo>
                <a:lnTo>
                  <a:pt x="24985" y="19426"/>
                </a:lnTo>
                <a:lnTo>
                  <a:pt x="52356" y="19426"/>
                </a:lnTo>
                <a:cubicBezTo>
                  <a:pt x="58085" y="19426"/>
                  <a:pt x="62382" y="20668"/>
                  <a:pt x="65246" y="23151"/>
                </a:cubicBezTo>
                <a:cubicBezTo>
                  <a:pt x="68111" y="25635"/>
                  <a:pt x="69544" y="29623"/>
                  <a:pt x="69544" y="35118"/>
                </a:cubicBezTo>
                <a:cubicBezTo>
                  <a:pt x="69544" y="40824"/>
                  <a:pt x="68111" y="44946"/>
                  <a:pt x="65246" y="47483"/>
                </a:cubicBezTo>
                <a:cubicBezTo>
                  <a:pt x="62382" y="50018"/>
                  <a:pt x="58085" y="51285"/>
                  <a:pt x="52356" y="51285"/>
                </a:cubicBezTo>
                <a:lnTo>
                  <a:pt x="24985" y="51285"/>
                </a:lnTo>
                <a:moveTo>
                  <a:pt x="0" y="0"/>
                </a:moveTo>
                <a:lnTo>
                  <a:pt x="0" y="113605"/>
                </a:lnTo>
                <a:lnTo>
                  <a:pt x="24985" y="113605"/>
                </a:lnTo>
                <a:lnTo>
                  <a:pt x="24985" y="69157"/>
                </a:lnTo>
                <a:lnTo>
                  <a:pt x="49969" y="69157"/>
                </a:lnTo>
                <a:cubicBezTo>
                  <a:pt x="56229" y="69157"/>
                  <a:pt x="60739" y="70538"/>
                  <a:pt x="63497" y="73300"/>
                </a:cubicBezTo>
                <a:cubicBezTo>
                  <a:pt x="66256" y="76060"/>
                  <a:pt x="68059" y="80414"/>
                  <a:pt x="68907" y="86362"/>
                </a:cubicBezTo>
                <a:cubicBezTo>
                  <a:pt x="69544" y="90929"/>
                  <a:pt x="70021" y="95708"/>
                  <a:pt x="70340" y="100701"/>
                </a:cubicBezTo>
                <a:cubicBezTo>
                  <a:pt x="70659" y="105692"/>
                  <a:pt x="71508" y="109993"/>
                  <a:pt x="72887" y="113605"/>
                </a:cubicBezTo>
                <a:lnTo>
                  <a:pt x="97872" y="113605"/>
                </a:lnTo>
                <a:cubicBezTo>
                  <a:pt x="96705" y="112012"/>
                  <a:pt x="95829" y="110073"/>
                  <a:pt x="95245" y="107789"/>
                </a:cubicBezTo>
                <a:cubicBezTo>
                  <a:pt x="94662" y="105505"/>
                  <a:pt x="94238" y="103088"/>
                  <a:pt x="93972" y="100538"/>
                </a:cubicBezTo>
                <a:cubicBezTo>
                  <a:pt x="93707" y="97988"/>
                  <a:pt x="93520" y="95492"/>
                  <a:pt x="93414" y="93049"/>
                </a:cubicBezTo>
                <a:cubicBezTo>
                  <a:pt x="93308" y="90605"/>
                  <a:pt x="93203" y="88479"/>
                  <a:pt x="93098" y="86673"/>
                </a:cubicBezTo>
                <a:cubicBezTo>
                  <a:pt x="92884" y="83806"/>
                  <a:pt x="92486" y="80938"/>
                  <a:pt x="91903" y="78069"/>
                </a:cubicBezTo>
                <a:cubicBezTo>
                  <a:pt x="91320" y="75201"/>
                  <a:pt x="90392" y="72572"/>
                  <a:pt x="89118" y="70182"/>
                </a:cubicBezTo>
                <a:cubicBezTo>
                  <a:pt x="87846" y="67791"/>
                  <a:pt x="86201" y="65719"/>
                  <a:pt x="84184" y="63966"/>
                </a:cubicBezTo>
                <a:cubicBezTo>
                  <a:pt x="82168" y="62213"/>
                  <a:pt x="79623" y="60911"/>
                  <a:pt x="76547" y="60061"/>
                </a:cubicBezTo>
                <a:lnTo>
                  <a:pt x="76547" y="59743"/>
                </a:lnTo>
                <a:cubicBezTo>
                  <a:pt x="82912" y="57201"/>
                  <a:pt x="87500" y="53494"/>
                  <a:pt x="90310" y="48621"/>
                </a:cubicBezTo>
                <a:cubicBezTo>
                  <a:pt x="93122" y="43749"/>
                  <a:pt x="94528" y="37975"/>
                  <a:pt x="94528" y="31301"/>
                </a:cubicBezTo>
                <a:cubicBezTo>
                  <a:pt x="94528" y="26959"/>
                  <a:pt x="93758" y="22908"/>
                  <a:pt x="92219" y="19147"/>
                </a:cubicBezTo>
                <a:cubicBezTo>
                  <a:pt x="90681" y="15386"/>
                  <a:pt x="88453" y="12076"/>
                  <a:pt x="85536" y="9215"/>
                </a:cubicBezTo>
                <a:cubicBezTo>
                  <a:pt x="82619" y="6355"/>
                  <a:pt x="79118" y="4104"/>
                  <a:pt x="75034" y="2462"/>
                </a:cubicBezTo>
                <a:cubicBezTo>
                  <a:pt x="70950" y="821"/>
                  <a:pt x="66361" y="0"/>
                  <a:pt x="61268" y="0"/>
                </a:cubicBezTo>
                <a:lnTo>
                  <a:pt x="0" y="0"/>
                </a:lnTo>
                <a:close/>
                <a:moveTo>
                  <a:pt x="167891" y="63718"/>
                </a:moveTo>
                <a:lnTo>
                  <a:pt x="131132" y="63718"/>
                </a:lnTo>
                <a:cubicBezTo>
                  <a:pt x="131237" y="62122"/>
                  <a:pt x="131581" y="60313"/>
                  <a:pt x="132164" y="58291"/>
                </a:cubicBezTo>
                <a:cubicBezTo>
                  <a:pt x="132748" y="56267"/>
                  <a:pt x="133757" y="54351"/>
                  <a:pt x="135190" y="52543"/>
                </a:cubicBezTo>
                <a:cubicBezTo>
                  <a:pt x="136622" y="50733"/>
                  <a:pt x="138532" y="49216"/>
                  <a:pt x="140918" y="47993"/>
                </a:cubicBezTo>
                <a:cubicBezTo>
                  <a:pt x="143306" y="46769"/>
                  <a:pt x="146303" y="46157"/>
                  <a:pt x="149910" y="46157"/>
                </a:cubicBezTo>
                <a:cubicBezTo>
                  <a:pt x="155427" y="46157"/>
                  <a:pt x="159538" y="47647"/>
                  <a:pt x="162243" y="50627"/>
                </a:cubicBezTo>
                <a:cubicBezTo>
                  <a:pt x="164948" y="53608"/>
                  <a:pt x="166831" y="57971"/>
                  <a:pt x="167891" y="63718"/>
                </a:cubicBezTo>
                <a:moveTo>
                  <a:pt x="131132" y="78016"/>
                </a:moveTo>
                <a:lnTo>
                  <a:pt x="190491" y="78016"/>
                </a:lnTo>
                <a:cubicBezTo>
                  <a:pt x="190916" y="71638"/>
                  <a:pt x="190385" y="65525"/>
                  <a:pt x="188898" y="59677"/>
                </a:cubicBezTo>
                <a:cubicBezTo>
                  <a:pt x="187414" y="53830"/>
                  <a:pt x="185000" y="48621"/>
                  <a:pt x="181657" y="44051"/>
                </a:cubicBezTo>
                <a:cubicBezTo>
                  <a:pt x="178316" y="39480"/>
                  <a:pt x="174045" y="35839"/>
                  <a:pt x="168846" y="33129"/>
                </a:cubicBezTo>
                <a:cubicBezTo>
                  <a:pt x="163648" y="30417"/>
                  <a:pt x="157548" y="29062"/>
                  <a:pt x="150546" y="29062"/>
                </a:cubicBezTo>
                <a:cubicBezTo>
                  <a:pt x="144286" y="29062"/>
                  <a:pt x="138584" y="30178"/>
                  <a:pt x="133439" y="32410"/>
                </a:cubicBezTo>
                <a:cubicBezTo>
                  <a:pt x="128294" y="34641"/>
                  <a:pt x="123865" y="37696"/>
                  <a:pt x="120151" y="41575"/>
                </a:cubicBezTo>
                <a:cubicBezTo>
                  <a:pt x="116438" y="45453"/>
                  <a:pt x="113573" y="50050"/>
                  <a:pt x="111558" y="55365"/>
                </a:cubicBezTo>
                <a:cubicBezTo>
                  <a:pt x="109542" y="60678"/>
                  <a:pt x="108534" y="66417"/>
                  <a:pt x="108534" y="72581"/>
                </a:cubicBezTo>
                <a:cubicBezTo>
                  <a:pt x="108534" y="78956"/>
                  <a:pt x="109515" y="84801"/>
                  <a:pt x="111478" y="90116"/>
                </a:cubicBezTo>
                <a:cubicBezTo>
                  <a:pt x="113441" y="95429"/>
                  <a:pt x="116226" y="99999"/>
                  <a:pt x="119833" y="103826"/>
                </a:cubicBezTo>
                <a:cubicBezTo>
                  <a:pt x="123440" y="107651"/>
                  <a:pt x="127843" y="110600"/>
                  <a:pt x="133041" y="112672"/>
                </a:cubicBezTo>
                <a:cubicBezTo>
                  <a:pt x="138239" y="114744"/>
                  <a:pt x="144074" y="115780"/>
                  <a:pt x="150546" y="115780"/>
                </a:cubicBezTo>
                <a:cubicBezTo>
                  <a:pt x="159882" y="115780"/>
                  <a:pt x="167839" y="113661"/>
                  <a:pt x="174416" y="109421"/>
                </a:cubicBezTo>
                <a:cubicBezTo>
                  <a:pt x="180995" y="105181"/>
                  <a:pt x="185876" y="98132"/>
                  <a:pt x="189059" y="88273"/>
                </a:cubicBezTo>
                <a:lnTo>
                  <a:pt x="169166" y="88273"/>
                </a:lnTo>
                <a:cubicBezTo>
                  <a:pt x="168423" y="90797"/>
                  <a:pt x="166407" y="93189"/>
                  <a:pt x="163117" y="95451"/>
                </a:cubicBezTo>
                <a:cubicBezTo>
                  <a:pt x="159829" y="97711"/>
                  <a:pt x="155905" y="98841"/>
                  <a:pt x="151343" y="98841"/>
                </a:cubicBezTo>
                <a:cubicBezTo>
                  <a:pt x="144977" y="98841"/>
                  <a:pt x="140096" y="97198"/>
                  <a:pt x="136700" y="93914"/>
                </a:cubicBezTo>
                <a:cubicBezTo>
                  <a:pt x="133305" y="90628"/>
                  <a:pt x="131449" y="85328"/>
                  <a:pt x="131132" y="78016"/>
                </a:cubicBezTo>
                <a:close/>
                <a:moveTo>
                  <a:pt x="249372" y="113605"/>
                </a:moveTo>
                <a:lnTo>
                  <a:pt x="277221" y="31393"/>
                </a:lnTo>
                <a:lnTo>
                  <a:pt x="254782" y="31393"/>
                </a:lnTo>
                <a:lnTo>
                  <a:pt x="237437" y="87525"/>
                </a:lnTo>
                <a:lnTo>
                  <a:pt x="237118" y="87525"/>
                </a:lnTo>
                <a:lnTo>
                  <a:pt x="219773" y="31393"/>
                </a:lnTo>
                <a:lnTo>
                  <a:pt x="196061" y="31393"/>
                </a:lnTo>
                <a:lnTo>
                  <a:pt x="224229" y="113605"/>
                </a:lnTo>
                <a:lnTo>
                  <a:pt x="249372" y="113605"/>
                </a:lnTo>
                <a:close/>
                <a:moveTo>
                  <a:pt x="341990" y="63718"/>
                </a:moveTo>
                <a:lnTo>
                  <a:pt x="305230" y="63718"/>
                </a:lnTo>
                <a:cubicBezTo>
                  <a:pt x="305336" y="62122"/>
                  <a:pt x="305680" y="60313"/>
                  <a:pt x="306262" y="58291"/>
                </a:cubicBezTo>
                <a:cubicBezTo>
                  <a:pt x="306847" y="56267"/>
                  <a:pt x="307855" y="54351"/>
                  <a:pt x="309288" y="52543"/>
                </a:cubicBezTo>
                <a:cubicBezTo>
                  <a:pt x="310721" y="50733"/>
                  <a:pt x="312630" y="49216"/>
                  <a:pt x="315016" y="47993"/>
                </a:cubicBezTo>
                <a:cubicBezTo>
                  <a:pt x="317404" y="46769"/>
                  <a:pt x="320401" y="46157"/>
                  <a:pt x="324008" y="46157"/>
                </a:cubicBezTo>
                <a:cubicBezTo>
                  <a:pt x="329525" y="46157"/>
                  <a:pt x="333636" y="47647"/>
                  <a:pt x="336342" y="50627"/>
                </a:cubicBezTo>
                <a:cubicBezTo>
                  <a:pt x="339047" y="53608"/>
                  <a:pt x="340929" y="57971"/>
                  <a:pt x="341990" y="63718"/>
                </a:cubicBezTo>
                <a:moveTo>
                  <a:pt x="305230" y="78016"/>
                </a:moveTo>
                <a:lnTo>
                  <a:pt x="364590" y="78016"/>
                </a:lnTo>
                <a:cubicBezTo>
                  <a:pt x="365014" y="71638"/>
                  <a:pt x="364483" y="65525"/>
                  <a:pt x="362997" y="59677"/>
                </a:cubicBezTo>
                <a:cubicBezTo>
                  <a:pt x="361512" y="53830"/>
                  <a:pt x="359099" y="48621"/>
                  <a:pt x="355756" y="44051"/>
                </a:cubicBezTo>
                <a:cubicBezTo>
                  <a:pt x="352414" y="39480"/>
                  <a:pt x="348144" y="35839"/>
                  <a:pt x="342944" y="33129"/>
                </a:cubicBezTo>
                <a:cubicBezTo>
                  <a:pt x="337746" y="30417"/>
                  <a:pt x="331646" y="29062"/>
                  <a:pt x="324644" y="29062"/>
                </a:cubicBezTo>
                <a:cubicBezTo>
                  <a:pt x="318384" y="29062"/>
                  <a:pt x="312682" y="30178"/>
                  <a:pt x="307537" y="32410"/>
                </a:cubicBezTo>
                <a:cubicBezTo>
                  <a:pt x="302393" y="34641"/>
                  <a:pt x="297963" y="37696"/>
                  <a:pt x="294250" y="41575"/>
                </a:cubicBezTo>
                <a:cubicBezTo>
                  <a:pt x="290536" y="45453"/>
                  <a:pt x="287671" y="50050"/>
                  <a:pt x="285656" y="55365"/>
                </a:cubicBezTo>
                <a:cubicBezTo>
                  <a:pt x="283641" y="60678"/>
                  <a:pt x="282633" y="66417"/>
                  <a:pt x="282633" y="72581"/>
                </a:cubicBezTo>
                <a:cubicBezTo>
                  <a:pt x="282633" y="78956"/>
                  <a:pt x="283614" y="84801"/>
                  <a:pt x="285576" y="90116"/>
                </a:cubicBezTo>
                <a:cubicBezTo>
                  <a:pt x="287540" y="95429"/>
                  <a:pt x="290325" y="99999"/>
                  <a:pt x="293932" y="103826"/>
                </a:cubicBezTo>
                <a:cubicBezTo>
                  <a:pt x="297538" y="107651"/>
                  <a:pt x="301941" y="110600"/>
                  <a:pt x="307139" y="112672"/>
                </a:cubicBezTo>
                <a:cubicBezTo>
                  <a:pt x="312337" y="114744"/>
                  <a:pt x="318172" y="115780"/>
                  <a:pt x="324644" y="115780"/>
                </a:cubicBezTo>
                <a:cubicBezTo>
                  <a:pt x="333980" y="115780"/>
                  <a:pt x="341937" y="113661"/>
                  <a:pt x="348514" y="109421"/>
                </a:cubicBezTo>
                <a:cubicBezTo>
                  <a:pt x="355094" y="105181"/>
                  <a:pt x="359974" y="98132"/>
                  <a:pt x="363157" y="88273"/>
                </a:cubicBezTo>
                <a:lnTo>
                  <a:pt x="343265" y="88273"/>
                </a:lnTo>
                <a:cubicBezTo>
                  <a:pt x="342521" y="90797"/>
                  <a:pt x="340505" y="93189"/>
                  <a:pt x="337216" y="95451"/>
                </a:cubicBezTo>
                <a:cubicBezTo>
                  <a:pt x="333928" y="97711"/>
                  <a:pt x="330003" y="98841"/>
                  <a:pt x="325441" y="98841"/>
                </a:cubicBezTo>
                <a:cubicBezTo>
                  <a:pt x="319076" y="98841"/>
                  <a:pt x="314195" y="97198"/>
                  <a:pt x="310798" y="93914"/>
                </a:cubicBezTo>
                <a:cubicBezTo>
                  <a:pt x="307404" y="90628"/>
                  <a:pt x="305548" y="85328"/>
                  <a:pt x="305230" y="78016"/>
                </a:cubicBezTo>
                <a:close/>
                <a:moveTo>
                  <a:pt x="377957" y="31269"/>
                </a:moveTo>
                <a:lnTo>
                  <a:pt x="377957" y="113605"/>
                </a:lnTo>
                <a:lnTo>
                  <a:pt x="400554" y="113605"/>
                </a:lnTo>
                <a:lnTo>
                  <a:pt x="400554" y="76486"/>
                </a:lnTo>
                <a:cubicBezTo>
                  <a:pt x="400554" y="72769"/>
                  <a:pt x="400926" y="69318"/>
                  <a:pt x="401669" y="66132"/>
                </a:cubicBezTo>
                <a:cubicBezTo>
                  <a:pt x="402412" y="62946"/>
                  <a:pt x="403658" y="60158"/>
                  <a:pt x="405408" y="57769"/>
                </a:cubicBezTo>
                <a:cubicBezTo>
                  <a:pt x="407158" y="55379"/>
                  <a:pt x="409465" y="53494"/>
                  <a:pt x="412329" y="52113"/>
                </a:cubicBezTo>
                <a:cubicBezTo>
                  <a:pt x="415194" y="50732"/>
                  <a:pt x="418696" y="50042"/>
                  <a:pt x="422834" y="50042"/>
                </a:cubicBezTo>
                <a:cubicBezTo>
                  <a:pt x="424213" y="50042"/>
                  <a:pt x="425645" y="50122"/>
                  <a:pt x="427129" y="50282"/>
                </a:cubicBezTo>
                <a:cubicBezTo>
                  <a:pt x="428615" y="50441"/>
                  <a:pt x="429889" y="50626"/>
                  <a:pt x="430949" y="50839"/>
                </a:cubicBezTo>
                <a:lnTo>
                  <a:pt x="430949" y="29856"/>
                </a:lnTo>
                <a:cubicBezTo>
                  <a:pt x="429146" y="29326"/>
                  <a:pt x="427502" y="29062"/>
                  <a:pt x="426017" y="29062"/>
                </a:cubicBezTo>
                <a:cubicBezTo>
                  <a:pt x="423152" y="29062"/>
                  <a:pt x="420393" y="29486"/>
                  <a:pt x="417742" y="30334"/>
                </a:cubicBezTo>
                <a:cubicBezTo>
                  <a:pt x="415090" y="31181"/>
                  <a:pt x="412597" y="32372"/>
                  <a:pt x="410262" y="33909"/>
                </a:cubicBezTo>
                <a:cubicBezTo>
                  <a:pt x="407928" y="35445"/>
                  <a:pt x="405859" y="37299"/>
                  <a:pt x="404056" y="39472"/>
                </a:cubicBezTo>
                <a:cubicBezTo>
                  <a:pt x="402252" y="41644"/>
                  <a:pt x="400820" y="44002"/>
                  <a:pt x="399758" y="46545"/>
                </a:cubicBezTo>
                <a:lnTo>
                  <a:pt x="399440" y="46545"/>
                </a:lnTo>
                <a:lnTo>
                  <a:pt x="399440" y="31269"/>
                </a:lnTo>
                <a:lnTo>
                  <a:pt x="377957" y="31269"/>
                </a:lnTo>
                <a:close/>
                <a:moveTo>
                  <a:pt x="457368" y="86874"/>
                </a:moveTo>
                <a:lnTo>
                  <a:pt x="435885" y="86874"/>
                </a:lnTo>
                <a:cubicBezTo>
                  <a:pt x="436097" y="92382"/>
                  <a:pt x="437344" y="96962"/>
                  <a:pt x="439625" y="100616"/>
                </a:cubicBezTo>
                <a:cubicBezTo>
                  <a:pt x="441906" y="104268"/>
                  <a:pt x="444823" y="107206"/>
                  <a:pt x="448376" y="109431"/>
                </a:cubicBezTo>
                <a:cubicBezTo>
                  <a:pt x="451931" y="111655"/>
                  <a:pt x="455990" y="113243"/>
                  <a:pt x="460552" y="114195"/>
                </a:cubicBezTo>
                <a:cubicBezTo>
                  <a:pt x="465113" y="115148"/>
                  <a:pt x="469781" y="115625"/>
                  <a:pt x="474555" y="115625"/>
                </a:cubicBezTo>
                <a:cubicBezTo>
                  <a:pt x="479223" y="115625"/>
                  <a:pt x="483810" y="115173"/>
                  <a:pt x="488319" y="114270"/>
                </a:cubicBezTo>
                <a:cubicBezTo>
                  <a:pt x="492829" y="113368"/>
                  <a:pt x="496834" y="111803"/>
                  <a:pt x="500334" y="109574"/>
                </a:cubicBezTo>
                <a:cubicBezTo>
                  <a:pt x="503836" y="107345"/>
                  <a:pt x="506674" y="104399"/>
                  <a:pt x="508848" y="100737"/>
                </a:cubicBezTo>
                <a:cubicBezTo>
                  <a:pt x="511023" y="97075"/>
                  <a:pt x="512111" y="92538"/>
                  <a:pt x="512111" y="87124"/>
                </a:cubicBezTo>
                <a:cubicBezTo>
                  <a:pt x="512111" y="83304"/>
                  <a:pt x="511368" y="80094"/>
                  <a:pt x="509882" y="77494"/>
                </a:cubicBezTo>
                <a:cubicBezTo>
                  <a:pt x="508398" y="74892"/>
                  <a:pt x="506435" y="72716"/>
                  <a:pt x="503994" y="70964"/>
                </a:cubicBezTo>
                <a:cubicBezTo>
                  <a:pt x="501554" y="69213"/>
                  <a:pt x="498769" y="67807"/>
                  <a:pt x="495640" y="66746"/>
                </a:cubicBezTo>
                <a:cubicBezTo>
                  <a:pt x="492511" y="65684"/>
                  <a:pt x="489302" y="64782"/>
                  <a:pt x="486012" y="64039"/>
                </a:cubicBezTo>
                <a:cubicBezTo>
                  <a:pt x="482829" y="63296"/>
                  <a:pt x="479699" y="62606"/>
                  <a:pt x="476622" y="61970"/>
                </a:cubicBezTo>
                <a:cubicBezTo>
                  <a:pt x="473546" y="61332"/>
                  <a:pt x="470814" y="60616"/>
                  <a:pt x="468426" y="59821"/>
                </a:cubicBezTo>
                <a:cubicBezTo>
                  <a:pt x="466040" y="59024"/>
                  <a:pt x="464104" y="57989"/>
                  <a:pt x="462618" y="56715"/>
                </a:cubicBezTo>
                <a:cubicBezTo>
                  <a:pt x="461134" y="55441"/>
                  <a:pt x="460391" y="53795"/>
                  <a:pt x="460391" y="51778"/>
                </a:cubicBezTo>
                <a:cubicBezTo>
                  <a:pt x="460391" y="50080"/>
                  <a:pt x="460815" y="48727"/>
                  <a:pt x="461664" y="47718"/>
                </a:cubicBezTo>
                <a:cubicBezTo>
                  <a:pt x="462514" y="46710"/>
                  <a:pt x="463548" y="45941"/>
                  <a:pt x="464767" y="45411"/>
                </a:cubicBezTo>
                <a:cubicBezTo>
                  <a:pt x="465988" y="44880"/>
                  <a:pt x="467340" y="44536"/>
                  <a:pt x="468825" y="44377"/>
                </a:cubicBezTo>
                <a:cubicBezTo>
                  <a:pt x="470311" y="44217"/>
                  <a:pt x="471690" y="44136"/>
                  <a:pt x="472962" y="44136"/>
                </a:cubicBezTo>
                <a:cubicBezTo>
                  <a:pt x="476993" y="44136"/>
                  <a:pt x="480494" y="44909"/>
                  <a:pt x="483465" y="46455"/>
                </a:cubicBezTo>
                <a:cubicBezTo>
                  <a:pt x="486435" y="48000"/>
                  <a:pt x="488080" y="50957"/>
                  <a:pt x="488399" y="55326"/>
                </a:cubicBezTo>
                <a:lnTo>
                  <a:pt x="509885" y="55326"/>
                </a:lnTo>
                <a:cubicBezTo>
                  <a:pt x="509460" y="50233"/>
                  <a:pt x="508160" y="46015"/>
                  <a:pt x="505985" y="42672"/>
                </a:cubicBezTo>
                <a:cubicBezTo>
                  <a:pt x="503811" y="39329"/>
                  <a:pt x="501079" y="36650"/>
                  <a:pt x="497789" y="34635"/>
                </a:cubicBezTo>
                <a:cubicBezTo>
                  <a:pt x="494501" y="32617"/>
                  <a:pt x="490762" y="31185"/>
                  <a:pt x="486571" y="30337"/>
                </a:cubicBezTo>
                <a:cubicBezTo>
                  <a:pt x="482379" y="29487"/>
                  <a:pt x="478056" y="29062"/>
                  <a:pt x="473601" y="29062"/>
                </a:cubicBezTo>
                <a:cubicBezTo>
                  <a:pt x="469144" y="29062"/>
                  <a:pt x="464794" y="29460"/>
                  <a:pt x="460549" y="30256"/>
                </a:cubicBezTo>
                <a:cubicBezTo>
                  <a:pt x="456306" y="31051"/>
                  <a:pt x="452487" y="32431"/>
                  <a:pt x="449092" y="34394"/>
                </a:cubicBezTo>
                <a:cubicBezTo>
                  <a:pt x="445698" y="36358"/>
                  <a:pt x="442966" y="39038"/>
                  <a:pt x="440897" y="42434"/>
                </a:cubicBezTo>
                <a:cubicBezTo>
                  <a:pt x="438828" y="45831"/>
                  <a:pt x="437794" y="50183"/>
                  <a:pt x="437794" y="55491"/>
                </a:cubicBezTo>
                <a:cubicBezTo>
                  <a:pt x="437794" y="59100"/>
                  <a:pt x="438536" y="62151"/>
                  <a:pt x="440020" y="64646"/>
                </a:cubicBezTo>
                <a:cubicBezTo>
                  <a:pt x="441507" y="67139"/>
                  <a:pt x="443469" y="69208"/>
                  <a:pt x="445909" y="70855"/>
                </a:cubicBezTo>
                <a:cubicBezTo>
                  <a:pt x="448350" y="72500"/>
                  <a:pt x="451135" y="73826"/>
                  <a:pt x="454265" y="74835"/>
                </a:cubicBezTo>
                <a:cubicBezTo>
                  <a:pt x="457394" y="75843"/>
                  <a:pt x="460603" y="76719"/>
                  <a:pt x="463893" y="77462"/>
                </a:cubicBezTo>
                <a:cubicBezTo>
                  <a:pt x="471955" y="79160"/>
                  <a:pt x="478240" y="80859"/>
                  <a:pt x="482748" y="82557"/>
                </a:cubicBezTo>
                <a:cubicBezTo>
                  <a:pt x="487259" y="84255"/>
                  <a:pt x="489514" y="86802"/>
                  <a:pt x="489514" y="90199"/>
                </a:cubicBezTo>
                <a:cubicBezTo>
                  <a:pt x="489514" y="92214"/>
                  <a:pt x="489036" y="93885"/>
                  <a:pt x="488081" y="95213"/>
                </a:cubicBezTo>
                <a:cubicBezTo>
                  <a:pt x="487126" y="96540"/>
                  <a:pt x="485932" y="97602"/>
                  <a:pt x="484499" y="98399"/>
                </a:cubicBezTo>
                <a:cubicBezTo>
                  <a:pt x="483068" y="99194"/>
                  <a:pt x="481477" y="99777"/>
                  <a:pt x="479725" y="100150"/>
                </a:cubicBezTo>
                <a:cubicBezTo>
                  <a:pt x="477975" y="100520"/>
                  <a:pt x="476305" y="100706"/>
                  <a:pt x="474713" y="100706"/>
                </a:cubicBezTo>
                <a:cubicBezTo>
                  <a:pt x="472486" y="100706"/>
                  <a:pt x="470338" y="100441"/>
                  <a:pt x="468269" y="99912"/>
                </a:cubicBezTo>
                <a:cubicBezTo>
                  <a:pt x="466200" y="99381"/>
                  <a:pt x="464370" y="98559"/>
                  <a:pt x="462778" y="97447"/>
                </a:cubicBezTo>
                <a:cubicBezTo>
                  <a:pt x="461187" y="96333"/>
                  <a:pt x="459887" y="94902"/>
                  <a:pt x="458878" y="93154"/>
                </a:cubicBezTo>
                <a:cubicBezTo>
                  <a:pt x="457872" y="91405"/>
                  <a:pt x="457368" y="89312"/>
                  <a:pt x="457368" y="86874"/>
                </a:cubicBezTo>
                <a:close/>
                <a:moveTo>
                  <a:pt x="580700" y="63718"/>
                </a:moveTo>
                <a:lnTo>
                  <a:pt x="543941" y="63718"/>
                </a:lnTo>
                <a:cubicBezTo>
                  <a:pt x="544046" y="62122"/>
                  <a:pt x="544390" y="60313"/>
                  <a:pt x="544973" y="58291"/>
                </a:cubicBezTo>
                <a:cubicBezTo>
                  <a:pt x="545557" y="56267"/>
                  <a:pt x="546566" y="54351"/>
                  <a:pt x="547998" y="52543"/>
                </a:cubicBezTo>
                <a:cubicBezTo>
                  <a:pt x="549431" y="50733"/>
                  <a:pt x="551341" y="49216"/>
                  <a:pt x="553727" y="47993"/>
                </a:cubicBezTo>
                <a:cubicBezTo>
                  <a:pt x="556115" y="46769"/>
                  <a:pt x="559112" y="46157"/>
                  <a:pt x="562719" y="46157"/>
                </a:cubicBezTo>
                <a:cubicBezTo>
                  <a:pt x="568236" y="46157"/>
                  <a:pt x="572347" y="47647"/>
                  <a:pt x="575052" y="50627"/>
                </a:cubicBezTo>
                <a:cubicBezTo>
                  <a:pt x="577757" y="53608"/>
                  <a:pt x="579640" y="57971"/>
                  <a:pt x="580700" y="63718"/>
                </a:cubicBezTo>
                <a:moveTo>
                  <a:pt x="543941" y="78016"/>
                </a:moveTo>
                <a:lnTo>
                  <a:pt x="603300" y="78016"/>
                </a:lnTo>
                <a:cubicBezTo>
                  <a:pt x="603724" y="71638"/>
                  <a:pt x="603193" y="65525"/>
                  <a:pt x="601707" y="59677"/>
                </a:cubicBezTo>
                <a:cubicBezTo>
                  <a:pt x="600223" y="53830"/>
                  <a:pt x="597809" y="48621"/>
                  <a:pt x="594466" y="44051"/>
                </a:cubicBezTo>
                <a:cubicBezTo>
                  <a:pt x="591125" y="39480"/>
                  <a:pt x="586854" y="35839"/>
                  <a:pt x="581654" y="33129"/>
                </a:cubicBezTo>
                <a:cubicBezTo>
                  <a:pt x="576456" y="30417"/>
                  <a:pt x="570356" y="29062"/>
                  <a:pt x="563355" y="29062"/>
                </a:cubicBezTo>
                <a:cubicBezTo>
                  <a:pt x="557095" y="29062"/>
                  <a:pt x="551392" y="30178"/>
                  <a:pt x="546248" y="32410"/>
                </a:cubicBezTo>
                <a:cubicBezTo>
                  <a:pt x="541103" y="34641"/>
                  <a:pt x="536674" y="37696"/>
                  <a:pt x="532960" y="41575"/>
                </a:cubicBezTo>
                <a:cubicBezTo>
                  <a:pt x="529246" y="45453"/>
                  <a:pt x="526382" y="50050"/>
                  <a:pt x="524366" y="55365"/>
                </a:cubicBezTo>
                <a:cubicBezTo>
                  <a:pt x="522351" y="60678"/>
                  <a:pt x="521343" y="66417"/>
                  <a:pt x="521343" y="72581"/>
                </a:cubicBezTo>
                <a:cubicBezTo>
                  <a:pt x="521343" y="78956"/>
                  <a:pt x="522324" y="84801"/>
                  <a:pt x="524286" y="90116"/>
                </a:cubicBezTo>
                <a:cubicBezTo>
                  <a:pt x="526250" y="95429"/>
                  <a:pt x="529035" y="99999"/>
                  <a:pt x="532642" y="103826"/>
                </a:cubicBezTo>
                <a:cubicBezTo>
                  <a:pt x="536249" y="107651"/>
                  <a:pt x="540651" y="110600"/>
                  <a:pt x="545849" y="112672"/>
                </a:cubicBezTo>
                <a:cubicBezTo>
                  <a:pt x="551048" y="114744"/>
                  <a:pt x="556883" y="115780"/>
                  <a:pt x="563355" y="115780"/>
                </a:cubicBezTo>
                <a:cubicBezTo>
                  <a:pt x="572691" y="115780"/>
                  <a:pt x="580647" y="113661"/>
                  <a:pt x="587225" y="109421"/>
                </a:cubicBezTo>
                <a:cubicBezTo>
                  <a:pt x="593804" y="105181"/>
                  <a:pt x="598685" y="98132"/>
                  <a:pt x="601867" y="88273"/>
                </a:cubicBezTo>
                <a:lnTo>
                  <a:pt x="581975" y="88273"/>
                </a:lnTo>
                <a:cubicBezTo>
                  <a:pt x="581232" y="90797"/>
                  <a:pt x="579216" y="93189"/>
                  <a:pt x="575926" y="95451"/>
                </a:cubicBezTo>
                <a:cubicBezTo>
                  <a:pt x="572638" y="97711"/>
                  <a:pt x="568713" y="98841"/>
                  <a:pt x="564151" y="98841"/>
                </a:cubicBezTo>
                <a:cubicBezTo>
                  <a:pt x="557786" y="98841"/>
                  <a:pt x="552905" y="97198"/>
                  <a:pt x="549509" y="93914"/>
                </a:cubicBezTo>
                <a:cubicBezTo>
                  <a:pt x="546114" y="90628"/>
                  <a:pt x="544258" y="85328"/>
                  <a:pt x="543941" y="78016"/>
                </a:cubicBezTo>
                <a:close/>
                <a:moveTo>
                  <a:pt x="663294" y="0"/>
                </a:moveTo>
                <a:lnTo>
                  <a:pt x="663294" y="113605"/>
                </a:lnTo>
                <a:lnTo>
                  <a:pt x="743661" y="113605"/>
                </a:lnTo>
                <a:lnTo>
                  <a:pt x="743661" y="92624"/>
                </a:lnTo>
                <a:lnTo>
                  <a:pt x="688279" y="92624"/>
                </a:lnTo>
                <a:lnTo>
                  <a:pt x="688279" y="0"/>
                </a:lnTo>
                <a:lnTo>
                  <a:pt x="663294" y="0"/>
                </a:lnTo>
                <a:close/>
                <a:moveTo>
                  <a:pt x="778512" y="18649"/>
                </a:moveTo>
                <a:lnTo>
                  <a:pt x="778512" y="0"/>
                </a:lnTo>
                <a:lnTo>
                  <a:pt x="755914" y="0"/>
                </a:lnTo>
                <a:lnTo>
                  <a:pt x="755914" y="18649"/>
                </a:lnTo>
                <a:lnTo>
                  <a:pt x="778512" y="18649"/>
                </a:lnTo>
                <a:moveTo>
                  <a:pt x="755914" y="31330"/>
                </a:moveTo>
                <a:lnTo>
                  <a:pt x="755914" y="113605"/>
                </a:lnTo>
                <a:lnTo>
                  <a:pt x="778512" y="113605"/>
                </a:lnTo>
                <a:lnTo>
                  <a:pt x="778512" y="31330"/>
                </a:lnTo>
                <a:lnTo>
                  <a:pt x="755914" y="31330"/>
                </a:lnTo>
                <a:close/>
                <a:moveTo>
                  <a:pt x="796336" y="31327"/>
                </a:moveTo>
                <a:lnTo>
                  <a:pt x="796336" y="113605"/>
                </a:lnTo>
                <a:lnTo>
                  <a:pt x="818934" y="113605"/>
                </a:lnTo>
                <a:lnTo>
                  <a:pt x="818934" y="70483"/>
                </a:lnTo>
                <a:cubicBezTo>
                  <a:pt x="818934" y="62103"/>
                  <a:pt x="820313" y="56083"/>
                  <a:pt x="823071" y="52424"/>
                </a:cubicBezTo>
                <a:cubicBezTo>
                  <a:pt x="825830" y="48764"/>
                  <a:pt x="830286" y="46934"/>
                  <a:pt x="836439" y="46934"/>
                </a:cubicBezTo>
                <a:cubicBezTo>
                  <a:pt x="841851" y="46934"/>
                  <a:pt x="845617" y="48604"/>
                  <a:pt x="847738" y="51946"/>
                </a:cubicBezTo>
                <a:cubicBezTo>
                  <a:pt x="849860" y="55287"/>
                  <a:pt x="850921" y="60353"/>
                  <a:pt x="850921" y="67142"/>
                </a:cubicBezTo>
                <a:lnTo>
                  <a:pt x="850921" y="113605"/>
                </a:lnTo>
                <a:lnTo>
                  <a:pt x="873519" y="113605"/>
                </a:lnTo>
                <a:lnTo>
                  <a:pt x="873519" y="62975"/>
                </a:lnTo>
                <a:cubicBezTo>
                  <a:pt x="873519" y="57881"/>
                  <a:pt x="873068" y="53237"/>
                  <a:pt x="872166" y="49044"/>
                </a:cubicBezTo>
                <a:cubicBezTo>
                  <a:pt x="871265" y="44851"/>
                  <a:pt x="869699" y="41295"/>
                  <a:pt x="867470" y="38377"/>
                </a:cubicBezTo>
                <a:cubicBezTo>
                  <a:pt x="865243" y="35458"/>
                  <a:pt x="862193" y="33176"/>
                  <a:pt x="858320" y="31531"/>
                </a:cubicBezTo>
                <a:cubicBezTo>
                  <a:pt x="854448" y="29885"/>
                  <a:pt x="849488" y="29062"/>
                  <a:pt x="843440" y="29062"/>
                </a:cubicBezTo>
                <a:cubicBezTo>
                  <a:pt x="838666" y="29062"/>
                  <a:pt x="833998" y="30152"/>
                  <a:pt x="829436" y="32333"/>
                </a:cubicBezTo>
                <a:cubicBezTo>
                  <a:pt x="824874" y="34513"/>
                  <a:pt x="821161" y="37997"/>
                  <a:pt x="818297" y="42784"/>
                </a:cubicBezTo>
                <a:lnTo>
                  <a:pt x="817819" y="42784"/>
                </a:lnTo>
                <a:lnTo>
                  <a:pt x="817819" y="31327"/>
                </a:lnTo>
                <a:lnTo>
                  <a:pt x="796336" y="31327"/>
                </a:lnTo>
                <a:close/>
                <a:moveTo>
                  <a:pt x="892774" y="0"/>
                </a:moveTo>
                <a:lnTo>
                  <a:pt x="892774" y="113605"/>
                </a:lnTo>
                <a:lnTo>
                  <a:pt x="915372" y="113605"/>
                </a:lnTo>
                <a:lnTo>
                  <a:pt x="915372" y="85279"/>
                </a:lnTo>
                <a:lnTo>
                  <a:pt x="924126" y="76843"/>
                </a:lnTo>
                <a:lnTo>
                  <a:pt x="946724" y="113605"/>
                </a:lnTo>
                <a:lnTo>
                  <a:pt x="974095" y="113605"/>
                </a:lnTo>
                <a:lnTo>
                  <a:pt x="939560" y="61576"/>
                </a:lnTo>
                <a:lnTo>
                  <a:pt x="970594" y="31344"/>
                </a:lnTo>
                <a:lnTo>
                  <a:pt x="943858" y="31344"/>
                </a:lnTo>
                <a:lnTo>
                  <a:pt x="915372" y="60940"/>
                </a:lnTo>
                <a:lnTo>
                  <a:pt x="915372" y="0"/>
                </a:lnTo>
                <a:lnTo>
                  <a:pt x="892774" y="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(DVB-RCS)">
            <a:extLst xmlns:a="http://schemas.openxmlformats.org/drawingml/2006/main">
              <a:ext uri="{FF2B5EF4-FFF2-40B4-BE49-F238E27FC236}">
                <a16:creationId xmlns:a16="http://schemas.microsoft.com/office/drawing/2014/main" id="{CCED75E4-8E3C-40BC-8259-1898ADA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94" y="1588637"/>
            <a:ext cx="774696" cy="147795"/>
          </a:xfrm>
          <a:custGeom xmlns:a="http://schemas.openxmlformats.org/drawingml/2006/main">
            <a:pathLst>
              <a:path w="774696" h="147795">
                <a:moveTo>
                  <a:pt x="24985" y="147795"/>
                </a:moveTo>
                <a:lnTo>
                  <a:pt x="35329" y="147795"/>
                </a:lnTo>
                <a:cubicBezTo>
                  <a:pt x="27797" y="135586"/>
                  <a:pt x="22412" y="123482"/>
                  <a:pt x="19176" y="111485"/>
                </a:cubicBezTo>
                <a:cubicBezTo>
                  <a:pt x="15940" y="99486"/>
                  <a:pt x="14322" y="86797"/>
                  <a:pt x="14322" y="73419"/>
                </a:cubicBezTo>
                <a:cubicBezTo>
                  <a:pt x="14322" y="60360"/>
                  <a:pt x="15913" y="47885"/>
                  <a:pt x="19096" y="35994"/>
                </a:cubicBezTo>
                <a:cubicBezTo>
                  <a:pt x="22280" y="24102"/>
                  <a:pt x="27691" y="12104"/>
                  <a:pt x="35329" y="0"/>
                </a:cubicBezTo>
                <a:lnTo>
                  <a:pt x="24985" y="0"/>
                </a:lnTo>
                <a:cubicBezTo>
                  <a:pt x="16709" y="10935"/>
                  <a:pt x="10476" y="22774"/>
                  <a:pt x="6284" y="35516"/>
                </a:cubicBezTo>
                <a:cubicBezTo>
                  <a:pt x="2095" y="48256"/>
                  <a:pt x="0" y="60891"/>
                  <a:pt x="0" y="73419"/>
                </a:cubicBezTo>
                <a:cubicBezTo>
                  <a:pt x="0" y="80427"/>
                  <a:pt x="584" y="87116"/>
                  <a:pt x="1751" y="93486"/>
                </a:cubicBezTo>
                <a:cubicBezTo>
                  <a:pt x="2918" y="99857"/>
                  <a:pt x="4589" y="106068"/>
                  <a:pt x="6763" y="112121"/>
                </a:cubicBezTo>
                <a:cubicBezTo>
                  <a:pt x="8939" y="118172"/>
                  <a:pt x="11564" y="124144"/>
                  <a:pt x="14640" y="130037"/>
                </a:cubicBezTo>
                <a:cubicBezTo>
                  <a:pt x="17718" y="135930"/>
                  <a:pt x="21166" y="141849"/>
                  <a:pt x="24985" y="147795"/>
                </a:cubicBezTo>
                <a:close/>
                <a:moveTo>
                  <a:pt x="61271" y="103659"/>
                </a:moveTo>
                <a:lnTo>
                  <a:pt x="61271" y="15541"/>
                </a:lnTo>
                <a:lnTo>
                  <a:pt x="86734" y="15541"/>
                </a:lnTo>
                <a:cubicBezTo>
                  <a:pt x="93735" y="15541"/>
                  <a:pt x="99623" y="16522"/>
                  <a:pt x="104397" y="18484"/>
                </a:cubicBezTo>
                <a:cubicBezTo>
                  <a:pt x="109171" y="20446"/>
                  <a:pt x="113070" y="23309"/>
                  <a:pt x="116094" y="27073"/>
                </a:cubicBezTo>
                <a:cubicBezTo>
                  <a:pt x="119118" y="30837"/>
                  <a:pt x="121293" y="35396"/>
                  <a:pt x="122619" y="40751"/>
                </a:cubicBezTo>
                <a:cubicBezTo>
                  <a:pt x="123945" y="46107"/>
                  <a:pt x="124608" y="52177"/>
                  <a:pt x="124608" y="58964"/>
                </a:cubicBezTo>
                <a:cubicBezTo>
                  <a:pt x="124608" y="65962"/>
                  <a:pt x="123891" y="71927"/>
                  <a:pt x="122459" y="76858"/>
                </a:cubicBezTo>
                <a:cubicBezTo>
                  <a:pt x="121027" y="81789"/>
                  <a:pt x="119197" y="85898"/>
                  <a:pt x="116968" y="89186"/>
                </a:cubicBezTo>
                <a:cubicBezTo>
                  <a:pt x="114741" y="92472"/>
                  <a:pt x="112221" y="95070"/>
                  <a:pt x="109409" y="96978"/>
                </a:cubicBezTo>
                <a:cubicBezTo>
                  <a:pt x="106599" y="98887"/>
                  <a:pt x="103761" y="100345"/>
                  <a:pt x="100895" y="101352"/>
                </a:cubicBezTo>
                <a:cubicBezTo>
                  <a:pt x="98032" y="102359"/>
                  <a:pt x="95327" y="102995"/>
                  <a:pt x="92780" y="103260"/>
                </a:cubicBezTo>
                <a:cubicBezTo>
                  <a:pt x="90234" y="103526"/>
                  <a:pt x="88112" y="103659"/>
                  <a:pt x="86416" y="103659"/>
                </a:cubicBezTo>
                <a:lnTo>
                  <a:pt x="61271" y="103659"/>
                </a:lnTo>
                <a:moveTo>
                  <a:pt x="46152" y="2797"/>
                </a:moveTo>
                <a:lnTo>
                  <a:pt x="46152" y="116402"/>
                </a:lnTo>
                <a:lnTo>
                  <a:pt x="85141" y="116402"/>
                </a:lnTo>
                <a:cubicBezTo>
                  <a:pt x="94583" y="116402"/>
                  <a:pt x="102753" y="115076"/>
                  <a:pt x="109649" y="112425"/>
                </a:cubicBezTo>
                <a:cubicBezTo>
                  <a:pt x="116546" y="109773"/>
                  <a:pt x="122221" y="105928"/>
                  <a:pt x="126676" y="100890"/>
                </a:cubicBezTo>
                <a:cubicBezTo>
                  <a:pt x="131133" y="95851"/>
                  <a:pt x="134422" y="89645"/>
                  <a:pt x="136543" y="82273"/>
                </a:cubicBezTo>
                <a:cubicBezTo>
                  <a:pt x="138665" y="74900"/>
                  <a:pt x="139726" y="66441"/>
                  <a:pt x="139726" y="56895"/>
                </a:cubicBezTo>
                <a:cubicBezTo>
                  <a:pt x="139726" y="38650"/>
                  <a:pt x="135005" y="25073"/>
                  <a:pt x="125562" y="16163"/>
                </a:cubicBezTo>
                <a:cubicBezTo>
                  <a:pt x="116121" y="7252"/>
                  <a:pt x="102647" y="2797"/>
                  <a:pt x="85141" y="2797"/>
                </a:cubicBezTo>
                <a:lnTo>
                  <a:pt x="46152" y="2797"/>
                </a:lnTo>
                <a:close/>
                <a:moveTo>
                  <a:pt x="202903" y="116402"/>
                </a:moveTo>
                <a:lnTo>
                  <a:pt x="243327" y="2797"/>
                </a:lnTo>
                <a:lnTo>
                  <a:pt x="227572" y="2797"/>
                </a:lnTo>
                <a:lnTo>
                  <a:pt x="194788" y="101286"/>
                </a:lnTo>
                <a:lnTo>
                  <a:pt x="194470" y="101286"/>
                </a:lnTo>
                <a:lnTo>
                  <a:pt x="162006" y="2797"/>
                </a:lnTo>
                <a:lnTo>
                  <a:pt x="145773" y="2797"/>
                </a:lnTo>
                <a:lnTo>
                  <a:pt x="185718" y="116402"/>
                </a:lnTo>
                <a:lnTo>
                  <a:pt x="202903" y="116402"/>
                </a:lnTo>
                <a:close/>
                <a:moveTo>
                  <a:pt x="270539" y="51596"/>
                </a:moveTo>
                <a:lnTo>
                  <a:pt x="270539" y="15541"/>
                </a:lnTo>
                <a:lnTo>
                  <a:pt x="300776" y="15541"/>
                </a:lnTo>
                <a:cubicBezTo>
                  <a:pt x="304064" y="15541"/>
                  <a:pt x="307167" y="15726"/>
                  <a:pt x="310084" y="16097"/>
                </a:cubicBezTo>
                <a:cubicBezTo>
                  <a:pt x="313003" y="16468"/>
                  <a:pt x="315576" y="17289"/>
                  <a:pt x="317803" y="18559"/>
                </a:cubicBezTo>
                <a:cubicBezTo>
                  <a:pt x="320031" y="19830"/>
                  <a:pt x="321781" y="21630"/>
                  <a:pt x="323053" y="23960"/>
                </a:cubicBezTo>
                <a:cubicBezTo>
                  <a:pt x="324327" y="26289"/>
                  <a:pt x="324964" y="29466"/>
                  <a:pt x="324964" y="33488"/>
                </a:cubicBezTo>
                <a:cubicBezTo>
                  <a:pt x="324964" y="39525"/>
                  <a:pt x="323081" y="44052"/>
                  <a:pt x="319314" y="47070"/>
                </a:cubicBezTo>
                <a:cubicBezTo>
                  <a:pt x="315548" y="50087"/>
                  <a:pt x="309369" y="51596"/>
                  <a:pt x="300776" y="51596"/>
                </a:cubicBezTo>
                <a:lnTo>
                  <a:pt x="270539" y="51596"/>
                </a:lnTo>
                <a:moveTo>
                  <a:pt x="255421" y="2797"/>
                </a:moveTo>
                <a:lnTo>
                  <a:pt x="255421" y="116402"/>
                </a:lnTo>
                <a:lnTo>
                  <a:pt x="310324" y="116402"/>
                </a:lnTo>
                <a:cubicBezTo>
                  <a:pt x="315946" y="116402"/>
                  <a:pt x="320906" y="115474"/>
                  <a:pt x="325202" y="113617"/>
                </a:cubicBezTo>
                <a:cubicBezTo>
                  <a:pt x="329500" y="111758"/>
                  <a:pt x="333108" y="109317"/>
                  <a:pt x="336025" y="106293"/>
                </a:cubicBezTo>
                <a:cubicBezTo>
                  <a:pt x="338942" y="103268"/>
                  <a:pt x="341143" y="99791"/>
                  <a:pt x="342628" y="95864"/>
                </a:cubicBezTo>
                <a:cubicBezTo>
                  <a:pt x="344114" y="91935"/>
                  <a:pt x="344857" y="87901"/>
                  <a:pt x="344857" y="83761"/>
                </a:cubicBezTo>
                <a:cubicBezTo>
                  <a:pt x="344857" y="76756"/>
                  <a:pt x="343000" y="70813"/>
                  <a:pt x="339286" y="65930"/>
                </a:cubicBezTo>
                <a:cubicBezTo>
                  <a:pt x="335573" y="61046"/>
                  <a:pt x="330215" y="57861"/>
                  <a:pt x="323213" y="56375"/>
                </a:cubicBezTo>
                <a:lnTo>
                  <a:pt x="323213" y="56057"/>
                </a:lnTo>
                <a:cubicBezTo>
                  <a:pt x="328624" y="53938"/>
                  <a:pt x="332787" y="50679"/>
                  <a:pt x="335705" y="46281"/>
                </a:cubicBezTo>
                <a:cubicBezTo>
                  <a:pt x="338623" y="41881"/>
                  <a:pt x="340083" y="36661"/>
                  <a:pt x="340083" y="30621"/>
                </a:cubicBezTo>
                <a:cubicBezTo>
                  <a:pt x="340083" y="24896"/>
                  <a:pt x="338783" y="20074"/>
                  <a:pt x="336183" y="16153"/>
                </a:cubicBezTo>
                <a:cubicBezTo>
                  <a:pt x="333585" y="12230"/>
                  <a:pt x="330429" y="9156"/>
                  <a:pt x="326715" y="6930"/>
                </a:cubicBezTo>
                <a:cubicBezTo>
                  <a:pt x="325017" y="5872"/>
                  <a:pt x="322974" y="5078"/>
                  <a:pt x="320586" y="4548"/>
                </a:cubicBezTo>
                <a:cubicBezTo>
                  <a:pt x="318200" y="4017"/>
                  <a:pt x="315628" y="3619"/>
                  <a:pt x="312869" y="3353"/>
                </a:cubicBezTo>
                <a:cubicBezTo>
                  <a:pt x="310110" y="3088"/>
                  <a:pt x="307325" y="2929"/>
                  <a:pt x="304513" y="2878"/>
                </a:cubicBezTo>
                <a:cubicBezTo>
                  <a:pt x="301703" y="2824"/>
                  <a:pt x="299078" y="2797"/>
                  <a:pt x="296638" y="2797"/>
                </a:cubicBezTo>
                <a:lnTo>
                  <a:pt x="255421" y="2797"/>
                </a:lnTo>
                <a:moveTo>
                  <a:pt x="270539" y="103659"/>
                </a:moveTo>
                <a:lnTo>
                  <a:pt x="270539" y="64340"/>
                </a:lnTo>
                <a:lnTo>
                  <a:pt x="305072" y="64340"/>
                </a:lnTo>
                <a:cubicBezTo>
                  <a:pt x="308254" y="64340"/>
                  <a:pt x="311331" y="64632"/>
                  <a:pt x="314302" y="65216"/>
                </a:cubicBezTo>
                <a:cubicBezTo>
                  <a:pt x="317272" y="65799"/>
                  <a:pt x="319898" y="66807"/>
                  <a:pt x="322179" y="68240"/>
                </a:cubicBezTo>
                <a:cubicBezTo>
                  <a:pt x="324460" y="69672"/>
                  <a:pt x="326290" y="71609"/>
                  <a:pt x="327669" y="74050"/>
                </a:cubicBezTo>
                <a:cubicBezTo>
                  <a:pt x="329049" y="76492"/>
                  <a:pt x="329738" y="79569"/>
                  <a:pt x="329738" y="83283"/>
                </a:cubicBezTo>
                <a:cubicBezTo>
                  <a:pt x="329738" y="89650"/>
                  <a:pt x="327855" y="94637"/>
                  <a:pt x="324088" y="98246"/>
                </a:cubicBezTo>
                <a:cubicBezTo>
                  <a:pt x="320322" y="101854"/>
                  <a:pt x="315097" y="103659"/>
                  <a:pt x="308413" y="103659"/>
                </a:cubicBezTo>
                <a:lnTo>
                  <a:pt x="270539" y="103659"/>
                </a:lnTo>
                <a:close/>
                <a:moveTo>
                  <a:pt x="359976" y="65738"/>
                </a:moveTo>
                <a:lnTo>
                  <a:pt x="359976" y="78482"/>
                </a:lnTo>
                <a:lnTo>
                  <a:pt x="405968" y="78482"/>
                </a:lnTo>
                <a:lnTo>
                  <a:pt x="405968" y="65738"/>
                </a:lnTo>
                <a:lnTo>
                  <a:pt x="359976" y="65738"/>
                </a:lnTo>
                <a:close/>
                <a:moveTo>
                  <a:pt x="426337" y="2797"/>
                </a:moveTo>
                <a:lnTo>
                  <a:pt x="426337" y="116402"/>
                </a:lnTo>
                <a:lnTo>
                  <a:pt x="441456" y="116402"/>
                </a:lnTo>
                <a:lnTo>
                  <a:pt x="441456" y="67914"/>
                </a:lnTo>
                <a:lnTo>
                  <a:pt x="478375" y="67914"/>
                </a:lnTo>
                <a:cubicBezTo>
                  <a:pt x="482089" y="67914"/>
                  <a:pt x="485059" y="68471"/>
                  <a:pt x="487287" y="69585"/>
                </a:cubicBezTo>
                <a:cubicBezTo>
                  <a:pt x="489516" y="70697"/>
                  <a:pt x="491320" y="72181"/>
                  <a:pt x="492697" y="74036"/>
                </a:cubicBezTo>
                <a:cubicBezTo>
                  <a:pt x="494076" y="75889"/>
                  <a:pt x="495084" y="78062"/>
                  <a:pt x="495720" y="80553"/>
                </a:cubicBezTo>
                <a:cubicBezTo>
                  <a:pt x="496358" y="83043"/>
                  <a:pt x="496889" y="85666"/>
                  <a:pt x="497313" y="88421"/>
                </a:cubicBezTo>
                <a:cubicBezTo>
                  <a:pt x="497844" y="91178"/>
                  <a:pt x="498162" y="93987"/>
                  <a:pt x="498268" y="96850"/>
                </a:cubicBezTo>
                <a:cubicBezTo>
                  <a:pt x="498375" y="99710"/>
                  <a:pt x="498481" y="102386"/>
                  <a:pt x="498586" y="104877"/>
                </a:cubicBezTo>
                <a:cubicBezTo>
                  <a:pt x="498693" y="107367"/>
                  <a:pt x="498931" y="109619"/>
                  <a:pt x="499302" y="111633"/>
                </a:cubicBezTo>
                <a:cubicBezTo>
                  <a:pt x="499673" y="113647"/>
                  <a:pt x="500389" y="115237"/>
                  <a:pt x="501451" y="116402"/>
                </a:cubicBezTo>
                <a:lnTo>
                  <a:pt x="518320" y="116402"/>
                </a:lnTo>
                <a:cubicBezTo>
                  <a:pt x="516729" y="114493"/>
                  <a:pt x="515535" y="112293"/>
                  <a:pt x="514739" y="109802"/>
                </a:cubicBezTo>
                <a:cubicBezTo>
                  <a:pt x="513944" y="107311"/>
                  <a:pt x="513334" y="104687"/>
                  <a:pt x="512908" y="101932"/>
                </a:cubicBezTo>
                <a:cubicBezTo>
                  <a:pt x="512484" y="99175"/>
                  <a:pt x="512218" y="96366"/>
                  <a:pt x="512111" y="93503"/>
                </a:cubicBezTo>
                <a:cubicBezTo>
                  <a:pt x="512006" y="90641"/>
                  <a:pt x="511847" y="87832"/>
                  <a:pt x="511635" y="85075"/>
                </a:cubicBezTo>
                <a:cubicBezTo>
                  <a:pt x="511316" y="82320"/>
                  <a:pt x="510866" y="79670"/>
                  <a:pt x="510283" y="77125"/>
                </a:cubicBezTo>
                <a:cubicBezTo>
                  <a:pt x="509700" y="74580"/>
                  <a:pt x="508798" y="72274"/>
                  <a:pt x="507578" y="70206"/>
                </a:cubicBezTo>
                <a:cubicBezTo>
                  <a:pt x="506357" y="68139"/>
                  <a:pt x="504712" y="66364"/>
                  <a:pt x="502643" y="64881"/>
                </a:cubicBezTo>
                <a:cubicBezTo>
                  <a:pt x="500575" y="63397"/>
                  <a:pt x="497896" y="62336"/>
                  <a:pt x="494608" y="61700"/>
                </a:cubicBezTo>
                <a:lnTo>
                  <a:pt x="494608" y="61382"/>
                </a:lnTo>
                <a:cubicBezTo>
                  <a:pt x="501505" y="59472"/>
                  <a:pt x="506517" y="55917"/>
                  <a:pt x="509647" y="50717"/>
                </a:cubicBezTo>
                <a:cubicBezTo>
                  <a:pt x="512776" y="45516"/>
                  <a:pt x="514341" y="39466"/>
                  <a:pt x="514341" y="32568"/>
                </a:cubicBezTo>
                <a:cubicBezTo>
                  <a:pt x="514341" y="23334"/>
                  <a:pt x="511290" y="16064"/>
                  <a:pt x="505188" y="10757"/>
                </a:cubicBezTo>
                <a:cubicBezTo>
                  <a:pt x="499088" y="5451"/>
                  <a:pt x="490628" y="2797"/>
                  <a:pt x="479808" y="2797"/>
                </a:cubicBezTo>
                <a:lnTo>
                  <a:pt x="426337" y="2797"/>
                </a:lnTo>
                <a:moveTo>
                  <a:pt x="472965" y="55171"/>
                </a:moveTo>
                <a:lnTo>
                  <a:pt x="441456" y="55171"/>
                </a:lnTo>
                <a:lnTo>
                  <a:pt x="441456" y="15541"/>
                </a:lnTo>
                <a:lnTo>
                  <a:pt x="479011" y="15541"/>
                </a:lnTo>
                <a:cubicBezTo>
                  <a:pt x="486120" y="15541"/>
                  <a:pt x="491265" y="17345"/>
                  <a:pt x="494448" y="20954"/>
                </a:cubicBezTo>
                <a:cubicBezTo>
                  <a:pt x="497631" y="24560"/>
                  <a:pt x="499222" y="29228"/>
                  <a:pt x="499222" y="34958"/>
                </a:cubicBezTo>
                <a:cubicBezTo>
                  <a:pt x="499222" y="39095"/>
                  <a:pt x="498506" y="42464"/>
                  <a:pt x="497073" y="45064"/>
                </a:cubicBezTo>
                <a:cubicBezTo>
                  <a:pt x="495642" y="47664"/>
                  <a:pt x="493732" y="49734"/>
                  <a:pt x="491345" y="51273"/>
                </a:cubicBezTo>
                <a:cubicBezTo>
                  <a:pt x="488958" y="52811"/>
                  <a:pt x="486173" y="53846"/>
                  <a:pt x="482989" y="54377"/>
                </a:cubicBezTo>
                <a:cubicBezTo>
                  <a:pt x="479806" y="54906"/>
                  <a:pt x="476465" y="55171"/>
                  <a:pt x="472965" y="55171"/>
                </a:cubicBezTo>
                <a:close/>
                <a:moveTo>
                  <a:pt x="615237" y="36934"/>
                </a:moveTo>
                <a:lnTo>
                  <a:pt x="630356" y="36934"/>
                </a:lnTo>
                <a:cubicBezTo>
                  <a:pt x="629507" y="30886"/>
                  <a:pt x="627704" y="25554"/>
                  <a:pt x="624945" y="20939"/>
                </a:cubicBezTo>
                <a:cubicBezTo>
                  <a:pt x="622187" y="16324"/>
                  <a:pt x="618739" y="12477"/>
                  <a:pt x="614601" y="9397"/>
                </a:cubicBezTo>
                <a:cubicBezTo>
                  <a:pt x="610463" y="6318"/>
                  <a:pt x="605742" y="3982"/>
                  <a:pt x="600437" y="2389"/>
                </a:cubicBezTo>
                <a:cubicBezTo>
                  <a:pt x="595132" y="796"/>
                  <a:pt x="589509" y="0"/>
                  <a:pt x="583568" y="0"/>
                </a:cubicBezTo>
                <a:cubicBezTo>
                  <a:pt x="574868" y="0"/>
                  <a:pt x="567149" y="1565"/>
                  <a:pt x="560411" y="4696"/>
                </a:cubicBezTo>
                <a:cubicBezTo>
                  <a:pt x="553675" y="7826"/>
                  <a:pt x="548053" y="12096"/>
                  <a:pt x="543545" y="17508"/>
                </a:cubicBezTo>
                <a:cubicBezTo>
                  <a:pt x="539036" y="22918"/>
                  <a:pt x="535615" y="29258"/>
                  <a:pt x="533280" y="36526"/>
                </a:cubicBezTo>
                <a:cubicBezTo>
                  <a:pt x="530946" y="43795"/>
                  <a:pt x="529779" y="51567"/>
                  <a:pt x="529779" y="59843"/>
                </a:cubicBezTo>
                <a:cubicBezTo>
                  <a:pt x="529779" y="68118"/>
                  <a:pt x="530866" y="75864"/>
                  <a:pt x="533040" y="83079"/>
                </a:cubicBezTo>
                <a:cubicBezTo>
                  <a:pt x="535216" y="90294"/>
                  <a:pt x="538478" y="96554"/>
                  <a:pt x="542828" y="101859"/>
                </a:cubicBezTo>
                <a:cubicBezTo>
                  <a:pt x="547178" y="107164"/>
                  <a:pt x="552642" y="111329"/>
                  <a:pt x="559219" y="114353"/>
                </a:cubicBezTo>
                <a:cubicBezTo>
                  <a:pt x="565797" y="117377"/>
                  <a:pt x="573489" y="118889"/>
                  <a:pt x="582295" y="118889"/>
                </a:cubicBezTo>
                <a:cubicBezTo>
                  <a:pt x="596829" y="118889"/>
                  <a:pt x="608287" y="114908"/>
                  <a:pt x="616667" y="106946"/>
                </a:cubicBezTo>
                <a:cubicBezTo>
                  <a:pt x="625050" y="98983"/>
                  <a:pt x="629984" y="87841"/>
                  <a:pt x="631470" y="73519"/>
                </a:cubicBezTo>
                <a:lnTo>
                  <a:pt x="616352" y="73519"/>
                </a:lnTo>
                <a:cubicBezTo>
                  <a:pt x="616033" y="78186"/>
                  <a:pt x="615078" y="82536"/>
                  <a:pt x="613486" y="86568"/>
                </a:cubicBezTo>
                <a:cubicBezTo>
                  <a:pt x="611895" y="90599"/>
                  <a:pt x="609693" y="94074"/>
                  <a:pt x="606881" y="96993"/>
                </a:cubicBezTo>
                <a:cubicBezTo>
                  <a:pt x="604071" y="99910"/>
                  <a:pt x="600729" y="102191"/>
                  <a:pt x="596855" y="103836"/>
                </a:cubicBezTo>
                <a:cubicBezTo>
                  <a:pt x="592983" y="105479"/>
                  <a:pt x="588554" y="106300"/>
                  <a:pt x="583568" y="106300"/>
                </a:cubicBezTo>
                <a:cubicBezTo>
                  <a:pt x="576778" y="106300"/>
                  <a:pt x="570943" y="105028"/>
                  <a:pt x="566062" y="102483"/>
                </a:cubicBezTo>
                <a:cubicBezTo>
                  <a:pt x="561183" y="99937"/>
                  <a:pt x="557178" y="96515"/>
                  <a:pt x="554047" y="92219"/>
                </a:cubicBezTo>
                <a:cubicBezTo>
                  <a:pt x="550918" y="87922"/>
                  <a:pt x="548610" y="82884"/>
                  <a:pt x="547124" y="77103"/>
                </a:cubicBezTo>
                <a:cubicBezTo>
                  <a:pt x="545639" y="71322"/>
                  <a:pt x="544897" y="65196"/>
                  <a:pt x="544897" y="58726"/>
                </a:cubicBezTo>
                <a:cubicBezTo>
                  <a:pt x="544897" y="52786"/>
                  <a:pt x="545639" y="47058"/>
                  <a:pt x="547124" y="41543"/>
                </a:cubicBezTo>
                <a:cubicBezTo>
                  <a:pt x="548610" y="36028"/>
                  <a:pt x="550918" y="31122"/>
                  <a:pt x="554047" y="26825"/>
                </a:cubicBezTo>
                <a:cubicBezTo>
                  <a:pt x="557178" y="22529"/>
                  <a:pt x="561156" y="19108"/>
                  <a:pt x="565982" y="16563"/>
                </a:cubicBezTo>
                <a:cubicBezTo>
                  <a:pt x="570809" y="14017"/>
                  <a:pt x="576619" y="12744"/>
                  <a:pt x="583410" y="12744"/>
                </a:cubicBezTo>
                <a:cubicBezTo>
                  <a:pt x="591366" y="12744"/>
                  <a:pt x="598235" y="14760"/>
                  <a:pt x="604016" y="18792"/>
                </a:cubicBezTo>
                <a:cubicBezTo>
                  <a:pt x="609799" y="22823"/>
                  <a:pt x="613539" y="28871"/>
                  <a:pt x="615237" y="36934"/>
                </a:cubicBezTo>
                <a:close/>
                <a:moveTo>
                  <a:pt x="715972" y="35977"/>
                </a:moveTo>
                <a:lnTo>
                  <a:pt x="730294" y="35977"/>
                </a:lnTo>
                <a:cubicBezTo>
                  <a:pt x="730082" y="29719"/>
                  <a:pt x="728888" y="24335"/>
                  <a:pt x="726712" y="19827"/>
                </a:cubicBezTo>
                <a:cubicBezTo>
                  <a:pt x="724538" y="15317"/>
                  <a:pt x="721568" y="11576"/>
                  <a:pt x="717800" y="8603"/>
                </a:cubicBezTo>
                <a:cubicBezTo>
                  <a:pt x="714035" y="5630"/>
                  <a:pt x="709659" y="3452"/>
                  <a:pt x="704673" y="2071"/>
                </a:cubicBezTo>
                <a:cubicBezTo>
                  <a:pt x="699687" y="690"/>
                  <a:pt x="694276" y="0"/>
                  <a:pt x="688440" y="0"/>
                </a:cubicBezTo>
                <a:cubicBezTo>
                  <a:pt x="683242" y="0"/>
                  <a:pt x="678176" y="663"/>
                  <a:pt x="673241" y="1989"/>
                </a:cubicBezTo>
                <a:cubicBezTo>
                  <a:pt x="668309" y="3315"/>
                  <a:pt x="663906" y="5331"/>
                  <a:pt x="660034" y="8038"/>
                </a:cubicBezTo>
                <a:cubicBezTo>
                  <a:pt x="656163" y="10743"/>
                  <a:pt x="653061" y="14191"/>
                  <a:pt x="650726" y="18382"/>
                </a:cubicBezTo>
                <a:cubicBezTo>
                  <a:pt x="648392" y="22572"/>
                  <a:pt x="647225" y="27530"/>
                  <a:pt x="647225" y="33258"/>
                </a:cubicBezTo>
                <a:cubicBezTo>
                  <a:pt x="647225" y="38456"/>
                  <a:pt x="648259" y="42779"/>
                  <a:pt x="650328" y="46227"/>
                </a:cubicBezTo>
                <a:cubicBezTo>
                  <a:pt x="652397" y="49675"/>
                  <a:pt x="655156" y="52487"/>
                  <a:pt x="658604" y="54663"/>
                </a:cubicBezTo>
                <a:cubicBezTo>
                  <a:pt x="662052" y="56837"/>
                  <a:pt x="665951" y="58587"/>
                  <a:pt x="670301" y="59913"/>
                </a:cubicBezTo>
                <a:cubicBezTo>
                  <a:pt x="674651" y="61239"/>
                  <a:pt x="679080" y="62406"/>
                  <a:pt x="683588" y="63415"/>
                </a:cubicBezTo>
                <a:cubicBezTo>
                  <a:pt x="688097" y="64422"/>
                  <a:pt x="692526" y="65403"/>
                  <a:pt x="696876" y="66358"/>
                </a:cubicBezTo>
                <a:cubicBezTo>
                  <a:pt x="701226" y="67313"/>
                  <a:pt x="705125" y="68559"/>
                  <a:pt x="708573" y="70097"/>
                </a:cubicBezTo>
                <a:cubicBezTo>
                  <a:pt x="712021" y="71635"/>
                  <a:pt x="714780" y="73625"/>
                  <a:pt x="716849" y="76066"/>
                </a:cubicBezTo>
                <a:cubicBezTo>
                  <a:pt x="718917" y="78506"/>
                  <a:pt x="719952" y="81688"/>
                  <a:pt x="719952" y="85614"/>
                </a:cubicBezTo>
                <a:cubicBezTo>
                  <a:pt x="719952" y="89752"/>
                  <a:pt x="719103" y="93146"/>
                  <a:pt x="717405" y="95798"/>
                </a:cubicBezTo>
                <a:cubicBezTo>
                  <a:pt x="715708" y="98450"/>
                  <a:pt x="713481" y="100545"/>
                  <a:pt x="710722" y="102085"/>
                </a:cubicBezTo>
                <a:cubicBezTo>
                  <a:pt x="707963" y="103623"/>
                  <a:pt x="704860" y="104710"/>
                  <a:pt x="701412" y="105346"/>
                </a:cubicBezTo>
                <a:cubicBezTo>
                  <a:pt x="697964" y="105982"/>
                  <a:pt x="694542" y="106300"/>
                  <a:pt x="691148" y="106300"/>
                </a:cubicBezTo>
                <a:cubicBezTo>
                  <a:pt x="686903" y="106300"/>
                  <a:pt x="682764" y="105770"/>
                  <a:pt x="678732" y="104710"/>
                </a:cubicBezTo>
                <a:cubicBezTo>
                  <a:pt x="674701" y="103650"/>
                  <a:pt x="671173" y="102006"/>
                  <a:pt x="668149" y="99778"/>
                </a:cubicBezTo>
                <a:cubicBezTo>
                  <a:pt x="665127" y="97549"/>
                  <a:pt x="662687" y="94710"/>
                  <a:pt x="660831" y="91262"/>
                </a:cubicBezTo>
                <a:cubicBezTo>
                  <a:pt x="658974" y="87814"/>
                  <a:pt x="658045" y="83703"/>
                  <a:pt x="658045" y="78929"/>
                </a:cubicBezTo>
                <a:lnTo>
                  <a:pt x="643723" y="78929"/>
                </a:lnTo>
                <a:cubicBezTo>
                  <a:pt x="643723" y="85825"/>
                  <a:pt x="644970" y="91793"/>
                  <a:pt x="647463" y="96833"/>
                </a:cubicBezTo>
                <a:cubicBezTo>
                  <a:pt x="649956" y="101872"/>
                  <a:pt x="653351" y="106012"/>
                  <a:pt x="657647" y="109251"/>
                </a:cubicBezTo>
                <a:cubicBezTo>
                  <a:pt x="661943" y="112489"/>
                  <a:pt x="666930" y="114904"/>
                  <a:pt x="672605" y="116497"/>
                </a:cubicBezTo>
                <a:cubicBezTo>
                  <a:pt x="678283" y="118091"/>
                  <a:pt x="684304" y="118889"/>
                  <a:pt x="690669" y="118889"/>
                </a:cubicBezTo>
                <a:cubicBezTo>
                  <a:pt x="695867" y="118889"/>
                  <a:pt x="701092" y="118278"/>
                  <a:pt x="706344" y="117058"/>
                </a:cubicBezTo>
                <a:cubicBezTo>
                  <a:pt x="711595" y="115839"/>
                  <a:pt x="716343" y="113877"/>
                  <a:pt x="720586" y="111172"/>
                </a:cubicBezTo>
                <a:cubicBezTo>
                  <a:pt x="724830" y="108465"/>
                  <a:pt x="728305" y="104963"/>
                  <a:pt x="731010" y="100667"/>
                </a:cubicBezTo>
                <a:cubicBezTo>
                  <a:pt x="733715" y="96370"/>
                  <a:pt x="735068" y="91199"/>
                  <a:pt x="735068" y="85153"/>
                </a:cubicBezTo>
                <a:cubicBezTo>
                  <a:pt x="735068" y="79529"/>
                  <a:pt x="734034" y="74861"/>
                  <a:pt x="731965" y="71149"/>
                </a:cubicBezTo>
                <a:cubicBezTo>
                  <a:pt x="729896" y="67435"/>
                  <a:pt x="727137" y="64358"/>
                  <a:pt x="723689" y="61919"/>
                </a:cubicBezTo>
                <a:cubicBezTo>
                  <a:pt x="720241" y="59478"/>
                  <a:pt x="716342" y="57541"/>
                  <a:pt x="711992" y="56110"/>
                </a:cubicBezTo>
                <a:cubicBezTo>
                  <a:pt x="707644" y="54678"/>
                  <a:pt x="703215" y="53431"/>
                  <a:pt x="698704" y="52371"/>
                </a:cubicBezTo>
                <a:cubicBezTo>
                  <a:pt x="694196" y="51309"/>
                  <a:pt x="689767" y="50327"/>
                  <a:pt x="685417" y="49425"/>
                </a:cubicBezTo>
                <a:cubicBezTo>
                  <a:pt x="681069" y="48524"/>
                  <a:pt x="677170" y="47383"/>
                  <a:pt x="673722" y="46004"/>
                </a:cubicBezTo>
                <a:cubicBezTo>
                  <a:pt x="670274" y="44625"/>
                  <a:pt x="667516" y="42848"/>
                  <a:pt x="665447" y="40674"/>
                </a:cubicBezTo>
                <a:cubicBezTo>
                  <a:pt x="663378" y="38498"/>
                  <a:pt x="662343" y="35659"/>
                  <a:pt x="662343" y="32158"/>
                </a:cubicBezTo>
                <a:cubicBezTo>
                  <a:pt x="662343" y="28446"/>
                  <a:pt x="663059" y="25343"/>
                  <a:pt x="664490" y="22850"/>
                </a:cubicBezTo>
                <a:cubicBezTo>
                  <a:pt x="665923" y="20355"/>
                  <a:pt x="667832" y="18366"/>
                  <a:pt x="670218" y="16881"/>
                </a:cubicBezTo>
                <a:cubicBezTo>
                  <a:pt x="672606" y="15395"/>
                  <a:pt x="675338" y="14334"/>
                  <a:pt x="678414" y="13698"/>
                </a:cubicBezTo>
                <a:cubicBezTo>
                  <a:pt x="681491" y="13062"/>
                  <a:pt x="684621" y="12744"/>
                  <a:pt x="687804" y="12744"/>
                </a:cubicBezTo>
                <a:cubicBezTo>
                  <a:pt x="695655" y="12744"/>
                  <a:pt x="702101" y="14574"/>
                  <a:pt x="707140" y="18234"/>
                </a:cubicBezTo>
                <a:cubicBezTo>
                  <a:pt x="712180" y="21894"/>
                  <a:pt x="715124" y="27809"/>
                  <a:pt x="715972" y="35977"/>
                </a:cubicBezTo>
                <a:close/>
                <a:moveTo>
                  <a:pt x="739524" y="147795"/>
                </a:moveTo>
                <a:lnTo>
                  <a:pt x="749709" y="147795"/>
                </a:lnTo>
                <a:cubicBezTo>
                  <a:pt x="757984" y="136860"/>
                  <a:pt x="764218" y="125048"/>
                  <a:pt x="768409" y="112361"/>
                </a:cubicBezTo>
                <a:cubicBezTo>
                  <a:pt x="772600" y="99673"/>
                  <a:pt x="774696" y="87064"/>
                  <a:pt x="774696" y="74534"/>
                </a:cubicBezTo>
                <a:cubicBezTo>
                  <a:pt x="774696" y="67527"/>
                  <a:pt x="774112" y="60839"/>
                  <a:pt x="772945" y="54469"/>
                </a:cubicBezTo>
                <a:cubicBezTo>
                  <a:pt x="771778" y="48097"/>
                  <a:pt x="770106" y="41859"/>
                  <a:pt x="767930" y="35754"/>
                </a:cubicBezTo>
                <a:cubicBezTo>
                  <a:pt x="765756" y="29649"/>
                  <a:pt x="763130" y="23651"/>
                  <a:pt x="760053" y="17758"/>
                </a:cubicBezTo>
                <a:cubicBezTo>
                  <a:pt x="756977" y="11865"/>
                  <a:pt x="753529" y="5946"/>
                  <a:pt x="749709" y="0"/>
                </a:cubicBezTo>
                <a:lnTo>
                  <a:pt x="739524" y="0"/>
                </a:lnTo>
                <a:cubicBezTo>
                  <a:pt x="746952" y="12209"/>
                  <a:pt x="752283" y="24339"/>
                  <a:pt x="755517" y="36390"/>
                </a:cubicBezTo>
                <a:cubicBezTo>
                  <a:pt x="758753" y="48441"/>
                  <a:pt x="760371" y="61155"/>
                  <a:pt x="760371" y="74534"/>
                </a:cubicBezTo>
                <a:cubicBezTo>
                  <a:pt x="760371" y="87488"/>
                  <a:pt x="758780" y="99938"/>
                  <a:pt x="755597" y="111883"/>
                </a:cubicBezTo>
                <a:cubicBezTo>
                  <a:pt x="752414" y="123827"/>
                  <a:pt x="747057" y="135798"/>
                  <a:pt x="739524" y="147795"/>
                </a:cubicBez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T">
            <a:extLst xmlns:a="http://schemas.openxmlformats.org/drawingml/2006/main">
              <a:ext uri="{FF2B5EF4-FFF2-40B4-BE49-F238E27FC236}">
                <a16:creationId xmlns:a16="http://schemas.microsoft.com/office/drawing/2014/main" id="{17E9DBF4-76EC-4675-A4E2-D0476EA9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730" y="2714799"/>
            <a:ext cx="88443" cy="107925"/>
          </a:xfrm>
          <a:custGeom xmlns:a="http://schemas.openxmlformats.org/drawingml/2006/main">
            <a:pathLst>
              <a:path w="88443" h="107925">
                <a:moveTo>
                  <a:pt x="32354" y="19931"/>
                </a:moveTo>
                <a:lnTo>
                  <a:pt x="32354" y="107925"/>
                </a:lnTo>
                <a:lnTo>
                  <a:pt x="56089" y="107925"/>
                </a:lnTo>
                <a:lnTo>
                  <a:pt x="56089" y="19931"/>
                </a:lnTo>
                <a:lnTo>
                  <a:pt x="88443" y="19931"/>
                </a:lnTo>
                <a:lnTo>
                  <a:pt x="88443" y="0"/>
                </a:lnTo>
                <a:lnTo>
                  <a:pt x="0" y="0"/>
                </a:lnTo>
                <a:lnTo>
                  <a:pt x="0" y="19931"/>
                </a:lnTo>
                <a:lnTo>
                  <a:pt x="32354" y="199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erminals">
            <a:extLst xmlns:a="http://schemas.openxmlformats.org/drawingml/2006/main">
              <a:ext uri="{FF2B5EF4-FFF2-40B4-BE49-F238E27FC236}">
                <a16:creationId xmlns:a16="http://schemas.microsoft.com/office/drawing/2014/main" id="{7F010014-A072-4DAA-B35D-2A3CAB7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41" y="2714799"/>
            <a:ext cx="609417" cy="109991"/>
          </a:xfrm>
          <a:custGeom xmlns:a="http://schemas.openxmlformats.org/drawingml/2006/main">
            <a:pathLst>
              <a:path w="609417" h="109991">
                <a:moveTo>
                  <a:pt x="56389" y="60532"/>
                </a:moveTo>
                <a:lnTo>
                  <a:pt x="21468" y="60532"/>
                </a:lnTo>
                <a:cubicBezTo>
                  <a:pt x="21568" y="59016"/>
                  <a:pt x="21894" y="57297"/>
                  <a:pt x="22448" y="55376"/>
                </a:cubicBezTo>
                <a:cubicBezTo>
                  <a:pt x="23003" y="53454"/>
                  <a:pt x="23961" y="51634"/>
                  <a:pt x="25322" y="49916"/>
                </a:cubicBezTo>
                <a:cubicBezTo>
                  <a:pt x="26684" y="48197"/>
                  <a:pt x="28498" y="46756"/>
                  <a:pt x="30764" y="45593"/>
                </a:cubicBezTo>
                <a:cubicBezTo>
                  <a:pt x="33033" y="44430"/>
                  <a:pt x="35880" y="43849"/>
                  <a:pt x="39307" y="43849"/>
                </a:cubicBezTo>
                <a:cubicBezTo>
                  <a:pt x="44548" y="43849"/>
                  <a:pt x="48453" y="45265"/>
                  <a:pt x="51023" y="48096"/>
                </a:cubicBezTo>
                <a:cubicBezTo>
                  <a:pt x="53593" y="50927"/>
                  <a:pt x="55382" y="55073"/>
                  <a:pt x="56389" y="60532"/>
                </a:cubicBezTo>
                <a:moveTo>
                  <a:pt x="21468" y="74115"/>
                </a:moveTo>
                <a:lnTo>
                  <a:pt x="77859" y="74115"/>
                </a:lnTo>
                <a:cubicBezTo>
                  <a:pt x="78262" y="68056"/>
                  <a:pt x="77758" y="62249"/>
                  <a:pt x="76346" y="56694"/>
                </a:cubicBezTo>
                <a:cubicBezTo>
                  <a:pt x="74936" y="51139"/>
                  <a:pt x="72643" y="46190"/>
                  <a:pt x="69467" y="41849"/>
                </a:cubicBezTo>
                <a:cubicBezTo>
                  <a:pt x="66292" y="37506"/>
                  <a:pt x="62235" y="34047"/>
                  <a:pt x="57296" y="31473"/>
                </a:cubicBezTo>
                <a:cubicBezTo>
                  <a:pt x="52357" y="28897"/>
                  <a:pt x="46563" y="27609"/>
                  <a:pt x="39911" y="27609"/>
                </a:cubicBezTo>
                <a:cubicBezTo>
                  <a:pt x="33964" y="27609"/>
                  <a:pt x="28547" y="28669"/>
                  <a:pt x="23659" y="30790"/>
                </a:cubicBezTo>
                <a:cubicBezTo>
                  <a:pt x="18772" y="32909"/>
                  <a:pt x="14564" y="35811"/>
                  <a:pt x="11036" y="39496"/>
                </a:cubicBezTo>
                <a:cubicBezTo>
                  <a:pt x="7508" y="43181"/>
                  <a:pt x="4787" y="47548"/>
                  <a:pt x="2872" y="52597"/>
                </a:cubicBezTo>
                <a:cubicBezTo>
                  <a:pt x="957" y="57644"/>
                  <a:pt x="0" y="63096"/>
                  <a:pt x="0" y="68952"/>
                </a:cubicBezTo>
                <a:cubicBezTo>
                  <a:pt x="0" y="75009"/>
                  <a:pt x="932" y="80561"/>
                  <a:pt x="2796" y="85610"/>
                </a:cubicBezTo>
                <a:cubicBezTo>
                  <a:pt x="4661" y="90658"/>
                  <a:pt x="7307" y="94999"/>
                  <a:pt x="10734" y="98635"/>
                </a:cubicBezTo>
                <a:cubicBezTo>
                  <a:pt x="14160" y="102269"/>
                  <a:pt x="18343" y="105070"/>
                  <a:pt x="23281" y="107039"/>
                </a:cubicBezTo>
                <a:cubicBezTo>
                  <a:pt x="28219" y="109007"/>
                  <a:pt x="33763" y="109991"/>
                  <a:pt x="39911" y="109991"/>
                </a:cubicBezTo>
                <a:cubicBezTo>
                  <a:pt x="48780" y="109991"/>
                  <a:pt x="56339" y="107978"/>
                  <a:pt x="62588" y="103950"/>
                </a:cubicBezTo>
                <a:cubicBezTo>
                  <a:pt x="68838" y="99922"/>
                  <a:pt x="73475" y="93225"/>
                  <a:pt x="76498" y="83859"/>
                </a:cubicBezTo>
                <a:lnTo>
                  <a:pt x="57600" y="83859"/>
                </a:lnTo>
                <a:cubicBezTo>
                  <a:pt x="56894" y="86257"/>
                  <a:pt x="54979" y="88530"/>
                  <a:pt x="51854" y="90678"/>
                </a:cubicBezTo>
                <a:cubicBezTo>
                  <a:pt x="48730" y="92825"/>
                  <a:pt x="45002" y="93899"/>
                  <a:pt x="40668" y="93899"/>
                </a:cubicBezTo>
                <a:cubicBezTo>
                  <a:pt x="34621" y="93899"/>
                  <a:pt x="29984" y="92339"/>
                  <a:pt x="26757" y="89218"/>
                </a:cubicBezTo>
                <a:cubicBezTo>
                  <a:pt x="23532" y="86096"/>
                  <a:pt x="21769" y="81062"/>
                  <a:pt x="21468" y="74115"/>
                </a:cubicBezTo>
                <a:close/>
                <a:moveTo>
                  <a:pt x="90558" y="29706"/>
                </a:moveTo>
                <a:lnTo>
                  <a:pt x="90558" y="107925"/>
                </a:lnTo>
                <a:lnTo>
                  <a:pt x="112025" y="107925"/>
                </a:lnTo>
                <a:lnTo>
                  <a:pt x="112025" y="72662"/>
                </a:lnTo>
                <a:cubicBezTo>
                  <a:pt x="112025" y="69131"/>
                  <a:pt x="112378" y="65852"/>
                  <a:pt x="113084" y="62825"/>
                </a:cubicBezTo>
                <a:cubicBezTo>
                  <a:pt x="113790" y="59799"/>
                  <a:pt x="114974" y="57150"/>
                  <a:pt x="116637" y="54880"/>
                </a:cubicBezTo>
                <a:cubicBezTo>
                  <a:pt x="118299" y="52610"/>
                  <a:pt x="120491" y="50820"/>
                  <a:pt x="123211" y="49508"/>
                </a:cubicBezTo>
                <a:cubicBezTo>
                  <a:pt x="125933" y="48196"/>
                  <a:pt x="129260" y="47540"/>
                  <a:pt x="133191" y="47540"/>
                </a:cubicBezTo>
                <a:cubicBezTo>
                  <a:pt x="134501" y="47540"/>
                  <a:pt x="135861" y="47616"/>
                  <a:pt x="137272" y="47768"/>
                </a:cubicBezTo>
                <a:cubicBezTo>
                  <a:pt x="138683" y="47919"/>
                  <a:pt x="139893" y="48095"/>
                  <a:pt x="140900" y="48297"/>
                </a:cubicBezTo>
                <a:lnTo>
                  <a:pt x="140900" y="28363"/>
                </a:lnTo>
                <a:cubicBezTo>
                  <a:pt x="139187" y="27860"/>
                  <a:pt x="137625" y="27609"/>
                  <a:pt x="136215" y="27609"/>
                </a:cubicBezTo>
                <a:cubicBezTo>
                  <a:pt x="133493" y="27609"/>
                  <a:pt x="130872" y="28012"/>
                  <a:pt x="128353" y="28817"/>
                </a:cubicBezTo>
                <a:cubicBezTo>
                  <a:pt x="125834" y="29622"/>
                  <a:pt x="123466" y="30754"/>
                  <a:pt x="121248" y="32213"/>
                </a:cubicBezTo>
                <a:cubicBezTo>
                  <a:pt x="119030" y="33673"/>
                  <a:pt x="117065" y="35434"/>
                  <a:pt x="115352" y="37498"/>
                </a:cubicBezTo>
                <a:cubicBezTo>
                  <a:pt x="113639" y="39562"/>
                  <a:pt x="112277" y="41802"/>
                  <a:pt x="111269" y="44218"/>
                </a:cubicBezTo>
                <a:lnTo>
                  <a:pt x="110966" y="44218"/>
                </a:lnTo>
                <a:lnTo>
                  <a:pt x="110966" y="29706"/>
                </a:lnTo>
                <a:lnTo>
                  <a:pt x="90558" y="29706"/>
                </a:lnTo>
                <a:close/>
                <a:moveTo>
                  <a:pt x="149972" y="29761"/>
                </a:moveTo>
                <a:lnTo>
                  <a:pt x="149972" y="107925"/>
                </a:lnTo>
                <a:lnTo>
                  <a:pt x="171440" y="107925"/>
                </a:lnTo>
                <a:lnTo>
                  <a:pt x="171440" y="62576"/>
                </a:lnTo>
                <a:cubicBezTo>
                  <a:pt x="171440" y="58747"/>
                  <a:pt x="171994" y="55648"/>
                  <a:pt x="173103" y="53279"/>
                </a:cubicBezTo>
                <a:cubicBezTo>
                  <a:pt x="174212" y="50911"/>
                  <a:pt x="175548" y="49097"/>
                  <a:pt x="177110" y="47838"/>
                </a:cubicBezTo>
                <a:cubicBezTo>
                  <a:pt x="178673" y="46578"/>
                  <a:pt x="180285" y="45721"/>
                  <a:pt x="181948" y="45268"/>
                </a:cubicBezTo>
                <a:cubicBezTo>
                  <a:pt x="183610" y="44814"/>
                  <a:pt x="184946" y="44587"/>
                  <a:pt x="185955" y="44587"/>
                </a:cubicBezTo>
                <a:cubicBezTo>
                  <a:pt x="189381" y="44587"/>
                  <a:pt x="191976" y="45167"/>
                  <a:pt x="193740" y="46327"/>
                </a:cubicBezTo>
                <a:cubicBezTo>
                  <a:pt x="195504" y="47485"/>
                  <a:pt x="196764" y="49021"/>
                  <a:pt x="197519" y="50936"/>
                </a:cubicBezTo>
                <a:cubicBezTo>
                  <a:pt x="198276" y="52850"/>
                  <a:pt x="198704" y="54942"/>
                  <a:pt x="198804" y="57210"/>
                </a:cubicBezTo>
                <a:cubicBezTo>
                  <a:pt x="198906" y="59477"/>
                  <a:pt x="198956" y="61769"/>
                  <a:pt x="198956" y="64087"/>
                </a:cubicBezTo>
                <a:lnTo>
                  <a:pt x="198956" y="107925"/>
                </a:lnTo>
                <a:lnTo>
                  <a:pt x="220424" y="107925"/>
                </a:lnTo>
                <a:lnTo>
                  <a:pt x="220424" y="64389"/>
                </a:lnTo>
                <a:cubicBezTo>
                  <a:pt x="220424" y="61970"/>
                  <a:pt x="220600" y="59577"/>
                  <a:pt x="220952" y="57210"/>
                </a:cubicBezTo>
                <a:cubicBezTo>
                  <a:pt x="221306" y="54842"/>
                  <a:pt x="222012" y="52726"/>
                  <a:pt x="223070" y="50862"/>
                </a:cubicBezTo>
                <a:cubicBezTo>
                  <a:pt x="224128" y="48996"/>
                  <a:pt x="225589" y="47485"/>
                  <a:pt x="227453" y="46327"/>
                </a:cubicBezTo>
                <a:cubicBezTo>
                  <a:pt x="229319" y="45167"/>
                  <a:pt x="231763" y="44587"/>
                  <a:pt x="234787" y="44587"/>
                </a:cubicBezTo>
                <a:cubicBezTo>
                  <a:pt x="237810" y="44587"/>
                  <a:pt x="240203" y="45092"/>
                  <a:pt x="241966" y="46100"/>
                </a:cubicBezTo>
                <a:cubicBezTo>
                  <a:pt x="243730" y="47108"/>
                  <a:pt x="245065" y="48468"/>
                  <a:pt x="245973" y="50181"/>
                </a:cubicBezTo>
                <a:cubicBezTo>
                  <a:pt x="246880" y="51893"/>
                  <a:pt x="247434" y="53908"/>
                  <a:pt x="247636" y="56228"/>
                </a:cubicBezTo>
                <a:cubicBezTo>
                  <a:pt x="247837" y="58545"/>
                  <a:pt x="247938" y="61014"/>
                  <a:pt x="247938" y="63633"/>
                </a:cubicBezTo>
                <a:lnTo>
                  <a:pt x="247938" y="107925"/>
                </a:lnTo>
                <a:lnTo>
                  <a:pt x="269408" y="107925"/>
                </a:lnTo>
                <a:lnTo>
                  <a:pt x="269408" y="55591"/>
                </a:lnTo>
                <a:cubicBezTo>
                  <a:pt x="269408" y="50550"/>
                  <a:pt x="268702" y="46239"/>
                  <a:pt x="267290" y="42659"/>
                </a:cubicBezTo>
                <a:cubicBezTo>
                  <a:pt x="265880" y="39078"/>
                  <a:pt x="263915" y="36179"/>
                  <a:pt x="261394" y="33962"/>
                </a:cubicBezTo>
                <a:cubicBezTo>
                  <a:pt x="258875" y="31743"/>
                  <a:pt x="255851" y="30129"/>
                  <a:pt x="252323" y="29122"/>
                </a:cubicBezTo>
                <a:cubicBezTo>
                  <a:pt x="248797" y="28113"/>
                  <a:pt x="244968" y="27609"/>
                  <a:pt x="240835" y="27609"/>
                </a:cubicBezTo>
                <a:cubicBezTo>
                  <a:pt x="235393" y="27609"/>
                  <a:pt x="230680" y="28923"/>
                  <a:pt x="226699" y="31551"/>
                </a:cubicBezTo>
                <a:cubicBezTo>
                  <a:pt x="222717" y="34178"/>
                  <a:pt x="219567" y="37209"/>
                  <a:pt x="217250" y="40645"/>
                </a:cubicBezTo>
                <a:cubicBezTo>
                  <a:pt x="215134" y="35794"/>
                  <a:pt x="212034" y="32409"/>
                  <a:pt x="207951" y="30490"/>
                </a:cubicBezTo>
                <a:cubicBezTo>
                  <a:pt x="203869" y="28569"/>
                  <a:pt x="199359" y="27609"/>
                  <a:pt x="194421" y="27609"/>
                </a:cubicBezTo>
                <a:cubicBezTo>
                  <a:pt x="189281" y="27609"/>
                  <a:pt x="184721" y="28721"/>
                  <a:pt x="180739" y="30944"/>
                </a:cubicBezTo>
                <a:cubicBezTo>
                  <a:pt x="176757" y="33167"/>
                  <a:pt x="173355" y="36299"/>
                  <a:pt x="170533" y="40343"/>
                </a:cubicBezTo>
                <a:lnTo>
                  <a:pt x="170231" y="40343"/>
                </a:lnTo>
                <a:lnTo>
                  <a:pt x="170231" y="29761"/>
                </a:lnTo>
                <a:lnTo>
                  <a:pt x="149972" y="29761"/>
                </a:lnTo>
                <a:close/>
                <a:moveTo>
                  <a:pt x="308412" y="17717"/>
                </a:moveTo>
                <a:lnTo>
                  <a:pt x="308412" y="0"/>
                </a:lnTo>
                <a:lnTo>
                  <a:pt x="286944" y="0"/>
                </a:lnTo>
                <a:lnTo>
                  <a:pt x="286944" y="17717"/>
                </a:lnTo>
                <a:lnTo>
                  <a:pt x="308412" y="17717"/>
                </a:lnTo>
                <a:moveTo>
                  <a:pt x="286944" y="29763"/>
                </a:moveTo>
                <a:lnTo>
                  <a:pt x="286944" y="107925"/>
                </a:lnTo>
                <a:lnTo>
                  <a:pt x="308412" y="107925"/>
                </a:lnTo>
                <a:lnTo>
                  <a:pt x="308412" y="29763"/>
                </a:lnTo>
                <a:lnTo>
                  <a:pt x="286944" y="29763"/>
                </a:lnTo>
                <a:close/>
                <a:moveTo>
                  <a:pt x="325345" y="29761"/>
                </a:moveTo>
                <a:lnTo>
                  <a:pt x="325345" y="107925"/>
                </a:lnTo>
                <a:lnTo>
                  <a:pt x="346813" y="107925"/>
                </a:lnTo>
                <a:lnTo>
                  <a:pt x="346813" y="66959"/>
                </a:lnTo>
                <a:cubicBezTo>
                  <a:pt x="346813" y="58997"/>
                  <a:pt x="348123" y="53279"/>
                  <a:pt x="350744" y="49803"/>
                </a:cubicBezTo>
                <a:cubicBezTo>
                  <a:pt x="353364" y="46326"/>
                  <a:pt x="357597" y="44587"/>
                  <a:pt x="363443" y="44587"/>
                </a:cubicBezTo>
                <a:cubicBezTo>
                  <a:pt x="368584" y="44587"/>
                  <a:pt x="372162" y="46174"/>
                  <a:pt x="374177" y="49349"/>
                </a:cubicBezTo>
                <a:cubicBezTo>
                  <a:pt x="376193" y="52523"/>
                  <a:pt x="377201" y="57335"/>
                  <a:pt x="377201" y="63785"/>
                </a:cubicBezTo>
                <a:lnTo>
                  <a:pt x="377201" y="107925"/>
                </a:lnTo>
                <a:lnTo>
                  <a:pt x="398669" y="107925"/>
                </a:lnTo>
                <a:lnTo>
                  <a:pt x="398669" y="59826"/>
                </a:lnTo>
                <a:cubicBezTo>
                  <a:pt x="398669" y="54987"/>
                  <a:pt x="398241" y="50575"/>
                  <a:pt x="397384" y="46592"/>
                </a:cubicBezTo>
                <a:cubicBezTo>
                  <a:pt x="396527" y="42609"/>
                  <a:pt x="395040" y="39231"/>
                  <a:pt x="392922" y="36458"/>
                </a:cubicBezTo>
                <a:cubicBezTo>
                  <a:pt x="390806" y="33685"/>
                  <a:pt x="387909" y="31517"/>
                  <a:pt x="384230" y="29955"/>
                </a:cubicBezTo>
                <a:cubicBezTo>
                  <a:pt x="380551" y="28391"/>
                  <a:pt x="375839" y="27609"/>
                  <a:pt x="370094" y="27609"/>
                </a:cubicBezTo>
                <a:cubicBezTo>
                  <a:pt x="365558" y="27609"/>
                  <a:pt x="361124" y="28644"/>
                  <a:pt x="356790" y="30716"/>
                </a:cubicBezTo>
                <a:cubicBezTo>
                  <a:pt x="352456" y="32788"/>
                  <a:pt x="348929" y="36097"/>
                  <a:pt x="346208" y="40645"/>
                </a:cubicBezTo>
                <a:lnTo>
                  <a:pt x="345754" y="40645"/>
                </a:lnTo>
                <a:lnTo>
                  <a:pt x="345754" y="29761"/>
                </a:lnTo>
                <a:lnTo>
                  <a:pt x="325345" y="29761"/>
                </a:lnTo>
                <a:close/>
                <a:moveTo>
                  <a:pt x="414090" y="53801"/>
                </a:moveTo>
                <a:cubicBezTo>
                  <a:pt x="414392" y="48761"/>
                  <a:pt x="415651" y="44579"/>
                  <a:pt x="417869" y="41254"/>
                </a:cubicBezTo>
                <a:cubicBezTo>
                  <a:pt x="420087" y="37927"/>
                  <a:pt x="422909" y="35256"/>
                  <a:pt x="426335" y="33240"/>
                </a:cubicBezTo>
                <a:cubicBezTo>
                  <a:pt x="429762" y="31223"/>
                  <a:pt x="433616" y="29787"/>
                  <a:pt x="437899" y="28930"/>
                </a:cubicBezTo>
                <a:cubicBezTo>
                  <a:pt x="442184" y="28074"/>
                  <a:pt x="446493" y="27646"/>
                  <a:pt x="450827" y="27646"/>
                </a:cubicBezTo>
                <a:cubicBezTo>
                  <a:pt x="454758" y="27646"/>
                  <a:pt x="458739" y="27923"/>
                  <a:pt x="462770" y="28478"/>
                </a:cubicBezTo>
                <a:cubicBezTo>
                  <a:pt x="466802" y="29032"/>
                  <a:pt x="470481" y="30115"/>
                  <a:pt x="473806" y="31729"/>
                </a:cubicBezTo>
                <a:cubicBezTo>
                  <a:pt x="477132" y="33340"/>
                  <a:pt x="479854" y="35583"/>
                  <a:pt x="481970" y="38455"/>
                </a:cubicBezTo>
                <a:cubicBezTo>
                  <a:pt x="484088" y="41328"/>
                  <a:pt x="485146" y="45133"/>
                  <a:pt x="485146" y="49870"/>
                </a:cubicBezTo>
                <a:lnTo>
                  <a:pt x="485146" y="90538"/>
                </a:lnTo>
                <a:cubicBezTo>
                  <a:pt x="485146" y="94066"/>
                  <a:pt x="485348" y="97442"/>
                  <a:pt x="485751" y="100667"/>
                </a:cubicBezTo>
                <a:cubicBezTo>
                  <a:pt x="486154" y="103892"/>
                  <a:pt x="486859" y="106311"/>
                  <a:pt x="487866" y="107925"/>
                </a:cubicBezTo>
                <a:lnTo>
                  <a:pt x="466096" y="107925"/>
                </a:lnTo>
                <a:cubicBezTo>
                  <a:pt x="465693" y="106716"/>
                  <a:pt x="465366" y="105482"/>
                  <a:pt x="465114" y="104222"/>
                </a:cubicBezTo>
                <a:cubicBezTo>
                  <a:pt x="464861" y="102961"/>
                  <a:pt x="464685" y="101675"/>
                  <a:pt x="464585" y="100365"/>
                </a:cubicBezTo>
                <a:cubicBezTo>
                  <a:pt x="461159" y="103893"/>
                  <a:pt x="457127" y="106363"/>
                  <a:pt x="452490" y="107775"/>
                </a:cubicBezTo>
                <a:cubicBezTo>
                  <a:pt x="447854" y="109185"/>
                  <a:pt x="443116" y="109890"/>
                  <a:pt x="438278" y="109890"/>
                </a:cubicBezTo>
                <a:cubicBezTo>
                  <a:pt x="434550" y="109890"/>
                  <a:pt x="431073" y="109436"/>
                  <a:pt x="427846" y="108529"/>
                </a:cubicBezTo>
                <a:cubicBezTo>
                  <a:pt x="424621" y="107622"/>
                  <a:pt x="421799" y="106211"/>
                  <a:pt x="419380" y="104296"/>
                </a:cubicBezTo>
                <a:cubicBezTo>
                  <a:pt x="416962" y="102381"/>
                  <a:pt x="415073" y="99963"/>
                  <a:pt x="413712" y="97041"/>
                </a:cubicBezTo>
                <a:cubicBezTo>
                  <a:pt x="412351" y="94117"/>
                  <a:pt x="411670" y="90639"/>
                  <a:pt x="411670" y="86607"/>
                </a:cubicBezTo>
                <a:cubicBezTo>
                  <a:pt x="411670" y="82173"/>
                  <a:pt x="412452" y="78520"/>
                  <a:pt x="414014" y="75647"/>
                </a:cubicBezTo>
                <a:cubicBezTo>
                  <a:pt x="415577" y="72774"/>
                  <a:pt x="417592" y="70481"/>
                  <a:pt x="420060" y="68768"/>
                </a:cubicBezTo>
                <a:cubicBezTo>
                  <a:pt x="422530" y="67055"/>
                  <a:pt x="425352" y="65770"/>
                  <a:pt x="428527" y="64913"/>
                </a:cubicBezTo>
                <a:cubicBezTo>
                  <a:pt x="431702" y="64056"/>
                  <a:pt x="434903" y="63377"/>
                  <a:pt x="438128" y="62874"/>
                </a:cubicBezTo>
                <a:cubicBezTo>
                  <a:pt x="441353" y="62369"/>
                  <a:pt x="444527" y="61966"/>
                  <a:pt x="447651" y="61663"/>
                </a:cubicBezTo>
                <a:cubicBezTo>
                  <a:pt x="450776" y="61360"/>
                  <a:pt x="453548" y="60906"/>
                  <a:pt x="455967" y="60302"/>
                </a:cubicBezTo>
                <a:cubicBezTo>
                  <a:pt x="458386" y="59697"/>
                  <a:pt x="460301" y="58816"/>
                  <a:pt x="461711" y="57658"/>
                </a:cubicBezTo>
                <a:cubicBezTo>
                  <a:pt x="463123" y="56498"/>
                  <a:pt x="463779" y="54810"/>
                  <a:pt x="463679" y="52592"/>
                </a:cubicBezTo>
                <a:cubicBezTo>
                  <a:pt x="463679" y="50273"/>
                  <a:pt x="463300" y="48433"/>
                  <a:pt x="462544" y="47074"/>
                </a:cubicBezTo>
                <a:cubicBezTo>
                  <a:pt x="461787" y="45713"/>
                  <a:pt x="460779" y="44655"/>
                  <a:pt x="459519" y="43900"/>
                </a:cubicBezTo>
                <a:cubicBezTo>
                  <a:pt x="458260" y="43143"/>
                  <a:pt x="456798" y="42639"/>
                  <a:pt x="455134" y="42386"/>
                </a:cubicBezTo>
                <a:cubicBezTo>
                  <a:pt x="453472" y="42134"/>
                  <a:pt x="451683" y="42008"/>
                  <a:pt x="449768" y="42008"/>
                </a:cubicBezTo>
                <a:cubicBezTo>
                  <a:pt x="445536" y="42008"/>
                  <a:pt x="442210" y="42915"/>
                  <a:pt x="439791" y="44730"/>
                </a:cubicBezTo>
                <a:cubicBezTo>
                  <a:pt x="437372" y="46545"/>
                  <a:pt x="435961" y="49568"/>
                  <a:pt x="435558" y="53801"/>
                </a:cubicBezTo>
                <a:lnTo>
                  <a:pt x="414090" y="53801"/>
                </a:lnTo>
                <a:moveTo>
                  <a:pt x="463679" y="69674"/>
                </a:moveTo>
                <a:cubicBezTo>
                  <a:pt x="462771" y="70482"/>
                  <a:pt x="461637" y="71112"/>
                  <a:pt x="460276" y="71566"/>
                </a:cubicBezTo>
                <a:cubicBezTo>
                  <a:pt x="458915" y="72020"/>
                  <a:pt x="457453" y="72398"/>
                  <a:pt x="455891" y="72701"/>
                </a:cubicBezTo>
                <a:cubicBezTo>
                  <a:pt x="454330" y="73002"/>
                  <a:pt x="452692" y="73254"/>
                  <a:pt x="450977" y="73455"/>
                </a:cubicBezTo>
                <a:cubicBezTo>
                  <a:pt x="449264" y="73657"/>
                  <a:pt x="447551" y="73908"/>
                  <a:pt x="445837" y="74210"/>
                </a:cubicBezTo>
                <a:cubicBezTo>
                  <a:pt x="444226" y="74513"/>
                  <a:pt x="442639" y="74916"/>
                  <a:pt x="441076" y="75421"/>
                </a:cubicBezTo>
                <a:cubicBezTo>
                  <a:pt x="439514" y="75924"/>
                  <a:pt x="438152" y="76604"/>
                  <a:pt x="436993" y="77462"/>
                </a:cubicBezTo>
                <a:cubicBezTo>
                  <a:pt x="435835" y="78319"/>
                  <a:pt x="434903" y="79402"/>
                  <a:pt x="434197" y="80713"/>
                </a:cubicBezTo>
                <a:cubicBezTo>
                  <a:pt x="433491" y="82021"/>
                  <a:pt x="433138" y="83684"/>
                  <a:pt x="433138" y="85700"/>
                </a:cubicBezTo>
                <a:cubicBezTo>
                  <a:pt x="433138" y="87615"/>
                  <a:pt x="433491" y="89227"/>
                  <a:pt x="434197" y="90538"/>
                </a:cubicBezTo>
                <a:cubicBezTo>
                  <a:pt x="434903" y="91848"/>
                  <a:pt x="435860" y="92881"/>
                  <a:pt x="437069" y="93638"/>
                </a:cubicBezTo>
                <a:cubicBezTo>
                  <a:pt x="438279" y="94393"/>
                  <a:pt x="439690" y="94922"/>
                  <a:pt x="441302" y="95225"/>
                </a:cubicBezTo>
                <a:cubicBezTo>
                  <a:pt x="442915" y="95528"/>
                  <a:pt x="444579" y="95680"/>
                  <a:pt x="446292" y="95680"/>
                </a:cubicBezTo>
                <a:cubicBezTo>
                  <a:pt x="450524" y="95680"/>
                  <a:pt x="453799" y="94975"/>
                  <a:pt x="456117" y="93564"/>
                </a:cubicBezTo>
                <a:cubicBezTo>
                  <a:pt x="458436" y="92152"/>
                  <a:pt x="460150" y="90464"/>
                  <a:pt x="461259" y="88498"/>
                </a:cubicBezTo>
                <a:cubicBezTo>
                  <a:pt x="462368" y="86533"/>
                  <a:pt x="463048" y="84542"/>
                  <a:pt x="463300" y="82526"/>
                </a:cubicBezTo>
                <a:cubicBezTo>
                  <a:pt x="463553" y="80510"/>
                  <a:pt x="463679" y="78897"/>
                  <a:pt x="463679" y="77688"/>
                </a:cubicBezTo>
                <a:lnTo>
                  <a:pt x="463679" y="69674"/>
                </a:lnTo>
                <a:close/>
                <a:moveTo>
                  <a:pt x="502380" y="0"/>
                </a:moveTo>
                <a:lnTo>
                  <a:pt x="502380" y="107925"/>
                </a:lnTo>
                <a:lnTo>
                  <a:pt x="523848" y="107925"/>
                </a:lnTo>
                <a:lnTo>
                  <a:pt x="523848" y="0"/>
                </a:lnTo>
                <a:lnTo>
                  <a:pt x="502380" y="0"/>
                </a:lnTo>
                <a:close/>
                <a:moveTo>
                  <a:pt x="557411" y="82531"/>
                </a:moveTo>
                <a:lnTo>
                  <a:pt x="537003" y="82531"/>
                </a:lnTo>
                <a:cubicBezTo>
                  <a:pt x="537204" y="87762"/>
                  <a:pt x="538388" y="92114"/>
                  <a:pt x="540555" y="95585"/>
                </a:cubicBezTo>
                <a:cubicBezTo>
                  <a:pt x="542722" y="99055"/>
                  <a:pt x="545493" y="101846"/>
                  <a:pt x="548869" y="103959"/>
                </a:cubicBezTo>
                <a:cubicBezTo>
                  <a:pt x="552246" y="106072"/>
                  <a:pt x="556102" y="107581"/>
                  <a:pt x="560436" y="108485"/>
                </a:cubicBezTo>
                <a:cubicBezTo>
                  <a:pt x="564770" y="109391"/>
                  <a:pt x="569204" y="109844"/>
                  <a:pt x="573739" y="109844"/>
                </a:cubicBezTo>
                <a:cubicBezTo>
                  <a:pt x="578173" y="109844"/>
                  <a:pt x="582532" y="109415"/>
                  <a:pt x="586815" y="108557"/>
                </a:cubicBezTo>
                <a:cubicBezTo>
                  <a:pt x="591099" y="107700"/>
                  <a:pt x="594904" y="106213"/>
                  <a:pt x="598229" y="104095"/>
                </a:cubicBezTo>
                <a:cubicBezTo>
                  <a:pt x="601556" y="101977"/>
                  <a:pt x="604252" y="99179"/>
                  <a:pt x="606317" y="95700"/>
                </a:cubicBezTo>
                <a:cubicBezTo>
                  <a:pt x="608384" y="92222"/>
                  <a:pt x="609417" y="87911"/>
                  <a:pt x="609417" y="82768"/>
                </a:cubicBezTo>
                <a:cubicBezTo>
                  <a:pt x="609417" y="79139"/>
                  <a:pt x="608712" y="76089"/>
                  <a:pt x="607300" y="73619"/>
                </a:cubicBezTo>
                <a:cubicBezTo>
                  <a:pt x="605889" y="71148"/>
                  <a:pt x="604025" y="69080"/>
                  <a:pt x="601706" y="67416"/>
                </a:cubicBezTo>
                <a:cubicBezTo>
                  <a:pt x="599388" y="65752"/>
                  <a:pt x="596743" y="64416"/>
                  <a:pt x="593770" y="63409"/>
                </a:cubicBezTo>
                <a:cubicBezTo>
                  <a:pt x="590797" y="62400"/>
                  <a:pt x="587748" y="61543"/>
                  <a:pt x="584623" y="60837"/>
                </a:cubicBezTo>
                <a:cubicBezTo>
                  <a:pt x="581600" y="60131"/>
                  <a:pt x="578626" y="59476"/>
                  <a:pt x="575703" y="58871"/>
                </a:cubicBezTo>
                <a:cubicBezTo>
                  <a:pt x="572781" y="58265"/>
                  <a:pt x="570185" y="57585"/>
                  <a:pt x="567917" y="56830"/>
                </a:cubicBezTo>
                <a:cubicBezTo>
                  <a:pt x="565650" y="56073"/>
                  <a:pt x="563811" y="55090"/>
                  <a:pt x="562399" y="53879"/>
                </a:cubicBezTo>
                <a:cubicBezTo>
                  <a:pt x="560989" y="52669"/>
                  <a:pt x="560283" y="51106"/>
                  <a:pt x="560283" y="49189"/>
                </a:cubicBezTo>
                <a:cubicBezTo>
                  <a:pt x="560283" y="47576"/>
                  <a:pt x="560686" y="46290"/>
                  <a:pt x="561492" y="45332"/>
                </a:cubicBezTo>
                <a:cubicBezTo>
                  <a:pt x="562300" y="44374"/>
                  <a:pt x="563282" y="43644"/>
                  <a:pt x="564440" y="43141"/>
                </a:cubicBezTo>
                <a:cubicBezTo>
                  <a:pt x="565600" y="42636"/>
                  <a:pt x="566885" y="42309"/>
                  <a:pt x="568295" y="42158"/>
                </a:cubicBezTo>
                <a:cubicBezTo>
                  <a:pt x="569707" y="42006"/>
                  <a:pt x="571017" y="41930"/>
                  <a:pt x="572226" y="41930"/>
                </a:cubicBezTo>
                <a:cubicBezTo>
                  <a:pt x="576056" y="41930"/>
                  <a:pt x="579381" y="42664"/>
                  <a:pt x="582203" y="44133"/>
                </a:cubicBezTo>
                <a:cubicBezTo>
                  <a:pt x="585025" y="45600"/>
                  <a:pt x="586588" y="48409"/>
                  <a:pt x="586891" y="52560"/>
                </a:cubicBezTo>
                <a:lnTo>
                  <a:pt x="607302" y="52560"/>
                </a:lnTo>
                <a:cubicBezTo>
                  <a:pt x="606899" y="47721"/>
                  <a:pt x="605664" y="43714"/>
                  <a:pt x="603597" y="40539"/>
                </a:cubicBezTo>
                <a:cubicBezTo>
                  <a:pt x="601532" y="37363"/>
                  <a:pt x="598937" y="34818"/>
                  <a:pt x="595812" y="32903"/>
                </a:cubicBezTo>
                <a:cubicBezTo>
                  <a:pt x="592688" y="30987"/>
                  <a:pt x="589135" y="29626"/>
                  <a:pt x="585154" y="28820"/>
                </a:cubicBezTo>
                <a:cubicBezTo>
                  <a:pt x="581172" y="28012"/>
                  <a:pt x="577065" y="27609"/>
                  <a:pt x="572833" y="27609"/>
                </a:cubicBezTo>
                <a:cubicBezTo>
                  <a:pt x="568599" y="27609"/>
                  <a:pt x="564466" y="27987"/>
                  <a:pt x="560433" y="28744"/>
                </a:cubicBezTo>
                <a:cubicBezTo>
                  <a:pt x="556403" y="29499"/>
                  <a:pt x="552775" y="30809"/>
                  <a:pt x="549550" y="32674"/>
                </a:cubicBezTo>
                <a:cubicBezTo>
                  <a:pt x="546325" y="34540"/>
                  <a:pt x="543729" y="37086"/>
                  <a:pt x="541764" y="40313"/>
                </a:cubicBezTo>
                <a:cubicBezTo>
                  <a:pt x="539798" y="43539"/>
                  <a:pt x="538816" y="47674"/>
                  <a:pt x="538816" y="52717"/>
                </a:cubicBezTo>
                <a:cubicBezTo>
                  <a:pt x="538816" y="56145"/>
                  <a:pt x="539521" y="59044"/>
                  <a:pt x="540931" y="61413"/>
                </a:cubicBezTo>
                <a:cubicBezTo>
                  <a:pt x="542343" y="63782"/>
                  <a:pt x="544208" y="65748"/>
                  <a:pt x="546525" y="67312"/>
                </a:cubicBezTo>
                <a:cubicBezTo>
                  <a:pt x="548844" y="68875"/>
                  <a:pt x="551490" y="70135"/>
                  <a:pt x="554463" y="71093"/>
                </a:cubicBezTo>
                <a:cubicBezTo>
                  <a:pt x="557436" y="72051"/>
                  <a:pt x="560485" y="72883"/>
                  <a:pt x="563610" y="73589"/>
                </a:cubicBezTo>
                <a:cubicBezTo>
                  <a:pt x="571269" y="75202"/>
                  <a:pt x="577240" y="76816"/>
                  <a:pt x="581523" y="78429"/>
                </a:cubicBezTo>
                <a:cubicBezTo>
                  <a:pt x="585807" y="80042"/>
                  <a:pt x="587950" y="82462"/>
                  <a:pt x="587950" y="85689"/>
                </a:cubicBezTo>
                <a:cubicBezTo>
                  <a:pt x="587950" y="87603"/>
                  <a:pt x="587496" y="89191"/>
                  <a:pt x="586589" y="90452"/>
                </a:cubicBezTo>
                <a:cubicBezTo>
                  <a:pt x="585681" y="91713"/>
                  <a:pt x="584547" y="92722"/>
                  <a:pt x="583186" y="93479"/>
                </a:cubicBezTo>
                <a:cubicBezTo>
                  <a:pt x="581827" y="94234"/>
                  <a:pt x="580315" y="94788"/>
                  <a:pt x="578651" y="95142"/>
                </a:cubicBezTo>
                <a:cubicBezTo>
                  <a:pt x="576988" y="95494"/>
                  <a:pt x="575401" y="95670"/>
                  <a:pt x="573889" y="95670"/>
                </a:cubicBezTo>
                <a:cubicBezTo>
                  <a:pt x="571773" y="95670"/>
                  <a:pt x="569732" y="95419"/>
                  <a:pt x="567767" y="94916"/>
                </a:cubicBezTo>
                <a:cubicBezTo>
                  <a:pt x="565802" y="94412"/>
                  <a:pt x="564063" y="93631"/>
                  <a:pt x="562551" y="92575"/>
                </a:cubicBezTo>
                <a:cubicBezTo>
                  <a:pt x="561039" y="91517"/>
                  <a:pt x="559804" y="90157"/>
                  <a:pt x="558846" y="88496"/>
                </a:cubicBezTo>
                <a:cubicBezTo>
                  <a:pt x="557890" y="86835"/>
                  <a:pt x="557411" y="84847"/>
                  <a:pt x="557411" y="825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Hub">
            <a:extLst xmlns:a="http://schemas.openxmlformats.org/drawingml/2006/main">
              <a:ext uri="{FF2B5EF4-FFF2-40B4-BE49-F238E27FC236}">
                <a16:creationId xmlns:a16="http://schemas.microsoft.com/office/drawing/2014/main" id="{455184F9-D3F3-4EEE-B3D2-A220FF6B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891" y="2620296"/>
            <a:ext cx="278176" cy="109991"/>
          </a:xfrm>
          <a:custGeom xmlns:a="http://schemas.openxmlformats.org/drawingml/2006/main">
            <a:pathLst>
              <a:path w="278176" h="109991">
                <a:moveTo>
                  <a:pt x="0" y="0"/>
                </a:moveTo>
                <a:lnTo>
                  <a:pt x="0" y="107925"/>
                </a:lnTo>
                <a:lnTo>
                  <a:pt x="23735" y="107925"/>
                </a:lnTo>
                <a:lnTo>
                  <a:pt x="23735" y="61418"/>
                </a:lnTo>
                <a:lnTo>
                  <a:pt x="67427" y="61418"/>
                </a:lnTo>
                <a:lnTo>
                  <a:pt x="67427" y="107925"/>
                </a:lnTo>
                <a:lnTo>
                  <a:pt x="91163" y="107925"/>
                </a:lnTo>
                <a:lnTo>
                  <a:pt x="91163" y="0"/>
                </a:lnTo>
                <a:lnTo>
                  <a:pt x="67427" y="0"/>
                </a:lnTo>
                <a:lnTo>
                  <a:pt x="67427" y="41487"/>
                </a:lnTo>
                <a:lnTo>
                  <a:pt x="23735" y="41487"/>
                </a:lnTo>
                <a:lnTo>
                  <a:pt x="23735" y="0"/>
                </a:lnTo>
                <a:lnTo>
                  <a:pt x="0" y="0"/>
                </a:lnTo>
                <a:close/>
                <a:moveTo>
                  <a:pt x="183083" y="107841"/>
                </a:moveTo>
                <a:lnTo>
                  <a:pt x="183083" y="29823"/>
                </a:lnTo>
                <a:lnTo>
                  <a:pt x="161615" y="29823"/>
                </a:lnTo>
                <a:lnTo>
                  <a:pt x="161615" y="70694"/>
                </a:lnTo>
                <a:cubicBezTo>
                  <a:pt x="161615" y="78636"/>
                  <a:pt x="160305" y="84341"/>
                  <a:pt x="157684" y="87811"/>
                </a:cubicBezTo>
                <a:cubicBezTo>
                  <a:pt x="155063" y="91279"/>
                  <a:pt x="150830" y="93013"/>
                  <a:pt x="144985" y="93013"/>
                </a:cubicBezTo>
                <a:cubicBezTo>
                  <a:pt x="139844" y="93013"/>
                  <a:pt x="136265" y="91430"/>
                  <a:pt x="134249" y="88263"/>
                </a:cubicBezTo>
                <a:cubicBezTo>
                  <a:pt x="132234" y="85095"/>
                  <a:pt x="131227" y="80294"/>
                  <a:pt x="131227" y="73859"/>
                </a:cubicBezTo>
                <a:lnTo>
                  <a:pt x="131227" y="29823"/>
                </a:lnTo>
                <a:lnTo>
                  <a:pt x="109759" y="29823"/>
                </a:lnTo>
                <a:lnTo>
                  <a:pt x="109759" y="77836"/>
                </a:lnTo>
                <a:cubicBezTo>
                  <a:pt x="109759" y="82667"/>
                  <a:pt x="110187" y="87070"/>
                  <a:pt x="111044" y="91047"/>
                </a:cubicBezTo>
                <a:cubicBezTo>
                  <a:pt x="111900" y="95023"/>
                  <a:pt x="113387" y="98395"/>
                  <a:pt x="115503" y="101163"/>
                </a:cubicBezTo>
                <a:cubicBezTo>
                  <a:pt x="117621" y="103931"/>
                  <a:pt x="120519" y="106071"/>
                  <a:pt x="124198" y="107581"/>
                </a:cubicBezTo>
                <a:cubicBezTo>
                  <a:pt x="127876" y="109089"/>
                  <a:pt x="132588" y="109844"/>
                  <a:pt x="138334" y="109844"/>
                </a:cubicBezTo>
                <a:cubicBezTo>
                  <a:pt x="142869" y="109844"/>
                  <a:pt x="147304" y="108833"/>
                  <a:pt x="151638" y="106813"/>
                </a:cubicBezTo>
                <a:cubicBezTo>
                  <a:pt x="155972" y="104790"/>
                  <a:pt x="159499" y="101504"/>
                  <a:pt x="162219" y="96955"/>
                </a:cubicBezTo>
                <a:lnTo>
                  <a:pt x="162674" y="96955"/>
                </a:lnTo>
                <a:lnTo>
                  <a:pt x="162674" y="107841"/>
                </a:lnTo>
                <a:lnTo>
                  <a:pt x="183083" y="107841"/>
                </a:lnTo>
                <a:close/>
                <a:moveTo>
                  <a:pt x="256708" y="68950"/>
                </a:moveTo>
                <a:cubicBezTo>
                  <a:pt x="256708" y="72175"/>
                  <a:pt x="256355" y="75300"/>
                  <a:pt x="255649" y="78325"/>
                </a:cubicBezTo>
                <a:cubicBezTo>
                  <a:pt x="254943" y="81349"/>
                  <a:pt x="253834" y="84020"/>
                  <a:pt x="252322" y="86339"/>
                </a:cubicBezTo>
                <a:cubicBezTo>
                  <a:pt x="250811" y="88657"/>
                  <a:pt x="248921" y="90496"/>
                  <a:pt x="246652" y="91857"/>
                </a:cubicBezTo>
                <a:cubicBezTo>
                  <a:pt x="244385" y="93218"/>
                  <a:pt x="241639" y="93899"/>
                  <a:pt x="238414" y="93899"/>
                </a:cubicBezTo>
                <a:cubicBezTo>
                  <a:pt x="235289" y="93899"/>
                  <a:pt x="232568" y="93218"/>
                  <a:pt x="230250" y="91857"/>
                </a:cubicBezTo>
                <a:cubicBezTo>
                  <a:pt x="227933" y="90496"/>
                  <a:pt x="226018" y="88657"/>
                  <a:pt x="224506" y="86339"/>
                </a:cubicBezTo>
                <a:cubicBezTo>
                  <a:pt x="222994" y="84020"/>
                  <a:pt x="221886" y="81349"/>
                  <a:pt x="221180" y="78325"/>
                </a:cubicBezTo>
                <a:cubicBezTo>
                  <a:pt x="220474" y="75300"/>
                  <a:pt x="220121" y="72175"/>
                  <a:pt x="220121" y="68950"/>
                </a:cubicBezTo>
                <a:cubicBezTo>
                  <a:pt x="220121" y="65623"/>
                  <a:pt x="220474" y="62448"/>
                  <a:pt x="221180" y="59425"/>
                </a:cubicBezTo>
                <a:cubicBezTo>
                  <a:pt x="221886" y="56400"/>
                  <a:pt x="222994" y="53728"/>
                  <a:pt x="224506" y="51411"/>
                </a:cubicBezTo>
                <a:cubicBezTo>
                  <a:pt x="226018" y="49092"/>
                  <a:pt x="227933" y="47252"/>
                  <a:pt x="230250" y="45891"/>
                </a:cubicBezTo>
                <a:cubicBezTo>
                  <a:pt x="232568" y="44529"/>
                  <a:pt x="235289" y="43849"/>
                  <a:pt x="238414" y="43849"/>
                </a:cubicBezTo>
                <a:cubicBezTo>
                  <a:pt x="241639" y="43849"/>
                  <a:pt x="244385" y="44529"/>
                  <a:pt x="246652" y="45891"/>
                </a:cubicBezTo>
                <a:cubicBezTo>
                  <a:pt x="248921" y="47252"/>
                  <a:pt x="250811" y="49092"/>
                  <a:pt x="252322" y="51411"/>
                </a:cubicBezTo>
                <a:cubicBezTo>
                  <a:pt x="253834" y="53728"/>
                  <a:pt x="254943" y="56400"/>
                  <a:pt x="255649" y="59425"/>
                </a:cubicBezTo>
                <a:cubicBezTo>
                  <a:pt x="256355" y="62448"/>
                  <a:pt x="256708" y="65623"/>
                  <a:pt x="256708" y="68950"/>
                </a:cubicBezTo>
                <a:moveTo>
                  <a:pt x="199410" y="0"/>
                </a:moveTo>
                <a:lnTo>
                  <a:pt x="199410" y="107975"/>
                </a:lnTo>
                <a:lnTo>
                  <a:pt x="219819" y="107975"/>
                </a:lnTo>
                <a:lnTo>
                  <a:pt x="219819" y="97998"/>
                </a:lnTo>
                <a:lnTo>
                  <a:pt x="220121" y="97998"/>
                </a:lnTo>
                <a:cubicBezTo>
                  <a:pt x="222439" y="102350"/>
                  <a:pt x="225865" y="105438"/>
                  <a:pt x="230400" y="107260"/>
                </a:cubicBezTo>
                <a:cubicBezTo>
                  <a:pt x="234937" y="109081"/>
                  <a:pt x="240078" y="109991"/>
                  <a:pt x="245822" y="109991"/>
                </a:cubicBezTo>
                <a:cubicBezTo>
                  <a:pt x="249753" y="109991"/>
                  <a:pt x="253633" y="109184"/>
                  <a:pt x="257462" y="107569"/>
                </a:cubicBezTo>
                <a:cubicBezTo>
                  <a:pt x="261293" y="105953"/>
                  <a:pt x="264746" y="103479"/>
                  <a:pt x="267820" y="100148"/>
                </a:cubicBezTo>
                <a:cubicBezTo>
                  <a:pt x="270894" y="96817"/>
                  <a:pt x="273389" y="92552"/>
                  <a:pt x="275303" y="87352"/>
                </a:cubicBezTo>
                <a:cubicBezTo>
                  <a:pt x="277218" y="82152"/>
                  <a:pt x="278176" y="75968"/>
                  <a:pt x="278176" y="68800"/>
                </a:cubicBezTo>
                <a:cubicBezTo>
                  <a:pt x="278176" y="61632"/>
                  <a:pt x="277218" y="55448"/>
                  <a:pt x="275303" y="50248"/>
                </a:cubicBezTo>
                <a:cubicBezTo>
                  <a:pt x="273389" y="45049"/>
                  <a:pt x="270894" y="40783"/>
                  <a:pt x="267820" y="37452"/>
                </a:cubicBezTo>
                <a:cubicBezTo>
                  <a:pt x="264746" y="34121"/>
                  <a:pt x="261293" y="31648"/>
                  <a:pt x="257462" y="30033"/>
                </a:cubicBezTo>
                <a:cubicBezTo>
                  <a:pt x="253633" y="28417"/>
                  <a:pt x="249753" y="27609"/>
                  <a:pt x="245822" y="27609"/>
                </a:cubicBezTo>
                <a:cubicBezTo>
                  <a:pt x="240985" y="27609"/>
                  <a:pt x="236324" y="28544"/>
                  <a:pt x="231837" y="30416"/>
                </a:cubicBezTo>
                <a:cubicBezTo>
                  <a:pt x="227353" y="32288"/>
                  <a:pt x="223800" y="35247"/>
                  <a:pt x="221180" y="39295"/>
                </a:cubicBezTo>
                <a:lnTo>
                  <a:pt x="220878" y="39295"/>
                </a:lnTo>
                <a:lnTo>
                  <a:pt x="220878" y="0"/>
                </a:lnTo>
                <a:lnTo>
                  <a:pt x="1994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ForwardLink">
            <a:extLst xmlns:a="http://schemas.openxmlformats.org/drawingml/2006/main">
              <a:ext uri="{FF2B5EF4-FFF2-40B4-BE49-F238E27FC236}">
                <a16:creationId xmlns:a16="http://schemas.microsoft.com/office/drawing/2014/main" id="{D0CD5749-B61F-4CE6-8A1C-439E341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4" y="1400954"/>
            <a:ext cx="985713" cy="115780"/>
          </a:xfrm>
          <a:custGeom xmlns:a="http://schemas.openxmlformats.org/drawingml/2006/main">
            <a:pathLst>
              <a:path w="985713" h="115780">
                <a:moveTo>
                  <a:pt x="0" y="0"/>
                </a:moveTo>
                <a:lnTo>
                  <a:pt x="0" y="113605"/>
                </a:lnTo>
                <a:lnTo>
                  <a:pt x="24985" y="113605"/>
                </a:lnTo>
                <a:lnTo>
                  <a:pt x="24985" y="66671"/>
                </a:lnTo>
                <a:lnTo>
                  <a:pt x="72567" y="66671"/>
                </a:lnTo>
                <a:lnTo>
                  <a:pt x="72567" y="47245"/>
                </a:lnTo>
                <a:lnTo>
                  <a:pt x="24985" y="47245"/>
                </a:lnTo>
                <a:lnTo>
                  <a:pt x="24985" y="20980"/>
                </a:lnTo>
                <a:lnTo>
                  <a:pt x="79888" y="20980"/>
                </a:lnTo>
                <a:lnTo>
                  <a:pt x="79888" y="0"/>
                </a:lnTo>
                <a:lnTo>
                  <a:pt x="0" y="0"/>
                </a:lnTo>
                <a:close/>
                <a:moveTo>
                  <a:pt x="112033" y="72579"/>
                </a:moveTo>
                <a:cubicBezTo>
                  <a:pt x="112033" y="69289"/>
                  <a:pt x="112351" y="66053"/>
                  <a:pt x="112988" y="62871"/>
                </a:cubicBezTo>
                <a:cubicBezTo>
                  <a:pt x="113624" y="59686"/>
                  <a:pt x="114711" y="56874"/>
                  <a:pt x="116249" y="54435"/>
                </a:cubicBezTo>
                <a:cubicBezTo>
                  <a:pt x="117788" y="51994"/>
                  <a:pt x="119831" y="50004"/>
                  <a:pt x="122378" y="48466"/>
                </a:cubicBezTo>
                <a:cubicBezTo>
                  <a:pt x="124924" y="46927"/>
                  <a:pt x="128107" y="46157"/>
                  <a:pt x="131926" y="46157"/>
                </a:cubicBezTo>
                <a:cubicBezTo>
                  <a:pt x="135746" y="46157"/>
                  <a:pt x="138956" y="46927"/>
                  <a:pt x="141554" y="48466"/>
                </a:cubicBezTo>
                <a:cubicBezTo>
                  <a:pt x="144154" y="50004"/>
                  <a:pt x="146223" y="51994"/>
                  <a:pt x="147761" y="54435"/>
                </a:cubicBezTo>
                <a:cubicBezTo>
                  <a:pt x="149300" y="56874"/>
                  <a:pt x="150388" y="59686"/>
                  <a:pt x="151024" y="62871"/>
                </a:cubicBezTo>
                <a:cubicBezTo>
                  <a:pt x="151660" y="66053"/>
                  <a:pt x="151979" y="69289"/>
                  <a:pt x="151979" y="72579"/>
                </a:cubicBezTo>
                <a:cubicBezTo>
                  <a:pt x="151979" y="75868"/>
                  <a:pt x="151660" y="79079"/>
                  <a:pt x="151024" y="82209"/>
                </a:cubicBezTo>
                <a:cubicBezTo>
                  <a:pt x="150388" y="85339"/>
                  <a:pt x="149300" y="88151"/>
                  <a:pt x="147761" y="90645"/>
                </a:cubicBezTo>
                <a:cubicBezTo>
                  <a:pt x="146223" y="93138"/>
                  <a:pt x="144154" y="95128"/>
                  <a:pt x="141554" y="96614"/>
                </a:cubicBezTo>
                <a:cubicBezTo>
                  <a:pt x="138956" y="98099"/>
                  <a:pt x="135746" y="98841"/>
                  <a:pt x="131926" y="98841"/>
                </a:cubicBezTo>
                <a:cubicBezTo>
                  <a:pt x="128107" y="98841"/>
                  <a:pt x="124924" y="98099"/>
                  <a:pt x="122378" y="96614"/>
                </a:cubicBezTo>
                <a:cubicBezTo>
                  <a:pt x="119831" y="95128"/>
                  <a:pt x="117788" y="93138"/>
                  <a:pt x="116249" y="90645"/>
                </a:cubicBezTo>
                <a:cubicBezTo>
                  <a:pt x="114711" y="88151"/>
                  <a:pt x="113624" y="85339"/>
                  <a:pt x="112988" y="82209"/>
                </a:cubicBezTo>
                <a:cubicBezTo>
                  <a:pt x="112351" y="79079"/>
                  <a:pt x="112033" y="75868"/>
                  <a:pt x="112033" y="72579"/>
                </a:cubicBezTo>
                <a:moveTo>
                  <a:pt x="89436" y="72581"/>
                </a:moveTo>
                <a:cubicBezTo>
                  <a:pt x="89436" y="79170"/>
                  <a:pt x="90443" y="85121"/>
                  <a:pt x="92459" y="90434"/>
                </a:cubicBezTo>
                <a:cubicBezTo>
                  <a:pt x="94474" y="95747"/>
                  <a:pt x="97339" y="100290"/>
                  <a:pt x="101053" y="104064"/>
                </a:cubicBezTo>
                <a:cubicBezTo>
                  <a:pt x="104766" y="107836"/>
                  <a:pt x="109222" y="110732"/>
                  <a:pt x="114420" y="112752"/>
                </a:cubicBezTo>
                <a:cubicBezTo>
                  <a:pt x="119620" y="114771"/>
                  <a:pt x="125455" y="115780"/>
                  <a:pt x="131926" y="115780"/>
                </a:cubicBezTo>
                <a:cubicBezTo>
                  <a:pt x="138398" y="115780"/>
                  <a:pt x="144260" y="114771"/>
                  <a:pt x="149511" y="112752"/>
                </a:cubicBezTo>
                <a:cubicBezTo>
                  <a:pt x="154763" y="110732"/>
                  <a:pt x="159246" y="107836"/>
                  <a:pt x="162959" y="104064"/>
                </a:cubicBezTo>
                <a:cubicBezTo>
                  <a:pt x="166673" y="100290"/>
                  <a:pt x="169537" y="95747"/>
                  <a:pt x="171553" y="90434"/>
                </a:cubicBezTo>
                <a:cubicBezTo>
                  <a:pt x="173568" y="85121"/>
                  <a:pt x="174576" y="79170"/>
                  <a:pt x="174576" y="72581"/>
                </a:cubicBezTo>
                <a:cubicBezTo>
                  <a:pt x="174576" y="65993"/>
                  <a:pt x="173568" y="60015"/>
                  <a:pt x="171553" y="54648"/>
                </a:cubicBezTo>
                <a:cubicBezTo>
                  <a:pt x="169537" y="49280"/>
                  <a:pt x="166673" y="44710"/>
                  <a:pt x="162959" y="40938"/>
                </a:cubicBezTo>
                <a:cubicBezTo>
                  <a:pt x="159246" y="37165"/>
                  <a:pt x="154763" y="34242"/>
                  <a:pt x="149511" y="32170"/>
                </a:cubicBezTo>
                <a:cubicBezTo>
                  <a:pt x="144260" y="30098"/>
                  <a:pt x="138398" y="29062"/>
                  <a:pt x="131926" y="29062"/>
                </a:cubicBezTo>
                <a:cubicBezTo>
                  <a:pt x="125455" y="29062"/>
                  <a:pt x="119620" y="30098"/>
                  <a:pt x="114420" y="32170"/>
                </a:cubicBezTo>
                <a:cubicBezTo>
                  <a:pt x="109222" y="34242"/>
                  <a:pt x="104766" y="37165"/>
                  <a:pt x="101053" y="40938"/>
                </a:cubicBezTo>
                <a:cubicBezTo>
                  <a:pt x="97339" y="44710"/>
                  <a:pt x="94474" y="49280"/>
                  <a:pt x="92459" y="54648"/>
                </a:cubicBezTo>
                <a:cubicBezTo>
                  <a:pt x="90443" y="60015"/>
                  <a:pt x="89436" y="65993"/>
                  <a:pt x="89436" y="72581"/>
                </a:cubicBezTo>
                <a:close/>
                <a:moveTo>
                  <a:pt x="189217" y="31269"/>
                </a:moveTo>
                <a:lnTo>
                  <a:pt x="189217" y="113605"/>
                </a:lnTo>
                <a:lnTo>
                  <a:pt x="211815" y="113605"/>
                </a:lnTo>
                <a:lnTo>
                  <a:pt x="211815" y="76486"/>
                </a:lnTo>
                <a:cubicBezTo>
                  <a:pt x="211815" y="72769"/>
                  <a:pt x="212186" y="69318"/>
                  <a:pt x="212929" y="66132"/>
                </a:cubicBezTo>
                <a:cubicBezTo>
                  <a:pt x="213672" y="62946"/>
                  <a:pt x="214919" y="60158"/>
                  <a:pt x="216669" y="57769"/>
                </a:cubicBezTo>
                <a:cubicBezTo>
                  <a:pt x="218419" y="55379"/>
                  <a:pt x="220726" y="53494"/>
                  <a:pt x="223589" y="52113"/>
                </a:cubicBezTo>
                <a:cubicBezTo>
                  <a:pt x="226455" y="50732"/>
                  <a:pt x="229956" y="50042"/>
                  <a:pt x="234094" y="50042"/>
                </a:cubicBezTo>
                <a:cubicBezTo>
                  <a:pt x="235474" y="50042"/>
                  <a:pt x="236905" y="50122"/>
                  <a:pt x="238390" y="50282"/>
                </a:cubicBezTo>
                <a:cubicBezTo>
                  <a:pt x="239876" y="50441"/>
                  <a:pt x="241149" y="50626"/>
                  <a:pt x="242210" y="50839"/>
                </a:cubicBezTo>
                <a:lnTo>
                  <a:pt x="242210" y="29856"/>
                </a:lnTo>
                <a:cubicBezTo>
                  <a:pt x="240406" y="29326"/>
                  <a:pt x="238762" y="29062"/>
                  <a:pt x="237278" y="29062"/>
                </a:cubicBezTo>
                <a:cubicBezTo>
                  <a:pt x="234412" y="29062"/>
                  <a:pt x="231654" y="29486"/>
                  <a:pt x="229002" y="30334"/>
                </a:cubicBezTo>
                <a:cubicBezTo>
                  <a:pt x="226350" y="31181"/>
                  <a:pt x="223857" y="32372"/>
                  <a:pt x="221523" y="33909"/>
                </a:cubicBezTo>
                <a:cubicBezTo>
                  <a:pt x="219189" y="35445"/>
                  <a:pt x="217120" y="37299"/>
                  <a:pt x="215316" y="39472"/>
                </a:cubicBezTo>
                <a:cubicBezTo>
                  <a:pt x="213513" y="41644"/>
                  <a:pt x="212080" y="44002"/>
                  <a:pt x="211018" y="46545"/>
                </a:cubicBezTo>
                <a:lnTo>
                  <a:pt x="210700" y="46545"/>
                </a:lnTo>
                <a:lnTo>
                  <a:pt x="210700" y="31269"/>
                </a:lnTo>
                <a:lnTo>
                  <a:pt x="189217" y="31269"/>
                </a:lnTo>
                <a:close/>
                <a:moveTo>
                  <a:pt x="345175" y="113605"/>
                </a:moveTo>
                <a:lnTo>
                  <a:pt x="371114" y="31393"/>
                </a:lnTo>
                <a:lnTo>
                  <a:pt x="347880" y="31393"/>
                </a:lnTo>
                <a:lnTo>
                  <a:pt x="332762" y="87049"/>
                </a:lnTo>
                <a:lnTo>
                  <a:pt x="332444" y="87049"/>
                </a:lnTo>
                <a:lnTo>
                  <a:pt x="318440" y="31393"/>
                </a:lnTo>
                <a:lnTo>
                  <a:pt x="296478" y="31393"/>
                </a:lnTo>
                <a:lnTo>
                  <a:pt x="282792" y="87207"/>
                </a:lnTo>
                <a:lnTo>
                  <a:pt x="282474" y="87207"/>
                </a:lnTo>
                <a:lnTo>
                  <a:pt x="267356" y="31393"/>
                </a:lnTo>
                <a:lnTo>
                  <a:pt x="243483" y="31393"/>
                </a:lnTo>
                <a:lnTo>
                  <a:pt x="269583" y="113605"/>
                </a:lnTo>
                <a:lnTo>
                  <a:pt x="292977" y="113605"/>
                </a:lnTo>
                <a:lnTo>
                  <a:pt x="306981" y="58427"/>
                </a:lnTo>
                <a:lnTo>
                  <a:pt x="307299" y="58427"/>
                </a:lnTo>
                <a:lnTo>
                  <a:pt x="321939" y="113605"/>
                </a:lnTo>
                <a:lnTo>
                  <a:pt x="345175" y="113605"/>
                </a:lnTo>
                <a:close/>
                <a:moveTo>
                  <a:pt x="379709" y="56632"/>
                </a:moveTo>
                <a:cubicBezTo>
                  <a:pt x="380026" y="51327"/>
                  <a:pt x="381352" y="46925"/>
                  <a:pt x="383686" y="43425"/>
                </a:cubicBezTo>
                <a:cubicBezTo>
                  <a:pt x="386021" y="39923"/>
                  <a:pt x="388991" y="37111"/>
                  <a:pt x="392598" y="34989"/>
                </a:cubicBezTo>
                <a:cubicBezTo>
                  <a:pt x="396205" y="32867"/>
                  <a:pt x="400262" y="31355"/>
                  <a:pt x="404771" y="30453"/>
                </a:cubicBezTo>
                <a:cubicBezTo>
                  <a:pt x="409281" y="29551"/>
                  <a:pt x="413817" y="29101"/>
                  <a:pt x="418379" y="29101"/>
                </a:cubicBezTo>
                <a:cubicBezTo>
                  <a:pt x="422517" y="29101"/>
                  <a:pt x="426707" y="29393"/>
                  <a:pt x="430950" y="29977"/>
                </a:cubicBezTo>
                <a:cubicBezTo>
                  <a:pt x="435195" y="30560"/>
                  <a:pt x="439067" y="31700"/>
                  <a:pt x="442567" y="33399"/>
                </a:cubicBezTo>
                <a:cubicBezTo>
                  <a:pt x="446069" y="35095"/>
                  <a:pt x="448933" y="37455"/>
                  <a:pt x="451161" y="40479"/>
                </a:cubicBezTo>
                <a:cubicBezTo>
                  <a:pt x="453390" y="43503"/>
                  <a:pt x="454505" y="47509"/>
                  <a:pt x="454505" y="52495"/>
                </a:cubicBezTo>
                <a:lnTo>
                  <a:pt x="454505" y="95303"/>
                </a:lnTo>
                <a:cubicBezTo>
                  <a:pt x="454505" y="99016"/>
                  <a:pt x="454717" y="102571"/>
                  <a:pt x="455141" y="105965"/>
                </a:cubicBezTo>
                <a:cubicBezTo>
                  <a:pt x="455565" y="109360"/>
                  <a:pt x="456307" y="111907"/>
                  <a:pt x="457368" y="113605"/>
                </a:cubicBezTo>
                <a:lnTo>
                  <a:pt x="434452" y="113605"/>
                </a:lnTo>
                <a:cubicBezTo>
                  <a:pt x="434028" y="112332"/>
                  <a:pt x="433683" y="111033"/>
                  <a:pt x="433417" y="109707"/>
                </a:cubicBezTo>
                <a:cubicBezTo>
                  <a:pt x="433152" y="108380"/>
                  <a:pt x="432967" y="107027"/>
                  <a:pt x="432861" y="105647"/>
                </a:cubicBezTo>
                <a:cubicBezTo>
                  <a:pt x="429255" y="109361"/>
                  <a:pt x="425011" y="111961"/>
                  <a:pt x="420130" y="113447"/>
                </a:cubicBezTo>
                <a:cubicBezTo>
                  <a:pt x="415249" y="114931"/>
                  <a:pt x="410262" y="115674"/>
                  <a:pt x="405169" y="115674"/>
                </a:cubicBezTo>
                <a:cubicBezTo>
                  <a:pt x="401245" y="115674"/>
                  <a:pt x="397585" y="115196"/>
                  <a:pt x="394189" y="114241"/>
                </a:cubicBezTo>
                <a:cubicBezTo>
                  <a:pt x="390794" y="113286"/>
                  <a:pt x="387823" y="111801"/>
                  <a:pt x="385277" y="109785"/>
                </a:cubicBezTo>
                <a:cubicBezTo>
                  <a:pt x="382732" y="107770"/>
                  <a:pt x="380743" y="105224"/>
                  <a:pt x="379310" y="102148"/>
                </a:cubicBezTo>
                <a:cubicBezTo>
                  <a:pt x="377878" y="99071"/>
                  <a:pt x="377161" y="95410"/>
                  <a:pt x="377161" y="91165"/>
                </a:cubicBezTo>
                <a:cubicBezTo>
                  <a:pt x="377161" y="86498"/>
                  <a:pt x="377984" y="82652"/>
                  <a:pt x="379629" y="79628"/>
                </a:cubicBezTo>
                <a:cubicBezTo>
                  <a:pt x="381273" y="76604"/>
                  <a:pt x="383395" y="74190"/>
                  <a:pt x="385993" y="72387"/>
                </a:cubicBezTo>
                <a:cubicBezTo>
                  <a:pt x="388593" y="70584"/>
                  <a:pt x="391564" y="69231"/>
                  <a:pt x="394905" y="68329"/>
                </a:cubicBezTo>
                <a:cubicBezTo>
                  <a:pt x="398248" y="67428"/>
                  <a:pt x="401617" y="66712"/>
                  <a:pt x="405011" y="66183"/>
                </a:cubicBezTo>
                <a:cubicBezTo>
                  <a:pt x="408406" y="65652"/>
                  <a:pt x="411747" y="65227"/>
                  <a:pt x="415035" y="64908"/>
                </a:cubicBezTo>
                <a:cubicBezTo>
                  <a:pt x="418325" y="64589"/>
                  <a:pt x="421243" y="64112"/>
                  <a:pt x="423789" y="63475"/>
                </a:cubicBezTo>
                <a:cubicBezTo>
                  <a:pt x="426336" y="62839"/>
                  <a:pt x="428351" y="61911"/>
                  <a:pt x="429836" y="60692"/>
                </a:cubicBezTo>
                <a:cubicBezTo>
                  <a:pt x="431322" y="59472"/>
                  <a:pt x="432012" y="57694"/>
                  <a:pt x="431907" y="55360"/>
                </a:cubicBezTo>
                <a:cubicBezTo>
                  <a:pt x="431907" y="52919"/>
                  <a:pt x="431509" y="50983"/>
                  <a:pt x="430712" y="49552"/>
                </a:cubicBezTo>
                <a:cubicBezTo>
                  <a:pt x="429916" y="48119"/>
                  <a:pt x="428855" y="47005"/>
                  <a:pt x="427529" y="46210"/>
                </a:cubicBezTo>
                <a:cubicBezTo>
                  <a:pt x="426203" y="45414"/>
                  <a:pt x="424664" y="44883"/>
                  <a:pt x="422913" y="44617"/>
                </a:cubicBezTo>
                <a:cubicBezTo>
                  <a:pt x="421163" y="44352"/>
                  <a:pt x="419280" y="44219"/>
                  <a:pt x="417265" y="44219"/>
                </a:cubicBezTo>
                <a:cubicBezTo>
                  <a:pt x="412809" y="44219"/>
                  <a:pt x="409309" y="45174"/>
                  <a:pt x="406762" y="47084"/>
                </a:cubicBezTo>
                <a:cubicBezTo>
                  <a:pt x="404216" y="48995"/>
                  <a:pt x="402730" y="52177"/>
                  <a:pt x="402306" y="56632"/>
                </a:cubicBezTo>
                <a:lnTo>
                  <a:pt x="379709" y="56632"/>
                </a:lnTo>
                <a:moveTo>
                  <a:pt x="431907" y="73341"/>
                </a:moveTo>
                <a:cubicBezTo>
                  <a:pt x="430952" y="74191"/>
                  <a:pt x="429758" y="74855"/>
                  <a:pt x="428325" y="75333"/>
                </a:cubicBezTo>
                <a:cubicBezTo>
                  <a:pt x="426893" y="75810"/>
                  <a:pt x="425354" y="76208"/>
                  <a:pt x="423709" y="76527"/>
                </a:cubicBezTo>
                <a:cubicBezTo>
                  <a:pt x="422066" y="76845"/>
                  <a:pt x="420342" y="77109"/>
                  <a:pt x="418537" y="77321"/>
                </a:cubicBezTo>
                <a:cubicBezTo>
                  <a:pt x="416734" y="77533"/>
                  <a:pt x="414930" y="77798"/>
                  <a:pt x="413127" y="78115"/>
                </a:cubicBezTo>
                <a:cubicBezTo>
                  <a:pt x="411430" y="78434"/>
                  <a:pt x="409760" y="78859"/>
                  <a:pt x="408115" y="79390"/>
                </a:cubicBezTo>
                <a:cubicBezTo>
                  <a:pt x="406470" y="79920"/>
                  <a:pt x="405037" y="80636"/>
                  <a:pt x="403817" y="81539"/>
                </a:cubicBezTo>
                <a:cubicBezTo>
                  <a:pt x="402598" y="82441"/>
                  <a:pt x="401617" y="83581"/>
                  <a:pt x="400874" y="84961"/>
                </a:cubicBezTo>
                <a:cubicBezTo>
                  <a:pt x="400131" y="86338"/>
                  <a:pt x="399759" y="88088"/>
                  <a:pt x="399759" y="90211"/>
                </a:cubicBezTo>
                <a:cubicBezTo>
                  <a:pt x="399759" y="92226"/>
                  <a:pt x="400131" y="93924"/>
                  <a:pt x="400874" y="95303"/>
                </a:cubicBezTo>
                <a:cubicBezTo>
                  <a:pt x="401617" y="96682"/>
                  <a:pt x="402624" y="97770"/>
                  <a:pt x="403897" y="98566"/>
                </a:cubicBezTo>
                <a:cubicBezTo>
                  <a:pt x="405171" y="99361"/>
                  <a:pt x="406656" y="99918"/>
                  <a:pt x="408353" y="100237"/>
                </a:cubicBezTo>
                <a:cubicBezTo>
                  <a:pt x="410051" y="100556"/>
                  <a:pt x="411802" y="100715"/>
                  <a:pt x="413605" y="100715"/>
                </a:cubicBezTo>
                <a:cubicBezTo>
                  <a:pt x="418060" y="100715"/>
                  <a:pt x="421508" y="99973"/>
                  <a:pt x="423947" y="98489"/>
                </a:cubicBezTo>
                <a:cubicBezTo>
                  <a:pt x="426388" y="97003"/>
                  <a:pt x="428193" y="95225"/>
                  <a:pt x="429360" y="93156"/>
                </a:cubicBezTo>
                <a:cubicBezTo>
                  <a:pt x="430527" y="91087"/>
                  <a:pt x="431243" y="88992"/>
                  <a:pt x="431509" y="86869"/>
                </a:cubicBezTo>
                <a:cubicBezTo>
                  <a:pt x="431774" y="84747"/>
                  <a:pt x="431907" y="83050"/>
                  <a:pt x="431907" y="81777"/>
                </a:cubicBezTo>
                <a:lnTo>
                  <a:pt x="431907" y="73341"/>
                </a:lnTo>
                <a:close/>
                <a:moveTo>
                  <a:pt x="472009" y="31269"/>
                </a:moveTo>
                <a:lnTo>
                  <a:pt x="472009" y="113605"/>
                </a:lnTo>
                <a:lnTo>
                  <a:pt x="494607" y="113605"/>
                </a:lnTo>
                <a:lnTo>
                  <a:pt x="494607" y="76486"/>
                </a:lnTo>
                <a:cubicBezTo>
                  <a:pt x="494607" y="72769"/>
                  <a:pt x="494978" y="69318"/>
                  <a:pt x="495721" y="66132"/>
                </a:cubicBezTo>
                <a:cubicBezTo>
                  <a:pt x="496464" y="62946"/>
                  <a:pt x="497711" y="60158"/>
                  <a:pt x="499461" y="57769"/>
                </a:cubicBezTo>
                <a:cubicBezTo>
                  <a:pt x="501211" y="55379"/>
                  <a:pt x="503518" y="53494"/>
                  <a:pt x="506382" y="52113"/>
                </a:cubicBezTo>
                <a:cubicBezTo>
                  <a:pt x="509247" y="50732"/>
                  <a:pt x="512748" y="50042"/>
                  <a:pt x="516886" y="50042"/>
                </a:cubicBezTo>
                <a:cubicBezTo>
                  <a:pt x="518266" y="50042"/>
                  <a:pt x="519697" y="50122"/>
                  <a:pt x="521182" y="50282"/>
                </a:cubicBezTo>
                <a:cubicBezTo>
                  <a:pt x="522668" y="50441"/>
                  <a:pt x="523941" y="50626"/>
                  <a:pt x="525002" y="50839"/>
                </a:cubicBezTo>
                <a:lnTo>
                  <a:pt x="525002" y="29856"/>
                </a:lnTo>
                <a:cubicBezTo>
                  <a:pt x="523198" y="29326"/>
                  <a:pt x="521554" y="29062"/>
                  <a:pt x="520070" y="29062"/>
                </a:cubicBezTo>
                <a:cubicBezTo>
                  <a:pt x="517204" y="29062"/>
                  <a:pt x="514446" y="29486"/>
                  <a:pt x="511794" y="30334"/>
                </a:cubicBezTo>
                <a:cubicBezTo>
                  <a:pt x="509142" y="31181"/>
                  <a:pt x="506649" y="32372"/>
                  <a:pt x="504315" y="33909"/>
                </a:cubicBezTo>
                <a:cubicBezTo>
                  <a:pt x="501981" y="35445"/>
                  <a:pt x="499912" y="37299"/>
                  <a:pt x="498108" y="39472"/>
                </a:cubicBezTo>
                <a:cubicBezTo>
                  <a:pt x="496305" y="41644"/>
                  <a:pt x="494872" y="44002"/>
                  <a:pt x="493810" y="46545"/>
                </a:cubicBezTo>
                <a:lnTo>
                  <a:pt x="493492" y="46545"/>
                </a:lnTo>
                <a:lnTo>
                  <a:pt x="493492" y="31269"/>
                </a:lnTo>
                <a:lnTo>
                  <a:pt x="472009" y="31269"/>
                </a:lnTo>
                <a:close/>
                <a:moveTo>
                  <a:pt x="589455" y="72261"/>
                </a:moveTo>
                <a:cubicBezTo>
                  <a:pt x="589455" y="75656"/>
                  <a:pt x="589137" y="78945"/>
                  <a:pt x="588501" y="82129"/>
                </a:cubicBezTo>
                <a:cubicBezTo>
                  <a:pt x="587865" y="85312"/>
                  <a:pt x="586804" y="88151"/>
                  <a:pt x="585317" y="90645"/>
                </a:cubicBezTo>
                <a:cubicBezTo>
                  <a:pt x="583831" y="93138"/>
                  <a:pt x="581842" y="95128"/>
                  <a:pt x="579349" y="96614"/>
                </a:cubicBezTo>
                <a:cubicBezTo>
                  <a:pt x="576856" y="98099"/>
                  <a:pt x="573752" y="98841"/>
                  <a:pt x="570039" y="98841"/>
                </a:cubicBezTo>
                <a:cubicBezTo>
                  <a:pt x="566539" y="98841"/>
                  <a:pt x="563541" y="98072"/>
                  <a:pt x="561047" y="96534"/>
                </a:cubicBezTo>
                <a:cubicBezTo>
                  <a:pt x="558554" y="94994"/>
                  <a:pt x="556485" y="92978"/>
                  <a:pt x="554840" y="90485"/>
                </a:cubicBezTo>
                <a:cubicBezTo>
                  <a:pt x="553197" y="87990"/>
                  <a:pt x="552004" y="85152"/>
                  <a:pt x="551261" y="81969"/>
                </a:cubicBezTo>
                <a:cubicBezTo>
                  <a:pt x="550518" y="78786"/>
                  <a:pt x="550146" y="75603"/>
                  <a:pt x="550146" y="72419"/>
                </a:cubicBezTo>
                <a:cubicBezTo>
                  <a:pt x="550146" y="69024"/>
                  <a:pt x="550491" y="65761"/>
                  <a:pt x="551181" y="62630"/>
                </a:cubicBezTo>
                <a:cubicBezTo>
                  <a:pt x="551870" y="59499"/>
                  <a:pt x="552984" y="56714"/>
                  <a:pt x="554522" y="54275"/>
                </a:cubicBezTo>
                <a:cubicBezTo>
                  <a:pt x="556062" y="51833"/>
                  <a:pt x="558104" y="49870"/>
                  <a:pt x="560649" y="48386"/>
                </a:cubicBezTo>
                <a:cubicBezTo>
                  <a:pt x="563195" y="46900"/>
                  <a:pt x="566325" y="46157"/>
                  <a:pt x="570039" y="46157"/>
                </a:cubicBezTo>
                <a:cubicBezTo>
                  <a:pt x="573752" y="46157"/>
                  <a:pt x="576829" y="46900"/>
                  <a:pt x="579269" y="48386"/>
                </a:cubicBezTo>
                <a:cubicBezTo>
                  <a:pt x="581710" y="49870"/>
                  <a:pt x="583699" y="51807"/>
                  <a:pt x="585237" y="54194"/>
                </a:cubicBezTo>
                <a:cubicBezTo>
                  <a:pt x="586777" y="56582"/>
                  <a:pt x="587865" y="59342"/>
                  <a:pt x="588501" y="62472"/>
                </a:cubicBezTo>
                <a:cubicBezTo>
                  <a:pt x="589137" y="65602"/>
                  <a:pt x="589455" y="68864"/>
                  <a:pt x="589455" y="72261"/>
                </a:cubicBezTo>
                <a:moveTo>
                  <a:pt x="589773" y="103200"/>
                </a:moveTo>
                <a:lnTo>
                  <a:pt x="589773" y="113709"/>
                </a:lnTo>
                <a:lnTo>
                  <a:pt x="611256" y="113709"/>
                </a:lnTo>
                <a:lnTo>
                  <a:pt x="611256" y="0"/>
                </a:lnTo>
                <a:lnTo>
                  <a:pt x="588659" y="0"/>
                </a:lnTo>
                <a:lnTo>
                  <a:pt x="588659" y="41363"/>
                </a:lnTo>
                <a:lnTo>
                  <a:pt x="588341" y="41363"/>
                </a:lnTo>
                <a:cubicBezTo>
                  <a:pt x="585794" y="37316"/>
                  <a:pt x="582319" y="34254"/>
                  <a:pt x="577916" y="32177"/>
                </a:cubicBezTo>
                <a:cubicBezTo>
                  <a:pt x="573514" y="30100"/>
                  <a:pt x="568873" y="29062"/>
                  <a:pt x="563992" y="29062"/>
                </a:cubicBezTo>
                <a:cubicBezTo>
                  <a:pt x="557944" y="29062"/>
                  <a:pt x="552639" y="30257"/>
                  <a:pt x="548077" y="32648"/>
                </a:cubicBezTo>
                <a:cubicBezTo>
                  <a:pt x="543515" y="35039"/>
                  <a:pt x="539722" y="38201"/>
                  <a:pt x="536698" y="42133"/>
                </a:cubicBezTo>
                <a:cubicBezTo>
                  <a:pt x="533676" y="46065"/>
                  <a:pt x="531395" y="50609"/>
                  <a:pt x="529856" y="55763"/>
                </a:cubicBezTo>
                <a:cubicBezTo>
                  <a:pt x="528318" y="60918"/>
                  <a:pt x="527549" y="66257"/>
                  <a:pt x="527549" y="71782"/>
                </a:cubicBezTo>
                <a:cubicBezTo>
                  <a:pt x="527549" y="77521"/>
                  <a:pt x="528318" y="83048"/>
                  <a:pt x="529856" y="88363"/>
                </a:cubicBezTo>
                <a:cubicBezTo>
                  <a:pt x="531395" y="93676"/>
                  <a:pt x="533676" y="98379"/>
                  <a:pt x="536698" y="102471"/>
                </a:cubicBezTo>
                <a:cubicBezTo>
                  <a:pt x="539722" y="106562"/>
                  <a:pt x="543568" y="109803"/>
                  <a:pt x="548235" y="112194"/>
                </a:cubicBezTo>
                <a:cubicBezTo>
                  <a:pt x="552904" y="114585"/>
                  <a:pt x="558316" y="115780"/>
                  <a:pt x="564471" y="115780"/>
                </a:cubicBezTo>
                <a:cubicBezTo>
                  <a:pt x="569881" y="115780"/>
                  <a:pt x="574734" y="114799"/>
                  <a:pt x="579031" y="112835"/>
                </a:cubicBezTo>
                <a:cubicBezTo>
                  <a:pt x="583329" y="110870"/>
                  <a:pt x="586804" y="107658"/>
                  <a:pt x="589455" y="103200"/>
                </a:cubicBezTo>
                <a:lnTo>
                  <a:pt x="589773" y="103200"/>
                </a:lnTo>
                <a:close/>
                <a:moveTo>
                  <a:pt x="674912" y="0"/>
                </a:moveTo>
                <a:lnTo>
                  <a:pt x="674912" y="113605"/>
                </a:lnTo>
                <a:lnTo>
                  <a:pt x="755279" y="113605"/>
                </a:lnTo>
                <a:lnTo>
                  <a:pt x="755279" y="92624"/>
                </a:lnTo>
                <a:lnTo>
                  <a:pt x="699897" y="92624"/>
                </a:lnTo>
                <a:lnTo>
                  <a:pt x="699897" y="0"/>
                </a:lnTo>
                <a:lnTo>
                  <a:pt x="674912" y="0"/>
                </a:lnTo>
                <a:close/>
                <a:moveTo>
                  <a:pt x="790129" y="18649"/>
                </a:moveTo>
                <a:lnTo>
                  <a:pt x="790129" y="0"/>
                </a:lnTo>
                <a:lnTo>
                  <a:pt x="767531" y="0"/>
                </a:lnTo>
                <a:lnTo>
                  <a:pt x="767531" y="18649"/>
                </a:lnTo>
                <a:lnTo>
                  <a:pt x="790129" y="18649"/>
                </a:lnTo>
                <a:moveTo>
                  <a:pt x="767531" y="31330"/>
                </a:moveTo>
                <a:lnTo>
                  <a:pt x="767531" y="113605"/>
                </a:lnTo>
                <a:lnTo>
                  <a:pt x="790129" y="113605"/>
                </a:lnTo>
                <a:lnTo>
                  <a:pt x="790129" y="31330"/>
                </a:lnTo>
                <a:lnTo>
                  <a:pt x="767531" y="31330"/>
                </a:lnTo>
                <a:close/>
                <a:moveTo>
                  <a:pt x="807953" y="31327"/>
                </a:moveTo>
                <a:lnTo>
                  <a:pt x="807953" y="113605"/>
                </a:lnTo>
                <a:lnTo>
                  <a:pt x="830551" y="113605"/>
                </a:lnTo>
                <a:lnTo>
                  <a:pt x="830551" y="70483"/>
                </a:lnTo>
                <a:cubicBezTo>
                  <a:pt x="830551" y="62103"/>
                  <a:pt x="831930" y="56083"/>
                  <a:pt x="834689" y="52424"/>
                </a:cubicBezTo>
                <a:cubicBezTo>
                  <a:pt x="837447" y="48764"/>
                  <a:pt x="841903" y="46934"/>
                  <a:pt x="848056" y="46934"/>
                </a:cubicBezTo>
                <a:cubicBezTo>
                  <a:pt x="853468" y="46934"/>
                  <a:pt x="857235" y="48604"/>
                  <a:pt x="859355" y="51946"/>
                </a:cubicBezTo>
                <a:cubicBezTo>
                  <a:pt x="861478" y="55287"/>
                  <a:pt x="862539" y="60353"/>
                  <a:pt x="862539" y="67142"/>
                </a:cubicBezTo>
                <a:lnTo>
                  <a:pt x="862539" y="113605"/>
                </a:lnTo>
                <a:lnTo>
                  <a:pt x="885136" y="113605"/>
                </a:lnTo>
                <a:lnTo>
                  <a:pt x="885136" y="62975"/>
                </a:lnTo>
                <a:cubicBezTo>
                  <a:pt x="885136" y="57881"/>
                  <a:pt x="884685" y="53237"/>
                  <a:pt x="883784" y="49044"/>
                </a:cubicBezTo>
                <a:cubicBezTo>
                  <a:pt x="882882" y="44851"/>
                  <a:pt x="881317" y="41295"/>
                  <a:pt x="879087" y="38377"/>
                </a:cubicBezTo>
                <a:cubicBezTo>
                  <a:pt x="876860" y="35458"/>
                  <a:pt x="873810" y="33176"/>
                  <a:pt x="869938" y="31531"/>
                </a:cubicBezTo>
                <a:cubicBezTo>
                  <a:pt x="866065" y="29885"/>
                  <a:pt x="861105" y="29062"/>
                  <a:pt x="855057" y="29062"/>
                </a:cubicBezTo>
                <a:cubicBezTo>
                  <a:pt x="850283" y="29062"/>
                  <a:pt x="845615" y="30152"/>
                  <a:pt x="841053" y="32333"/>
                </a:cubicBezTo>
                <a:cubicBezTo>
                  <a:pt x="836491" y="34513"/>
                  <a:pt x="832779" y="37997"/>
                  <a:pt x="829915" y="42784"/>
                </a:cubicBezTo>
                <a:lnTo>
                  <a:pt x="829436" y="42784"/>
                </a:lnTo>
                <a:lnTo>
                  <a:pt x="829436" y="31327"/>
                </a:lnTo>
                <a:lnTo>
                  <a:pt x="807953" y="31327"/>
                </a:lnTo>
                <a:close/>
                <a:moveTo>
                  <a:pt x="904392" y="0"/>
                </a:moveTo>
                <a:lnTo>
                  <a:pt x="904392" y="113605"/>
                </a:lnTo>
                <a:lnTo>
                  <a:pt x="926990" y="113605"/>
                </a:lnTo>
                <a:lnTo>
                  <a:pt x="926990" y="85279"/>
                </a:lnTo>
                <a:lnTo>
                  <a:pt x="935744" y="76843"/>
                </a:lnTo>
                <a:lnTo>
                  <a:pt x="958341" y="113605"/>
                </a:lnTo>
                <a:lnTo>
                  <a:pt x="985713" y="113605"/>
                </a:lnTo>
                <a:lnTo>
                  <a:pt x="951178" y="61576"/>
                </a:lnTo>
                <a:lnTo>
                  <a:pt x="982211" y="31344"/>
                </a:lnTo>
                <a:lnTo>
                  <a:pt x="955476" y="31344"/>
                </a:lnTo>
                <a:lnTo>
                  <a:pt x="926990" y="60940"/>
                </a:lnTo>
                <a:lnTo>
                  <a:pt x="926990" y="0"/>
                </a:lnTo>
                <a:lnTo>
                  <a:pt x="904392" y="0"/>
                </a:ln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(DVB-S[2(X)])">
            <a:extLst xmlns:a="http://schemas.openxmlformats.org/drawingml/2006/main">
              <a:ext uri="{FF2B5EF4-FFF2-40B4-BE49-F238E27FC236}">
                <a16:creationId xmlns:a16="http://schemas.microsoft.com/office/drawing/2014/main" id="{6048511D-D070-4806-9268-E1071697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77" y="1588437"/>
            <a:ext cx="901370" cy="147795"/>
          </a:xfrm>
          <a:custGeom xmlns:a="http://schemas.openxmlformats.org/drawingml/2006/main">
            <a:pathLst>
              <a:path w="901370" h="147795">
                <a:moveTo>
                  <a:pt x="24985" y="147795"/>
                </a:moveTo>
                <a:lnTo>
                  <a:pt x="35329" y="147795"/>
                </a:lnTo>
                <a:cubicBezTo>
                  <a:pt x="27797" y="135586"/>
                  <a:pt x="22412" y="123482"/>
                  <a:pt x="19176" y="111485"/>
                </a:cubicBezTo>
                <a:cubicBezTo>
                  <a:pt x="15940" y="99486"/>
                  <a:pt x="14322" y="86797"/>
                  <a:pt x="14322" y="73419"/>
                </a:cubicBezTo>
                <a:cubicBezTo>
                  <a:pt x="14322" y="60360"/>
                  <a:pt x="15913" y="47885"/>
                  <a:pt x="19096" y="35994"/>
                </a:cubicBezTo>
                <a:cubicBezTo>
                  <a:pt x="22280" y="24102"/>
                  <a:pt x="27691" y="12104"/>
                  <a:pt x="35329" y="0"/>
                </a:cubicBezTo>
                <a:lnTo>
                  <a:pt x="24985" y="0"/>
                </a:lnTo>
                <a:cubicBezTo>
                  <a:pt x="16709" y="10935"/>
                  <a:pt x="10476" y="22774"/>
                  <a:pt x="6284" y="35516"/>
                </a:cubicBezTo>
                <a:cubicBezTo>
                  <a:pt x="2095" y="48256"/>
                  <a:pt x="0" y="60891"/>
                  <a:pt x="0" y="73419"/>
                </a:cubicBezTo>
                <a:cubicBezTo>
                  <a:pt x="0" y="80427"/>
                  <a:pt x="584" y="87116"/>
                  <a:pt x="1751" y="93486"/>
                </a:cubicBezTo>
                <a:cubicBezTo>
                  <a:pt x="2918" y="99857"/>
                  <a:pt x="4589" y="106068"/>
                  <a:pt x="6763" y="112121"/>
                </a:cubicBezTo>
                <a:cubicBezTo>
                  <a:pt x="8939" y="118172"/>
                  <a:pt x="11564" y="124144"/>
                  <a:pt x="14640" y="130037"/>
                </a:cubicBezTo>
                <a:cubicBezTo>
                  <a:pt x="17718" y="135930"/>
                  <a:pt x="21166" y="141849"/>
                  <a:pt x="24985" y="147795"/>
                </a:cubicBezTo>
                <a:close/>
                <a:moveTo>
                  <a:pt x="61270" y="103659"/>
                </a:moveTo>
                <a:lnTo>
                  <a:pt x="61270" y="15541"/>
                </a:lnTo>
                <a:lnTo>
                  <a:pt x="86733" y="15541"/>
                </a:lnTo>
                <a:cubicBezTo>
                  <a:pt x="93735" y="15541"/>
                  <a:pt x="99622" y="16522"/>
                  <a:pt x="104396" y="18484"/>
                </a:cubicBezTo>
                <a:cubicBezTo>
                  <a:pt x="109170" y="20446"/>
                  <a:pt x="113069" y="23309"/>
                  <a:pt x="116093" y="27073"/>
                </a:cubicBezTo>
                <a:cubicBezTo>
                  <a:pt x="119118" y="30837"/>
                  <a:pt x="121292" y="35396"/>
                  <a:pt x="122618" y="40751"/>
                </a:cubicBezTo>
                <a:cubicBezTo>
                  <a:pt x="123944" y="46107"/>
                  <a:pt x="124607" y="52177"/>
                  <a:pt x="124607" y="58964"/>
                </a:cubicBezTo>
                <a:cubicBezTo>
                  <a:pt x="124607" y="65962"/>
                  <a:pt x="123891" y="71927"/>
                  <a:pt x="122458" y="76858"/>
                </a:cubicBezTo>
                <a:cubicBezTo>
                  <a:pt x="121027" y="81789"/>
                  <a:pt x="119197" y="85898"/>
                  <a:pt x="116968" y="89186"/>
                </a:cubicBezTo>
                <a:cubicBezTo>
                  <a:pt x="114740" y="92472"/>
                  <a:pt x="112220" y="95070"/>
                  <a:pt x="109408" y="96978"/>
                </a:cubicBezTo>
                <a:cubicBezTo>
                  <a:pt x="106598" y="98887"/>
                  <a:pt x="103760" y="100345"/>
                  <a:pt x="100895" y="101352"/>
                </a:cubicBezTo>
                <a:cubicBezTo>
                  <a:pt x="98031" y="102359"/>
                  <a:pt x="95326" y="102995"/>
                  <a:pt x="92780" y="103260"/>
                </a:cubicBezTo>
                <a:cubicBezTo>
                  <a:pt x="90233" y="103526"/>
                  <a:pt x="88112" y="103659"/>
                  <a:pt x="86415" y="103659"/>
                </a:cubicBezTo>
                <a:lnTo>
                  <a:pt x="61270" y="103659"/>
                </a:lnTo>
                <a:moveTo>
                  <a:pt x="46152" y="2797"/>
                </a:moveTo>
                <a:lnTo>
                  <a:pt x="46152" y="116402"/>
                </a:lnTo>
                <a:lnTo>
                  <a:pt x="85140" y="116402"/>
                </a:lnTo>
                <a:cubicBezTo>
                  <a:pt x="94583" y="116402"/>
                  <a:pt x="102753" y="115076"/>
                  <a:pt x="109649" y="112425"/>
                </a:cubicBezTo>
                <a:cubicBezTo>
                  <a:pt x="116545" y="109773"/>
                  <a:pt x="122221" y="105928"/>
                  <a:pt x="126676" y="100890"/>
                </a:cubicBezTo>
                <a:cubicBezTo>
                  <a:pt x="131133" y="95851"/>
                  <a:pt x="134421" y="89645"/>
                  <a:pt x="136542" y="82273"/>
                </a:cubicBezTo>
                <a:cubicBezTo>
                  <a:pt x="138664" y="74900"/>
                  <a:pt x="139726" y="66441"/>
                  <a:pt x="139726" y="56895"/>
                </a:cubicBezTo>
                <a:cubicBezTo>
                  <a:pt x="139726" y="38650"/>
                  <a:pt x="135004" y="25073"/>
                  <a:pt x="125561" y="16163"/>
                </a:cubicBezTo>
                <a:cubicBezTo>
                  <a:pt x="116120" y="7252"/>
                  <a:pt x="102646" y="2797"/>
                  <a:pt x="85140" y="2797"/>
                </a:cubicBezTo>
                <a:lnTo>
                  <a:pt x="46152" y="2797"/>
                </a:lnTo>
                <a:close/>
                <a:moveTo>
                  <a:pt x="202903" y="116402"/>
                </a:moveTo>
                <a:lnTo>
                  <a:pt x="243327" y="2797"/>
                </a:lnTo>
                <a:lnTo>
                  <a:pt x="227572" y="2797"/>
                </a:lnTo>
                <a:lnTo>
                  <a:pt x="194788" y="101286"/>
                </a:lnTo>
                <a:lnTo>
                  <a:pt x="194470" y="101286"/>
                </a:lnTo>
                <a:lnTo>
                  <a:pt x="162006" y="2797"/>
                </a:lnTo>
                <a:lnTo>
                  <a:pt x="145773" y="2797"/>
                </a:lnTo>
                <a:lnTo>
                  <a:pt x="185718" y="116402"/>
                </a:lnTo>
                <a:lnTo>
                  <a:pt x="202903" y="116402"/>
                </a:lnTo>
                <a:close/>
                <a:moveTo>
                  <a:pt x="270539" y="51596"/>
                </a:moveTo>
                <a:lnTo>
                  <a:pt x="270539" y="15541"/>
                </a:lnTo>
                <a:lnTo>
                  <a:pt x="300776" y="15541"/>
                </a:lnTo>
                <a:cubicBezTo>
                  <a:pt x="304064" y="15541"/>
                  <a:pt x="307166" y="15726"/>
                  <a:pt x="310083" y="16097"/>
                </a:cubicBezTo>
                <a:cubicBezTo>
                  <a:pt x="313002" y="16468"/>
                  <a:pt x="315575" y="17289"/>
                  <a:pt x="317803" y="18559"/>
                </a:cubicBezTo>
                <a:cubicBezTo>
                  <a:pt x="320030" y="19830"/>
                  <a:pt x="321780" y="21630"/>
                  <a:pt x="323053" y="23960"/>
                </a:cubicBezTo>
                <a:cubicBezTo>
                  <a:pt x="324327" y="26289"/>
                  <a:pt x="324964" y="29466"/>
                  <a:pt x="324964" y="33488"/>
                </a:cubicBezTo>
                <a:cubicBezTo>
                  <a:pt x="324964" y="39525"/>
                  <a:pt x="323080" y="44052"/>
                  <a:pt x="319313" y="47070"/>
                </a:cubicBezTo>
                <a:cubicBezTo>
                  <a:pt x="315548" y="50087"/>
                  <a:pt x="309369" y="51596"/>
                  <a:pt x="300776" y="51596"/>
                </a:cubicBezTo>
                <a:lnTo>
                  <a:pt x="270539" y="51596"/>
                </a:lnTo>
                <a:moveTo>
                  <a:pt x="255420" y="2797"/>
                </a:moveTo>
                <a:lnTo>
                  <a:pt x="255420" y="116402"/>
                </a:lnTo>
                <a:lnTo>
                  <a:pt x="310324" y="116402"/>
                </a:lnTo>
                <a:cubicBezTo>
                  <a:pt x="315946" y="116402"/>
                  <a:pt x="320905" y="115474"/>
                  <a:pt x="325202" y="113617"/>
                </a:cubicBezTo>
                <a:cubicBezTo>
                  <a:pt x="329500" y="111758"/>
                  <a:pt x="333108" y="109317"/>
                  <a:pt x="336025" y="106293"/>
                </a:cubicBezTo>
                <a:cubicBezTo>
                  <a:pt x="338942" y="103268"/>
                  <a:pt x="341143" y="99791"/>
                  <a:pt x="342627" y="95864"/>
                </a:cubicBezTo>
                <a:cubicBezTo>
                  <a:pt x="344113" y="91935"/>
                  <a:pt x="344856" y="87901"/>
                  <a:pt x="344856" y="83761"/>
                </a:cubicBezTo>
                <a:cubicBezTo>
                  <a:pt x="344856" y="76756"/>
                  <a:pt x="343000" y="70813"/>
                  <a:pt x="339286" y="65930"/>
                </a:cubicBezTo>
                <a:cubicBezTo>
                  <a:pt x="335572" y="61046"/>
                  <a:pt x="330215" y="57861"/>
                  <a:pt x="323213" y="56375"/>
                </a:cubicBezTo>
                <a:lnTo>
                  <a:pt x="323213" y="56057"/>
                </a:lnTo>
                <a:cubicBezTo>
                  <a:pt x="328623" y="53938"/>
                  <a:pt x="332787" y="50679"/>
                  <a:pt x="335704" y="46281"/>
                </a:cubicBezTo>
                <a:cubicBezTo>
                  <a:pt x="338623" y="41881"/>
                  <a:pt x="340082" y="36661"/>
                  <a:pt x="340082" y="30621"/>
                </a:cubicBezTo>
                <a:cubicBezTo>
                  <a:pt x="340082" y="24896"/>
                  <a:pt x="338782" y="20074"/>
                  <a:pt x="336183" y="16153"/>
                </a:cubicBezTo>
                <a:cubicBezTo>
                  <a:pt x="333584" y="12230"/>
                  <a:pt x="330428" y="9156"/>
                  <a:pt x="326715" y="6930"/>
                </a:cubicBezTo>
                <a:cubicBezTo>
                  <a:pt x="325016" y="5872"/>
                  <a:pt x="322973" y="5078"/>
                  <a:pt x="320586" y="4548"/>
                </a:cubicBezTo>
                <a:cubicBezTo>
                  <a:pt x="318199" y="4017"/>
                  <a:pt x="315627" y="3619"/>
                  <a:pt x="312869" y="3353"/>
                </a:cubicBezTo>
                <a:cubicBezTo>
                  <a:pt x="310110" y="3088"/>
                  <a:pt x="307325" y="2929"/>
                  <a:pt x="304513" y="2878"/>
                </a:cubicBezTo>
                <a:cubicBezTo>
                  <a:pt x="301703" y="2824"/>
                  <a:pt x="299078" y="2797"/>
                  <a:pt x="296638" y="2797"/>
                </a:cubicBezTo>
                <a:lnTo>
                  <a:pt x="255420" y="2797"/>
                </a:lnTo>
                <a:moveTo>
                  <a:pt x="270539" y="103659"/>
                </a:moveTo>
                <a:lnTo>
                  <a:pt x="270539" y="64340"/>
                </a:lnTo>
                <a:lnTo>
                  <a:pt x="305071" y="64340"/>
                </a:lnTo>
                <a:cubicBezTo>
                  <a:pt x="308254" y="64340"/>
                  <a:pt x="311331" y="64632"/>
                  <a:pt x="314301" y="65216"/>
                </a:cubicBezTo>
                <a:cubicBezTo>
                  <a:pt x="317272" y="65799"/>
                  <a:pt x="319898" y="66807"/>
                  <a:pt x="322179" y="68240"/>
                </a:cubicBezTo>
                <a:cubicBezTo>
                  <a:pt x="324460" y="69672"/>
                  <a:pt x="326290" y="71609"/>
                  <a:pt x="327669" y="74050"/>
                </a:cubicBezTo>
                <a:cubicBezTo>
                  <a:pt x="329048" y="76492"/>
                  <a:pt x="329738" y="79569"/>
                  <a:pt x="329738" y="83283"/>
                </a:cubicBezTo>
                <a:cubicBezTo>
                  <a:pt x="329738" y="89650"/>
                  <a:pt x="327854" y="94637"/>
                  <a:pt x="324087" y="98246"/>
                </a:cubicBezTo>
                <a:cubicBezTo>
                  <a:pt x="320322" y="101854"/>
                  <a:pt x="315097" y="103659"/>
                  <a:pt x="308413" y="103659"/>
                </a:cubicBezTo>
                <a:lnTo>
                  <a:pt x="270539" y="103659"/>
                </a:lnTo>
                <a:close/>
                <a:moveTo>
                  <a:pt x="359975" y="65738"/>
                </a:moveTo>
                <a:lnTo>
                  <a:pt x="359975" y="78482"/>
                </a:lnTo>
                <a:lnTo>
                  <a:pt x="405967" y="78482"/>
                </a:lnTo>
                <a:lnTo>
                  <a:pt x="405967" y="65738"/>
                </a:lnTo>
                <a:lnTo>
                  <a:pt x="359975" y="65738"/>
                </a:lnTo>
                <a:close/>
                <a:moveTo>
                  <a:pt x="492061" y="35977"/>
                </a:moveTo>
                <a:lnTo>
                  <a:pt x="506383" y="35977"/>
                </a:lnTo>
                <a:cubicBezTo>
                  <a:pt x="506171" y="29719"/>
                  <a:pt x="504977" y="24335"/>
                  <a:pt x="502801" y="19827"/>
                </a:cubicBezTo>
                <a:cubicBezTo>
                  <a:pt x="500627" y="15317"/>
                  <a:pt x="497657" y="11576"/>
                  <a:pt x="493889" y="8603"/>
                </a:cubicBezTo>
                <a:cubicBezTo>
                  <a:pt x="490124" y="5630"/>
                  <a:pt x="485748" y="3452"/>
                  <a:pt x="480762" y="2071"/>
                </a:cubicBezTo>
                <a:cubicBezTo>
                  <a:pt x="475776" y="690"/>
                  <a:pt x="470365" y="0"/>
                  <a:pt x="464529" y="0"/>
                </a:cubicBezTo>
                <a:cubicBezTo>
                  <a:pt x="459331" y="0"/>
                  <a:pt x="454265" y="663"/>
                  <a:pt x="449330" y="1989"/>
                </a:cubicBezTo>
                <a:cubicBezTo>
                  <a:pt x="444398" y="3315"/>
                  <a:pt x="439995" y="5331"/>
                  <a:pt x="436123" y="8038"/>
                </a:cubicBezTo>
                <a:cubicBezTo>
                  <a:pt x="432252" y="10743"/>
                  <a:pt x="429150" y="14191"/>
                  <a:pt x="426815" y="18382"/>
                </a:cubicBezTo>
                <a:cubicBezTo>
                  <a:pt x="424481" y="22572"/>
                  <a:pt x="423314" y="27530"/>
                  <a:pt x="423314" y="33258"/>
                </a:cubicBezTo>
                <a:cubicBezTo>
                  <a:pt x="423314" y="38456"/>
                  <a:pt x="424348" y="42779"/>
                  <a:pt x="426417" y="46227"/>
                </a:cubicBezTo>
                <a:cubicBezTo>
                  <a:pt x="428486" y="49675"/>
                  <a:pt x="431245" y="52487"/>
                  <a:pt x="434693" y="54663"/>
                </a:cubicBezTo>
                <a:cubicBezTo>
                  <a:pt x="438141" y="56837"/>
                  <a:pt x="442040" y="58587"/>
                  <a:pt x="446390" y="59913"/>
                </a:cubicBezTo>
                <a:cubicBezTo>
                  <a:pt x="450740" y="61239"/>
                  <a:pt x="455169" y="62406"/>
                  <a:pt x="459677" y="63415"/>
                </a:cubicBezTo>
                <a:cubicBezTo>
                  <a:pt x="464186" y="64422"/>
                  <a:pt x="468615" y="65403"/>
                  <a:pt x="472965" y="66358"/>
                </a:cubicBezTo>
                <a:cubicBezTo>
                  <a:pt x="477315" y="67313"/>
                  <a:pt x="481214" y="68559"/>
                  <a:pt x="484662" y="70097"/>
                </a:cubicBezTo>
                <a:cubicBezTo>
                  <a:pt x="488110" y="71635"/>
                  <a:pt x="490869" y="73625"/>
                  <a:pt x="492938" y="76066"/>
                </a:cubicBezTo>
                <a:cubicBezTo>
                  <a:pt x="495006" y="78506"/>
                  <a:pt x="496041" y="81688"/>
                  <a:pt x="496041" y="85614"/>
                </a:cubicBezTo>
                <a:cubicBezTo>
                  <a:pt x="496041" y="89752"/>
                  <a:pt x="495192" y="93146"/>
                  <a:pt x="493494" y="95798"/>
                </a:cubicBezTo>
                <a:cubicBezTo>
                  <a:pt x="491797" y="98450"/>
                  <a:pt x="489570" y="100545"/>
                  <a:pt x="486811" y="102085"/>
                </a:cubicBezTo>
                <a:cubicBezTo>
                  <a:pt x="484052" y="103623"/>
                  <a:pt x="480949" y="104710"/>
                  <a:pt x="477501" y="105346"/>
                </a:cubicBezTo>
                <a:cubicBezTo>
                  <a:pt x="474053" y="105982"/>
                  <a:pt x="470631" y="106300"/>
                  <a:pt x="467237" y="106300"/>
                </a:cubicBezTo>
                <a:cubicBezTo>
                  <a:pt x="462992" y="106300"/>
                  <a:pt x="458853" y="105770"/>
                  <a:pt x="454821" y="104710"/>
                </a:cubicBezTo>
                <a:cubicBezTo>
                  <a:pt x="450790" y="103650"/>
                  <a:pt x="447262" y="102006"/>
                  <a:pt x="444238" y="99778"/>
                </a:cubicBezTo>
                <a:cubicBezTo>
                  <a:pt x="441216" y="97549"/>
                  <a:pt x="438776" y="94710"/>
                  <a:pt x="436920" y="91262"/>
                </a:cubicBezTo>
                <a:cubicBezTo>
                  <a:pt x="435063" y="87814"/>
                  <a:pt x="434134" y="83703"/>
                  <a:pt x="434134" y="78929"/>
                </a:cubicBezTo>
                <a:lnTo>
                  <a:pt x="419812" y="78929"/>
                </a:lnTo>
                <a:cubicBezTo>
                  <a:pt x="419812" y="85825"/>
                  <a:pt x="421059" y="91793"/>
                  <a:pt x="423552" y="96833"/>
                </a:cubicBezTo>
                <a:cubicBezTo>
                  <a:pt x="426045" y="101872"/>
                  <a:pt x="429440" y="106012"/>
                  <a:pt x="433736" y="109251"/>
                </a:cubicBezTo>
                <a:cubicBezTo>
                  <a:pt x="438032" y="112489"/>
                  <a:pt x="443019" y="114904"/>
                  <a:pt x="448694" y="116497"/>
                </a:cubicBezTo>
                <a:cubicBezTo>
                  <a:pt x="454372" y="118091"/>
                  <a:pt x="460393" y="118889"/>
                  <a:pt x="466758" y="118889"/>
                </a:cubicBezTo>
                <a:cubicBezTo>
                  <a:pt x="471956" y="118889"/>
                  <a:pt x="477181" y="118278"/>
                  <a:pt x="482433" y="117058"/>
                </a:cubicBezTo>
                <a:cubicBezTo>
                  <a:pt x="487684" y="115839"/>
                  <a:pt x="492432" y="113877"/>
                  <a:pt x="496675" y="111172"/>
                </a:cubicBezTo>
                <a:cubicBezTo>
                  <a:pt x="500919" y="108465"/>
                  <a:pt x="504394" y="104963"/>
                  <a:pt x="507099" y="100667"/>
                </a:cubicBezTo>
                <a:cubicBezTo>
                  <a:pt x="509804" y="96370"/>
                  <a:pt x="511157" y="91199"/>
                  <a:pt x="511157" y="85153"/>
                </a:cubicBezTo>
                <a:cubicBezTo>
                  <a:pt x="511157" y="79529"/>
                  <a:pt x="510122" y="74861"/>
                  <a:pt x="508054" y="71149"/>
                </a:cubicBezTo>
                <a:cubicBezTo>
                  <a:pt x="505985" y="67435"/>
                  <a:pt x="503226" y="64358"/>
                  <a:pt x="499778" y="61919"/>
                </a:cubicBezTo>
                <a:cubicBezTo>
                  <a:pt x="496330" y="59478"/>
                  <a:pt x="492431" y="57541"/>
                  <a:pt x="488081" y="56110"/>
                </a:cubicBezTo>
                <a:cubicBezTo>
                  <a:pt x="483733" y="54678"/>
                  <a:pt x="479304" y="53431"/>
                  <a:pt x="474793" y="52371"/>
                </a:cubicBezTo>
                <a:cubicBezTo>
                  <a:pt x="470285" y="51309"/>
                  <a:pt x="465856" y="50327"/>
                  <a:pt x="461506" y="49425"/>
                </a:cubicBezTo>
                <a:cubicBezTo>
                  <a:pt x="457158" y="48524"/>
                  <a:pt x="453259" y="47383"/>
                  <a:pt x="449811" y="46004"/>
                </a:cubicBezTo>
                <a:cubicBezTo>
                  <a:pt x="446363" y="44625"/>
                  <a:pt x="443605" y="42848"/>
                  <a:pt x="441536" y="40674"/>
                </a:cubicBezTo>
                <a:cubicBezTo>
                  <a:pt x="439467" y="38498"/>
                  <a:pt x="438432" y="35659"/>
                  <a:pt x="438432" y="32158"/>
                </a:cubicBezTo>
                <a:cubicBezTo>
                  <a:pt x="438432" y="28446"/>
                  <a:pt x="439148" y="25343"/>
                  <a:pt x="440579" y="22850"/>
                </a:cubicBezTo>
                <a:cubicBezTo>
                  <a:pt x="442012" y="20355"/>
                  <a:pt x="443921" y="18366"/>
                  <a:pt x="446307" y="16881"/>
                </a:cubicBezTo>
                <a:cubicBezTo>
                  <a:pt x="448695" y="15395"/>
                  <a:pt x="451427" y="14334"/>
                  <a:pt x="454503" y="13698"/>
                </a:cubicBezTo>
                <a:cubicBezTo>
                  <a:pt x="457580" y="13062"/>
                  <a:pt x="460710" y="12744"/>
                  <a:pt x="463893" y="12744"/>
                </a:cubicBezTo>
                <a:cubicBezTo>
                  <a:pt x="471744" y="12744"/>
                  <a:pt x="478190" y="14574"/>
                  <a:pt x="483229" y="18234"/>
                </a:cubicBezTo>
                <a:cubicBezTo>
                  <a:pt x="488269" y="21894"/>
                  <a:pt x="491213" y="27809"/>
                  <a:pt x="492061" y="35977"/>
                </a:cubicBezTo>
                <a:close/>
                <a:moveTo>
                  <a:pt x="558264" y="10879"/>
                </a:moveTo>
                <a:lnTo>
                  <a:pt x="558264" y="0"/>
                </a:lnTo>
                <a:lnTo>
                  <a:pt x="528505" y="0"/>
                </a:lnTo>
                <a:lnTo>
                  <a:pt x="528505" y="147795"/>
                </a:lnTo>
                <a:lnTo>
                  <a:pt x="558264" y="147795"/>
                </a:lnTo>
                <a:lnTo>
                  <a:pt x="558264" y="136916"/>
                </a:lnTo>
                <a:lnTo>
                  <a:pt x="541234" y="136916"/>
                </a:lnTo>
                <a:lnTo>
                  <a:pt x="541234" y="10879"/>
                </a:lnTo>
                <a:lnTo>
                  <a:pt x="558264" y="10879"/>
                </a:lnTo>
                <a:close/>
                <a:moveTo>
                  <a:pt x="565266" y="43551"/>
                </a:moveTo>
                <a:lnTo>
                  <a:pt x="578792" y="43551"/>
                </a:lnTo>
                <a:cubicBezTo>
                  <a:pt x="578687" y="40155"/>
                  <a:pt x="579032" y="36786"/>
                  <a:pt x="579826" y="33445"/>
                </a:cubicBezTo>
                <a:cubicBezTo>
                  <a:pt x="580623" y="30103"/>
                  <a:pt x="581923" y="27107"/>
                  <a:pt x="583726" y="24455"/>
                </a:cubicBezTo>
                <a:cubicBezTo>
                  <a:pt x="585530" y="21802"/>
                  <a:pt x="587836" y="19653"/>
                  <a:pt x="590647" y="18008"/>
                </a:cubicBezTo>
                <a:cubicBezTo>
                  <a:pt x="593459" y="16363"/>
                  <a:pt x="596828" y="15541"/>
                  <a:pt x="600753" y="15541"/>
                </a:cubicBezTo>
                <a:cubicBezTo>
                  <a:pt x="603724" y="15541"/>
                  <a:pt x="606535" y="16019"/>
                  <a:pt x="609187" y="16974"/>
                </a:cubicBezTo>
                <a:cubicBezTo>
                  <a:pt x="611840" y="17927"/>
                  <a:pt x="614148" y="19306"/>
                  <a:pt x="616110" y="21109"/>
                </a:cubicBezTo>
                <a:cubicBezTo>
                  <a:pt x="618073" y="22912"/>
                  <a:pt x="619639" y="25061"/>
                  <a:pt x="620806" y="27554"/>
                </a:cubicBezTo>
                <a:cubicBezTo>
                  <a:pt x="621973" y="30045"/>
                  <a:pt x="622557" y="32829"/>
                  <a:pt x="622557" y="35905"/>
                </a:cubicBezTo>
                <a:cubicBezTo>
                  <a:pt x="622557" y="39829"/>
                  <a:pt x="621947" y="43276"/>
                  <a:pt x="620726" y="46247"/>
                </a:cubicBezTo>
                <a:cubicBezTo>
                  <a:pt x="619505" y="49216"/>
                  <a:pt x="617701" y="51973"/>
                  <a:pt x="615313" y="54517"/>
                </a:cubicBezTo>
                <a:cubicBezTo>
                  <a:pt x="612927" y="57062"/>
                  <a:pt x="609931" y="59581"/>
                  <a:pt x="606324" y="62074"/>
                </a:cubicBezTo>
                <a:cubicBezTo>
                  <a:pt x="602717" y="64566"/>
                  <a:pt x="598527" y="67297"/>
                  <a:pt x="593753" y="70267"/>
                </a:cubicBezTo>
                <a:cubicBezTo>
                  <a:pt x="589827" y="72600"/>
                  <a:pt x="586060" y="75092"/>
                  <a:pt x="582451" y="77744"/>
                </a:cubicBezTo>
                <a:cubicBezTo>
                  <a:pt x="578845" y="80396"/>
                  <a:pt x="575608" y="83471"/>
                  <a:pt x="572743" y="86971"/>
                </a:cubicBezTo>
                <a:cubicBezTo>
                  <a:pt x="569879" y="90471"/>
                  <a:pt x="567519" y="94582"/>
                  <a:pt x="565662" y="99302"/>
                </a:cubicBezTo>
                <a:cubicBezTo>
                  <a:pt x="563807" y="104021"/>
                  <a:pt x="562614" y="109721"/>
                  <a:pt x="562083" y="116402"/>
                </a:cubicBezTo>
                <a:lnTo>
                  <a:pt x="635764" y="116402"/>
                </a:lnTo>
                <a:lnTo>
                  <a:pt x="635764" y="104436"/>
                </a:lnTo>
                <a:lnTo>
                  <a:pt x="577838" y="104436"/>
                </a:lnTo>
                <a:cubicBezTo>
                  <a:pt x="578474" y="100936"/>
                  <a:pt x="579826" y="97834"/>
                  <a:pt x="581895" y="95130"/>
                </a:cubicBezTo>
                <a:cubicBezTo>
                  <a:pt x="583964" y="92425"/>
                  <a:pt x="586457" y="89906"/>
                  <a:pt x="589374" y="87574"/>
                </a:cubicBezTo>
                <a:cubicBezTo>
                  <a:pt x="592293" y="85239"/>
                  <a:pt x="595503" y="83038"/>
                  <a:pt x="599003" y="80971"/>
                </a:cubicBezTo>
                <a:cubicBezTo>
                  <a:pt x="602504" y="78902"/>
                  <a:pt x="606006" y="76807"/>
                  <a:pt x="609507" y="74687"/>
                </a:cubicBezTo>
                <a:cubicBezTo>
                  <a:pt x="613007" y="72459"/>
                  <a:pt x="616402" y="70126"/>
                  <a:pt x="619692" y="67686"/>
                </a:cubicBezTo>
                <a:cubicBezTo>
                  <a:pt x="622981" y="65246"/>
                  <a:pt x="625898" y="62515"/>
                  <a:pt x="628443" y="59493"/>
                </a:cubicBezTo>
                <a:cubicBezTo>
                  <a:pt x="630989" y="56471"/>
                  <a:pt x="633032" y="53051"/>
                  <a:pt x="634570" y="49233"/>
                </a:cubicBezTo>
                <a:cubicBezTo>
                  <a:pt x="636109" y="45415"/>
                  <a:pt x="636879" y="41013"/>
                  <a:pt x="636879" y="36028"/>
                </a:cubicBezTo>
                <a:cubicBezTo>
                  <a:pt x="636879" y="30725"/>
                  <a:pt x="635950" y="26059"/>
                  <a:pt x="634094" y="22029"/>
                </a:cubicBezTo>
                <a:cubicBezTo>
                  <a:pt x="632237" y="17998"/>
                  <a:pt x="629717" y="14631"/>
                  <a:pt x="626534" y="11928"/>
                </a:cubicBezTo>
                <a:cubicBezTo>
                  <a:pt x="623352" y="9223"/>
                  <a:pt x="619612" y="7155"/>
                  <a:pt x="615316" y="5723"/>
                </a:cubicBezTo>
                <a:cubicBezTo>
                  <a:pt x="611019" y="4291"/>
                  <a:pt x="606431" y="3574"/>
                  <a:pt x="601550" y="3574"/>
                </a:cubicBezTo>
                <a:cubicBezTo>
                  <a:pt x="595609" y="3574"/>
                  <a:pt x="590304" y="4585"/>
                  <a:pt x="585635" y="6607"/>
                </a:cubicBezTo>
                <a:cubicBezTo>
                  <a:pt x="580968" y="8628"/>
                  <a:pt x="577069" y="11418"/>
                  <a:pt x="573938" y="14978"/>
                </a:cubicBezTo>
                <a:cubicBezTo>
                  <a:pt x="570809" y="18536"/>
                  <a:pt x="568501" y="22755"/>
                  <a:pt x="567015" y="27636"/>
                </a:cubicBezTo>
                <a:cubicBezTo>
                  <a:pt x="565530" y="32517"/>
                  <a:pt x="564948" y="37822"/>
                  <a:pt x="565266" y="43551"/>
                </a:cubicBezTo>
                <a:close/>
                <a:moveTo>
                  <a:pt x="679209" y="147795"/>
                </a:moveTo>
                <a:lnTo>
                  <a:pt x="689554" y="147795"/>
                </a:lnTo>
                <a:cubicBezTo>
                  <a:pt x="682021" y="135586"/>
                  <a:pt x="676637" y="123482"/>
                  <a:pt x="673401" y="111485"/>
                </a:cubicBezTo>
                <a:cubicBezTo>
                  <a:pt x="670165" y="99486"/>
                  <a:pt x="668547" y="86797"/>
                  <a:pt x="668547" y="73419"/>
                </a:cubicBezTo>
                <a:cubicBezTo>
                  <a:pt x="668547" y="60360"/>
                  <a:pt x="670138" y="47885"/>
                  <a:pt x="673321" y="35994"/>
                </a:cubicBezTo>
                <a:cubicBezTo>
                  <a:pt x="676505" y="24102"/>
                  <a:pt x="681916" y="12104"/>
                  <a:pt x="689554" y="0"/>
                </a:cubicBezTo>
                <a:lnTo>
                  <a:pt x="679209" y="0"/>
                </a:lnTo>
                <a:cubicBezTo>
                  <a:pt x="670934" y="10935"/>
                  <a:pt x="664700" y="22774"/>
                  <a:pt x="660509" y="35516"/>
                </a:cubicBezTo>
                <a:cubicBezTo>
                  <a:pt x="656320" y="48256"/>
                  <a:pt x="654225" y="60891"/>
                  <a:pt x="654225" y="73419"/>
                </a:cubicBezTo>
                <a:cubicBezTo>
                  <a:pt x="654225" y="80427"/>
                  <a:pt x="654808" y="87116"/>
                  <a:pt x="655976" y="93486"/>
                </a:cubicBezTo>
                <a:cubicBezTo>
                  <a:pt x="657143" y="99857"/>
                  <a:pt x="658813" y="106068"/>
                  <a:pt x="660988" y="112121"/>
                </a:cubicBezTo>
                <a:cubicBezTo>
                  <a:pt x="663163" y="118172"/>
                  <a:pt x="665789" y="124144"/>
                  <a:pt x="668865" y="130037"/>
                </a:cubicBezTo>
                <a:cubicBezTo>
                  <a:pt x="671942" y="135930"/>
                  <a:pt x="675390" y="141849"/>
                  <a:pt x="679209" y="147795"/>
                </a:cubicBezTo>
                <a:close/>
                <a:moveTo>
                  <a:pt x="727430" y="58009"/>
                </a:moveTo>
                <a:lnTo>
                  <a:pt x="687963" y="116402"/>
                </a:lnTo>
                <a:lnTo>
                  <a:pt x="704832" y="116402"/>
                </a:lnTo>
                <a:lnTo>
                  <a:pt x="736342" y="69463"/>
                </a:lnTo>
                <a:lnTo>
                  <a:pt x="766897" y="116402"/>
                </a:lnTo>
                <a:lnTo>
                  <a:pt x="785357" y="116402"/>
                </a:lnTo>
                <a:lnTo>
                  <a:pt x="745411" y="58009"/>
                </a:lnTo>
                <a:lnTo>
                  <a:pt x="782970" y="2797"/>
                </a:lnTo>
                <a:lnTo>
                  <a:pt x="766100" y="2797"/>
                </a:lnTo>
                <a:lnTo>
                  <a:pt x="736500" y="47189"/>
                </a:lnTo>
                <a:lnTo>
                  <a:pt x="708174" y="2797"/>
                </a:lnTo>
                <a:lnTo>
                  <a:pt x="690032" y="2797"/>
                </a:lnTo>
                <a:lnTo>
                  <a:pt x="727430" y="58009"/>
                </a:lnTo>
                <a:close/>
                <a:moveTo>
                  <a:pt x="783765" y="147795"/>
                </a:moveTo>
                <a:lnTo>
                  <a:pt x="793949" y="147795"/>
                </a:lnTo>
                <a:cubicBezTo>
                  <a:pt x="802224" y="136860"/>
                  <a:pt x="808458" y="125048"/>
                  <a:pt x="812649" y="112361"/>
                </a:cubicBezTo>
                <a:cubicBezTo>
                  <a:pt x="816840" y="99673"/>
                  <a:pt x="818936" y="87064"/>
                  <a:pt x="818936" y="74534"/>
                </a:cubicBezTo>
                <a:cubicBezTo>
                  <a:pt x="818936" y="67527"/>
                  <a:pt x="818352" y="60839"/>
                  <a:pt x="817185" y="54469"/>
                </a:cubicBezTo>
                <a:cubicBezTo>
                  <a:pt x="816018" y="48097"/>
                  <a:pt x="814346" y="41859"/>
                  <a:pt x="812171" y="35754"/>
                </a:cubicBezTo>
                <a:cubicBezTo>
                  <a:pt x="809996" y="29649"/>
                  <a:pt x="807371" y="23651"/>
                  <a:pt x="804293" y="17758"/>
                </a:cubicBezTo>
                <a:cubicBezTo>
                  <a:pt x="801217" y="11865"/>
                  <a:pt x="797769" y="5946"/>
                  <a:pt x="793949" y="0"/>
                </a:cubicBezTo>
                <a:lnTo>
                  <a:pt x="783765" y="0"/>
                </a:lnTo>
                <a:cubicBezTo>
                  <a:pt x="791192" y="12209"/>
                  <a:pt x="796523" y="24339"/>
                  <a:pt x="799757" y="36390"/>
                </a:cubicBezTo>
                <a:cubicBezTo>
                  <a:pt x="802993" y="48441"/>
                  <a:pt x="804611" y="61155"/>
                  <a:pt x="804611" y="74534"/>
                </a:cubicBezTo>
                <a:cubicBezTo>
                  <a:pt x="804611" y="87488"/>
                  <a:pt x="803020" y="99938"/>
                  <a:pt x="799837" y="111883"/>
                </a:cubicBezTo>
                <a:cubicBezTo>
                  <a:pt x="796655" y="123827"/>
                  <a:pt x="791297" y="135798"/>
                  <a:pt x="783765" y="147795"/>
                </a:cubicBezTo>
                <a:close/>
                <a:moveTo>
                  <a:pt x="826415" y="136916"/>
                </a:moveTo>
                <a:lnTo>
                  <a:pt x="826415" y="147795"/>
                </a:lnTo>
                <a:lnTo>
                  <a:pt x="856173" y="147795"/>
                </a:lnTo>
                <a:lnTo>
                  <a:pt x="856173" y="0"/>
                </a:lnTo>
                <a:lnTo>
                  <a:pt x="826415" y="0"/>
                </a:lnTo>
                <a:lnTo>
                  <a:pt x="826415" y="10879"/>
                </a:lnTo>
                <a:lnTo>
                  <a:pt x="843442" y="10879"/>
                </a:lnTo>
                <a:lnTo>
                  <a:pt x="843442" y="136916"/>
                </a:lnTo>
                <a:lnTo>
                  <a:pt x="826415" y="136916"/>
                </a:lnTo>
                <a:close/>
                <a:moveTo>
                  <a:pt x="866199" y="147795"/>
                </a:moveTo>
                <a:lnTo>
                  <a:pt x="876383" y="147795"/>
                </a:lnTo>
                <a:cubicBezTo>
                  <a:pt x="884659" y="136860"/>
                  <a:pt x="890892" y="125048"/>
                  <a:pt x="895083" y="112361"/>
                </a:cubicBezTo>
                <a:cubicBezTo>
                  <a:pt x="899275" y="99673"/>
                  <a:pt x="901370" y="87064"/>
                  <a:pt x="901370" y="74534"/>
                </a:cubicBezTo>
                <a:cubicBezTo>
                  <a:pt x="901370" y="67527"/>
                  <a:pt x="900787" y="60839"/>
                  <a:pt x="899619" y="54469"/>
                </a:cubicBezTo>
                <a:cubicBezTo>
                  <a:pt x="898452" y="48097"/>
                  <a:pt x="896781" y="41859"/>
                  <a:pt x="894605" y="35754"/>
                </a:cubicBezTo>
                <a:cubicBezTo>
                  <a:pt x="892431" y="29649"/>
                  <a:pt x="889805" y="23651"/>
                  <a:pt x="886728" y="17758"/>
                </a:cubicBezTo>
                <a:cubicBezTo>
                  <a:pt x="883652" y="11865"/>
                  <a:pt x="880204" y="5946"/>
                  <a:pt x="876383" y="0"/>
                </a:cubicBezTo>
                <a:lnTo>
                  <a:pt x="866199" y="0"/>
                </a:lnTo>
                <a:cubicBezTo>
                  <a:pt x="873626" y="12209"/>
                  <a:pt x="878957" y="24339"/>
                  <a:pt x="882192" y="36390"/>
                </a:cubicBezTo>
                <a:cubicBezTo>
                  <a:pt x="885428" y="48441"/>
                  <a:pt x="887046" y="61155"/>
                  <a:pt x="887046" y="74534"/>
                </a:cubicBezTo>
                <a:cubicBezTo>
                  <a:pt x="887046" y="87488"/>
                  <a:pt x="885454" y="99938"/>
                  <a:pt x="882272" y="111883"/>
                </a:cubicBezTo>
                <a:cubicBezTo>
                  <a:pt x="879089" y="123827"/>
                  <a:pt x="873731" y="135798"/>
                  <a:pt x="866199" y="147795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91F94-622D-473B-BDE1-FBD2A3A8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00" y="2538418"/>
            <a:ext cx="374057" cy="61002"/>
          </a:xfrm>
          <a:custGeom xmlns:a="http://schemas.openxmlformats.org/drawingml/2006/main">
            <a:pathLst>
              <a:path w="374057" h="61002">
                <a:moveTo>
                  <a:pt x="347534" y="61002"/>
                </a:moveTo>
                <a:lnTo>
                  <a:pt x="26523" y="61002"/>
                </a:lnTo>
                <a:cubicBezTo>
                  <a:pt x="11875" y="61002"/>
                  <a:pt x="0" y="49127"/>
                  <a:pt x="0" y="34479"/>
                </a:cubicBezTo>
                <a:lnTo>
                  <a:pt x="0" y="26523"/>
                </a:lnTo>
                <a:cubicBezTo>
                  <a:pt x="0" y="11875"/>
                  <a:pt x="11875" y="0"/>
                  <a:pt x="26523" y="0"/>
                </a:cubicBezTo>
                <a:lnTo>
                  <a:pt x="347534" y="0"/>
                </a:lnTo>
                <a:cubicBezTo>
                  <a:pt x="362182" y="0"/>
                  <a:pt x="374057" y="11875"/>
                  <a:pt x="374057" y="26523"/>
                </a:cubicBezTo>
                <a:lnTo>
                  <a:pt x="374057" y="34479"/>
                </a:lnTo>
                <a:cubicBezTo>
                  <a:pt x="374057" y="49127"/>
                  <a:pt x="362182" y="61002"/>
                  <a:pt x="347534" y="61002"/>
                </a:cubicBezTo>
                <a:close/>
                <a:moveTo>
                  <a:pt x="347534" y="610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FDF5E-25BC-4311-9884-3FFA3AA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700" y="2538417"/>
            <a:ext cx="374058" cy="61004"/>
          </a:xfrm>
          <a:custGeom xmlns:a="http://schemas.openxmlformats.org/drawingml/2006/main">
            <a:pathLst>
              <a:path w="374058" h="61004" fill="none">
                <a:moveTo>
                  <a:pt x="347535" y="61004"/>
                </a:moveTo>
                <a:lnTo>
                  <a:pt x="26523" y="61004"/>
                </a:lnTo>
                <a:cubicBezTo>
                  <a:pt x="11874" y="61004"/>
                  <a:pt x="0" y="49126"/>
                  <a:pt x="0" y="34480"/>
                </a:cubicBezTo>
                <a:lnTo>
                  <a:pt x="0" y="26523"/>
                </a:lnTo>
                <a:cubicBezTo>
                  <a:pt x="0" y="11874"/>
                  <a:pt x="11874" y="0"/>
                  <a:pt x="26523" y="0"/>
                </a:cubicBezTo>
                <a:lnTo>
                  <a:pt x="347535" y="0"/>
                </a:lnTo>
                <a:cubicBezTo>
                  <a:pt x="362184" y="0"/>
                  <a:pt x="374058" y="11874"/>
                  <a:pt x="374058" y="26523"/>
                </a:cubicBezTo>
                <a:lnTo>
                  <a:pt x="374058" y="34480"/>
                </a:lnTo>
                <a:cubicBezTo>
                  <a:pt x="374058" y="49126"/>
                  <a:pt x="362184" y="61004"/>
                  <a:pt x="347535" y="61004"/>
                </a:cubicBezTo>
                <a:close/>
                <a:moveTo>
                  <a:pt x="347535" y="61004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A7B71-B401-4821-B248-016A97D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73" y="2438954"/>
            <a:ext cx="80911" cy="99464"/>
          </a:xfrm>
          <a:custGeom xmlns:a="http://schemas.openxmlformats.org/drawingml/2006/main">
            <a:pathLst>
              <a:path w="80911" h="99464">
                <a:moveTo>
                  <a:pt x="80911" y="99464"/>
                </a:moveTo>
                <a:lnTo>
                  <a:pt x="40455" y="0"/>
                </a:lnTo>
                <a:lnTo>
                  <a:pt x="0" y="99464"/>
                </a:lnTo>
                <a:lnTo>
                  <a:pt x="80911" y="99464"/>
                </a:lnTo>
                <a:close/>
                <a:moveTo>
                  <a:pt x="80911" y="994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68D43-BAEA-422C-B3F0-48B3F753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73" y="2438955"/>
            <a:ext cx="80912" cy="99462"/>
          </a:xfrm>
          <a:custGeom xmlns:a="http://schemas.openxmlformats.org/drawingml/2006/main">
            <a:pathLst>
              <a:path w="80912" h="99462" fill="none">
                <a:moveTo>
                  <a:pt x="80912" y="99462"/>
                </a:moveTo>
                <a:lnTo>
                  <a:pt x="40456" y="0"/>
                </a:lnTo>
                <a:lnTo>
                  <a:pt x="0" y="99462"/>
                </a:lnTo>
                <a:lnTo>
                  <a:pt x="80912" y="99462"/>
                </a:lnTo>
                <a:close/>
                <a:moveTo>
                  <a:pt x="80912" y="99462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FB1746-F28F-459F-8ADF-71C7FCF7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83" y="2238356"/>
            <a:ext cx="372439" cy="273915"/>
          </a:xfrm>
          <a:custGeom xmlns:a="http://schemas.openxmlformats.org/drawingml/2006/main">
            <a:pathLst>
              <a:path w="372439" h="273915">
                <a:moveTo>
                  <a:pt x="17899" y="0"/>
                </a:moveTo>
                <a:cubicBezTo>
                  <a:pt x="0" y="41826"/>
                  <a:pt x="161" y="91236"/>
                  <a:pt x="22618" y="137744"/>
                </a:cubicBezTo>
                <a:cubicBezTo>
                  <a:pt x="66470" y="228559"/>
                  <a:pt x="178730" y="273915"/>
                  <a:pt x="273359" y="239050"/>
                </a:cubicBezTo>
                <a:cubicBezTo>
                  <a:pt x="321821" y="221195"/>
                  <a:pt x="356260" y="185764"/>
                  <a:pt x="372439" y="143244"/>
                </a:cubicBezTo>
                <a:lnTo>
                  <a:pt x="17899" y="0"/>
                </a:lnTo>
                <a:close/>
                <a:moveTo>
                  <a:pt x="1789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FE11F8-EEE2-46A3-8D0B-A9584C45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83" y="2238356"/>
            <a:ext cx="372438" cy="273914"/>
          </a:xfrm>
          <a:custGeom xmlns:a="http://schemas.openxmlformats.org/drawingml/2006/main">
            <a:pathLst>
              <a:path w="372438" h="273914" fill="none">
                <a:moveTo>
                  <a:pt x="17898" y="0"/>
                </a:moveTo>
                <a:cubicBezTo>
                  <a:pt x="0" y="41825"/>
                  <a:pt x="159" y="91238"/>
                  <a:pt x="22616" y="137744"/>
                </a:cubicBezTo>
                <a:cubicBezTo>
                  <a:pt x="66470" y="228559"/>
                  <a:pt x="178730" y="273914"/>
                  <a:pt x="273357" y="239049"/>
                </a:cubicBezTo>
                <a:cubicBezTo>
                  <a:pt x="321821" y="221196"/>
                  <a:pt x="356259" y="185764"/>
                  <a:pt x="372438" y="143244"/>
                </a:cubicBezTo>
                <a:lnTo>
                  <a:pt x="17898" y="0"/>
                </a:lnTo>
                <a:close/>
                <a:moveTo>
                  <a:pt x="1789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8D0DA-861C-4949-ADA9-3CF4E232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58" y="2216170"/>
            <a:ext cx="400438" cy="185016"/>
          </a:xfrm>
          <a:custGeom xmlns:a="http://schemas.openxmlformats.org/drawingml/2006/main">
            <a:pathLst>
              <a:path w="400438" h="185016">
                <a:moveTo>
                  <a:pt x="87374" y="10853"/>
                </a:moveTo>
                <a:cubicBezTo>
                  <a:pt x="163532" y="21706"/>
                  <a:pt x="275792" y="67063"/>
                  <a:pt x="338115" y="112159"/>
                </a:cubicBezTo>
                <a:cubicBezTo>
                  <a:pt x="400438" y="157256"/>
                  <a:pt x="389222" y="185016"/>
                  <a:pt x="313064" y="174162"/>
                </a:cubicBezTo>
                <a:cubicBezTo>
                  <a:pt x="236906" y="163309"/>
                  <a:pt x="124646" y="117953"/>
                  <a:pt x="62323" y="72856"/>
                </a:cubicBezTo>
                <a:cubicBezTo>
                  <a:pt x="0" y="27760"/>
                  <a:pt x="11216" y="0"/>
                  <a:pt x="87374" y="108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17365-997B-4522-91AB-12D3AEBA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258" y="2216169"/>
            <a:ext cx="400438" cy="185016"/>
          </a:xfrm>
          <a:custGeom xmlns:a="http://schemas.openxmlformats.org/drawingml/2006/main">
            <a:pathLst>
              <a:path w="400438" h="185016" fill="none">
                <a:moveTo>
                  <a:pt x="87373" y="10853"/>
                </a:moveTo>
                <a:cubicBezTo>
                  <a:pt x="163532" y="21707"/>
                  <a:pt x="275792" y="67064"/>
                  <a:pt x="338114" y="112159"/>
                </a:cubicBezTo>
                <a:cubicBezTo>
                  <a:pt x="400438" y="157257"/>
                  <a:pt x="389222" y="185016"/>
                  <a:pt x="313063" y="174163"/>
                </a:cubicBezTo>
                <a:cubicBezTo>
                  <a:pt x="236906" y="163309"/>
                  <a:pt x="124646" y="117952"/>
                  <a:pt x="62322" y="72857"/>
                </a:cubicBezTo>
                <a:cubicBezTo>
                  <a:pt x="0" y="27759"/>
                  <a:pt x="11217" y="0"/>
                  <a:pt x="87373" y="108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B01FD-B128-4CAF-8BC6-D264243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326" y="2203229"/>
            <a:ext cx="43029" cy="106496"/>
          </a:xfrm>
          <a:custGeom xmlns:a="http://schemas.openxmlformats.org/drawingml/2006/main">
            <a:pathLst>
              <a:path w="43029" h="106496" fill="none">
                <a:moveTo>
                  <a:pt x="0" y="106496"/>
                </a:moveTo>
                <a:lnTo>
                  <a:pt x="430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71" cap="rnd">
            <a:solidFill>
              <a:srgbClr val="000000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528B3C-8D01-4DDA-82C1-F0EB99D5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97" y="2160540"/>
            <a:ext cx="47016" cy="47016"/>
          </a:xfrm>
          <a:custGeom xmlns:a="http://schemas.openxmlformats.org/drawingml/2006/main">
            <a:pathLst>
              <a:path w="47016" h="47016">
                <a:moveTo>
                  <a:pt x="31592" y="42552"/>
                </a:moveTo>
                <a:cubicBezTo>
                  <a:pt x="21074" y="47016"/>
                  <a:pt x="8929" y="42109"/>
                  <a:pt x="4464" y="31591"/>
                </a:cubicBezTo>
                <a:cubicBezTo>
                  <a:pt x="0" y="21074"/>
                  <a:pt x="4907" y="8929"/>
                  <a:pt x="15425" y="4464"/>
                </a:cubicBezTo>
                <a:cubicBezTo>
                  <a:pt x="25942" y="0"/>
                  <a:pt x="38087" y="4907"/>
                  <a:pt x="42552" y="15424"/>
                </a:cubicBezTo>
                <a:cubicBezTo>
                  <a:pt x="47016" y="25942"/>
                  <a:pt x="42109" y="38087"/>
                  <a:pt x="31592" y="4255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18BAB-E084-45B6-8FE4-6894F35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97" y="2160539"/>
            <a:ext cx="47015" cy="47018"/>
          </a:xfrm>
          <a:custGeom xmlns:a="http://schemas.openxmlformats.org/drawingml/2006/main">
            <a:pathLst>
              <a:path w="47015" h="47018" fill="none">
                <a:moveTo>
                  <a:pt x="31589" y="42551"/>
                </a:moveTo>
                <a:cubicBezTo>
                  <a:pt x="21073" y="47018"/>
                  <a:pt x="8928" y="42111"/>
                  <a:pt x="4464" y="31592"/>
                </a:cubicBezTo>
                <a:cubicBezTo>
                  <a:pt x="0" y="21075"/>
                  <a:pt x="4907" y="8930"/>
                  <a:pt x="15423" y="4467"/>
                </a:cubicBezTo>
                <a:cubicBezTo>
                  <a:pt x="25940" y="0"/>
                  <a:pt x="38085" y="4907"/>
                  <a:pt x="42551" y="15426"/>
                </a:cubicBezTo>
                <a:cubicBezTo>
                  <a:pt x="47015" y="25942"/>
                  <a:pt x="42108" y="38087"/>
                  <a:pt x="31589" y="425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71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29C03-C4AD-4971-9EA4-8227F092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25" y="2602949"/>
            <a:ext cx="374057" cy="61002"/>
          </a:xfrm>
          <a:custGeom xmlns:a="http://schemas.openxmlformats.org/drawingml/2006/main">
            <a:pathLst>
              <a:path w="374057" h="61002">
                <a:moveTo>
                  <a:pt x="347534" y="61002"/>
                </a:moveTo>
                <a:lnTo>
                  <a:pt x="26523" y="61002"/>
                </a:lnTo>
                <a:cubicBezTo>
                  <a:pt x="11875" y="61002"/>
                  <a:pt x="0" y="49127"/>
                  <a:pt x="0" y="34479"/>
                </a:cubicBezTo>
                <a:lnTo>
                  <a:pt x="0" y="26523"/>
                </a:lnTo>
                <a:cubicBezTo>
                  <a:pt x="0" y="11875"/>
                  <a:pt x="11875" y="0"/>
                  <a:pt x="26523" y="0"/>
                </a:cubicBezTo>
                <a:lnTo>
                  <a:pt x="347534" y="0"/>
                </a:lnTo>
                <a:cubicBezTo>
                  <a:pt x="362182" y="0"/>
                  <a:pt x="374057" y="11875"/>
                  <a:pt x="374057" y="26523"/>
                </a:cubicBezTo>
                <a:lnTo>
                  <a:pt x="374057" y="34479"/>
                </a:lnTo>
                <a:cubicBezTo>
                  <a:pt x="374057" y="49127"/>
                  <a:pt x="362182" y="61002"/>
                  <a:pt x="347534" y="61002"/>
                </a:cubicBezTo>
                <a:close/>
                <a:moveTo>
                  <a:pt x="347534" y="61002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9C9B2-8746-4B17-87E7-D149D084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725" y="2602948"/>
            <a:ext cx="374058" cy="61004"/>
          </a:xfrm>
          <a:custGeom xmlns:a="http://schemas.openxmlformats.org/drawingml/2006/main">
            <a:pathLst>
              <a:path w="374058" h="61004" fill="none">
                <a:moveTo>
                  <a:pt x="347535" y="61004"/>
                </a:moveTo>
                <a:lnTo>
                  <a:pt x="26523" y="61004"/>
                </a:lnTo>
                <a:cubicBezTo>
                  <a:pt x="11874" y="61004"/>
                  <a:pt x="0" y="49126"/>
                  <a:pt x="0" y="34480"/>
                </a:cubicBezTo>
                <a:lnTo>
                  <a:pt x="0" y="26523"/>
                </a:lnTo>
                <a:cubicBezTo>
                  <a:pt x="0" y="11874"/>
                  <a:pt x="11874" y="0"/>
                  <a:pt x="26523" y="0"/>
                </a:cubicBezTo>
                <a:lnTo>
                  <a:pt x="347535" y="0"/>
                </a:lnTo>
                <a:cubicBezTo>
                  <a:pt x="362181" y="0"/>
                  <a:pt x="374058" y="11874"/>
                  <a:pt x="374058" y="26523"/>
                </a:cubicBezTo>
                <a:lnTo>
                  <a:pt x="374058" y="34480"/>
                </a:lnTo>
                <a:cubicBezTo>
                  <a:pt x="374058" y="49126"/>
                  <a:pt x="362181" y="61004"/>
                  <a:pt x="347535" y="61004"/>
                </a:cubicBezTo>
                <a:close/>
                <a:moveTo>
                  <a:pt x="347535" y="61004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2043F-4390-45F9-9840-9B97426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98" y="2503485"/>
            <a:ext cx="80911" cy="99464"/>
          </a:xfrm>
          <a:custGeom xmlns:a="http://schemas.openxmlformats.org/drawingml/2006/main">
            <a:pathLst>
              <a:path w="80911" h="99464">
                <a:moveTo>
                  <a:pt x="80911" y="99464"/>
                </a:moveTo>
                <a:lnTo>
                  <a:pt x="40456" y="0"/>
                </a:lnTo>
                <a:lnTo>
                  <a:pt x="0" y="99464"/>
                </a:lnTo>
                <a:lnTo>
                  <a:pt x="80911" y="99464"/>
                </a:lnTo>
                <a:close/>
                <a:moveTo>
                  <a:pt x="80911" y="994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1E97E-43AB-472A-8E7C-FE194D98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298" y="2503486"/>
            <a:ext cx="80912" cy="99462"/>
          </a:xfrm>
          <a:custGeom xmlns:a="http://schemas.openxmlformats.org/drawingml/2006/main">
            <a:pathLst>
              <a:path w="80912" h="99462" fill="none">
                <a:moveTo>
                  <a:pt x="80912" y="99462"/>
                </a:moveTo>
                <a:lnTo>
                  <a:pt x="40456" y="0"/>
                </a:lnTo>
                <a:lnTo>
                  <a:pt x="0" y="99462"/>
                </a:lnTo>
                <a:lnTo>
                  <a:pt x="80912" y="99462"/>
                </a:lnTo>
                <a:close/>
                <a:moveTo>
                  <a:pt x="80912" y="99462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C3768-E2F7-4B47-957A-D24C06D1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07" y="2302888"/>
            <a:ext cx="372439" cy="273915"/>
          </a:xfrm>
          <a:custGeom xmlns:a="http://schemas.openxmlformats.org/drawingml/2006/main">
            <a:pathLst>
              <a:path w="372439" h="273915">
                <a:moveTo>
                  <a:pt x="17899" y="0"/>
                </a:moveTo>
                <a:cubicBezTo>
                  <a:pt x="0" y="41825"/>
                  <a:pt x="161" y="91236"/>
                  <a:pt x="22618" y="137744"/>
                </a:cubicBezTo>
                <a:cubicBezTo>
                  <a:pt x="66470" y="228559"/>
                  <a:pt x="178730" y="273915"/>
                  <a:pt x="273359" y="239050"/>
                </a:cubicBezTo>
                <a:cubicBezTo>
                  <a:pt x="321821" y="221195"/>
                  <a:pt x="356260" y="185764"/>
                  <a:pt x="372439" y="143244"/>
                </a:cubicBezTo>
                <a:lnTo>
                  <a:pt x="17899" y="0"/>
                </a:lnTo>
                <a:close/>
                <a:moveTo>
                  <a:pt x="17899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E1CAC-D388-46C4-99D9-E36C2ECC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08" y="2302887"/>
            <a:ext cx="372438" cy="273914"/>
          </a:xfrm>
          <a:custGeom xmlns:a="http://schemas.openxmlformats.org/drawingml/2006/main">
            <a:pathLst>
              <a:path w="372438" h="273914" fill="none">
                <a:moveTo>
                  <a:pt x="17898" y="0"/>
                </a:moveTo>
                <a:cubicBezTo>
                  <a:pt x="0" y="41825"/>
                  <a:pt x="159" y="91238"/>
                  <a:pt x="22616" y="137744"/>
                </a:cubicBezTo>
                <a:cubicBezTo>
                  <a:pt x="66467" y="228559"/>
                  <a:pt x="178730" y="273914"/>
                  <a:pt x="273357" y="239049"/>
                </a:cubicBezTo>
                <a:cubicBezTo>
                  <a:pt x="321821" y="221196"/>
                  <a:pt x="356259" y="185764"/>
                  <a:pt x="372438" y="143244"/>
                </a:cubicBezTo>
                <a:lnTo>
                  <a:pt x="17898" y="0"/>
                </a:lnTo>
                <a:close/>
                <a:moveTo>
                  <a:pt x="1789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AF18D-7A08-4250-A6A3-4543708B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3" y="2280701"/>
            <a:ext cx="400438" cy="185015"/>
          </a:xfrm>
          <a:custGeom xmlns:a="http://schemas.openxmlformats.org/drawingml/2006/main">
            <a:pathLst>
              <a:path w="400438" h="185015">
                <a:moveTo>
                  <a:pt x="87374" y="10853"/>
                </a:moveTo>
                <a:cubicBezTo>
                  <a:pt x="163531" y="21706"/>
                  <a:pt x="275792" y="67063"/>
                  <a:pt x="338114" y="112159"/>
                </a:cubicBezTo>
                <a:cubicBezTo>
                  <a:pt x="400438" y="157256"/>
                  <a:pt x="389222" y="185015"/>
                  <a:pt x="313064" y="174162"/>
                </a:cubicBezTo>
                <a:cubicBezTo>
                  <a:pt x="236906" y="163309"/>
                  <a:pt x="124646" y="117953"/>
                  <a:pt x="62323" y="72856"/>
                </a:cubicBezTo>
                <a:cubicBezTo>
                  <a:pt x="0" y="27760"/>
                  <a:pt x="11215" y="0"/>
                  <a:pt x="87374" y="1085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CC510-B24B-4960-BE06-3EB24269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83" y="2280701"/>
            <a:ext cx="400438" cy="185016"/>
          </a:xfrm>
          <a:custGeom xmlns:a="http://schemas.openxmlformats.org/drawingml/2006/main">
            <a:pathLst>
              <a:path w="400438" h="185016" fill="none">
                <a:moveTo>
                  <a:pt x="87373" y="10853"/>
                </a:moveTo>
                <a:cubicBezTo>
                  <a:pt x="163532" y="21707"/>
                  <a:pt x="275792" y="67064"/>
                  <a:pt x="338114" y="112159"/>
                </a:cubicBezTo>
                <a:cubicBezTo>
                  <a:pt x="400438" y="157257"/>
                  <a:pt x="389222" y="185016"/>
                  <a:pt x="313063" y="174163"/>
                </a:cubicBezTo>
                <a:cubicBezTo>
                  <a:pt x="236906" y="163309"/>
                  <a:pt x="124646" y="117952"/>
                  <a:pt x="62322" y="72857"/>
                </a:cubicBezTo>
                <a:cubicBezTo>
                  <a:pt x="0" y="27759"/>
                  <a:pt x="11214" y="0"/>
                  <a:pt x="87373" y="108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262" cap="rnd">
            <a:solidFill>
              <a:srgbClr val="000000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9B566-D418-4070-86B7-D0A0A920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51" y="2267760"/>
            <a:ext cx="43029" cy="106496"/>
          </a:xfrm>
          <a:custGeom xmlns:a="http://schemas.openxmlformats.org/drawingml/2006/main">
            <a:pathLst>
              <a:path w="43029" h="106496" fill="none">
                <a:moveTo>
                  <a:pt x="0" y="106496"/>
                </a:moveTo>
                <a:lnTo>
                  <a:pt x="430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71" cap="rnd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7E46C3-F8DF-47E0-BFB0-EB742A4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21" y="2225072"/>
            <a:ext cx="47016" cy="47016"/>
          </a:xfrm>
          <a:custGeom xmlns:a="http://schemas.openxmlformats.org/drawingml/2006/main">
            <a:pathLst>
              <a:path w="47016" h="47016">
                <a:moveTo>
                  <a:pt x="31592" y="42551"/>
                </a:moveTo>
                <a:cubicBezTo>
                  <a:pt x="21074" y="47016"/>
                  <a:pt x="8929" y="42109"/>
                  <a:pt x="4464" y="31591"/>
                </a:cubicBezTo>
                <a:cubicBezTo>
                  <a:pt x="0" y="21074"/>
                  <a:pt x="4907" y="8929"/>
                  <a:pt x="15425" y="4464"/>
                </a:cubicBezTo>
                <a:cubicBezTo>
                  <a:pt x="25942" y="0"/>
                  <a:pt x="38087" y="4907"/>
                  <a:pt x="42552" y="15424"/>
                </a:cubicBezTo>
                <a:cubicBezTo>
                  <a:pt x="47016" y="25942"/>
                  <a:pt x="42109" y="38087"/>
                  <a:pt x="31592" y="4255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C913B-BC68-43C4-AB2D-4A03AC82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622" y="2225071"/>
            <a:ext cx="47015" cy="47018"/>
          </a:xfrm>
          <a:custGeom xmlns:a="http://schemas.openxmlformats.org/drawingml/2006/main">
            <a:pathLst>
              <a:path w="47015" h="47018" fill="none">
                <a:moveTo>
                  <a:pt x="31589" y="42551"/>
                </a:moveTo>
                <a:cubicBezTo>
                  <a:pt x="21073" y="47018"/>
                  <a:pt x="8928" y="42108"/>
                  <a:pt x="4464" y="31592"/>
                </a:cubicBezTo>
                <a:cubicBezTo>
                  <a:pt x="0" y="21075"/>
                  <a:pt x="4907" y="8930"/>
                  <a:pt x="15423" y="4464"/>
                </a:cubicBezTo>
                <a:cubicBezTo>
                  <a:pt x="25940" y="0"/>
                  <a:pt x="38085" y="4907"/>
                  <a:pt x="42551" y="15426"/>
                </a:cubicBezTo>
                <a:cubicBezTo>
                  <a:pt x="47015" y="25942"/>
                  <a:pt x="42108" y="38087"/>
                  <a:pt x="31589" y="42551"/>
                </a:cubicBezTo>
              </a:path>
            </a:pathLst>
          </a:custGeom>
          <a:noFill xmlns:a="http://schemas.openxmlformats.org/drawingml/2006/main"/>
          <a:ln xmlns:a="http://schemas.openxmlformats.org/drawingml/2006/main" w="23871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788F72-6039-4CCD-A673-3B51B691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878" y="1235669"/>
            <a:ext cx="10" cy="592308"/>
          </a:xfrm>
          <a:custGeom xmlns:a="http://schemas.openxmlformats.org/drawingml/2006/main">
            <a:pathLst>
              <a:path w="1" h="592308" fill="none">
                <a:moveTo>
                  <a:pt x="0" y="5923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66" cap="rnd">
            <a:solidFill>
              <a:srgbClr val="000000"/>
            </a:solidFill>
            <a:custDash>
              <a:ds d="100000" sp="300000"/>
            </a:custDash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85551-DA08-4F80-B507-44111598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73" y="1188988"/>
            <a:ext cx="35011" cy="46681"/>
          </a:xfrm>
          <a:custGeom xmlns:a="http://schemas.openxmlformats.org/drawingml/2006/main">
            <a:pathLst>
              <a:path w="35011" h="46681" fill="none">
                <a:moveTo>
                  <a:pt x="17505" y="0"/>
                </a:moveTo>
                <a:lnTo>
                  <a:pt x="0" y="46681"/>
                </a:lnTo>
                <a:lnTo>
                  <a:pt x="35011" y="46681"/>
                </a:lnTo>
                <a:lnTo>
                  <a:pt x="17505" y="0"/>
                </a:lnTo>
                <a:close/>
                <a:moveTo>
                  <a:pt x="17505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8566" cap="flat">
            <a:solidFill>
              <a:srgbClr val="000000"/>
            </a:solidFill>
            <a:miter/>
          </a:ln>
        </p:spPr>
      </p:sp>
      <p:sp>
        <p:nvSpPr>
          <p:cNvPr id="176" name="Text (c)ForwardLinkIPprotocolstacks">
            <a:extLst xmlns:a="http://schemas.openxmlformats.org/drawingml/2006/main">
              <a:ext uri="{FF2B5EF4-FFF2-40B4-BE49-F238E27FC236}">
                <a16:creationId xmlns:a16="http://schemas.microsoft.com/office/drawing/2014/main" id="{83ECBF7D-D8D7-4138-96FC-1D9E1C84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606" y="3039567"/>
            <a:ext cx="2370868" cy="151758"/>
          </a:xfrm>
          <a:custGeom xmlns:a="http://schemas.openxmlformats.org/drawingml/2006/main">
            <a:pathLst>
              <a:path w="2370868" h="151758">
                <a:moveTo>
                  <a:pt x="45038" y="148657"/>
                </a:moveTo>
                <a:lnTo>
                  <a:pt x="45038" y="151758"/>
                </a:lnTo>
                <a:cubicBezTo>
                  <a:pt x="36824" y="147624"/>
                  <a:pt x="29971" y="142783"/>
                  <a:pt x="24477" y="137235"/>
                </a:cubicBezTo>
                <a:cubicBezTo>
                  <a:pt x="16644" y="129348"/>
                  <a:pt x="10607" y="120046"/>
                  <a:pt x="6364" y="109331"/>
                </a:cubicBezTo>
                <a:cubicBezTo>
                  <a:pt x="2121" y="98615"/>
                  <a:pt x="0" y="87492"/>
                  <a:pt x="0" y="75961"/>
                </a:cubicBezTo>
                <a:cubicBezTo>
                  <a:pt x="0" y="59099"/>
                  <a:pt x="4161" y="43719"/>
                  <a:pt x="12483" y="29821"/>
                </a:cubicBezTo>
                <a:cubicBezTo>
                  <a:pt x="20806" y="15924"/>
                  <a:pt x="31657" y="5983"/>
                  <a:pt x="45038" y="0"/>
                </a:cubicBezTo>
                <a:lnTo>
                  <a:pt x="45038" y="3427"/>
                </a:lnTo>
                <a:cubicBezTo>
                  <a:pt x="38347" y="7124"/>
                  <a:pt x="32854" y="12180"/>
                  <a:pt x="28557" y="18595"/>
                </a:cubicBezTo>
                <a:cubicBezTo>
                  <a:pt x="24260" y="25010"/>
                  <a:pt x="21050" y="33138"/>
                  <a:pt x="18929" y="42978"/>
                </a:cubicBezTo>
                <a:cubicBezTo>
                  <a:pt x="16808" y="52816"/>
                  <a:pt x="15747" y="63091"/>
                  <a:pt x="15747" y="73801"/>
                </a:cubicBezTo>
                <a:cubicBezTo>
                  <a:pt x="15747" y="85434"/>
                  <a:pt x="16644" y="96008"/>
                  <a:pt x="18439" y="105522"/>
                </a:cubicBezTo>
                <a:cubicBezTo>
                  <a:pt x="19854" y="113023"/>
                  <a:pt x="21567" y="119043"/>
                  <a:pt x="23580" y="123581"/>
                </a:cubicBezTo>
                <a:cubicBezTo>
                  <a:pt x="25592" y="128121"/>
                  <a:pt x="28298" y="132484"/>
                  <a:pt x="31698" y="136669"/>
                </a:cubicBezTo>
                <a:cubicBezTo>
                  <a:pt x="35097" y="140855"/>
                  <a:pt x="39544" y="144852"/>
                  <a:pt x="45038" y="148657"/>
                </a:cubicBezTo>
                <a:close/>
                <a:moveTo>
                  <a:pt x="117488" y="87628"/>
                </a:moveTo>
                <a:cubicBezTo>
                  <a:pt x="115476" y="97473"/>
                  <a:pt x="111532" y="105047"/>
                  <a:pt x="105658" y="110351"/>
                </a:cubicBezTo>
                <a:cubicBezTo>
                  <a:pt x="99783" y="115654"/>
                  <a:pt x="93283" y="118306"/>
                  <a:pt x="86158" y="118306"/>
                </a:cubicBezTo>
                <a:cubicBezTo>
                  <a:pt x="77672" y="118306"/>
                  <a:pt x="70275" y="114747"/>
                  <a:pt x="63965" y="107630"/>
                </a:cubicBezTo>
                <a:cubicBezTo>
                  <a:pt x="57656" y="100512"/>
                  <a:pt x="54501" y="90893"/>
                  <a:pt x="54501" y="78775"/>
                </a:cubicBezTo>
                <a:cubicBezTo>
                  <a:pt x="54501" y="67038"/>
                  <a:pt x="57995" y="57502"/>
                  <a:pt x="64985" y="50168"/>
                </a:cubicBezTo>
                <a:cubicBezTo>
                  <a:pt x="71975" y="42831"/>
                  <a:pt x="80365" y="39163"/>
                  <a:pt x="90156" y="39163"/>
                </a:cubicBezTo>
                <a:cubicBezTo>
                  <a:pt x="97499" y="39163"/>
                  <a:pt x="103536" y="41115"/>
                  <a:pt x="108269" y="45017"/>
                </a:cubicBezTo>
                <a:cubicBezTo>
                  <a:pt x="113001" y="48918"/>
                  <a:pt x="115367" y="52970"/>
                  <a:pt x="115367" y="57172"/>
                </a:cubicBezTo>
                <a:cubicBezTo>
                  <a:pt x="115367" y="59246"/>
                  <a:pt x="114701" y="60924"/>
                  <a:pt x="113368" y="62207"/>
                </a:cubicBezTo>
                <a:cubicBezTo>
                  <a:pt x="112035" y="63489"/>
                  <a:pt x="110172" y="64130"/>
                  <a:pt x="107779" y="64130"/>
                </a:cubicBezTo>
                <a:cubicBezTo>
                  <a:pt x="104570" y="64130"/>
                  <a:pt x="102149" y="63088"/>
                  <a:pt x="100518" y="61004"/>
                </a:cubicBezTo>
                <a:cubicBezTo>
                  <a:pt x="99593" y="59852"/>
                  <a:pt x="98981" y="57657"/>
                  <a:pt x="98682" y="54421"/>
                </a:cubicBezTo>
                <a:cubicBezTo>
                  <a:pt x="98383" y="51184"/>
                  <a:pt x="97281" y="48716"/>
                  <a:pt x="95377" y="47016"/>
                </a:cubicBezTo>
                <a:cubicBezTo>
                  <a:pt x="93474" y="45371"/>
                  <a:pt x="90836" y="44548"/>
                  <a:pt x="87463" y="44548"/>
                </a:cubicBezTo>
                <a:cubicBezTo>
                  <a:pt x="82024" y="44548"/>
                  <a:pt x="77645" y="46561"/>
                  <a:pt x="74327" y="50586"/>
                </a:cubicBezTo>
                <a:cubicBezTo>
                  <a:pt x="69921" y="55917"/>
                  <a:pt x="67718" y="62961"/>
                  <a:pt x="67718" y="71718"/>
                </a:cubicBezTo>
                <a:cubicBezTo>
                  <a:pt x="67718" y="80638"/>
                  <a:pt x="69908" y="88512"/>
                  <a:pt x="74286" y="95338"/>
                </a:cubicBezTo>
                <a:cubicBezTo>
                  <a:pt x="78665" y="102165"/>
                  <a:pt x="84580" y="105578"/>
                  <a:pt x="92032" y="105578"/>
                </a:cubicBezTo>
                <a:cubicBezTo>
                  <a:pt x="97363" y="105578"/>
                  <a:pt x="102149" y="103756"/>
                  <a:pt x="106392" y="100111"/>
                </a:cubicBezTo>
                <a:cubicBezTo>
                  <a:pt x="109384" y="97609"/>
                  <a:pt x="112294" y="93067"/>
                  <a:pt x="115122" y="86486"/>
                </a:cubicBezTo>
                <a:lnTo>
                  <a:pt x="117488" y="87628"/>
                </a:lnTo>
                <a:close/>
                <a:moveTo>
                  <a:pt x="126700" y="3427"/>
                </a:moveTo>
                <a:lnTo>
                  <a:pt x="126700" y="0"/>
                </a:lnTo>
                <a:cubicBezTo>
                  <a:pt x="134968" y="4080"/>
                  <a:pt x="141849" y="8893"/>
                  <a:pt x="147342" y="14441"/>
                </a:cubicBezTo>
                <a:cubicBezTo>
                  <a:pt x="155121" y="22383"/>
                  <a:pt x="161131" y="31698"/>
                  <a:pt x="165374" y="42386"/>
                </a:cubicBezTo>
                <a:cubicBezTo>
                  <a:pt x="169617" y="53074"/>
                  <a:pt x="171738" y="64212"/>
                  <a:pt x="171738" y="75797"/>
                </a:cubicBezTo>
                <a:cubicBezTo>
                  <a:pt x="171738" y="92659"/>
                  <a:pt x="167590" y="108039"/>
                  <a:pt x="159295" y="121937"/>
                </a:cubicBezTo>
                <a:cubicBezTo>
                  <a:pt x="151000" y="135834"/>
                  <a:pt x="140135" y="145775"/>
                  <a:pt x="126700" y="151758"/>
                </a:cubicBezTo>
                <a:lnTo>
                  <a:pt x="126700" y="148657"/>
                </a:lnTo>
                <a:cubicBezTo>
                  <a:pt x="133390" y="144906"/>
                  <a:pt x="138898" y="139836"/>
                  <a:pt x="143222" y="133449"/>
                </a:cubicBezTo>
                <a:cubicBezTo>
                  <a:pt x="147546" y="127061"/>
                  <a:pt x="150756" y="118934"/>
                  <a:pt x="152850" y="109068"/>
                </a:cubicBezTo>
                <a:cubicBezTo>
                  <a:pt x="154944" y="99201"/>
                  <a:pt x="155991" y="88913"/>
                  <a:pt x="155991" y="78204"/>
                </a:cubicBezTo>
                <a:cubicBezTo>
                  <a:pt x="155991" y="66624"/>
                  <a:pt x="155093" y="56050"/>
                  <a:pt x="153299" y="46484"/>
                </a:cubicBezTo>
                <a:cubicBezTo>
                  <a:pt x="151939" y="38981"/>
                  <a:pt x="150239" y="32974"/>
                  <a:pt x="148199" y="28462"/>
                </a:cubicBezTo>
                <a:cubicBezTo>
                  <a:pt x="146159" y="23949"/>
                  <a:pt x="143453" y="19600"/>
                  <a:pt x="140081" y="15415"/>
                </a:cubicBezTo>
                <a:cubicBezTo>
                  <a:pt x="136708" y="11229"/>
                  <a:pt x="132248" y="7233"/>
                  <a:pt x="126700" y="3427"/>
                </a:cubicBezTo>
                <a:close/>
                <a:moveTo>
                  <a:pt x="254551" y="11423"/>
                </a:moveTo>
                <a:lnTo>
                  <a:pt x="254551" y="54829"/>
                </a:lnTo>
                <a:lnTo>
                  <a:pt x="274703" y="54829"/>
                </a:lnTo>
                <a:cubicBezTo>
                  <a:pt x="279327" y="54829"/>
                  <a:pt x="282713" y="53815"/>
                  <a:pt x="284861" y="51787"/>
                </a:cubicBezTo>
                <a:cubicBezTo>
                  <a:pt x="287010" y="49757"/>
                  <a:pt x="288438" y="45713"/>
                  <a:pt x="289145" y="39653"/>
                </a:cubicBezTo>
                <a:lnTo>
                  <a:pt x="292164" y="39653"/>
                </a:lnTo>
                <a:lnTo>
                  <a:pt x="292164" y="77184"/>
                </a:lnTo>
                <a:lnTo>
                  <a:pt x="289145" y="77184"/>
                </a:lnTo>
                <a:cubicBezTo>
                  <a:pt x="289090" y="72887"/>
                  <a:pt x="288533" y="69732"/>
                  <a:pt x="287472" y="67720"/>
                </a:cubicBezTo>
                <a:cubicBezTo>
                  <a:pt x="286412" y="65707"/>
                  <a:pt x="284943" y="64198"/>
                  <a:pt x="283066" y="63192"/>
                </a:cubicBezTo>
                <a:cubicBezTo>
                  <a:pt x="281190" y="62185"/>
                  <a:pt x="278402" y="61682"/>
                  <a:pt x="274703" y="61682"/>
                </a:cubicBezTo>
                <a:lnTo>
                  <a:pt x="254551" y="61682"/>
                </a:lnTo>
                <a:lnTo>
                  <a:pt x="254551" y="96440"/>
                </a:lnTo>
                <a:cubicBezTo>
                  <a:pt x="254551" y="102015"/>
                  <a:pt x="254904" y="105696"/>
                  <a:pt x="255611" y="107482"/>
                </a:cubicBezTo>
                <a:cubicBezTo>
                  <a:pt x="256155" y="108835"/>
                  <a:pt x="257297" y="109999"/>
                  <a:pt x="259038" y="110973"/>
                </a:cubicBezTo>
                <a:cubicBezTo>
                  <a:pt x="261431" y="112272"/>
                  <a:pt x="263933" y="112921"/>
                  <a:pt x="266544" y="112921"/>
                </a:cubicBezTo>
                <a:lnTo>
                  <a:pt x="270542" y="112921"/>
                </a:lnTo>
                <a:lnTo>
                  <a:pt x="270542" y="116021"/>
                </a:lnTo>
                <a:lnTo>
                  <a:pt x="223057" y="116021"/>
                </a:lnTo>
                <a:lnTo>
                  <a:pt x="223057" y="112921"/>
                </a:lnTo>
                <a:lnTo>
                  <a:pt x="226973" y="112921"/>
                </a:lnTo>
                <a:cubicBezTo>
                  <a:pt x="231542" y="112921"/>
                  <a:pt x="234860" y="111595"/>
                  <a:pt x="236927" y="108943"/>
                </a:cubicBezTo>
                <a:cubicBezTo>
                  <a:pt x="238233" y="107211"/>
                  <a:pt x="238885" y="103043"/>
                  <a:pt x="238885" y="96440"/>
                </a:cubicBezTo>
                <a:lnTo>
                  <a:pt x="238885" y="24967"/>
                </a:lnTo>
                <a:cubicBezTo>
                  <a:pt x="238885" y="19391"/>
                  <a:pt x="238532" y="15710"/>
                  <a:pt x="237825" y="13924"/>
                </a:cubicBezTo>
                <a:cubicBezTo>
                  <a:pt x="237281" y="12571"/>
                  <a:pt x="236166" y="11407"/>
                  <a:pt x="234479" y="10433"/>
                </a:cubicBezTo>
                <a:cubicBezTo>
                  <a:pt x="232140" y="9135"/>
                  <a:pt x="229638" y="8485"/>
                  <a:pt x="226973" y="8485"/>
                </a:cubicBezTo>
                <a:lnTo>
                  <a:pt x="223057" y="8485"/>
                </a:lnTo>
                <a:lnTo>
                  <a:pt x="223057" y="5385"/>
                </a:lnTo>
                <a:lnTo>
                  <a:pt x="305381" y="5385"/>
                </a:lnTo>
                <a:lnTo>
                  <a:pt x="306442" y="29699"/>
                </a:lnTo>
                <a:lnTo>
                  <a:pt x="303586" y="29699"/>
                </a:lnTo>
                <a:cubicBezTo>
                  <a:pt x="302172" y="24531"/>
                  <a:pt x="300527" y="20738"/>
                  <a:pt x="298650" y="18317"/>
                </a:cubicBezTo>
                <a:cubicBezTo>
                  <a:pt x="296774" y="15897"/>
                  <a:pt x="294462" y="14142"/>
                  <a:pt x="291715" y="13054"/>
                </a:cubicBezTo>
                <a:cubicBezTo>
                  <a:pt x="288968" y="11967"/>
                  <a:pt x="284712" y="11423"/>
                  <a:pt x="278946" y="11423"/>
                </a:cubicBezTo>
                <a:lnTo>
                  <a:pt x="254551" y="11423"/>
                </a:lnTo>
                <a:close/>
                <a:moveTo>
                  <a:pt x="355078" y="39163"/>
                </a:moveTo>
                <a:cubicBezTo>
                  <a:pt x="366392" y="39163"/>
                  <a:pt x="375475" y="43456"/>
                  <a:pt x="382329" y="52042"/>
                </a:cubicBezTo>
                <a:cubicBezTo>
                  <a:pt x="388149" y="59376"/>
                  <a:pt x="391059" y="67799"/>
                  <a:pt x="391059" y="77309"/>
                </a:cubicBezTo>
                <a:cubicBezTo>
                  <a:pt x="391059" y="83993"/>
                  <a:pt x="389454" y="90758"/>
                  <a:pt x="386245" y="97605"/>
                </a:cubicBezTo>
                <a:cubicBezTo>
                  <a:pt x="383036" y="104450"/>
                  <a:pt x="378617" y="109611"/>
                  <a:pt x="372987" y="113089"/>
                </a:cubicBezTo>
                <a:cubicBezTo>
                  <a:pt x="367357" y="116567"/>
                  <a:pt x="361088" y="118306"/>
                  <a:pt x="354180" y="118306"/>
                </a:cubicBezTo>
                <a:cubicBezTo>
                  <a:pt x="342921" y="118306"/>
                  <a:pt x="333973" y="113823"/>
                  <a:pt x="327337" y="104856"/>
                </a:cubicBezTo>
                <a:cubicBezTo>
                  <a:pt x="321735" y="97304"/>
                  <a:pt x="318933" y="88828"/>
                  <a:pt x="318933" y="79428"/>
                </a:cubicBezTo>
                <a:cubicBezTo>
                  <a:pt x="318933" y="72581"/>
                  <a:pt x="320633" y="65775"/>
                  <a:pt x="324033" y="59010"/>
                </a:cubicBezTo>
                <a:cubicBezTo>
                  <a:pt x="327432" y="52245"/>
                  <a:pt x="331906" y="47246"/>
                  <a:pt x="337454" y="44013"/>
                </a:cubicBezTo>
                <a:cubicBezTo>
                  <a:pt x="343002" y="40780"/>
                  <a:pt x="348877" y="39163"/>
                  <a:pt x="355078" y="39163"/>
                </a:cubicBezTo>
                <a:moveTo>
                  <a:pt x="352548" y="44548"/>
                </a:moveTo>
                <a:cubicBezTo>
                  <a:pt x="349666" y="44548"/>
                  <a:pt x="346769" y="45402"/>
                  <a:pt x="343859" y="47111"/>
                </a:cubicBezTo>
                <a:cubicBezTo>
                  <a:pt x="340949" y="48817"/>
                  <a:pt x="338597" y="51812"/>
                  <a:pt x="336802" y="56093"/>
                </a:cubicBezTo>
                <a:cubicBezTo>
                  <a:pt x="335007" y="60375"/>
                  <a:pt x="334109" y="65876"/>
                  <a:pt x="334109" y="72595"/>
                </a:cubicBezTo>
                <a:cubicBezTo>
                  <a:pt x="334109" y="83435"/>
                  <a:pt x="336271" y="92784"/>
                  <a:pt x="340596" y="100644"/>
                </a:cubicBezTo>
                <a:cubicBezTo>
                  <a:pt x="344920" y="108502"/>
                  <a:pt x="350618" y="112431"/>
                  <a:pt x="357689" y="112431"/>
                </a:cubicBezTo>
                <a:cubicBezTo>
                  <a:pt x="362965" y="112431"/>
                  <a:pt x="367316" y="110263"/>
                  <a:pt x="370743" y="105927"/>
                </a:cubicBezTo>
                <a:cubicBezTo>
                  <a:pt x="374170" y="101591"/>
                  <a:pt x="375883" y="94139"/>
                  <a:pt x="375883" y="83571"/>
                </a:cubicBezTo>
                <a:cubicBezTo>
                  <a:pt x="375883" y="70347"/>
                  <a:pt x="373028" y="59941"/>
                  <a:pt x="367316" y="52353"/>
                </a:cubicBezTo>
                <a:cubicBezTo>
                  <a:pt x="363454" y="47150"/>
                  <a:pt x="358532" y="44548"/>
                  <a:pt x="352548" y="44548"/>
                </a:cubicBezTo>
                <a:close/>
                <a:moveTo>
                  <a:pt x="423940" y="39163"/>
                </a:moveTo>
                <a:lnTo>
                  <a:pt x="423940" y="55971"/>
                </a:lnTo>
                <a:cubicBezTo>
                  <a:pt x="430195" y="44766"/>
                  <a:pt x="436614" y="39163"/>
                  <a:pt x="443195" y="39163"/>
                </a:cubicBezTo>
                <a:cubicBezTo>
                  <a:pt x="446187" y="39163"/>
                  <a:pt x="448662" y="40074"/>
                  <a:pt x="450620" y="41897"/>
                </a:cubicBezTo>
                <a:cubicBezTo>
                  <a:pt x="452578" y="43719"/>
                  <a:pt x="453557" y="45827"/>
                  <a:pt x="453557" y="48220"/>
                </a:cubicBezTo>
                <a:cubicBezTo>
                  <a:pt x="453557" y="50341"/>
                  <a:pt x="452850" y="52136"/>
                  <a:pt x="451436" y="53605"/>
                </a:cubicBezTo>
                <a:cubicBezTo>
                  <a:pt x="450022" y="55073"/>
                  <a:pt x="448335" y="55808"/>
                  <a:pt x="446377" y="55808"/>
                </a:cubicBezTo>
                <a:cubicBezTo>
                  <a:pt x="444474" y="55808"/>
                  <a:pt x="442339" y="54883"/>
                  <a:pt x="439972" y="53034"/>
                </a:cubicBezTo>
                <a:cubicBezTo>
                  <a:pt x="437606" y="51184"/>
                  <a:pt x="435852" y="50260"/>
                  <a:pt x="434710" y="50260"/>
                </a:cubicBezTo>
                <a:cubicBezTo>
                  <a:pt x="433731" y="50260"/>
                  <a:pt x="432670" y="50799"/>
                  <a:pt x="431528" y="51879"/>
                </a:cubicBezTo>
                <a:cubicBezTo>
                  <a:pt x="429080" y="54094"/>
                  <a:pt x="426551" y="57739"/>
                  <a:pt x="423940" y="62814"/>
                </a:cubicBezTo>
                <a:lnTo>
                  <a:pt x="423940" y="98561"/>
                </a:lnTo>
                <a:cubicBezTo>
                  <a:pt x="423940" y="102698"/>
                  <a:pt x="424457" y="105828"/>
                  <a:pt x="425490" y="107949"/>
                </a:cubicBezTo>
                <a:cubicBezTo>
                  <a:pt x="426197" y="109419"/>
                  <a:pt x="427448" y="110643"/>
                  <a:pt x="429243" y="111621"/>
                </a:cubicBezTo>
                <a:cubicBezTo>
                  <a:pt x="431038" y="112596"/>
                  <a:pt x="433622" y="113084"/>
                  <a:pt x="436994" y="113084"/>
                </a:cubicBezTo>
                <a:lnTo>
                  <a:pt x="436994" y="116021"/>
                </a:lnTo>
                <a:lnTo>
                  <a:pt x="398729" y="116021"/>
                </a:lnTo>
                <a:lnTo>
                  <a:pt x="398729" y="113084"/>
                </a:lnTo>
                <a:cubicBezTo>
                  <a:pt x="402536" y="113084"/>
                  <a:pt x="405365" y="112479"/>
                  <a:pt x="407214" y="111269"/>
                </a:cubicBezTo>
                <a:cubicBezTo>
                  <a:pt x="408574" y="110388"/>
                  <a:pt x="409526" y="108985"/>
                  <a:pt x="410070" y="107059"/>
                </a:cubicBezTo>
                <a:cubicBezTo>
                  <a:pt x="410342" y="106123"/>
                  <a:pt x="410478" y="103453"/>
                  <a:pt x="410478" y="99051"/>
                </a:cubicBezTo>
                <a:lnTo>
                  <a:pt x="410478" y="70331"/>
                </a:lnTo>
                <a:cubicBezTo>
                  <a:pt x="410478" y="61628"/>
                  <a:pt x="410301" y="56447"/>
                  <a:pt x="409947" y="54788"/>
                </a:cubicBezTo>
                <a:cubicBezTo>
                  <a:pt x="409594" y="53129"/>
                  <a:pt x="408941" y="51919"/>
                  <a:pt x="407989" y="51157"/>
                </a:cubicBezTo>
                <a:cubicBezTo>
                  <a:pt x="407037" y="50396"/>
                  <a:pt x="405854" y="50015"/>
                  <a:pt x="404440" y="50015"/>
                </a:cubicBezTo>
                <a:cubicBezTo>
                  <a:pt x="402754" y="50015"/>
                  <a:pt x="400850" y="50423"/>
                  <a:pt x="398729" y="51239"/>
                </a:cubicBezTo>
                <a:lnTo>
                  <a:pt x="397913" y="48301"/>
                </a:lnTo>
                <a:lnTo>
                  <a:pt x="420513" y="39163"/>
                </a:lnTo>
                <a:lnTo>
                  <a:pt x="423940" y="39163"/>
                </a:lnTo>
                <a:close/>
                <a:moveTo>
                  <a:pt x="453557" y="41285"/>
                </a:moveTo>
                <a:lnTo>
                  <a:pt x="484887" y="41285"/>
                </a:lnTo>
                <a:lnTo>
                  <a:pt x="484887" y="44222"/>
                </a:lnTo>
                <a:cubicBezTo>
                  <a:pt x="482005" y="44441"/>
                  <a:pt x="480114" y="44962"/>
                  <a:pt x="479217" y="45785"/>
                </a:cubicBezTo>
                <a:cubicBezTo>
                  <a:pt x="478319" y="46606"/>
                  <a:pt x="477871" y="47783"/>
                  <a:pt x="477871" y="49316"/>
                </a:cubicBezTo>
                <a:cubicBezTo>
                  <a:pt x="477871" y="51016"/>
                  <a:pt x="478333" y="53071"/>
                  <a:pt x="479258" y="55481"/>
                </a:cubicBezTo>
                <a:lnTo>
                  <a:pt x="495249" y="98388"/>
                </a:lnTo>
                <a:lnTo>
                  <a:pt x="511323" y="63391"/>
                </a:lnTo>
                <a:lnTo>
                  <a:pt x="507080" y="52463"/>
                </a:lnTo>
                <a:cubicBezTo>
                  <a:pt x="505775" y="49167"/>
                  <a:pt x="504061" y="46886"/>
                  <a:pt x="501940" y="45622"/>
                </a:cubicBezTo>
                <a:cubicBezTo>
                  <a:pt x="500743" y="44853"/>
                  <a:pt x="498513" y="44387"/>
                  <a:pt x="495249" y="44222"/>
                </a:cubicBezTo>
                <a:lnTo>
                  <a:pt x="495249" y="41285"/>
                </a:lnTo>
                <a:lnTo>
                  <a:pt x="530823" y="41285"/>
                </a:lnTo>
                <a:lnTo>
                  <a:pt x="530823" y="44222"/>
                </a:lnTo>
                <a:cubicBezTo>
                  <a:pt x="526906" y="44387"/>
                  <a:pt x="524132" y="45102"/>
                  <a:pt x="522501" y="46369"/>
                </a:cubicBezTo>
                <a:cubicBezTo>
                  <a:pt x="521413" y="47251"/>
                  <a:pt x="520869" y="48656"/>
                  <a:pt x="520869" y="50583"/>
                </a:cubicBezTo>
                <a:cubicBezTo>
                  <a:pt x="520869" y="51671"/>
                  <a:pt x="521086" y="52787"/>
                  <a:pt x="521521" y="53931"/>
                </a:cubicBezTo>
                <a:lnTo>
                  <a:pt x="538492" y="96894"/>
                </a:lnTo>
                <a:lnTo>
                  <a:pt x="554239" y="55481"/>
                </a:lnTo>
                <a:cubicBezTo>
                  <a:pt x="555327" y="52522"/>
                  <a:pt x="555871" y="50166"/>
                  <a:pt x="555871" y="48414"/>
                </a:cubicBezTo>
                <a:cubicBezTo>
                  <a:pt x="555871" y="47372"/>
                  <a:pt x="555341" y="46440"/>
                  <a:pt x="554280" y="45619"/>
                </a:cubicBezTo>
                <a:cubicBezTo>
                  <a:pt x="553219" y="44796"/>
                  <a:pt x="551139" y="44331"/>
                  <a:pt x="548038" y="44222"/>
                </a:cubicBezTo>
                <a:lnTo>
                  <a:pt x="548038" y="41285"/>
                </a:lnTo>
                <a:lnTo>
                  <a:pt x="571618" y="41285"/>
                </a:lnTo>
                <a:lnTo>
                  <a:pt x="571618" y="44222"/>
                </a:lnTo>
                <a:cubicBezTo>
                  <a:pt x="566886" y="44932"/>
                  <a:pt x="563404" y="48156"/>
                  <a:pt x="561174" y="53893"/>
                </a:cubicBezTo>
                <a:lnTo>
                  <a:pt x="536208" y="118306"/>
                </a:lnTo>
                <a:lnTo>
                  <a:pt x="532863" y="118306"/>
                </a:lnTo>
                <a:lnTo>
                  <a:pt x="514178" y="70662"/>
                </a:lnTo>
                <a:lnTo>
                  <a:pt x="492394" y="118306"/>
                </a:lnTo>
                <a:lnTo>
                  <a:pt x="489375" y="118306"/>
                </a:lnTo>
                <a:lnTo>
                  <a:pt x="465387" y="55481"/>
                </a:lnTo>
                <a:cubicBezTo>
                  <a:pt x="463810" y="51482"/>
                  <a:pt x="462260" y="48783"/>
                  <a:pt x="460737" y="47386"/>
                </a:cubicBezTo>
                <a:cubicBezTo>
                  <a:pt x="459214" y="45989"/>
                  <a:pt x="456820" y="44934"/>
                  <a:pt x="453557" y="44222"/>
                </a:cubicBezTo>
                <a:lnTo>
                  <a:pt x="453557" y="41285"/>
                </a:lnTo>
                <a:close/>
                <a:moveTo>
                  <a:pt x="620740" y="105338"/>
                </a:moveTo>
                <a:cubicBezTo>
                  <a:pt x="613071" y="111265"/>
                  <a:pt x="608257" y="114690"/>
                  <a:pt x="606299" y="115613"/>
                </a:cubicBezTo>
                <a:cubicBezTo>
                  <a:pt x="603362" y="116973"/>
                  <a:pt x="600234" y="117653"/>
                  <a:pt x="596916" y="117653"/>
                </a:cubicBezTo>
                <a:cubicBezTo>
                  <a:pt x="591749" y="117653"/>
                  <a:pt x="587492" y="115885"/>
                  <a:pt x="584147" y="112350"/>
                </a:cubicBezTo>
                <a:cubicBezTo>
                  <a:pt x="580802" y="108814"/>
                  <a:pt x="579129" y="104164"/>
                  <a:pt x="579129" y="98398"/>
                </a:cubicBezTo>
                <a:cubicBezTo>
                  <a:pt x="579129" y="94754"/>
                  <a:pt x="579945" y="91599"/>
                  <a:pt x="581577" y="88933"/>
                </a:cubicBezTo>
                <a:cubicBezTo>
                  <a:pt x="583807" y="85235"/>
                  <a:pt x="587683" y="81753"/>
                  <a:pt x="593204" y="78490"/>
                </a:cubicBezTo>
                <a:cubicBezTo>
                  <a:pt x="598725" y="75226"/>
                  <a:pt x="607903" y="71256"/>
                  <a:pt x="620740" y="66578"/>
                </a:cubicBezTo>
                <a:lnTo>
                  <a:pt x="620740" y="63651"/>
                </a:lnTo>
                <a:cubicBezTo>
                  <a:pt x="620740" y="56226"/>
                  <a:pt x="619557" y="51132"/>
                  <a:pt x="617191" y="48368"/>
                </a:cubicBezTo>
                <a:cubicBezTo>
                  <a:pt x="614825" y="45604"/>
                  <a:pt x="611385" y="44222"/>
                  <a:pt x="606870" y="44222"/>
                </a:cubicBezTo>
                <a:cubicBezTo>
                  <a:pt x="603443" y="44222"/>
                  <a:pt x="600724" y="45147"/>
                  <a:pt x="598711" y="46996"/>
                </a:cubicBezTo>
                <a:cubicBezTo>
                  <a:pt x="596644" y="48845"/>
                  <a:pt x="595611" y="50967"/>
                  <a:pt x="595611" y="53360"/>
                </a:cubicBezTo>
                <a:lnTo>
                  <a:pt x="595774" y="58092"/>
                </a:lnTo>
                <a:cubicBezTo>
                  <a:pt x="595774" y="60594"/>
                  <a:pt x="595135" y="62525"/>
                  <a:pt x="593856" y="63885"/>
                </a:cubicBezTo>
                <a:cubicBezTo>
                  <a:pt x="592578" y="65245"/>
                  <a:pt x="590905" y="65925"/>
                  <a:pt x="588839" y="65925"/>
                </a:cubicBezTo>
                <a:cubicBezTo>
                  <a:pt x="586826" y="65925"/>
                  <a:pt x="585181" y="65216"/>
                  <a:pt x="583902" y="63798"/>
                </a:cubicBezTo>
                <a:cubicBezTo>
                  <a:pt x="582624" y="62379"/>
                  <a:pt x="581985" y="60442"/>
                  <a:pt x="581985" y="57988"/>
                </a:cubicBezTo>
                <a:cubicBezTo>
                  <a:pt x="581985" y="53295"/>
                  <a:pt x="584378" y="48984"/>
                  <a:pt x="589165" y="45056"/>
                </a:cubicBezTo>
                <a:cubicBezTo>
                  <a:pt x="593952" y="41127"/>
                  <a:pt x="600669" y="39163"/>
                  <a:pt x="609318" y="39163"/>
                </a:cubicBezTo>
                <a:cubicBezTo>
                  <a:pt x="615954" y="39163"/>
                  <a:pt x="621393" y="40277"/>
                  <a:pt x="625636" y="42503"/>
                </a:cubicBezTo>
                <a:cubicBezTo>
                  <a:pt x="628845" y="44188"/>
                  <a:pt x="631211" y="46823"/>
                  <a:pt x="632734" y="50410"/>
                </a:cubicBezTo>
                <a:cubicBezTo>
                  <a:pt x="633713" y="52746"/>
                  <a:pt x="634203" y="57526"/>
                  <a:pt x="634203" y="64752"/>
                </a:cubicBezTo>
                <a:lnTo>
                  <a:pt x="634203" y="90096"/>
                </a:lnTo>
                <a:cubicBezTo>
                  <a:pt x="634203" y="97213"/>
                  <a:pt x="634339" y="101573"/>
                  <a:pt x="634611" y="103176"/>
                </a:cubicBezTo>
                <a:cubicBezTo>
                  <a:pt x="634883" y="104779"/>
                  <a:pt x="635331" y="105852"/>
                  <a:pt x="635957" y="106396"/>
                </a:cubicBezTo>
                <a:cubicBezTo>
                  <a:pt x="636582" y="106939"/>
                  <a:pt x="637303" y="107210"/>
                  <a:pt x="638119" y="107210"/>
                </a:cubicBezTo>
                <a:cubicBezTo>
                  <a:pt x="638989" y="107210"/>
                  <a:pt x="639751" y="107019"/>
                  <a:pt x="640404" y="106638"/>
                </a:cubicBezTo>
                <a:cubicBezTo>
                  <a:pt x="641546" y="105931"/>
                  <a:pt x="643749" y="103946"/>
                  <a:pt x="647012" y="100682"/>
                </a:cubicBezTo>
                <a:lnTo>
                  <a:pt x="647012" y="105251"/>
                </a:lnTo>
                <a:cubicBezTo>
                  <a:pt x="640920" y="113410"/>
                  <a:pt x="635100" y="117490"/>
                  <a:pt x="629552" y="117490"/>
                </a:cubicBezTo>
                <a:cubicBezTo>
                  <a:pt x="626887" y="117490"/>
                  <a:pt x="624765" y="116572"/>
                  <a:pt x="623188" y="114736"/>
                </a:cubicBezTo>
                <a:cubicBezTo>
                  <a:pt x="621611" y="112899"/>
                  <a:pt x="620795" y="109766"/>
                  <a:pt x="620740" y="105338"/>
                </a:cubicBezTo>
                <a:moveTo>
                  <a:pt x="620740" y="100048"/>
                </a:moveTo>
                <a:lnTo>
                  <a:pt x="620740" y="71636"/>
                </a:lnTo>
                <a:cubicBezTo>
                  <a:pt x="612527" y="74893"/>
                  <a:pt x="607224" y="77200"/>
                  <a:pt x="604830" y="78556"/>
                </a:cubicBezTo>
                <a:cubicBezTo>
                  <a:pt x="600533" y="80944"/>
                  <a:pt x="597460" y="83441"/>
                  <a:pt x="595611" y="86047"/>
                </a:cubicBezTo>
                <a:cubicBezTo>
                  <a:pt x="593761" y="88651"/>
                  <a:pt x="592836" y="91500"/>
                  <a:pt x="592836" y="94594"/>
                </a:cubicBezTo>
                <a:cubicBezTo>
                  <a:pt x="592836" y="98502"/>
                  <a:pt x="594006" y="101745"/>
                  <a:pt x="596345" y="104323"/>
                </a:cubicBezTo>
                <a:cubicBezTo>
                  <a:pt x="598684" y="106900"/>
                  <a:pt x="601376" y="108189"/>
                  <a:pt x="604422" y="108189"/>
                </a:cubicBezTo>
                <a:cubicBezTo>
                  <a:pt x="608556" y="108189"/>
                  <a:pt x="613996" y="105475"/>
                  <a:pt x="620740" y="100048"/>
                </a:cubicBezTo>
                <a:close/>
                <a:moveTo>
                  <a:pt x="674419" y="39163"/>
                </a:moveTo>
                <a:lnTo>
                  <a:pt x="674419" y="55971"/>
                </a:lnTo>
                <a:cubicBezTo>
                  <a:pt x="680674" y="44766"/>
                  <a:pt x="687092" y="39163"/>
                  <a:pt x="693674" y="39163"/>
                </a:cubicBezTo>
                <a:cubicBezTo>
                  <a:pt x="696666" y="39163"/>
                  <a:pt x="699141" y="40074"/>
                  <a:pt x="701099" y="41897"/>
                </a:cubicBezTo>
                <a:cubicBezTo>
                  <a:pt x="703057" y="43719"/>
                  <a:pt x="704036" y="45827"/>
                  <a:pt x="704036" y="48220"/>
                </a:cubicBezTo>
                <a:cubicBezTo>
                  <a:pt x="704036" y="50341"/>
                  <a:pt x="703329" y="52136"/>
                  <a:pt x="701915" y="53605"/>
                </a:cubicBezTo>
                <a:cubicBezTo>
                  <a:pt x="700500" y="55073"/>
                  <a:pt x="698814" y="55808"/>
                  <a:pt x="696856" y="55808"/>
                </a:cubicBezTo>
                <a:cubicBezTo>
                  <a:pt x="694952" y="55808"/>
                  <a:pt x="692817" y="54883"/>
                  <a:pt x="690451" y="53034"/>
                </a:cubicBezTo>
                <a:cubicBezTo>
                  <a:pt x="688085" y="51184"/>
                  <a:pt x="686331" y="50260"/>
                  <a:pt x="685189" y="50260"/>
                </a:cubicBezTo>
                <a:cubicBezTo>
                  <a:pt x="684210" y="50260"/>
                  <a:pt x="683149" y="50799"/>
                  <a:pt x="682007" y="51879"/>
                </a:cubicBezTo>
                <a:cubicBezTo>
                  <a:pt x="679559" y="54094"/>
                  <a:pt x="677030" y="57739"/>
                  <a:pt x="674419" y="62814"/>
                </a:cubicBezTo>
                <a:lnTo>
                  <a:pt x="674419" y="98561"/>
                </a:lnTo>
                <a:cubicBezTo>
                  <a:pt x="674419" y="102698"/>
                  <a:pt x="674935" y="105828"/>
                  <a:pt x="675969" y="107949"/>
                </a:cubicBezTo>
                <a:cubicBezTo>
                  <a:pt x="676676" y="109419"/>
                  <a:pt x="677927" y="110643"/>
                  <a:pt x="679722" y="111621"/>
                </a:cubicBezTo>
                <a:cubicBezTo>
                  <a:pt x="681517" y="112596"/>
                  <a:pt x="684101" y="113084"/>
                  <a:pt x="687473" y="113084"/>
                </a:cubicBezTo>
                <a:lnTo>
                  <a:pt x="687473" y="116021"/>
                </a:lnTo>
                <a:lnTo>
                  <a:pt x="649207" y="116021"/>
                </a:lnTo>
                <a:lnTo>
                  <a:pt x="649207" y="113084"/>
                </a:lnTo>
                <a:cubicBezTo>
                  <a:pt x="653015" y="113084"/>
                  <a:pt x="655843" y="112479"/>
                  <a:pt x="657693" y="111269"/>
                </a:cubicBezTo>
                <a:cubicBezTo>
                  <a:pt x="659053" y="110388"/>
                  <a:pt x="660004" y="108985"/>
                  <a:pt x="660548" y="107059"/>
                </a:cubicBezTo>
                <a:cubicBezTo>
                  <a:pt x="660820" y="106123"/>
                  <a:pt x="660956" y="103453"/>
                  <a:pt x="660956" y="99051"/>
                </a:cubicBezTo>
                <a:lnTo>
                  <a:pt x="660956" y="70331"/>
                </a:lnTo>
                <a:cubicBezTo>
                  <a:pt x="660956" y="61628"/>
                  <a:pt x="660780" y="56447"/>
                  <a:pt x="660426" y="54788"/>
                </a:cubicBezTo>
                <a:cubicBezTo>
                  <a:pt x="660072" y="53129"/>
                  <a:pt x="659420" y="51919"/>
                  <a:pt x="658468" y="51157"/>
                </a:cubicBezTo>
                <a:cubicBezTo>
                  <a:pt x="657516" y="50396"/>
                  <a:pt x="656333" y="50015"/>
                  <a:pt x="654919" y="50015"/>
                </a:cubicBezTo>
                <a:cubicBezTo>
                  <a:pt x="653232" y="50015"/>
                  <a:pt x="651329" y="50423"/>
                  <a:pt x="649207" y="51239"/>
                </a:cubicBezTo>
                <a:lnTo>
                  <a:pt x="648391" y="48301"/>
                </a:lnTo>
                <a:lnTo>
                  <a:pt x="670992" y="39163"/>
                </a:lnTo>
                <a:lnTo>
                  <a:pt x="674419" y="39163"/>
                </a:lnTo>
                <a:close/>
                <a:moveTo>
                  <a:pt x="760984" y="107623"/>
                </a:moveTo>
                <a:cubicBezTo>
                  <a:pt x="757340" y="111429"/>
                  <a:pt x="753777" y="114161"/>
                  <a:pt x="750296" y="115820"/>
                </a:cubicBezTo>
                <a:cubicBezTo>
                  <a:pt x="746815" y="117477"/>
                  <a:pt x="743062" y="118306"/>
                  <a:pt x="739037" y="118306"/>
                </a:cubicBezTo>
                <a:cubicBezTo>
                  <a:pt x="730878" y="118306"/>
                  <a:pt x="723752" y="114900"/>
                  <a:pt x="717660" y="108089"/>
                </a:cubicBezTo>
                <a:cubicBezTo>
                  <a:pt x="711568" y="101276"/>
                  <a:pt x="708522" y="92523"/>
                  <a:pt x="708522" y="81827"/>
                </a:cubicBezTo>
                <a:cubicBezTo>
                  <a:pt x="708522" y="71134"/>
                  <a:pt x="711894" y="61350"/>
                  <a:pt x="718639" y="52475"/>
                </a:cubicBezTo>
                <a:cubicBezTo>
                  <a:pt x="725384" y="43601"/>
                  <a:pt x="734060" y="39163"/>
                  <a:pt x="744666" y="39163"/>
                </a:cubicBezTo>
                <a:cubicBezTo>
                  <a:pt x="751248" y="39163"/>
                  <a:pt x="756687" y="41257"/>
                  <a:pt x="760984" y="45443"/>
                </a:cubicBezTo>
                <a:lnTo>
                  <a:pt x="760984" y="31494"/>
                </a:lnTo>
                <a:cubicBezTo>
                  <a:pt x="760984" y="22990"/>
                  <a:pt x="760780" y="17763"/>
                  <a:pt x="760372" y="15813"/>
                </a:cubicBezTo>
                <a:cubicBezTo>
                  <a:pt x="759965" y="13864"/>
                  <a:pt x="759325" y="12536"/>
                  <a:pt x="758455" y="11831"/>
                </a:cubicBezTo>
                <a:cubicBezTo>
                  <a:pt x="757585" y="11123"/>
                  <a:pt x="756497" y="10770"/>
                  <a:pt x="755191" y="10770"/>
                </a:cubicBezTo>
                <a:cubicBezTo>
                  <a:pt x="753777" y="10770"/>
                  <a:pt x="751901" y="11205"/>
                  <a:pt x="749562" y="12075"/>
                </a:cubicBezTo>
                <a:lnTo>
                  <a:pt x="748501" y="9138"/>
                </a:lnTo>
                <a:lnTo>
                  <a:pt x="770775" y="0"/>
                </a:lnTo>
                <a:lnTo>
                  <a:pt x="774447" y="0"/>
                </a:lnTo>
                <a:lnTo>
                  <a:pt x="774447" y="86486"/>
                </a:lnTo>
                <a:cubicBezTo>
                  <a:pt x="774447" y="95207"/>
                  <a:pt x="774651" y="100529"/>
                  <a:pt x="775059" y="102452"/>
                </a:cubicBezTo>
                <a:cubicBezTo>
                  <a:pt x="775467" y="104374"/>
                  <a:pt x="776119" y="105716"/>
                  <a:pt x="777017" y="106478"/>
                </a:cubicBezTo>
                <a:cubicBezTo>
                  <a:pt x="777914" y="107238"/>
                  <a:pt x="778961" y="107618"/>
                  <a:pt x="780158" y="107618"/>
                </a:cubicBezTo>
                <a:cubicBezTo>
                  <a:pt x="781627" y="107618"/>
                  <a:pt x="783585" y="107155"/>
                  <a:pt x="786033" y="106231"/>
                </a:cubicBezTo>
                <a:lnTo>
                  <a:pt x="786930" y="109168"/>
                </a:lnTo>
                <a:lnTo>
                  <a:pt x="764738" y="118306"/>
                </a:lnTo>
                <a:lnTo>
                  <a:pt x="760984" y="118306"/>
                </a:lnTo>
                <a:lnTo>
                  <a:pt x="760984" y="107623"/>
                </a:lnTo>
                <a:moveTo>
                  <a:pt x="760984" y="101924"/>
                </a:moveTo>
                <a:lnTo>
                  <a:pt x="760984" y="63510"/>
                </a:lnTo>
                <a:cubicBezTo>
                  <a:pt x="760658" y="59820"/>
                  <a:pt x="759679" y="56456"/>
                  <a:pt x="758047" y="53419"/>
                </a:cubicBezTo>
                <a:cubicBezTo>
                  <a:pt x="756415" y="50379"/>
                  <a:pt x="754253" y="48087"/>
                  <a:pt x="751561" y="46542"/>
                </a:cubicBezTo>
                <a:cubicBezTo>
                  <a:pt x="748868" y="44995"/>
                  <a:pt x="746244" y="44222"/>
                  <a:pt x="743687" y="44222"/>
                </a:cubicBezTo>
                <a:cubicBezTo>
                  <a:pt x="738901" y="44222"/>
                  <a:pt x="734631" y="46365"/>
                  <a:pt x="730878" y="50652"/>
                </a:cubicBezTo>
                <a:cubicBezTo>
                  <a:pt x="725928" y="56294"/>
                  <a:pt x="723453" y="64540"/>
                  <a:pt x="723453" y="75392"/>
                </a:cubicBezTo>
                <a:cubicBezTo>
                  <a:pt x="723453" y="86352"/>
                  <a:pt x="725846" y="94749"/>
                  <a:pt x="730633" y="100583"/>
                </a:cubicBezTo>
                <a:cubicBezTo>
                  <a:pt x="735419" y="106415"/>
                  <a:pt x="740750" y="109331"/>
                  <a:pt x="746625" y="109331"/>
                </a:cubicBezTo>
                <a:cubicBezTo>
                  <a:pt x="751574" y="109331"/>
                  <a:pt x="756361" y="106862"/>
                  <a:pt x="760984" y="101924"/>
                </a:cubicBezTo>
                <a:close/>
                <a:moveTo>
                  <a:pt x="924083" y="85343"/>
                </a:moveTo>
                <a:lnTo>
                  <a:pt x="926776" y="85917"/>
                </a:lnTo>
                <a:lnTo>
                  <a:pt x="917312" y="116021"/>
                </a:lnTo>
                <a:lnTo>
                  <a:pt x="831642" y="116021"/>
                </a:lnTo>
                <a:lnTo>
                  <a:pt x="831642" y="112921"/>
                </a:lnTo>
                <a:lnTo>
                  <a:pt x="835803" y="112921"/>
                </a:lnTo>
                <a:cubicBezTo>
                  <a:pt x="840481" y="112921"/>
                  <a:pt x="843826" y="111413"/>
                  <a:pt x="845838" y="108398"/>
                </a:cubicBezTo>
                <a:cubicBezTo>
                  <a:pt x="846981" y="106674"/>
                  <a:pt x="847552" y="102688"/>
                  <a:pt x="847552" y="96440"/>
                </a:cubicBezTo>
                <a:lnTo>
                  <a:pt x="847552" y="24967"/>
                </a:lnTo>
                <a:cubicBezTo>
                  <a:pt x="847552" y="18093"/>
                  <a:pt x="846790" y="13790"/>
                  <a:pt x="845267" y="12058"/>
                </a:cubicBezTo>
                <a:cubicBezTo>
                  <a:pt x="843146" y="9676"/>
                  <a:pt x="839991" y="8485"/>
                  <a:pt x="835803" y="8485"/>
                </a:cubicBezTo>
                <a:lnTo>
                  <a:pt x="831642" y="8485"/>
                </a:lnTo>
                <a:lnTo>
                  <a:pt x="831642" y="5385"/>
                </a:lnTo>
                <a:lnTo>
                  <a:pt x="881738" y="5385"/>
                </a:lnTo>
                <a:lnTo>
                  <a:pt x="881738" y="8485"/>
                </a:lnTo>
                <a:cubicBezTo>
                  <a:pt x="875864" y="8431"/>
                  <a:pt x="871743" y="8970"/>
                  <a:pt x="869377" y="10102"/>
                </a:cubicBezTo>
                <a:cubicBezTo>
                  <a:pt x="867011" y="11234"/>
                  <a:pt x="865393" y="12663"/>
                  <a:pt x="864523" y="14388"/>
                </a:cubicBezTo>
                <a:cubicBezTo>
                  <a:pt x="863652" y="16113"/>
                  <a:pt x="863217" y="20238"/>
                  <a:pt x="863217" y="26762"/>
                </a:cubicBezTo>
                <a:lnTo>
                  <a:pt x="863217" y="96345"/>
                </a:lnTo>
                <a:cubicBezTo>
                  <a:pt x="863217" y="100865"/>
                  <a:pt x="863652" y="103969"/>
                  <a:pt x="864523" y="105657"/>
                </a:cubicBezTo>
                <a:cubicBezTo>
                  <a:pt x="865175" y="106799"/>
                  <a:pt x="866182" y="107643"/>
                  <a:pt x="867541" y="108189"/>
                </a:cubicBezTo>
                <a:cubicBezTo>
                  <a:pt x="868901" y="108733"/>
                  <a:pt x="873144" y="109005"/>
                  <a:pt x="880270" y="109005"/>
                </a:cubicBezTo>
                <a:lnTo>
                  <a:pt x="888347" y="109005"/>
                </a:lnTo>
                <a:cubicBezTo>
                  <a:pt x="896832" y="109005"/>
                  <a:pt x="902788" y="108377"/>
                  <a:pt x="906215" y="107123"/>
                </a:cubicBezTo>
                <a:cubicBezTo>
                  <a:pt x="909642" y="105867"/>
                  <a:pt x="912770" y="103643"/>
                  <a:pt x="915598" y="100450"/>
                </a:cubicBezTo>
                <a:cubicBezTo>
                  <a:pt x="918427" y="97256"/>
                  <a:pt x="921255" y="92221"/>
                  <a:pt x="924083" y="85343"/>
                </a:cubicBezTo>
                <a:close/>
                <a:moveTo>
                  <a:pt x="954591" y="0"/>
                </a:moveTo>
                <a:cubicBezTo>
                  <a:pt x="956876" y="0"/>
                  <a:pt x="958820" y="807"/>
                  <a:pt x="960425" y="2420"/>
                </a:cubicBezTo>
                <a:cubicBezTo>
                  <a:pt x="962030" y="4031"/>
                  <a:pt x="962832" y="5985"/>
                  <a:pt x="962832" y="8281"/>
                </a:cubicBezTo>
                <a:cubicBezTo>
                  <a:pt x="962832" y="10578"/>
                  <a:pt x="962030" y="12546"/>
                  <a:pt x="960425" y="14187"/>
                </a:cubicBezTo>
                <a:cubicBezTo>
                  <a:pt x="958820" y="15825"/>
                  <a:pt x="956876" y="16644"/>
                  <a:pt x="954591" y="16644"/>
                </a:cubicBezTo>
                <a:cubicBezTo>
                  <a:pt x="952307" y="16644"/>
                  <a:pt x="950349" y="15825"/>
                  <a:pt x="948717" y="14187"/>
                </a:cubicBezTo>
                <a:cubicBezTo>
                  <a:pt x="947085" y="12546"/>
                  <a:pt x="946269" y="10578"/>
                  <a:pt x="946269" y="8281"/>
                </a:cubicBezTo>
                <a:cubicBezTo>
                  <a:pt x="946269" y="5985"/>
                  <a:pt x="947071" y="4031"/>
                  <a:pt x="948676" y="2420"/>
                </a:cubicBezTo>
                <a:cubicBezTo>
                  <a:pt x="950281" y="807"/>
                  <a:pt x="952252" y="0"/>
                  <a:pt x="954591" y="0"/>
                </a:cubicBezTo>
                <a:moveTo>
                  <a:pt x="961363" y="39163"/>
                </a:moveTo>
                <a:lnTo>
                  <a:pt x="961363" y="99051"/>
                </a:lnTo>
                <a:cubicBezTo>
                  <a:pt x="961363" y="103756"/>
                  <a:pt x="961703" y="106888"/>
                  <a:pt x="962383" y="108449"/>
                </a:cubicBezTo>
                <a:cubicBezTo>
                  <a:pt x="963063" y="110007"/>
                  <a:pt x="964069" y="111170"/>
                  <a:pt x="965402" y="111937"/>
                </a:cubicBezTo>
                <a:cubicBezTo>
                  <a:pt x="966735" y="112702"/>
                  <a:pt x="969169" y="113084"/>
                  <a:pt x="972704" y="113084"/>
                </a:cubicBezTo>
                <a:lnTo>
                  <a:pt x="972704" y="116021"/>
                </a:lnTo>
                <a:lnTo>
                  <a:pt x="936397" y="116021"/>
                </a:lnTo>
                <a:lnTo>
                  <a:pt x="936397" y="113084"/>
                </a:lnTo>
                <a:cubicBezTo>
                  <a:pt x="940041" y="113084"/>
                  <a:pt x="942489" y="112729"/>
                  <a:pt x="943740" y="112018"/>
                </a:cubicBezTo>
                <a:cubicBezTo>
                  <a:pt x="944991" y="111306"/>
                  <a:pt x="945984" y="110130"/>
                  <a:pt x="946718" y="108490"/>
                </a:cubicBezTo>
                <a:cubicBezTo>
                  <a:pt x="947452" y="106848"/>
                  <a:pt x="947819" y="103701"/>
                  <a:pt x="947819" y="99051"/>
                </a:cubicBezTo>
                <a:lnTo>
                  <a:pt x="947819" y="70494"/>
                </a:lnTo>
                <a:cubicBezTo>
                  <a:pt x="947819" y="62355"/>
                  <a:pt x="947575" y="57084"/>
                  <a:pt x="947085" y="54681"/>
                </a:cubicBezTo>
                <a:cubicBezTo>
                  <a:pt x="946704" y="52932"/>
                  <a:pt x="946106" y="51717"/>
                  <a:pt x="945290" y="51037"/>
                </a:cubicBezTo>
                <a:cubicBezTo>
                  <a:pt x="944474" y="50356"/>
                  <a:pt x="943359" y="50015"/>
                  <a:pt x="941945" y="50015"/>
                </a:cubicBezTo>
                <a:cubicBezTo>
                  <a:pt x="940422" y="50015"/>
                  <a:pt x="938572" y="50423"/>
                  <a:pt x="936397" y="51239"/>
                </a:cubicBezTo>
                <a:lnTo>
                  <a:pt x="935254" y="48301"/>
                </a:lnTo>
                <a:lnTo>
                  <a:pt x="957773" y="39163"/>
                </a:lnTo>
                <a:lnTo>
                  <a:pt x="961363" y="39163"/>
                </a:lnTo>
                <a:close/>
                <a:moveTo>
                  <a:pt x="1003784" y="54910"/>
                </a:moveTo>
                <a:cubicBezTo>
                  <a:pt x="1012541" y="44412"/>
                  <a:pt x="1020891" y="39163"/>
                  <a:pt x="1028832" y="39163"/>
                </a:cubicBezTo>
                <a:cubicBezTo>
                  <a:pt x="1032912" y="39163"/>
                  <a:pt x="1036420" y="40181"/>
                  <a:pt x="1039357" y="42215"/>
                </a:cubicBezTo>
                <a:cubicBezTo>
                  <a:pt x="1042295" y="44248"/>
                  <a:pt x="1044634" y="47598"/>
                  <a:pt x="1046374" y="52264"/>
                </a:cubicBezTo>
                <a:cubicBezTo>
                  <a:pt x="1047571" y="55519"/>
                  <a:pt x="1048169" y="60509"/>
                  <a:pt x="1048169" y="67235"/>
                </a:cubicBezTo>
                <a:lnTo>
                  <a:pt x="1048169" y="99051"/>
                </a:lnTo>
                <a:cubicBezTo>
                  <a:pt x="1048169" y="103810"/>
                  <a:pt x="1048550" y="107038"/>
                  <a:pt x="1049311" y="108734"/>
                </a:cubicBezTo>
                <a:cubicBezTo>
                  <a:pt x="1049910" y="110103"/>
                  <a:pt x="1050875" y="111170"/>
                  <a:pt x="1052208" y="111937"/>
                </a:cubicBezTo>
                <a:cubicBezTo>
                  <a:pt x="1053540" y="112702"/>
                  <a:pt x="1056002" y="113084"/>
                  <a:pt x="1059592" y="113084"/>
                </a:cubicBezTo>
                <a:lnTo>
                  <a:pt x="1059592" y="116021"/>
                </a:lnTo>
                <a:lnTo>
                  <a:pt x="1022631" y="116021"/>
                </a:lnTo>
                <a:lnTo>
                  <a:pt x="1022631" y="113084"/>
                </a:lnTo>
                <a:lnTo>
                  <a:pt x="1024182" y="113084"/>
                </a:lnTo>
                <a:cubicBezTo>
                  <a:pt x="1027663" y="113084"/>
                  <a:pt x="1030097" y="112551"/>
                  <a:pt x="1031484" y="111485"/>
                </a:cubicBezTo>
                <a:cubicBezTo>
                  <a:pt x="1032871" y="110418"/>
                  <a:pt x="1033836" y="108845"/>
                  <a:pt x="1034380" y="106766"/>
                </a:cubicBezTo>
                <a:cubicBezTo>
                  <a:pt x="1034598" y="105945"/>
                  <a:pt x="1034707" y="103373"/>
                  <a:pt x="1034707" y="99051"/>
                </a:cubicBezTo>
                <a:lnTo>
                  <a:pt x="1034707" y="68505"/>
                </a:lnTo>
                <a:cubicBezTo>
                  <a:pt x="1034707" y="61716"/>
                  <a:pt x="1033823" y="56788"/>
                  <a:pt x="1032055" y="53720"/>
                </a:cubicBezTo>
                <a:cubicBezTo>
                  <a:pt x="1030287" y="50651"/>
                  <a:pt x="1027309" y="49117"/>
                  <a:pt x="1023121" y="49117"/>
                </a:cubicBezTo>
                <a:cubicBezTo>
                  <a:pt x="1016648" y="49117"/>
                  <a:pt x="1010202" y="52653"/>
                  <a:pt x="1003784" y="59724"/>
                </a:cubicBezTo>
                <a:lnTo>
                  <a:pt x="1003784" y="99051"/>
                </a:lnTo>
                <a:cubicBezTo>
                  <a:pt x="1003784" y="104138"/>
                  <a:pt x="1004083" y="107284"/>
                  <a:pt x="1004682" y="108490"/>
                </a:cubicBezTo>
                <a:cubicBezTo>
                  <a:pt x="1005443" y="110075"/>
                  <a:pt x="1006490" y="111238"/>
                  <a:pt x="1007823" y="111978"/>
                </a:cubicBezTo>
                <a:cubicBezTo>
                  <a:pt x="1009155" y="112715"/>
                  <a:pt x="1011861" y="113084"/>
                  <a:pt x="1015941" y="113084"/>
                </a:cubicBezTo>
                <a:lnTo>
                  <a:pt x="1015941" y="116021"/>
                </a:lnTo>
                <a:lnTo>
                  <a:pt x="978981" y="116021"/>
                </a:lnTo>
                <a:lnTo>
                  <a:pt x="978981" y="113084"/>
                </a:lnTo>
                <a:lnTo>
                  <a:pt x="980612" y="113084"/>
                </a:lnTo>
                <a:cubicBezTo>
                  <a:pt x="984420" y="113084"/>
                  <a:pt x="986990" y="112114"/>
                  <a:pt x="988323" y="110172"/>
                </a:cubicBezTo>
                <a:cubicBezTo>
                  <a:pt x="989655" y="108230"/>
                  <a:pt x="990322" y="104522"/>
                  <a:pt x="990322" y="99051"/>
                </a:cubicBezTo>
                <a:lnTo>
                  <a:pt x="990322" y="71473"/>
                </a:lnTo>
                <a:cubicBezTo>
                  <a:pt x="990322" y="62498"/>
                  <a:pt x="990118" y="57032"/>
                  <a:pt x="989710" y="55073"/>
                </a:cubicBezTo>
                <a:cubicBezTo>
                  <a:pt x="989302" y="53115"/>
                  <a:pt x="988676" y="51783"/>
                  <a:pt x="987833" y="51076"/>
                </a:cubicBezTo>
                <a:cubicBezTo>
                  <a:pt x="986990" y="50368"/>
                  <a:pt x="985861" y="50015"/>
                  <a:pt x="984447" y="50015"/>
                </a:cubicBezTo>
                <a:cubicBezTo>
                  <a:pt x="982924" y="50015"/>
                  <a:pt x="981102" y="50423"/>
                  <a:pt x="978981" y="51239"/>
                </a:cubicBezTo>
                <a:lnTo>
                  <a:pt x="977757" y="48301"/>
                </a:lnTo>
                <a:lnTo>
                  <a:pt x="1000276" y="39163"/>
                </a:lnTo>
                <a:lnTo>
                  <a:pt x="1003784" y="39163"/>
                </a:lnTo>
                <a:lnTo>
                  <a:pt x="1003784" y="54910"/>
                </a:lnTo>
                <a:close/>
                <a:moveTo>
                  <a:pt x="1087659" y="0"/>
                </a:moveTo>
                <a:lnTo>
                  <a:pt x="1087659" y="74336"/>
                </a:lnTo>
                <a:lnTo>
                  <a:pt x="1106669" y="56988"/>
                </a:lnTo>
                <a:cubicBezTo>
                  <a:pt x="1110694" y="53301"/>
                  <a:pt x="1113033" y="50970"/>
                  <a:pt x="1113686" y="49994"/>
                </a:cubicBezTo>
                <a:cubicBezTo>
                  <a:pt x="1114121" y="49343"/>
                  <a:pt x="1114339" y="48693"/>
                  <a:pt x="1114339" y="48044"/>
                </a:cubicBezTo>
                <a:cubicBezTo>
                  <a:pt x="1114339" y="46959"/>
                  <a:pt x="1113890" y="46025"/>
                  <a:pt x="1112993" y="45239"/>
                </a:cubicBezTo>
                <a:cubicBezTo>
                  <a:pt x="1112095" y="44452"/>
                  <a:pt x="1110613" y="44004"/>
                  <a:pt x="1108546" y="43896"/>
                </a:cubicBezTo>
                <a:lnTo>
                  <a:pt x="1108546" y="41285"/>
                </a:lnTo>
                <a:lnTo>
                  <a:pt x="1141019" y="41285"/>
                </a:lnTo>
                <a:lnTo>
                  <a:pt x="1141019" y="43896"/>
                </a:lnTo>
                <a:cubicBezTo>
                  <a:pt x="1136559" y="44004"/>
                  <a:pt x="1132846" y="44680"/>
                  <a:pt x="1129882" y="45923"/>
                </a:cubicBezTo>
                <a:cubicBezTo>
                  <a:pt x="1126917" y="47163"/>
                  <a:pt x="1123667" y="49377"/>
                  <a:pt x="1120132" y="52565"/>
                </a:cubicBezTo>
                <a:lnTo>
                  <a:pt x="1100958" y="70262"/>
                </a:lnTo>
                <a:lnTo>
                  <a:pt x="1120132" y="94530"/>
                </a:lnTo>
                <a:cubicBezTo>
                  <a:pt x="1125462" y="101248"/>
                  <a:pt x="1129052" y="105495"/>
                  <a:pt x="1130902" y="107271"/>
                </a:cubicBezTo>
                <a:cubicBezTo>
                  <a:pt x="1133513" y="109836"/>
                  <a:pt x="1135797" y="111501"/>
                  <a:pt x="1137755" y="112266"/>
                </a:cubicBezTo>
                <a:cubicBezTo>
                  <a:pt x="1139115" y="112811"/>
                  <a:pt x="1141481" y="113084"/>
                  <a:pt x="1144854" y="113084"/>
                </a:cubicBezTo>
                <a:lnTo>
                  <a:pt x="1144854" y="116021"/>
                </a:lnTo>
                <a:lnTo>
                  <a:pt x="1108546" y="116021"/>
                </a:lnTo>
                <a:lnTo>
                  <a:pt x="1108546" y="113084"/>
                </a:lnTo>
                <a:cubicBezTo>
                  <a:pt x="1110613" y="113030"/>
                  <a:pt x="1112014" y="112716"/>
                  <a:pt x="1112748" y="112143"/>
                </a:cubicBezTo>
                <a:cubicBezTo>
                  <a:pt x="1113482" y="111570"/>
                  <a:pt x="1113849" y="110766"/>
                  <a:pt x="1113849" y="109731"/>
                </a:cubicBezTo>
                <a:cubicBezTo>
                  <a:pt x="1113849" y="108477"/>
                  <a:pt x="1112761" y="106459"/>
                  <a:pt x="1110586" y="103678"/>
                </a:cubicBezTo>
                <a:lnTo>
                  <a:pt x="1087659" y="74336"/>
                </a:lnTo>
                <a:lnTo>
                  <a:pt x="1087659" y="99051"/>
                </a:lnTo>
                <a:cubicBezTo>
                  <a:pt x="1087659" y="103949"/>
                  <a:pt x="1087999" y="107170"/>
                  <a:pt x="1088679" y="108711"/>
                </a:cubicBezTo>
                <a:cubicBezTo>
                  <a:pt x="1089359" y="110251"/>
                  <a:pt x="1090324" y="111352"/>
                  <a:pt x="1091575" y="112013"/>
                </a:cubicBezTo>
                <a:cubicBezTo>
                  <a:pt x="1092826" y="112673"/>
                  <a:pt x="1095546" y="113030"/>
                  <a:pt x="1099734" y="113084"/>
                </a:cubicBezTo>
                <a:lnTo>
                  <a:pt x="1099734" y="116021"/>
                </a:lnTo>
                <a:lnTo>
                  <a:pt x="1061713" y="116021"/>
                </a:lnTo>
                <a:lnTo>
                  <a:pt x="1061713" y="113084"/>
                </a:lnTo>
                <a:cubicBezTo>
                  <a:pt x="1065521" y="113084"/>
                  <a:pt x="1068376" y="112619"/>
                  <a:pt x="1070280" y="111689"/>
                </a:cubicBezTo>
                <a:cubicBezTo>
                  <a:pt x="1071422" y="111088"/>
                  <a:pt x="1072293" y="110157"/>
                  <a:pt x="1072891" y="108898"/>
                </a:cubicBezTo>
                <a:cubicBezTo>
                  <a:pt x="1073707" y="107092"/>
                  <a:pt x="1074115" y="103973"/>
                  <a:pt x="1074115" y="99540"/>
                </a:cubicBezTo>
                <a:lnTo>
                  <a:pt x="1074115" y="31494"/>
                </a:lnTo>
                <a:cubicBezTo>
                  <a:pt x="1074115" y="22917"/>
                  <a:pt x="1073924" y="17671"/>
                  <a:pt x="1073544" y="15757"/>
                </a:cubicBezTo>
                <a:cubicBezTo>
                  <a:pt x="1073163" y="13841"/>
                  <a:pt x="1072537" y="12518"/>
                  <a:pt x="1071667" y="11787"/>
                </a:cubicBezTo>
                <a:cubicBezTo>
                  <a:pt x="1070797" y="11055"/>
                  <a:pt x="1069655" y="10688"/>
                  <a:pt x="1068240" y="10688"/>
                </a:cubicBezTo>
                <a:cubicBezTo>
                  <a:pt x="1067098" y="10688"/>
                  <a:pt x="1065385" y="11151"/>
                  <a:pt x="1063100" y="12075"/>
                </a:cubicBezTo>
                <a:lnTo>
                  <a:pt x="1061713" y="9138"/>
                </a:lnTo>
                <a:lnTo>
                  <a:pt x="1083906" y="0"/>
                </a:lnTo>
                <a:lnTo>
                  <a:pt x="1087659" y="0"/>
                </a:lnTo>
                <a:close/>
                <a:moveTo>
                  <a:pt x="1237215" y="112921"/>
                </a:moveTo>
                <a:lnTo>
                  <a:pt x="1237215" y="116021"/>
                </a:lnTo>
                <a:lnTo>
                  <a:pt x="1189811" y="116021"/>
                </a:lnTo>
                <a:lnTo>
                  <a:pt x="1189811" y="112921"/>
                </a:lnTo>
                <a:lnTo>
                  <a:pt x="1193727" y="112921"/>
                </a:lnTo>
                <a:cubicBezTo>
                  <a:pt x="1198296" y="112921"/>
                  <a:pt x="1201614" y="111595"/>
                  <a:pt x="1203681" y="108943"/>
                </a:cubicBezTo>
                <a:cubicBezTo>
                  <a:pt x="1204986" y="107211"/>
                  <a:pt x="1205639" y="103043"/>
                  <a:pt x="1205639" y="96440"/>
                </a:cubicBezTo>
                <a:lnTo>
                  <a:pt x="1205639" y="24967"/>
                </a:lnTo>
                <a:cubicBezTo>
                  <a:pt x="1205639" y="19391"/>
                  <a:pt x="1205286" y="15710"/>
                  <a:pt x="1204578" y="13924"/>
                </a:cubicBezTo>
                <a:cubicBezTo>
                  <a:pt x="1204034" y="12571"/>
                  <a:pt x="1202919" y="11407"/>
                  <a:pt x="1201233" y="10433"/>
                </a:cubicBezTo>
                <a:cubicBezTo>
                  <a:pt x="1198840" y="9135"/>
                  <a:pt x="1196338" y="8485"/>
                  <a:pt x="1193727" y="8485"/>
                </a:cubicBezTo>
                <a:lnTo>
                  <a:pt x="1189811" y="8485"/>
                </a:lnTo>
                <a:lnTo>
                  <a:pt x="1189811" y="5385"/>
                </a:lnTo>
                <a:lnTo>
                  <a:pt x="1237215" y="5385"/>
                </a:lnTo>
                <a:lnTo>
                  <a:pt x="1237215" y="8485"/>
                </a:lnTo>
                <a:lnTo>
                  <a:pt x="1233217" y="8485"/>
                </a:lnTo>
                <a:cubicBezTo>
                  <a:pt x="1228702" y="8485"/>
                  <a:pt x="1225411" y="9811"/>
                  <a:pt x="1223344" y="12463"/>
                </a:cubicBezTo>
                <a:cubicBezTo>
                  <a:pt x="1221984" y="14195"/>
                  <a:pt x="1221304" y="18363"/>
                  <a:pt x="1221304" y="24967"/>
                </a:cubicBezTo>
                <a:lnTo>
                  <a:pt x="1221304" y="96440"/>
                </a:lnTo>
                <a:cubicBezTo>
                  <a:pt x="1221304" y="102015"/>
                  <a:pt x="1221658" y="105696"/>
                  <a:pt x="1222365" y="107482"/>
                </a:cubicBezTo>
                <a:cubicBezTo>
                  <a:pt x="1222909" y="108835"/>
                  <a:pt x="1224051" y="109999"/>
                  <a:pt x="1225792" y="110973"/>
                </a:cubicBezTo>
                <a:cubicBezTo>
                  <a:pt x="1228131" y="112272"/>
                  <a:pt x="1230606" y="112921"/>
                  <a:pt x="1233217" y="112921"/>
                </a:cubicBezTo>
                <a:lnTo>
                  <a:pt x="1237215" y="112921"/>
                </a:lnTo>
                <a:close/>
                <a:moveTo>
                  <a:pt x="1275561" y="64257"/>
                </a:moveTo>
                <a:lnTo>
                  <a:pt x="1275561" y="96440"/>
                </a:lnTo>
                <a:cubicBezTo>
                  <a:pt x="1275561" y="103368"/>
                  <a:pt x="1276322" y="107671"/>
                  <a:pt x="1277845" y="109349"/>
                </a:cubicBezTo>
                <a:cubicBezTo>
                  <a:pt x="1279912" y="111730"/>
                  <a:pt x="1283040" y="112921"/>
                  <a:pt x="1287228" y="112921"/>
                </a:cubicBezTo>
                <a:lnTo>
                  <a:pt x="1291471" y="112921"/>
                </a:lnTo>
                <a:lnTo>
                  <a:pt x="1291471" y="116021"/>
                </a:lnTo>
                <a:lnTo>
                  <a:pt x="1244067" y="116021"/>
                </a:lnTo>
                <a:lnTo>
                  <a:pt x="1244067" y="112921"/>
                </a:lnTo>
                <a:lnTo>
                  <a:pt x="1248228" y="112921"/>
                </a:lnTo>
                <a:cubicBezTo>
                  <a:pt x="1252906" y="112921"/>
                  <a:pt x="1256251" y="111406"/>
                  <a:pt x="1258263" y="108375"/>
                </a:cubicBezTo>
                <a:cubicBezTo>
                  <a:pt x="1259351" y="106697"/>
                  <a:pt x="1259895" y="102719"/>
                  <a:pt x="1259895" y="96440"/>
                </a:cubicBezTo>
                <a:lnTo>
                  <a:pt x="1259895" y="24967"/>
                </a:lnTo>
                <a:cubicBezTo>
                  <a:pt x="1259895" y="18038"/>
                  <a:pt x="1259161" y="13735"/>
                  <a:pt x="1257692" y="12058"/>
                </a:cubicBezTo>
                <a:cubicBezTo>
                  <a:pt x="1255571" y="9676"/>
                  <a:pt x="1252416" y="8485"/>
                  <a:pt x="1248228" y="8485"/>
                </a:cubicBezTo>
                <a:lnTo>
                  <a:pt x="1244067" y="8485"/>
                </a:lnTo>
                <a:lnTo>
                  <a:pt x="1244067" y="5385"/>
                </a:lnTo>
                <a:lnTo>
                  <a:pt x="1284617" y="5385"/>
                </a:lnTo>
                <a:cubicBezTo>
                  <a:pt x="1294517" y="5385"/>
                  <a:pt x="1302322" y="6407"/>
                  <a:pt x="1308034" y="8450"/>
                </a:cubicBezTo>
                <a:cubicBezTo>
                  <a:pt x="1313745" y="10491"/>
                  <a:pt x="1318559" y="13936"/>
                  <a:pt x="1322475" y="18784"/>
                </a:cubicBezTo>
                <a:cubicBezTo>
                  <a:pt x="1326391" y="23631"/>
                  <a:pt x="1328350" y="29378"/>
                  <a:pt x="1328350" y="36022"/>
                </a:cubicBezTo>
                <a:cubicBezTo>
                  <a:pt x="1328350" y="45063"/>
                  <a:pt x="1325371" y="52417"/>
                  <a:pt x="1319415" y="58082"/>
                </a:cubicBezTo>
                <a:cubicBezTo>
                  <a:pt x="1313459" y="63746"/>
                  <a:pt x="1305042" y="66578"/>
                  <a:pt x="1294163" y="66578"/>
                </a:cubicBezTo>
                <a:cubicBezTo>
                  <a:pt x="1291498" y="66578"/>
                  <a:pt x="1288615" y="66385"/>
                  <a:pt x="1285515" y="65999"/>
                </a:cubicBezTo>
                <a:cubicBezTo>
                  <a:pt x="1282414" y="65611"/>
                  <a:pt x="1279096" y="65031"/>
                  <a:pt x="1275561" y="64257"/>
                </a:cubicBezTo>
                <a:moveTo>
                  <a:pt x="1275561" y="59563"/>
                </a:moveTo>
                <a:cubicBezTo>
                  <a:pt x="1278443" y="60107"/>
                  <a:pt x="1281000" y="60515"/>
                  <a:pt x="1283230" y="60787"/>
                </a:cubicBezTo>
                <a:cubicBezTo>
                  <a:pt x="1285460" y="61058"/>
                  <a:pt x="1287364" y="61193"/>
                  <a:pt x="1288941" y="61193"/>
                </a:cubicBezTo>
                <a:cubicBezTo>
                  <a:pt x="1294598" y="61193"/>
                  <a:pt x="1299480" y="59008"/>
                  <a:pt x="1303587" y="54637"/>
                </a:cubicBezTo>
                <a:cubicBezTo>
                  <a:pt x="1307694" y="50266"/>
                  <a:pt x="1309747" y="44604"/>
                  <a:pt x="1309747" y="37651"/>
                </a:cubicBezTo>
                <a:cubicBezTo>
                  <a:pt x="1309747" y="32873"/>
                  <a:pt x="1308768" y="28434"/>
                  <a:pt x="1306810" y="24334"/>
                </a:cubicBezTo>
                <a:cubicBezTo>
                  <a:pt x="1304852" y="20234"/>
                  <a:pt x="1302077" y="17166"/>
                  <a:pt x="1298487" y="15130"/>
                </a:cubicBezTo>
                <a:cubicBezTo>
                  <a:pt x="1294898" y="13094"/>
                  <a:pt x="1290818" y="12075"/>
                  <a:pt x="1286249" y="12075"/>
                </a:cubicBezTo>
                <a:cubicBezTo>
                  <a:pt x="1283475" y="12075"/>
                  <a:pt x="1279912" y="12591"/>
                  <a:pt x="1275561" y="13623"/>
                </a:cubicBezTo>
                <a:lnTo>
                  <a:pt x="1275561" y="59563"/>
                </a:lnTo>
                <a:close/>
                <a:moveTo>
                  <a:pt x="1369626" y="48465"/>
                </a:moveTo>
                <a:lnTo>
                  <a:pt x="1392635" y="39327"/>
                </a:lnTo>
                <a:lnTo>
                  <a:pt x="1395735" y="39327"/>
                </a:lnTo>
                <a:lnTo>
                  <a:pt x="1395735" y="56868"/>
                </a:lnTo>
                <a:cubicBezTo>
                  <a:pt x="1399597" y="50317"/>
                  <a:pt x="1403473" y="45729"/>
                  <a:pt x="1407362" y="43103"/>
                </a:cubicBezTo>
                <a:cubicBezTo>
                  <a:pt x="1411251" y="40476"/>
                  <a:pt x="1415344" y="39163"/>
                  <a:pt x="1419641" y="39163"/>
                </a:cubicBezTo>
                <a:cubicBezTo>
                  <a:pt x="1427148" y="39163"/>
                  <a:pt x="1433403" y="42097"/>
                  <a:pt x="1438407" y="47965"/>
                </a:cubicBezTo>
                <a:cubicBezTo>
                  <a:pt x="1444554" y="55138"/>
                  <a:pt x="1447627" y="64484"/>
                  <a:pt x="1447627" y="76004"/>
                </a:cubicBezTo>
                <a:cubicBezTo>
                  <a:pt x="1447627" y="88882"/>
                  <a:pt x="1443928" y="99532"/>
                  <a:pt x="1436530" y="107954"/>
                </a:cubicBezTo>
                <a:cubicBezTo>
                  <a:pt x="1430438" y="114855"/>
                  <a:pt x="1422769" y="118306"/>
                  <a:pt x="1413522" y="118306"/>
                </a:cubicBezTo>
                <a:cubicBezTo>
                  <a:pt x="1409497" y="118306"/>
                  <a:pt x="1406016" y="117735"/>
                  <a:pt x="1403078" y="116593"/>
                </a:cubicBezTo>
                <a:cubicBezTo>
                  <a:pt x="1400903" y="115777"/>
                  <a:pt x="1398455" y="114145"/>
                  <a:pt x="1395735" y="111697"/>
                </a:cubicBezTo>
                <a:lnTo>
                  <a:pt x="1395735" y="134461"/>
                </a:lnTo>
                <a:cubicBezTo>
                  <a:pt x="1395735" y="139603"/>
                  <a:pt x="1396048" y="142871"/>
                  <a:pt x="1396674" y="144267"/>
                </a:cubicBezTo>
                <a:cubicBezTo>
                  <a:pt x="1397299" y="145662"/>
                  <a:pt x="1398387" y="146770"/>
                  <a:pt x="1399937" y="147589"/>
                </a:cubicBezTo>
                <a:cubicBezTo>
                  <a:pt x="1401487" y="148410"/>
                  <a:pt x="1404302" y="148821"/>
                  <a:pt x="1408382" y="148821"/>
                </a:cubicBezTo>
                <a:lnTo>
                  <a:pt x="1408382" y="151758"/>
                </a:lnTo>
                <a:lnTo>
                  <a:pt x="1369218" y="151758"/>
                </a:lnTo>
                <a:lnTo>
                  <a:pt x="1369218" y="148821"/>
                </a:lnTo>
                <a:lnTo>
                  <a:pt x="1371258" y="148821"/>
                </a:lnTo>
                <a:cubicBezTo>
                  <a:pt x="1374250" y="148875"/>
                  <a:pt x="1376806" y="148301"/>
                  <a:pt x="1378928" y="147097"/>
                </a:cubicBezTo>
                <a:cubicBezTo>
                  <a:pt x="1379961" y="146495"/>
                  <a:pt x="1380764" y="145525"/>
                  <a:pt x="1381335" y="144185"/>
                </a:cubicBezTo>
                <a:cubicBezTo>
                  <a:pt x="1381906" y="142846"/>
                  <a:pt x="1382191" y="139441"/>
                  <a:pt x="1382191" y="133971"/>
                </a:cubicBezTo>
                <a:lnTo>
                  <a:pt x="1382191" y="63151"/>
                </a:lnTo>
                <a:cubicBezTo>
                  <a:pt x="1382191" y="58278"/>
                  <a:pt x="1381974" y="55184"/>
                  <a:pt x="1381539" y="53870"/>
                </a:cubicBezTo>
                <a:cubicBezTo>
                  <a:pt x="1381103" y="52554"/>
                  <a:pt x="1380410" y="51569"/>
                  <a:pt x="1379458" y="50915"/>
                </a:cubicBezTo>
                <a:cubicBezTo>
                  <a:pt x="1378506" y="50260"/>
                  <a:pt x="1377214" y="49933"/>
                  <a:pt x="1375583" y="49933"/>
                </a:cubicBezTo>
                <a:cubicBezTo>
                  <a:pt x="1374277" y="49933"/>
                  <a:pt x="1372618" y="50314"/>
                  <a:pt x="1370606" y="51076"/>
                </a:cubicBezTo>
                <a:lnTo>
                  <a:pt x="1369626" y="48465"/>
                </a:lnTo>
                <a:moveTo>
                  <a:pt x="1395735" y="61682"/>
                </a:moveTo>
                <a:lnTo>
                  <a:pt x="1395735" y="89586"/>
                </a:lnTo>
                <a:cubicBezTo>
                  <a:pt x="1395735" y="95624"/>
                  <a:pt x="1395980" y="99595"/>
                  <a:pt x="1396470" y="101498"/>
                </a:cubicBezTo>
                <a:cubicBezTo>
                  <a:pt x="1397231" y="104653"/>
                  <a:pt x="1399094" y="107427"/>
                  <a:pt x="1402059" y="109821"/>
                </a:cubicBezTo>
                <a:cubicBezTo>
                  <a:pt x="1405023" y="112214"/>
                  <a:pt x="1408763" y="113410"/>
                  <a:pt x="1413277" y="113410"/>
                </a:cubicBezTo>
                <a:cubicBezTo>
                  <a:pt x="1418717" y="113410"/>
                  <a:pt x="1423122" y="111289"/>
                  <a:pt x="1426495" y="107046"/>
                </a:cubicBezTo>
                <a:cubicBezTo>
                  <a:pt x="1430901" y="101498"/>
                  <a:pt x="1433104" y="93693"/>
                  <a:pt x="1433104" y="83630"/>
                </a:cubicBezTo>
                <a:cubicBezTo>
                  <a:pt x="1433104" y="72207"/>
                  <a:pt x="1430602" y="63423"/>
                  <a:pt x="1425597" y="57276"/>
                </a:cubicBezTo>
                <a:cubicBezTo>
                  <a:pt x="1422116" y="53034"/>
                  <a:pt x="1417982" y="50912"/>
                  <a:pt x="1413196" y="50912"/>
                </a:cubicBezTo>
                <a:cubicBezTo>
                  <a:pt x="1410585" y="50912"/>
                  <a:pt x="1408001" y="51565"/>
                  <a:pt x="1405445" y="52871"/>
                </a:cubicBezTo>
                <a:cubicBezTo>
                  <a:pt x="1403486" y="53850"/>
                  <a:pt x="1400250" y="56787"/>
                  <a:pt x="1395735" y="61682"/>
                </a:cubicBezTo>
                <a:close/>
                <a:moveTo>
                  <a:pt x="1480426" y="39163"/>
                </a:moveTo>
                <a:lnTo>
                  <a:pt x="1480426" y="55971"/>
                </a:lnTo>
                <a:cubicBezTo>
                  <a:pt x="1486681" y="44766"/>
                  <a:pt x="1493099" y="39163"/>
                  <a:pt x="1499681" y="39163"/>
                </a:cubicBezTo>
                <a:cubicBezTo>
                  <a:pt x="1502673" y="39163"/>
                  <a:pt x="1505148" y="40074"/>
                  <a:pt x="1507106" y="41897"/>
                </a:cubicBezTo>
                <a:cubicBezTo>
                  <a:pt x="1509064" y="43719"/>
                  <a:pt x="1510043" y="45827"/>
                  <a:pt x="1510043" y="48220"/>
                </a:cubicBezTo>
                <a:cubicBezTo>
                  <a:pt x="1510043" y="50341"/>
                  <a:pt x="1509336" y="52136"/>
                  <a:pt x="1507922" y="53605"/>
                </a:cubicBezTo>
                <a:cubicBezTo>
                  <a:pt x="1506507" y="55073"/>
                  <a:pt x="1504821" y="55808"/>
                  <a:pt x="1502863" y="55808"/>
                </a:cubicBezTo>
                <a:cubicBezTo>
                  <a:pt x="1500959" y="55808"/>
                  <a:pt x="1498824" y="54883"/>
                  <a:pt x="1496458" y="53034"/>
                </a:cubicBezTo>
                <a:cubicBezTo>
                  <a:pt x="1494092" y="51184"/>
                  <a:pt x="1492338" y="50260"/>
                  <a:pt x="1491196" y="50260"/>
                </a:cubicBezTo>
                <a:cubicBezTo>
                  <a:pt x="1490217" y="50260"/>
                  <a:pt x="1489156" y="50799"/>
                  <a:pt x="1488014" y="51879"/>
                </a:cubicBezTo>
                <a:cubicBezTo>
                  <a:pt x="1485566" y="54094"/>
                  <a:pt x="1483037" y="57739"/>
                  <a:pt x="1480426" y="62814"/>
                </a:cubicBezTo>
                <a:lnTo>
                  <a:pt x="1480426" y="98561"/>
                </a:lnTo>
                <a:cubicBezTo>
                  <a:pt x="1480426" y="102698"/>
                  <a:pt x="1480942" y="105828"/>
                  <a:pt x="1481976" y="107949"/>
                </a:cubicBezTo>
                <a:cubicBezTo>
                  <a:pt x="1482683" y="109419"/>
                  <a:pt x="1483934" y="110643"/>
                  <a:pt x="1485729" y="111621"/>
                </a:cubicBezTo>
                <a:cubicBezTo>
                  <a:pt x="1487524" y="112596"/>
                  <a:pt x="1490108" y="113084"/>
                  <a:pt x="1493480" y="113084"/>
                </a:cubicBezTo>
                <a:lnTo>
                  <a:pt x="1493480" y="116021"/>
                </a:lnTo>
                <a:lnTo>
                  <a:pt x="1455214" y="116021"/>
                </a:lnTo>
                <a:lnTo>
                  <a:pt x="1455214" y="113084"/>
                </a:lnTo>
                <a:cubicBezTo>
                  <a:pt x="1459022" y="113084"/>
                  <a:pt x="1461850" y="112479"/>
                  <a:pt x="1463700" y="111269"/>
                </a:cubicBezTo>
                <a:cubicBezTo>
                  <a:pt x="1465060" y="110388"/>
                  <a:pt x="1466011" y="108985"/>
                  <a:pt x="1466555" y="107059"/>
                </a:cubicBezTo>
                <a:cubicBezTo>
                  <a:pt x="1466827" y="106123"/>
                  <a:pt x="1466963" y="103453"/>
                  <a:pt x="1466963" y="99051"/>
                </a:cubicBezTo>
                <a:lnTo>
                  <a:pt x="1466963" y="70331"/>
                </a:lnTo>
                <a:cubicBezTo>
                  <a:pt x="1466963" y="61628"/>
                  <a:pt x="1466787" y="56447"/>
                  <a:pt x="1466433" y="54788"/>
                </a:cubicBezTo>
                <a:cubicBezTo>
                  <a:pt x="1466079" y="53129"/>
                  <a:pt x="1465427" y="51919"/>
                  <a:pt x="1464475" y="51157"/>
                </a:cubicBezTo>
                <a:cubicBezTo>
                  <a:pt x="1463523" y="50396"/>
                  <a:pt x="1462340" y="50015"/>
                  <a:pt x="1460926" y="50015"/>
                </a:cubicBezTo>
                <a:cubicBezTo>
                  <a:pt x="1459239" y="50015"/>
                  <a:pt x="1457336" y="50423"/>
                  <a:pt x="1455214" y="51239"/>
                </a:cubicBezTo>
                <a:lnTo>
                  <a:pt x="1454398" y="48301"/>
                </a:lnTo>
                <a:lnTo>
                  <a:pt x="1476999" y="39163"/>
                </a:lnTo>
                <a:lnTo>
                  <a:pt x="1480426" y="39163"/>
                </a:lnTo>
                <a:close/>
                <a:moveTo>
                  <a:pt x="1550755" y="39163"/>
                </a:moveTo>
                <a:cubicBezTo>
                  <a:pt x="1562069" y="39163"/>
                  <a:pt x="1571153" y="43456"/>
                  <a:pt x="1578006" y="52042"/>
                </a:cubicBezTo>
                <a:cubicBezTo>
                  <a:pt x="1583826" y="59376"/>
                  <a:pt x="1586737" y="67799"/>
                  <a:pt x="1586737" y="77309"/>
                </a:cubicBezTo>
                <a:cubicBezTo>
                  <a:pt x="1586737" y="83993"/>
                  <a:pt x="1585132" y="90758"/>
                  <a:pt x="1581923" y="97605"/>
                </a:cubicBezTo>
                <a:cubicBezTo>
                  <a:pt x="1578714" y="104450"/>
                  <a:pt x="1574294" y="109611"/>
                  <a:pt x="1568664" y="113089"/>
                </a:cubicBezTo>
                <a:cubicBezTo>
                  <a:pt x="1563035" y="116567"/>
                  <a:pt x="1556766" y="118306"/>
                  <a:pt x="1549858" y="118306"/>
                </a:cubicBezTo>
                <a:cubicBezTo>
                  <a:pt x="1538598" y="118306"/>
                  <a:pt x="1529651" y="113823"/>
                  <a:pt x="1523015" y="104856"/>
                </a:cubicBezTo>
                <a:cubicBezTo>
                  <a:pt x="1517412" y="97304"/>
                  <a:pt x="1514611" y="88828"/>
                  <a:pt x="1514611" y="79428"/>
                </a:cubicBezTo>
                <a:cubicBezTo>
                  <a:pt x="1514611" y="72581"/>
                  <a:pt x="1516311" y="65775"/>
                  <a:pt x="1519710" y="59010"/>
                </a:cubicBezTo>
                <a:cubicBezTo>
                  <a:pt x="1523110" y="52245"/>
                  <a:pt x="1527584" y="47246"/>
                  <a:pt x="1533132" y="44013"/>
                </a:cubicBezTo>
                <a:cubicBezTo>
                  <a:pt x="1538680" y="40780"/>
                  <a:pt x="1544554" y="39163"/>
                  <a:pt x="1550755" y="39163"/>
                </a:cubicBezTo>
                <a:moveTo>
                  <a:pt x="1548226" y="44548"/>
                </a:moveTo>
                <a:cubicBezTo>
                  <a:pt x="1545343" y="44548"/>
                  <a:pt x="1542447" y="45402"/>
                  <a:pt x="1539537" y="47111"/>
                </a:cubicBezTo>
                <a:cubicBezTo>
                  <a:pt x="1536627" y="48817"/>
                  <a:pt x="1534274" y="51812"/>
                  <a:pt x="1532479" y="56093"/>
                </a:cubicBezTo>
                <a:cubicBezTo>
                  <a:pt x="1530684" y="60375"/>
                  <a:pt x="1529787" y="65876"/>
                  <a:pt x="1529787" y="72595"/>
                </a:cubicBezTo>
                <a:cubicBezTo>
                  <a:pt x="1529787" y="83435"/>
                  <a:pt x="1531949" y="92784"/>
                  <a:pt x="1536273" y="100644"/>
                </a:cubicBezTo>
                <a:cubicBezTo>
                  <a:pt x="1540597" y="108502"/>
                  <a:pt x="1546295" y="112431"/>
                  <a:pt x="1553366" y="112431"/>
                </a:cubicBezTo>
                <a:cubicBezTo>
                  <a:pt x="1558642" y="112431"/>
                  <a:pt x="1562994" y="110263"/>
                  <a:pt x="1566421" y="105927"/>
                </a:cubicBezTo>
                <a:cubicBezTo>
                  <a:pt x="1569847" y="101591"/>
                  <a:pt x="1571561" y="94139"/>
                  <a:pt x="1571561" y="83571"/>
                </a:cubicBezTo>
                <a:cubicBezTo>
                  <a:pt x="1571561" y="70347"/>
                  <a:pt x="1568705" y="59941"/>
                  <a:pt x="1562994" y="52353"/>
                </a:cubicBezTo>
                <a:cubicBezTo>
                  <a:pt x="1559132" y="47150"/>
                  <a:pt x="1554209" y="44548"/>
                  <a:pt x="1548226" y="44548"/>
                </a:cubicBezTo>
                <a:close/>
                <a:moveTo>
                  <a:pt x="1619454" y="16644"/>
                </a:moveTo>
                <a:lnTo>
                  <a:pt x="1619454" y="41285"/>
                </a:lnTo>
                <a:lnTo>
                  <a:pt x="1636915" y="41285"/>
                </a:lnTo>
                <a:lnTo>
                  <a:pt x="1636915" y="46833"/>
                </a:lnTo>
                <a:lnTo>
                  <a:pt x="1619454" y="46996"/>
                </a:lnTo>
                <a:lnTo>
                  <a:pt x="1619454" y="95527"/>
                </a:lnTo>
                <a:cubicBezTo>
                  <a:pt x="1619454" y="100373"/>
                  <a:pt x="1620148" y="103641"/>
                  <a:pt x="1621535" y="105331"/>
                </a:cubicBezTo>
                <a:cubicBezTo>
                  <a:pt x="1622922" y="107018"/>
                  <a:pt x="1624703" y="107862"/>
                  <a:pt x="1626879" y="107862"/>
                </a:cubicBezTo>
                <a:cubicBezTo>
                  <a:pt x="1628674" y="107862"/>
                  <a:pt x="1630415" y="107298"/>
                  <a:pt x="1632101" y="106169"/>
                </a:cubicBezTo>
                <a:cubicBezTo>
                  <a:pt x="1633787" y="105041"/>
                  <a:pt x="1635092" y="103375"/>
                  <a:pt x="1636017" y="101172"/>
                </a:cubicBezTo>
                <a:lnTo>
                  <a:pt x="1639199" y="101172"/>
                </a:lnTo>
                <a:cubicBezTo>
                  <a:pt x="1637295" y="106530"/>
                  <a:pt x="1634603" y="110562"/>
                  <a:pt x="1631122" y="113268"/>
                </a:cubicBezTo>
                <a:cubicBezTo>
                  <a:pt x="1627640" y="115974"/>
                  <a:pt x="1624051" y="117327"/>
                  <a:pt x="1620352" y="117327"/>
                </a:cubicBezTo>
                <a:cubicBezTo>
                  <a:pt x="1617850" y="117327"/>
                  <a:pt x="1615402" y="116631"/>
                  <a:pt x="1613009" y="115239"/>
                </a:cubicBezTo>
                <a:cubicBezTo>
                  <a:pt x="1610615" y="113846"/>
                  <a:pt x="1608848" y="111854"/>
                  <a:pt x="1607705" y="109262"/>
                </a:cubicBezTo>
                <a:cubicBezTo>
                  <a:pt x="1606563" y="106670"/>
                  <a:pt x="1605992" y="102672"/>
                  <a:pt x="1605992" y="97268"/>
                </a:cubicBezTo>
                <a:lnTo>
                  <a:pt x="1605992" y="46833"/>
                </a:lnTo>
                <a:lnTo>
                  <a:pt x="1594161" y="46833"/>
                </a:lnTo>
                <a:lnTo>
                  <a:pt x="1594161" y="44217"/>
                </a:lnTo>
                <a:cubicBezTo>
                  <a:pt x="1597153" y="43027"/>
                  <a:pt x="1600213" y="41013"/>
                  <a:pt x="1603340" y="38174"/>
                </a:cubicBezTo>
                <a:cubicBezTo>
                  <a:pt x="1606468" y="35335"/>
                  <a:pt x="1609255" y="31952"/>
                  <a:pt x="1611703" y="28024"/>
                </a:cubicBezTo>
                <a:cubicBezTo>
                  <a:pt x="1612954" y="25950"/>
                  <a:pt x="1614695" y="22157"/>
                  <a:pt x="1616925" y="16644"/>
                </a:cubicBezTo>
                <a:lnTo>
                  <a:pt x="1619454" y="16644"/>
                </a:lnTo>
                <a:close/>
                <a:moveTo>
                  <a:pt x="1680723" y="39163"/>
                </a:moveTo>
                <a:cubicBezTo>
                  <a:pt x="1692037" y="39163"/>
                  <a:pt x="1701121" y="43456"/>
                  <a:pt x="1707974" y="52042"/>
                </a:cubicBezTo>
                <a:cubicBezTo>
                  <a:pt x="1713794" y="59376"/>
                  <a:pt x="1716705" y="67799"/>
                  <a:pt x="1716705" y="77309"/>
                </a:cubicBezTo>
                <a:cubicBezTo>
                  <a:pt x="1716705" y="83993"/>
                  <a:pt x="1715100" y="90758"/>
                  <a:pt x="1711891" y="97605"/>
                </a:cubicBezTo>
                <a:cubicBezTo>
                  <a:pt x="1708681" y="104450"/>
                  <a:pt x="1704262" y="109611"/>
                  <a:pt x="1698632" y="113089"/>
                </a:cubicBezTo>
                <a:cubicBezTo>
                  <a:pt x="1693003" y="116567"/>
                  <a:pt x="1686734" y="118306"/>
                  <a:pt x="1679826" y="118306"/>
                </a:cubicBezTo>
                <a:cubicBezTo>
                  <a:pt x="1668566" y="118306"/>
                  <a:pt x="1659619" y="113823"/>
                  <a:pt x="1652983" y="104856"/>
                </a:cubicBezTo>
                <a:cubicBezTo>
                  <a:pt x="1647380" y="97304"/>
                  <a:pt x="1644579" y="88828"/>
                  <a:pt x="1644579" y="79428"/>
                </a:cubicBezTo>
                <a:cubicBezTo>
                  <a:pt x="1644579" y="72581"/>
                  <a:pt x="1646279" y="65775"/>
                  <a:pt x="1649678" y="59010"/>
                </a:cubicBezTo>
                <a:cubicBezTo>
                  <a:pt x="1653078" y="52245"/>
                  <a:pt x="1657552" y="47246"/>
                  <a:pt x="1663100" y="44013"/>
                </a:cubicBezTo>
                <a:cubicBezTo>
                  <a:pt x="1668648" y="40780"/>
                  <a:pt x="1674522" y="39163"/>
                  <a:pt x="1680723" y="39163"/>
                </a:cubicBezTo>
                <a:moveTo>
                  <a:pt x="1678194" y="44548"/>
                </a:moveTo>
                <a:cubicBezTo>
                  <a:pt x="1675311" y="44548"/>
                  <a:pt x="1672415" y="45402"/>
                  <a:pt x="1669505" y="47111"/>
                </a:cubicBezTo>
                <a:cubicBezTo>
                  <a:pt x="1666594" y="48817"/>
                  <a:pt x="1664242" y="51812"/>
                  <a:pt x="1662447" y="56093"/>
                </a:cubicBezTo>
                <a:cubicBezTo>
                  <a:pt x="1660652" y="60375"/>
                  <a:pt x="1659754" y="65876"/>
                  <a:pt x="1659754" y="72595"/>
                </a:cubicBezTo>
                <a:cubicBezTo>
                  <a:pt x="1659754" y="83435"/>
                  <a:pt x="1661917" y="92784"/>
                  <a:pt x="1666241" y="100644"/>
                </a:cubicBezTo>
                <a:cubicBezTo>
                  <a:pt x="1670565" y="108502"/>
                  <a:pt x="1676263" y="112431"/>
                  <a:pt x="1683334" y="112431"/>
                </a:cubicBezTo>
                <a:cubicBezTo>
                  <a:pt x="1688610" y="112431"/>
                  <a:pt x="1692962" y="110263"/>
                  <a:pt x="1696389" y="105927"/>
                </a:cubicBezTo>
                <a:cubicBezTo>
                  <a:pt x="1699815" y="101591"/>
                  <a:pt x="1701529" y="94139"/>
                  <a:pt x="1701529" y="83571"/>
                </a:cubicBezTo>
                <a:cubicBezTo>
                  <a:pt x="1701529" y="70347"/>
                  <a:pt x="1698673" y="59941"/>
                  <a:pt x="1692962" y="52353"/>
                </a:cubicBezTo>
                <a:cubicBezTo>
                  <a:pt x="1689100" y="47150"/>
                  <a:pt x="1684177" y="44548"/>
                  <a:pt x="1678194" y="44548"/>
                </a:cubicBezTo>
                <a:close/>
                <a:moveTo>
                  <a:pt x="1791196" y="87628"/>
                </a:moveTo>
                <a:cubicBezTo>
                  <a:pt x="1789184" y="97473"/>
                  <a:pt x="1785240" y="105047"/>
                  <a:pt x="1779366" y="110351"/>
                </a:cubicBezTo>
                <a:cubicBezTo>
                  <a:pt x="1773491" y="115654"/>
                  <a:pt x="1766991" y="118306"/>
                  <a:pt x="1759866" y="118306"/>
                </a:cubicBezTo>
                <a:cubicBezTo>
                  <a:pt x="1751380" y="118306"/>
                  <a:pt x="1743983" y="114747"/>
                  <a:pt x="1737673" y="107630"/>
                </a:cubicBezTo>
                <a:cubicBezTo>
                  <a:pt x="1731364" y="100512"/>
                  <a:pt x="1728209" y="90893"/>
                  <a:pt x="1728209" y="78775"/>
                </a:cubicBezTo>
                <a:cubicBezTo>
                  <a:pt x="1728209" y="67038"/>
                  <a:pt x="1731704" y="57502"/>
                  <a:pt x="1738693" y="50168"/>
                </a:cubicBezTo>
                <a:cubicBezTo>
                  <a:pt x="1745683" y="42831"/>
                  <a:pt x="1754073" y="39163"/>
                  <a:pt x="1763864" y="39163"/>
                </a:cubicBezTo>
                <a:cubicBezTo>
                  <a:pt x="1771207" y="39163"/>
                  <a:pt x="1777244" y="41115"/>
                  <a:pt x="1781977" y="45017"/>
                </a:cubicBezTo>
                <a:cubicBezTo>
                  <a:pt x="1786709" y="48918"/>
                  <a:pt x="1789075" y="52970"/>
                  <a:pt x="1789075" y="57172"/>
                </a:cubicBezTo>
                <a:cubicBezTo>
                  <a:pt x="1789075" y="59246"/>
                  <a:pt x="1788409" y="60924"/>
                  <a:pt x="1787076" y="62207"/>
                </a:cubicBezTo>
                <a:cubicBezTo>
                  <a:pt x="1785743" y="63489"/>
                  <a:pt x="1783880" y="64130"/>
                  <a:pt x="1781487" y="64130"/>
                </a:cubicBezTo>
                <a:cubicBezTo>
                  <a:pt x="1778278" y="64130"/>
                  <a:pt x="1775857" y="63088"/>
                  <a:pt x="1774226" y="61004"/>
                </a:cubicBezTo>
                <a:cubicBezTo>
                  <a:pt x="1773301" y="59852"/>
                  <a:pt x="1772689" y="57657"/>
                  <a:pt x="1772390" y="54421"/>
                </a:cubicBezTo>
                <a:cubicBezTo>
                  <a:pt x="1772091" y="51184"/>
                  <a:pt x="1770989" y="48716"/>
                  <a:pt x="1769085" y="47016"/>
                </a:cubicBezTo>
                <a:cubicBezTo>
                  <a:pt x="1767182" y="45371"/>
                  <a:pt x="1764544" y="44548"/>
                  <a:pt x="1761171" y="44548"/>
                </a:cubicBezTo>
                <a:cubicBezTo>
                  <a:pt x="1755732" y="44548"/>
                  <a:pt x="1751353" y="46561"/>
                  <a:pt x="1748035" y="50586"/>
                </a:cubicBezTo>
                <a:cubicBezTo>
                  <a:pt x="1743629" y="55917"/>
                  <a:pt x="1741426" y="62961"/>
                  <a:pt x="1741426" y="71718"/>
                </a:cubicBezTo>
                <a:cubicBezTo>
                  <a:pt x="1741426" y="80638"/>
                  <a:pt x="1743616" y="88512"/>
                  <a:pt x="1747994" y="95338"/>
                </a:cubicBezTo>
                <a:cubicBezTo>
                  <a:pt x="1752373" y="102165"/>
                  <a:pt x="1758288" y="105578"/>
                  <a:pt x="1765740" y="105578"/>
                </a:cubicBezTo>
                <a:cubicBezTo>
                  <a:pt x="1771071" y="105578"/>
                  <a:pt x="1775857" y="103756"/>
                  <a:pt x="1780100" y="100111"/>
                </a:cubicBezTo>
                <a:cubicBezTo>
                  <a:pt x="1783092" y="97609"/>
                  <a:pt x="1786002" y="93067"/>
                  <a:pt x="1788830" y="86486"/>
                </a:cubicBezTo>
                <a:lnTo>
                  <a:pt x="1791196" y="87628"/>
                </a:lnTo>
                <a:close/>
                <a:moveTo>
                  <a:pt x="1838430" y="39163"/>
                </a:moveTo>
                <a:cubicBezTo>
                  <a:pt x="1849744" y="39163"/>
                  <a:pt x="1858827" y="43456"/>
                  <a:pt x="1865681" y="52042"/>
                </a:cubicBezTo>
                <a:cubicBezTo>
                  <a:pt x="1871501" y="59376"/>
                  <a:pt x="1874411" y="67799"/>
                  <a:pt x="1874411" y="77309"/>
                </a:cubicBezTo>
                <a:cubicBezTo>
                  <a:pt x="1874411" y="83993"/>
                  <a:pt x="1872806" y="90758"/>
                  <a:pt x="1869597" y="97605"/>
                </a:cubicBezTo>
                <a:cubicBezTo>
                  <a:pt x="1866388" y="104450"/>
                  <a:pt x="1861969" y="109611"/>
                  <a:pt x="1856339" y="113089"/>
                </a:cubicBezTo>
                <a:cubicBezTo>
                  <a:pt x="1850709" y="116567"/>
                  <a:pt x="1844440" y="118306"/>
                  <a:pt x="1837532" y="118306"/>
                </a:cubicBezTo>
                <a:cubicBezTo>
                  <a:pt x="1826273" y="118306"/>
                  <a:pt x="1817325" y="113823"/>
                  <a:pt x="1810689" y="104856"/>
                </a:cubicBezTo>
                <a:cubicBezTo>
                  <a:pt x="1805087" y="97304"/>
                  <a:pt x="1802285" y="88828"/>
                  <a:pt x="1802285" y="79428"/>
                </a:cubicBezTo>
                <a:cubicBezTo>
                  <a:pt x="1802285" y="72581"/>
                  <a:pt x="1803985" y="65775"/>
                  <a:pt x="1807385" y="59010"/>
                </a:cubicBezTo>
                <a:cubicBezTo>
                  <a:pt x="1810784" y="52245"/>
                  <a:pt x="1815258" y="47246"/>
                  <a:pt x="1820806" y="44013"/>
                </a:cubicBezTo>
                <a:cubicBezTo>
                  <a:pt x="1826354" y="40780"/>
                  <a:pt x="1832229" y="39163"/>
                  <a:pt x="1838430" y="39163"/>
                </a:cubicBezTo>
                <a:moveTo>
                  <a:pt x="1835900" y="44548"/>
                </a:moveTo>
                <a:cubicBezTo>
                  <a:pt x="1833018" y="44548"/>
                  <a:pt x="1830121" y="45402"/>
                  <a:pt x="1827211" y="47111"/>
                </a:cubicBezTo>
                <a:cubicBezTo>
                  <a:pt x="1824301" y="48817"/>
                  <a:pt x="1821949" y="51812"/>
                  <a:pt x="1820154" y="56093"/>
                </a:cubicBezTo>
                <a:cubicBezTo>
                  <a:pt x="1818359" y="60375"/>
                  <a:pt x="1817461" y="65876"/>
                  <a:pt x="1817461" y="72595"/>
                </a:cubicBezTo>
                <a:cubicBezTo>
                  <a:pt x="1817461" y="83435"/>
                  <a:pt x="1819623" y="92784"/>
                  <a:pt x="1823947" y="100644"/>
                </a:cubicBezTo>
                <a:cubicBezTo>
                  <a:pt x="1828272" y="108502"/>
                  <a:pt x="1833969" y="112431"/>
                  <a:pt x="1841041" y="112431"/>
                </a:cubicBezTo>
                <a:cubicBezTo>
                  <a:pt x="1846317" y="112431"/>
                  <a:pt x="1850668" y="110263"/>
                  <a:pt x="1854095" y="105927"/>
                </a:cubicBezTo>
                <a:cubicBezTo>
                  <a:pt x="1857522" y="101591"/>
                  <a:pt x="1859235" y="94139"/>
                  <a:pt x="1859235" y="83571"/>
                </a:cubicBezTo>
                <a:cubicBezTo>
                  <a:pt x="1859235" y="70347"/>
                  <a:pt x="1856380" y="59941"/>
                  <a:pt x="1850668" y="52353"/>
                </a:cubicBezTo>
                <a:cubicBezTo>
                  <a:pt x="1846806" y="47150"/>
                  <a:pt x="1841884" y="44548"/>
                  <a:pt x="1835900" y="44548"/>
                </a:cubicBezTo>
                <a:close/>
                <a:moveTo>
                  <a:pt x="1911127" y="0"/>
                </a:moveTo>
                <a:lnTo>
                  <a:pt x="1911127" y="99051"/>
                </a:lnTo>
                <a:cubicBezTo>
                  <a:pt x="1911127" y="103756"/>
                  <a:pt x="1911467" y="106875"/>
                  <a:pt x="1912147" y="108408"/>
                </a:cubicBezTo>
                <a:cubicBezTo>
                  <a:pt x="1912826" y="109940"/>
                  <a:pt x="1913874" y="111102"/>
                  <a:pt x="1915288" y="111896"/>
                </a:cubicBezTo>
                <a:cubicBezTo>
                  <a:pt x="1916702" y="112688"/>
                  <a:pt x="1919340" y="113084"/>
                  <a:pt x="1923202" y="113084"/>
                </a:cubicBezTo>
                <a:lnTo>
                  <a:pt x="1923202" y="116021"/>
                </a:lnTo>
                <a:lnTo>
                  <a:pt x="1886568" y="116021"/>
                </a:lnTo>
                <a:lnTo>
                  <a:pt x="1886568" y="113084"/>
                </a:lnTo>
                <a:cubicBezTo>
                  <a:pt x="1889995" y="113084"/>
                  <a:pt x="1892334" y="112729"/>
                  <a:pt x="1893585" y="112018"/>
                </a:cubicBezTo>
                <a:cubicBezTo>
                  <a:pt x="1894836" y="111306"/>
                  <a:pt x="1895815" y="110130"/>
                  <a:pt x="1896522" y="108490"/>
                </a:cubicBezTo>
                <a:cubicBezTo>
                  <a:pt x="1897229" y="106848"/>
                  <a:pt x="1897583" y="103701"/>
                  <a:pt x="1897583" y="99051"/>
                </a:cubicBezTo>
                <a:lnTo>
                  <a:pt x="1897583" y="31331"/>
                </a:lnTo>
                <a:cubicBezTo>
                  <a:pt x="1897583" y="22900"/>
                  <a:pt x="1897392" y="17719"/>
                  <a:pt x="1897012" y="15788"/>
                </a:cubicBezTo>
                <a:cubicBezTo>
                  <a:pt x="1896631" y="13857"/>
                  <a:pt x="1896019" y="12538"/>
                  <a:pt x="1895176" y="11831"/>
                </a:cubicBezTo>
                <a:cubicBezTo>
                  <a:pt x="1894333" y="11123"/>
                  <a:pt x="1893258" y="10770"/>
                  <a:pt x="1891953" y="10770"/>
                </a:cubicBezTo>
                <a:cubicBezTo>
                  <a:pt x="1890539" y="10770"/>
                  <a:pt x="1888744" y="11205"/>
                  <a:pt x="1886568" y="12075"/>
                </a:cubicBezTo>
                <a:lnTo>
                  <a:pt x="1885181" y="9138"/>
                </a:lnTo>
                <a:lnTo>
                  <a:pt x="1907455" y="0"/>
                </a:lnTo>
                <a:lnTo>
                  <a:pt x="1911127" y="0"/>
                </a:lnTo>
                <a:close/>
                <a:moveTo>
                  <a:pt x="2021921" y="39163"/>
                </a:moveTo>
                <a:lnTo>
                  <a:pt x="2021921" y="64619"/>
                </a:lnTo>
                <a:lnTo>
                  <a:pt x="2019228" y="64619"/>
                </a:lnTo>
                <a:cubicBezTo>
                  <a:pt x="2017161" y="56656"/>
                  <a:pt x="2014510" y="51239"/>
                  <a:pt x="2011273" y="48368"/>
                </a:cubicBezTo>
                <a:cubicBezTo>
                  <a:pt x="2008037" y="45495"/>
                  <a:pt x="2003917" y="44059"/>
                  <a:pt x="1998912" y="44059"/>
                </a:cubicBezTo>
                <a:cubicBezTo>
                  <a:pt x="1995105" y="44059"/>
                  <a:pt x="1992032" y="45062"/>
                  <a:pt x="1989693" y="47067"/>
                </a:cubicBezTo>
                <a:cubicBezTo>
                  <a:pt x="1987354" y="49073"/>
                  <a:pt x="1986184" y="51296"/>
                  <a:pt x="1986184" y="53735"/>
                </a:cubicBezTo>
                <a:cubicBezTo>
                  <a:pt x="1986184" y="56769"/>
                  <a:pt x="1987055" y="59371"/>
                  <a:pt x="1988795" y="61539"/>
                </a:cubicBezTo>
                <a:cubicBezTo>
                  <a:pt x="1990481" y="63761"/>
                  <a:pt x="1993908" y="66119"/>
                  <a:pt x="1999076" y="68612"/>
                </a:cubicBezTo>
                <a:lnTo>
                  <a:pt x="2010988" y="74385"/>
                </a:lnTo>
                <a:cubicBezTo>
                  <a:pt x="2022030" y="79763"/>
                  <a:pt x="2027551" y="86852"/>
                  <a:pt x="2027551" y="95652"/>
                </a:cubicBezTo>
                <a:cubicBezTo>
                  <a:pt x="2027551" y="102443"/>
                  <a:pt x="2024980" y="107916"/>
                  <a:pt x="2019840" y="112072"/>
                </a:cubicBezTo>
                <a:cubicBezTo>
                  <a:pt x="2014700" y="116228"/>
                  <a:pt x="2008948" y="118306"/>
                  <a:pt x="2002584" y="118306"/>
                </a:cubicBezTo>
                <a:cubicBezTo>
                  <a:pt x="1998015" y="118306"/>
                  <a:pt x="1992793" y="117531"/>
                  <a:pt x="1986919" y="115981"/>
                </a:cubicBezTo>
                <a:cubicBezTo>
                  <a:pt x="1985124" y="115464"/>
                  <a:pt x="1983655" y="115205"/>
                  <a:pt x="1982513" y="115205"/>
                </a:cubicBezTo>
                <a:cubicBezTo>
                  <a:pt x="1981262" y="115205"/>
                  <a:pt x="1980283" y="115858"/>
                  <a:pt x="1979575" y="117164"/>
                </a:cubicBezTo>
                <a:lnTo>
                  <a:pt x="1976883" y="117164"/>
                </a:lnTo>
                <a:lnTo>
                  <a:pt x="1976883" y="90402"/>
                </a:lnTo>
                <a:lnTo>
                  <a:pt x="1979575" y="90402"/>
                </a:lnTo>
                <a:cubicBezTo>
                  <a:pt x="1981098" y="98017"/>
                  <a:pt x="1984009" y="103756"/>
                  <a:pt x="1988306" y="107618"/>
                </a:cubicBezTo>
                <a:cubicBezTo>
                  <a:pt x="1992603" y="111480"/>
                  <a:pt x="1997417" y="113410"/>
                  <a:pt x="2002747" y="113410"/>
                </a:cubicBezTo>
                <a:cubicBezTo>
                  <a:pt x="2006500" y="113410"/>
                  <a:pt x="2009560" y="112315"/>
                  <a:pt x="2011926" y="110124"/>
                </a:cubicBezTo>
                <a:cubicBezTo>
                  <a:pt x="2014292" y="107931"/>
                  <a:pt x="2015475" y="105292"/>
                  <a:pt x="2015475" y="102207"/>
                </a:cubicBezTo>
                <a:cubicBezTo>
                  <a:pt x="2015475" y="98473"/>
                  <a:pt x="2014156" y="95334"/>
                  <a:pt x="2011518" y="92791"/>
                </a:cubicBezTo>
                <a:cubicBezTo>
                  <a:pt x="2008880" y="90246"/>
                  <a:pt x="2003617" y="87033"/>
                  <a:pt x="1995730" y="83151"/>
                </a:cubicBezTo>
                <a:cubicBezTo>
                  <a:pt x="1987843" y="79267"/>
                  <a:pt x="1982676" y="75745"/>
                  <a:pt x="1980228" y="72585"/>
                </a:cubicBezTo>
                <a:cubicBezTo>
                  <a:pt x="1977780" y="69479"/>
                  <a:pt x="1976557" y="65557"/>
                  <a:pt x="1976557" y="60818"/>
                </a:cubicBezTo>
                <a:cubicBezTo>
                  <a:pt x="1976557" y="54661"/>
                  <a:pt x="1978664" y="49513"/>
                  <a:pt x="1982880" y="45374"/>
                </a:cubicBezTo>
                <a:cubicBezTo>
                  <a:pt x="1987095" y="41234"/>
                  <a:pt x="1992548" y="39163"/>
                  <a:pt x="1999239" y="39163"/>
                </a:cubicBezTo>
                <a:cubicBezTo>
                  <a:pt x="2002176" y="39163"/>
                  <a:pt x="2005739" y="39789"/>
                  <a:pt x="2009927" y="41040"/>
                </a:cubicBezTo>
                <a:cubicBezTo>
                  <a:pt x="2012701" y="41856"/>
                  <a:pt x="2014550" y="42264"/>
                  <a:pt x="2015475" y="42264"/>
                </a:cubicBezTo>
                <a:cubicBezTo>
                  <a:pt x="2016345" y="42264"/>
                  <a:pt x="2017025" y="42073"/>
                  <a:pt x="2017515" y="41693"/>
                </a:cubicBezTo>
                <a:cubicBezTo>
                  <a:pt x="2018004" y="41312"/>
                  <a:pt x="2018576" y="40469"/>
                  <a:pt x="2019228" y="39163"/>
                </a:cubicBezTo>
                <a:lnTo>
                  <a:pt x="2021921" y="39163"/>
                </a:lnTo>
                <a:close/>
                <a:moveTo>
                  <a:pt x="2060356" y="16644"/>
                </a:moveTo>
                <a:lnTo>
                  <a:pt x="2060356" y="41285"/>
                </a:lnTo>
                <a:lnTo>
                  <a:pt x="2077817" y="41285"/>
                </a:lnTo>
                <a:lnTo>
                  <a:pt x="2077817" y="46833"/>
                </a:lnTo>
                <a:lnTo>
                  <a:pt x="2060356" y="46996"/>
                </a:lnTo>
                <a:lnTo>
                  <a:pt x="2060356" y="95527"/>
                </a:lnTo>
                <a:cubicBezTo>
                  <a:pt x="2060356" y="100373"/>
                  <a:pt x="2061050" y="103641"/>
                  <a:pt x="2062437" y="105331"/>
                </a:cubicBezTo>
                <a:cubicBezTo>
                  <a:pt x="2063824" y="107018"/>
                  <a:pt x="2065605" y="107862"/>
                  <a:pt x="2067781" y="107862"/>
                </a:cubicBezTo>
                <a:cubicBezTo>
                  <a:pt x="2069576" y="107862"/>
                  <a:pt x="2071317" y="107298"/>
                  <a:pt x="2073003" y="106169"/>
                </a:cubicBezTo>
                <a:cubicBezTo>
                  <a:pt x="2074689" y="105041"/>
                  <a:pt x="2075995" y="103375"/>
                  <a:pt x="2076919" y="101172"/>
                </a:cubicBezTo>
                <a:lnTo>
                  <a:pt x="2080101" y="101172"/>
                </a:lnTo>
                <a:cubicBezTo>
                  <a:pt x="2078198" y="106530"/>
                  <a:pt x="2075505" y="110562"/>
                  <a:pt x="2072024" y="113268"/>
                </a:cubicBezTo>
                <a:cubicBezTo>
                  <a:pt x="2068543" y="115974"/>
                  <a:pt x="2064953" y="117327"/>
                  <a:pt x="2061254" y="117327"/>
                </a:cubicBezTo>
                <a:cubicBezTo>
                  <a:pt x="2058752" y="117327"/>
                  <a:pt x="2056304" y="116631"/>
                  <a:pt x="2053911" y="115239"/>
                </a:cubicBezTo>
                <a:cubicBezTo>
                  <a:pt x="2051518" y="113846"/>
                  <a:pt x="2049750" y="111854"/>
                  <a:pt x="2048607" y="109262"/>
                </a:cubicBezTo>
                <a:cubicBezTo>
                  <a:pt x="2047465" y="106670"/>
                  <a:pt x="2046894" y="102672"/>
                  <a:pt x="2046894" y="97268"/>
                </a:cubicBezTo>
                <a:lnTo>
                  <a:pt x="2046894" y="46833"/>
                </a:lnTo>
                <a:lnTo>
                  <a:pt x="2035064" y="46833"/>
                </a:lnTo>
                <a:lnTo>
                  <a:pt x="2035064" y="44217"/>
                </a:lnTo>
                <a:cubicBezTo>
                  <a:pt x="2038055" y="43027"/>
                  <a:pt x="2041115" y="41013"/>
                  <a:pt x="2044242" y="38174"/>
                </a:cubicBezTo>
                <a:cubicBezTo>
                  <a:pt x="2047370" y="35335"/>
                  <a:pt x="2050158" y="31952"/>
                  <a:pt x="2052605" y="28024"/>
                </a:cubicBezTo>
                <a:cubicBezTo>
                  <a:pt x="2053856" y="25950"/>
                  <a:pt x="2055597" y="22157"/>
                  <a:pt x="2057827" y="16644"/>
                </a:cubicBezTo>
                <a:lnTo>
                  <a:pt x="2060356" y="16644"/>
                </a:lnTo>
                <a:close/>
                <a:moveTo>
                  <a:pt x="2127419" y="105338"/>
                </a:moveTo>
                <a:cubicBezTo>
                  <a:pt x="2119749" y="111265"/>
                  <a:pt x="2114935" y="114690"/>
                  <a:pt x="2112977" y="115613"/>
                </a:cubicBezTo>
                <a:cubicBezTo>
                  <a:pt x="2110040" y="116973"/>
                  <a:pt x="2106912" y="117653"/>
                  <a:pt x="2103594" y="117653"/>
                </a:cubicBezTo>
                <a:cubicBezTo>
                  <a:pt x="2098427" y="117653"/>
                  <a:pt x="2094171" y="115885"/>
                  <a:pt x="2090825" y="112350"/>
                </a:cubicBezTo>
                <a:cubicBezTo>
                  <a:pt x="2087480" y="108814"/>
                  <a:pt x="2085808" y="104164"/>
                  <a:pt x="2085808" y="98398"/>
                </a:cubicBezTo>
                <a:cubicBezTo>
                  <a:pt x="2085808" y="94754"/>
                  <a:pt x="2086624" y="91599"/>
                  <a:pt x="2088255" y="88933"/>
                </a:cubicBezTo>
                <a:cubicBezTo>
                  <a:pt x="2090485" y="85235"/>
                  <a:pt x="2094361" y="81753"/>
                  <a:pt x="2099882" y="78490"/>
                </a:cubicBezTo>
                <a:cubicBezTo>
                  <a:pt x="2105403" y="75226"/>
                  <a:pt x="2114582" y="71256"/>
                  <a:pt x="2127419" y="66578"/>
                </a:cubicBezTo>
                <a:lnTo>
                  <a:pt x="2127419" y="63651"/>
                </a:lnTo>
                <a:cubicBezTo>
                  <a:pt x="2127419" y="56226"/>
                  <a:pt x="2126236" y="51132"/>
                  <a:pt x="2123869" y="48368"/>
                </a:cubicBezTo>
                <a:cubicBezTo>
                  <a:pt x="2121503" y="45604"/>
                  <a:pt x="2118063" y="44222"/>
                  <a:pt x="2113548" y="44222"/>
                </a:cubicBezTo>
                <a:cubicBezTo>
                  <a:pt x="2110122" y="44222"/>
                  <a:pt x="2107402" y="45147"/>
                  <a:pt x="2105389" y="46996"/>
                </a:cubicBezTo>
                <a:cubicBezTo>
                  <a:pt x="2103322" y="48845"/>
                  <a:pt x="2102289" y="50967"/>
                  <a:pt x="2102289" y="53360"/>
                </a:cubicBezTo>
                <a:lnTo>
                  <a:pt x="2102452" y="58092"/>
                </a:lnTo>
                <a:cubicBezTo>
                  <a:pt x="2102452" y="60594"/>
                  <a:pt x="2101813" y="62525"/>
                  <a:pt x="2100535" y="63885"/>
                </a:cubicBezTo>
                <a:cubicBezTo>
                  <a:pt x="2099256" y="65245"/>
                  <a:pt x="2097584" y="65925"/>
                  <a:pt x="2095517" y="65925"/>
                </a:cubicBezTo>
                <a:cubicBezTo>
                  <a:pt x="2093504" y="65925"/>
                  <a:pt x="2091859" y="65216"/>
                  <a:pt x="2090581" y="63798"/>
                </a:cubicBezTo>
                <a:cubicBezTo>
                  <a:pt x="2089302" y="62379"/>
                  <a:pt x="2088663" y="60442"/>
                  <a:pt x="2088663" y="57988"/>
                </a:cubicBezTo>
                <a:cubicBezTo>
                  <a:pt x="2088663" y="53295"/>
                  <a:pt x="2091057" y="48984"/>
                  <a:pt x="2095843" y="45056"/>
                </a:cubicBezTo>
                <a:cubicBezTo>
                  <a:pt x="2100630" y="41127"/>
                  <a:pt x="2107347" y="39163"/>
                  <a:pt x="2115996" y="39163"/>
                </a:cubicBezTo>
                <a:cubicBezTo>
                  <a:pt x="2122632" y="39163"/>
                  <a:pt x="2128071" y="40277"/>
                  <a:pt x="2132314" y="42503"/>
                </a:cubicBezTo>
                <a:cubicBezTo>
                  <a:pt x="2135523" y="44188"/>
                  <a:pt x="2137889" y="46823"/>
                  <a:pt x="2139412" y="50410"/>
                </a:cubicBezTo>
                <a:cubicBezTo>
                  <a:pt x="2140391" y="52746"/>
                  <a:pt x="2140881" y="57526"/>
                  <a:pt x="2140881" y="64752"/>
                </a:cubicBezTo>
                <a:lnTo>
                  <a:pt x="2140881" y="90096"/>
                </a:lnTo>
                <a:cubicBezTo>
                  <a:pt x="2140881" y="97213"/>
                  <a:pt x="2141017" y="101573"/>
                  <a:pt x="2141289" y="103176"/>
                </a:cubicBezTo>
                <a:cubicBezTo>
                  <a:pt x="2141561" y="104779"/>
                  <a:pt x="2142010" y="105852"/>
                  <a:pt x="2142635" y="106396"/>
                </a:cubicBezTo>
                <a:cubicBezTo>
                  <a:pt x="2143261" y="106939"/>
                  <a:pt x="2143981" y="107210"/>
                  <a:pt x="2144797" y="107210"/>
                </a:cubicBezTo>
                <a:cubicBezTo>
                  <a:pt x="2145668" y="107210"/>
                  <a:pt x="2146429" y="107019"/>
                  <a:pt x="2147082" y="106638"/>
                </a:cubicBezTo>
                <a:cubicBezTo>
                  <a:pt x="2148224" y="105931"/>
                  <a:pt x="2150427" y="103946"/>
                  <a:pt x="2153691" y="100682"/>
                </a:cubicBezTo>
                <a:lnTo>
                  <a:pt x="2153691" y="105251"/>
                </a:lnTo>
                <a:cubicBezTo>
                  <a:pt x="2147599" y="113410"/>
                  <a:pt x="2141779" y="117490"/>
                  <a:pt x="2136230" y="117490"/>
                </a:cubicBezTo>
                <a:cubicBezTo>
                  <a:pt x="2133565" y="117490"/>
                  <a:pt x="2131444" y="116572"/>
                  <a:pt x="2129866" y="114736"/>
                </a:cubicBezTo>
                <a:cubicBezTo>
                  <a:pt x="2128289" y="112899"/>
                  <a:pt x="2127473" y="109766"/>
                  <a:pt x="2127419" y="105338"/>
                </a:cubicBezTo>
                <a:moveTo>
                  <a:pt x="2127419" y="100048"/>
                </a:moveTo>
                <a:lnTo>
                  <a:pt x="2127419" y="71636"/>
                </a:lnTo>
                <a:cubicBezTo>
                  <a:pt x="2119205" y="74893"/>
                  <a:pt x="2113902" y="77200"/>
                  <a:pt x="2111509" y="78556"/>
                </a:cubicBezTo>
                <a:cubicBezTo>
                  <a:pt x="2107211" y="80944"/>
                  <a:pt x="2104138" y="83441"/>
                  <a:pt x="2102289" y="86047"/>
                </a:cubicBezTo>
                <a:cubicBezTo>
                  <a:pt x="2100439" y="88651"/>
                  <a:pt x="2099515" y="91500"/>
                  <a:pt x="2099515" y="94594"/>
                </a:cubicBezTo>
                <a:cubicBezTo>
                  <a:pt x="2099515" y="98502"/>
                  <a:pt x="2100684" y="101745"/>
                  <a:pt x="2103023" y="104323"/>
                </a:cubicBezTo>
                <a:cubicBezTo>
                  <a:pt x="2105362" y="106900"/>
                  <a:pt x="2108055" y="108189"/>
                  <a:pt x="2111101" y="108189"/>
                </a:cubicBezTo>
                <a:cubicBezTo>
                  <a:pt x="2115234" y="108189"/>
                  <a:pt x="2120674" y="105475"/>
                  <a:pt x="2127419" y="100048"/>
                </a:cubicBezTo>
                <a:close/>
                <a:moveTo>
                  <a:pt x="2222708" y="87628"/>
                </a:moveTo>
                <a:cubicBezTo>
                  <a:pt x="2220695" y="97473"/>
                  <a:pt x="2216752" y="105047"/>
                  <a:pt x="2210877" y="110351"/>
                </a:cubicBezTo>
                <a:cubicBezTo>
                  <a:pt x="2205003" y="115654"/>
                  <a:pt x="2198503" y="118306"/>
                  <a:pt x="2191377" y="118306"/>
                </a:cubicBezTo>
                <a:cubicBezTo>
                  <a:pt x="2182892" y="118306"/>
                  <a:pt x="2175494" y="114747"/>
                  <a:pt x="2169185" y="107630"/>
                </a:cubicBezTo>
                <a:cubicBezTo>
                  <a:pt x="2162875" y="100512"/>
                  <a:pt x="2159720" y="90893"/>
                  <a:pt x="2159720" y="78775"/>
                </a:cubicBezTo>
                <a:cubicBezTo>
                  <a:pt x="2159720" y="67038"/>
                  <a:pt x="2163215" y="57502"/>
                  <a:pt x="2170204" y="50168"/>
                </a:cubicBezTo>
                <a:cubicBezTo>
                  <a:pt x="2177194" y="42831"/>
                  <a:pt x="2185584" y="39163"/>
                  <a:pt x="2195375" y="39163"/>
                </a:cubicBezTo>
                <a:cubicBezTo>
                  <a:pt x="2202718" y="39163"/>
                  <a:pt x="2208756" y="41115"/>
                  <a:pt x="2213488" y="45017"/>
                </a:cubicBezTo>
                <a:cubicBezTo>
                  <a:pt x="2218220" y="48918"/>
                  <a:pt x="2220586" y="52970"/>
                  <a:pt x="2220586" y="57172"/>
                </a:cubicBezTo>
                <a:cubicBezTo>
                  <a:pt x="2220586" y="59246"/>
                  <a:pt x="2219920" y="60924"/>
                  <a:pt x="2218587" y="62207"/>
                </a:cubicBezTo>
                <a:cubicBezTo>
                  <a:pt x="2217255" y="63489"/>
                  <a:pt x="2215392" y="64130"/>
                  <a:pt x="2212999" y="64130"/>
                </a:cubicBezTo>
                <a:cubicBezTo>
                  <a:pt x="2209789" y="64130"/>
                  <a:pt x="2207369" y="63088"/>
                  <a:pt x="2205737" y="61004"/>
                </a:cubicBezTo>
                <a:cubicBezTo>
                  <a:pt x="2204812" y="59852"/>
                  <a:pt x="2204200" y="57657"/>
                  <a:pt x="2203901" y="54421"/>
                </a:cubicBezTo>
                <a:cubicBezTo>
                  <a:pt x="2203602" y="51184"/>
                  <a:pt x="2202501" y="48716"/>
                  <a:pt x="2200597" y="47016"/>
                </a:cubicBezTo>
                <a:cubicBezTo>
                  <a:pt x="2198693" y="45371"/>
                  <a:pt x="2196055" y="44548"/>
                  <a:pt x="2192683" y="44548"/>
                </a:cubicBezTo>
                <a:cubicBezTo>
                  <a:pt x="2187243" y="44548"/>
                  <a:pt x="2182865" y="46561"/>
                  <a:pt x="2179547" y="50586"/>
                </a:cubicBezTo>
                <a:cubicBezTo>
                  <a:pt x="2175141" y="55917"/>
                  <a:pt x="2172938" y="62961"/>
                  <a:pt x="2172938" y="71718"/>
                </a:cubicBezTo>
                <a:cubicBezTo>
                  <a:pt x="2172938" y="80638"/>
                  <a:pt x="2175127" y="88512"/>
                  <a:pt x="2179506" y="95338"/>
                </a:cubicBezTo>
                <a:cubicBezTo>
                  <a:pt x="2183884" y="102165"/>
                  <a:pt x="2189800" y="105578"/>
                  <a:pt x="2197252" y="105578"/>
                </a:cubicBezTo>
                <a:cubicBezTo>
                  <a:pt x="2202582" y="105578"/>
                  <a:pt x="2207369" y="103756"/>
                  <a:pt x="2211612" y="100111"/>
                </a:cubicBezTo>
                <a:cubicBezTo>
                  <a:pt x="2214603" y="97609"/>
                  <a:pt x="2217513" y="93067"/>
                  <a:pt x="2220342" y="86486"/>
                </a:cubicBezTo>
                <a:lnTo>
                  <a:pt x="2222708" y="87628"/>
                </a:lnTo>
                <a:close/>
                <a:moveTo>
                  <a:pt x="2255500" y="0"/>
                </a:moveTo>
                <a:lnTo>
                  <a:pt x="2255500" y="74336"/>
                </a:lnTo>
                <a:lnTo>
                  <a:pt x="2274510" y="56988"/>
                </a:lnTo>
                <a:cubicBezTo>
                  <a:pt x="2278535" y="53301"/>
                  <a:pt x="2280874" y="50970"/>
                  <a:pt x="2281527" y="49994"/>
                </a:cubicBezTo>
                <a:cubicBezTo>
                  <a:pt x="2281962" y="49343"/>
                  <a:pt x="2282180" y="48693"/>
                  <a:pt x="2282180" y="48044"/>
                </a:cubicBezTo>
                <a:cubicBezTo>
                  <a:pt x="2282180" y="46959"/>
                  <a:pt x="2281731" y="46025"/>
                  <a:pt x="2280833" y="45239"/>
                </a:cubicBezTo>
                <a:cubicBezTo>
                  <a:pt x="2279936" y="44452"/>
                  <a:pt x="2278454" y="44004"/>
                  <a:pt x="2276387" y="43896"/>
                </a:cubicBezTo>
                <a:lnTo>
                  <a:pt x="2276387" y="41285"/>
                </a:lnTo>
                <a:lnTo>
                  <a:pt x="2308860" y="41285"/>
                </a:lnTo>
                <a:lnTo>
                  <a:pt x="2308860" y="43896"/>
                </a:lnTo>
                <a:cubicBezTo>
                  <a:pt x="2304399" y="44004"/>
                  <a:pt x="2300687" y="44680"/>
                  <a:pt x="2297723" y="45923"/>
                </a:cubicBezTo>
                <a:cubicBezTo>
                  <a:pt x="2294758" y="47163"/>
                  <a:pt x="2291508" y="49377"/>
                  <a:pt x="2287973" y="52565"/>
                </a:cubicBezTo>
                <a:lnTo>
                  <a:pt x="2268799" y="70262"/>
                </a:lnTo>
                <a:lnTo>
                  <a:pt x="2287973" y="94530"/>
                </a:lnTo>
                <a:cubicBezTo>
                  <a:pt x="2293303" y="101248"/>
                  <a:pt x="2296893" y="105495"/>
                  <a:pt x="2298742" y="107271"/>
                </a:cubicBezTo>
                <a:cubicBezTo>
                  <a:pt x="2301353" y="109836"/>
                  <a:pt x="2303638" y="111501"/>
                  <a:pt x="2305596" y="112266"/>
                </a:cubicBezTo>
                <a:cubicBezTo>
                  <a:pt x="2306956" y="112811"/>
                  <a:pt x="2309322" y="113084"/>
                  <a:pt x="2312694" y="113084"/>
                </a:cubicBezTo>
                <a:lnTo>
                  <a:pt x="2312694" y="116021"/>
                </a:lnTo>
                <a:lnTo>
                  <a:pt x="2276387" y="116021"/>
                </a:lnTo>
                <a:lnTo>
                  <a:pt x="2276387" y="113084"/>
                </a:lnTo>
                <a:cubicBezTo>
                  <a:pt x="2278454" y="113030"/>
                  <a:pt x="2279854" y="112716"/>
                  <a:pt x="2280589" y="112143"/>
                </a:cubicBezTo>
                <a:cubicBezTo>
                  <a:pt x="2281323" y="111570"/>
                  <a:pt x="2281690" y="110766"/>
                  <a:pt x="2281690" y="109731"/>
                </a:cubicBezTo>
                <a:cubicBezTo>
                  <a:pt x="2281690" y="108477"/>
                  <a:pt x="2280602" y="106459"/>
                  <a:pt x="2278427" y="103678"/>
                </a:cubicBezTo>
                <a:lnTo>
                  <a:pt x="2255500" y="74336"/>
                </a:lnTo>
                <a:lnTo>
                  <a:pt x="2255500" y="99051"/>
                </a:lnTo>
                <a:cubicBezTo>
                  <a:pt x="2255500" y="103949"/>
                  <a:pt x="2255840" y="107170"/>
                  <a:pt x="2256520" y="108711"/>
                </a:cubicBezTo>
                <a:cubicBezTo>
                  <a:pt x="2257199" y="110251"/>
                  <a:pt x="2258165" y="111352"/>
                  <a:pt x="2259416" y="112013"/>
                </a:cubicBezTo>
                <a:cubicBezTo>
                  <a:pt x="2260667" y="112673"/>
                  <a:pt x="2263387" y="113030"/>
                  <a:pt x="2267575" y="113084"/>
                </a:cubicBezTo>
                <a:lnTo>
                  <a:pt x="2267575" y="116021"/>
                </a:lnTo>
                <a:lnTo>
                  <a:pt x="2229554" y="116021"/>
                </a:lnTo>
                <a:lnTo>
                  <a:pt x="2229554" y="113084"/>
                </a:lnTo>
                <a:cubicBezTo>
                  <a:pt x="2233361" y="113084"/>
                  <a:pt x="2236217" y="112619"/>
                  <a:pt x="2238121" y="111689"/>
                </a:cubicBezTo>
                <a:cubicBezTo>
                  <a:pt x="2239263" y="111088"/>
                  <a:pt x="2240133" y="110157"/>
                  <a:pt x="2240732" y="108898"/>
                </a:cubicBezTo>
                <a:cubicBezTo>
                  <a:pt x="2241548" y="107092"/>
                  <a:pt x="2241956" y="103973"/>
                  <a:pt x="2241956" y="99540"/>
                </a:cubicBezTo>
                <a:lnTo>
                  <a:pt x="2241956" y="31494"/>
                </a:lnTo>
                <a:cubicBezTo>
                  <a:pt x="2241956" y="22917"/>
                  <a:pt x="2241765" y="17671"/>
                  <a:pt x="2241385" y="15757"/>
                </a:cubicBezTo>
                <a:cubicBezTo>
                  <a:pt x="2241004" y="13841"/>
                  <a:pt x="2240378" y="12518"/>
                  <a:pt x="2239508" y="11787"/>
                </a:cubicBezTo>
                <a:cubicBezTo>
                  <a:pt x="2238638" y="11055"/>
                  <a:pt x="2237495" y="10688"/>
                  <a:pt x="2236081" y="10688"/>
                </a:cubicBezTo>
                <a:cubicBezTo>
                  <a:pt x="2234939" y="10688"/>
                  <a:pt x="2233225" y="11151"/>
                  <a:pt x="2230941" y="12075"/>
                </a:cubicBezTo>
                <a:lnTo>
                  <a:pt x="2229554" y="9138"/>
                </a:lnTo>
                <a:lnTo>
                  <a:pt x="2251746" y="0"/>
                </a:lnTo>
                <a:lnTo>
                  <a:pt x="2255500" y="0"/>
                </a:lnTo>
                <a:close/>
                <a:moveTo>
                  <a:pt x="2365239" y="39163"/>
                </a:moveTo>
                <a:lnTo>
                  <a:pt x="2365239" y="64619"/>
                </a:lnTo>
                <a:lnTo>
                  <a:pt x="2362546" y="64619"/>
                </a:lnTo>
                <a:cubicBezTo>
                  <a:pt x="2360479" y="56656"/>
                  <a:pt x="2357827" y="51239"/>
                  <a:pt x="2354591" y="48368"/>
                </a:cubicBezTo>
                <a:cubicBezTo>
                  <a:pt x="2351355" y="45495"/>
                  <a:pt x="2347234" y="44059"/>
                  <a:pt x="2342230" y="44059"/>
                </a:cubicBezTo>
                <a:cubicBezTo>
                  <a:pt x="2338423" y="44059"/>
                  <a:pt x="2335349" y="45062"/>
                  <a:pt x="2333010" y="47067"/>
                </a:cubicBezTo>
                <a:cubicBezTo>
                  <a:pt x="2330671" y="49073"/>
                  <a:pt x="2329502" y="51296"/>
                  <a:pt x="2329502" y="53735"/>
                </a:cubicBezTo>
                <a:cubicBezTo>
                  <a:pt x="2329502" y="56769"/>
                  <a:pt x="2330372" y="59371"/>
                  <a:pt x="2332113" y="61539"/>
                </a:cubicBezTo>
                <a:cubicBezTo>
                  <a:pt x="2333799" y="63761"/>
                  <a:pt x="2337226" y="66119"/>
                  <a:pt x="2342393" y="68612"/>
                </a:cubicBezTo>
                <a:lnTo>
                  <a:pt x="2354305" y="74385"/>
                </a:lnTo>
                <a:cubicBezTo>
                  <a:pt x="2365347" y="79763"/>
                  <a:pt x="2370868" y="86852"/>
                  <a:pt x="2370868" y="95652"/>
                </a:cubicBezTo>
                <a:cubicBezTo>
                  <a:pt x="2370868" y="102443"/>
                  <a:pt x="2368298" y="107916"/>
                  <a:pt x="2363158" y="112072"/>
                </a:cubicBezTo>
                <a:cubicBezTo>
                  <a:pt x="2358018" y="116228"/>
                  <a:pt x="2352266" y="118306"/>
                  <a:pt x="2345902" y="118306"/>
                </a:cubicBezTo>
                <a:cubicBezTo>
                  <a:pt x="2341333" y="118306"/>
                  <a:pt x="2336111" y="117531"/>
                  <a:pt x="2330236" y="115981"/>
                </a:cubicBezTo>
                <a:cubicBezTo>
                  <a:pt x="2328441" y="115464"/>
                  <a:pt x="2326973" y="115205"/>
                  <a:pt x="2325830" y="115205"/>
                </a:cubicBezTo>
                <a:cubicBezTo>
                  <a:pt x="2324579" y="115205"/>
                  <a:pt x="2323600" y="115858"/>
                  <a:pt x="2322893" y="117164"/>
                </a:cubicBezTo>
                <a:lnTo>
                  <a:pt x="2320201" y="117164"/>
                </a:lnTo>
                <a:lnTo>
                  <a:pt x="2320201" y="90402"/>
                </a:lnTo>
                <a:lnTo>
                  <a:pt x="2322893" y="90402"/>
                </a:lnTo>
                <a:cubicBezTo>
                  <a:pt x="2324416" y="98017"/>
                  <a:pt x="2327326" y="103756"/>
                  <a:pt x="2331623" y="107618"/>
                </a:cubicBezTo>
                <a:cubicBezTo>
                  <a:pt x="2335920" y="111480"/>
                  <a:pt x="2340734" y="113410"/>
                  <a:pt x="2346065" y="113410"/>
                </a:cubicBezTo>
                <a:cubicBezTo>
                  <a:pt x="2349818" y="113410"/>
                  <a:pt x="2352878" y="112315"/>
                  <a:pt x="2355244" y="110124"/>
                </a:cubicBezTo>
                <a:cubicBezTo>
                  <a:pt x="2357610" y="107931"/>
                  <a:pt x="2358793" y="105292"/>
                  <a:pt x="2358793" y="102207"/>
                </a:cubicBezTo>
                <a:cubicBezTo>
                  <a:pt x="2358793" y="98473"/>
                  <a:pt x="2357474" y="95334"/>
                  <a:pt x="2354836" y="92791"/>
                </a:cubicBezTo>
                <a:cubicBezTo>
                  <a:pt x="2352198" y="90246"/>
                  <a:pt x="2346935" y="87033"/>
                  <a:pt x="2339048" y="83151"/>
                </a:cubicBezTo>
                <a:cubicBezTo>
                  <a:pt x="2331161" y="79267"/>
                  <a:pt x="2325994" y="75745"/>
                  <a:pt x="2323546" y="72585"/>
                </a:cubicBezTo>
                <a:cubicBezTo>
                  <a:pt x="2321098" y="69479"/>
                  <a:pt x="2319874" y="65557"/>
                  <a:pt x="2319874" y="60818"/>
                </a:cubicBezTo>
                <a:cubicBezTo>
                  <a:pt x="2319874" y="54661"/>
                  <a:pt x="2321982" y="49513"/>
                  <a:pt x="2326198" y="45374"/>
                </a:cubicBezTo>
                <a:cubicBezTo>
                  <a:pt x="2330413" y="41234"/>
                  <a:pt x="2335866" y="39163"/>
                  <a:pt x="2342556" y="39163"/>
                </a:cubicBezTo>
                <a:cubicBezTo>
                  <a:pt x="2345494" y="39163"/>
                  <a:pt x="2349056" y="39789"/>
                  <a:pt x="2353245" y="41040"/>
                </a:cubicBezTo>
                <a:cubicBezTo>
                  <a:pt x="2356019" y="41856"/>
                  <a:pt x="2357868" y="42264"/>
                  <a:pt x="2358793" y="42264"/>
                </a:cubicBezTo>
                <a:cubicBezTo>
                  <a:pt x="2359663" y="42264"/>
                  <a:pt x="2360343" y="42073"/>
                  <a:pt x="2360833" y="41693"/>
                </a:cubicBezTo>
                <a:cubicBezTo>
                  <a:pt x="2361322" y="41312"/>
                  <a:pt x="2361893" y="40469"/>
                  <a:pt x="2362546" y="39163"/>
                </a:cubicBezTo>
                <a:lnTo>
                  <a:pt x="2365239" y="391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Satellite(OrbitalSlot)">
            <a:extLst xmlns:a="http://schemas.openxmlformats.org/drawingml/2006/main">
              <a:ext uri="{FF2B5EF4-FFF2-40B4-BE49-F238E27FC236}">
                <a16:creationId xmlns:a16="http://schemas.microsoft.com/office/drawing/2014/main" id="{BDEB0BE7-C399-4075-8AA3-D9FA0FD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71" y="194720"/>
            <a:ext cx="1450400" cy="140405"/>
          </a:xfrm>
          <a:custGeom xmlns:a="http://schemas.openxmlformats.org/drawingml/2006/main">
            <a:pathLst>
              <a:path w="1450400" h="140405">
                <a:moveTo>
                  <a:pt x="23080" y="74680"/>
                </a:moveTo>
                <a:lnTo>
                  <a:pt x="102" y="74680"/>
                </a:lnTo>
                <a:cubicBezTo>
                  <a:pt x="0" y="81332"/>
                  <a:pt x="1209" y="87077"/>
                  <a:pt x="3728" y="91917"/>
                </a:cubicBezTo>
                <a:cubicBezTo>
                  <a:pt x="6249" y="96757"/>
                  <a:pt x="9650" y="100740"/>
                  <a:pt x="13933" y="103867"/>
                </a:cubicBezTo>
                <a:cubicBezTo>
                  <a:pt x="18218" y="106993"/>
                  <a:pt x="23157" y="109288"/>
                  <a:pt x="28750" y="110750"/>
                </a:cubicBezTo>
                <a:cubicBezTo>
                  <a:pt x="34344" y="112213"/>
                  <a:pt x="40114" y="112944"/>
                  <a:pt x="46061" y="112944"/>
                </a:cubicBezTo>
                <a:cubicBezTo>
                  <a:pt x="53419" y="112944"/>
                  <a:pt x="59894" y="112088"/>
                  <a:pt x="65487" y="110374"/>
                </a:cubicBezTo>
                <a:cubicBezTo>
                  <a:pt x="71081" y="108661"/>
                  <a:pt x="75768" y="106267"/>
                  <a:pt x="79548" y="103193"/>
                </a:cubicBezTo>
                <a:cubicBezTo>
                  <a:pt x="83328" y="100119"/>
                  <a:pt x="86175" y="96466"/>
                  <a:pt x="88090" y="92233"/>
                </a:cubicBezTo>
                <a:cubicBezTo>
                  <a:pt x="90005" y="87999"/>
                  <a:pt x="90962" y="83413"/>
                  <a:pt x="90962" y="78475"/>
                </a:cubicBezTo>
                <a:cubicBezTo>
                  <a:pt x="90962" y="72428"/>
                  <a:pt x="89677" y="67464"/>
                  <a:pt x="87107" y="63584"/>
                </a:cubicBezTo>
                <a:cubicBezTo>
                  <a:pt x="84537" y="59703"/>
                  <a:pt x="81489" y="56603"/>
                  <a:pt x="77961" y="54285"/>
                </a:cubicBezTo>
                <a:cubicBezTo>
                  <a:pt x="74433" y="51968"/>
                  <a:pt x="70879" y="50280"/>
                  <a:pt x="67301" y="49222"/>
                </a:cubicBezTo>
                <a:cubicBezTo>
                  <a:pt x="63723" y="48162"/>
                  <a:pt x="60927" y="47431"/>
                  <a:pt x="58910" y="47028"/>
                </a:cubicBezTo>
                <a:cubicBezTo>
                  <a:pt x="52158" y="45315"/>
                  <a:pt x="46689" y="43904"/>
                  <a:pt x="42506" y="42795"/>
                </a:cubicBezTo>
                <a:cubicBezTo>
                  <a:pt x="38325" y="41686"/>
                  <a:pt x="35050" y="40578"/>
                  <a:pt x="32681" y="39471"/>
                </a:cubicBezTo>
                <a:cubicBezTo>
                  <a:pt x="30313" y="38362"/>
                  <a:pt x="28725" y="37152"/>
                  <a:pt x="27918" y="35842"/>
                </a:cubicBezTo>
                <a:cubicBezTo>
                  <a:pt x="27112" y="34532"/>
                  <a:pt x="26709" y="32817"/>
                  <a:pt x="26709" y="30700"/>
                </a:cubicBezTo>
                <a:cubicBezTo>
                  <a:pt x="26709" y="28382"/>
                  <a:pt x="27213" y="26467"/>
                  <a:pt x="28220" y="24956"/>
                </a:cubicBezTo>
                <a:cubicBezTo>
                  <a:pt x="29229" y="23444"/>
                  <a:pt x="30514" y="22184"/>
                  <a:pt x="32075" y="21177"/>
                </a:cubicBezTo>
                <a:cubicBezTo>
                  <a:pt x="33637" y="20168"/>
                  <a:pt x="35376" y="19462"/>
                  <a:pt x="37291" y="19059"/>
                </a:cubicBezTo>
                <a:cubicBezTo>
                  <a:pt x="39207" y="18656"/>
                  <a:pt x="41122" y="18455"/>
                  <a:pt x="43037" y="18455"/>
                </a:cubicBezTo>
                <a:cubicBezTo>
                  <a:pt x="45961" y="18455"/>
                  <a:pt x="48656" y="18707"/>
                  <a:pt x="51125" y="19212"/>
                </a:cubicBezTo>
                <a:cubicBezTo>
                  <a:pt x="53595" y="19714"/>
                  <a:pt x="55787" y="20571"/>
                  <a:pt x="57702" y="21781"/>
                </a:cubicBezTo>
                <a:cubicBezTo>
                  <a:pt x="59618" y="22990"/>
                  <a:pt x="61155" y="24653"/>
                  <a:pt x="62313" y="26769"/>
                </a:cubicBezTo>
                <a:cubicBezTo>
                  <a:pt x="63473" y="28885"/>
                  <a:pt x="64153" y="31556"/>
                  <a:pt x="64355" y="34781"/>
                </a:cubicBezTo>
                <a:lnTo>
                  <a:pt x="87333" y="34781"/>
                </a:lnTo>
                <a:cubicBezTo>
                  <a:pt x="87333" y="28532"/>
                  <a:pt x="86149" y="23216"/>
                  <a:pt x="83781" y="18831"/>
                </a:cubicBezTo>
                <a:cubicBezTo>
                  <a:pt x="81412" y="14445"/>
                  <a:pt x="78212" y="10840"/>
                  <a:pt x="74180" y="8016"/>
                </a:cubicBezTo>
                <a:cubicBezTo>
                  <a:pt x="70149" y="5193"/>
                  <a:pt x="65538" y="3151"/>
                  <a:pt x="60348" y="1892"/>
                </a:cubicBezTo>
                <a:cubicBezTo>
                  <a:pt x="55157" y="631"/>
                  <a:pt x="49740" y="0"/>
                  <a:pt x="44096" y="0"/>
                </a:cubicBezTo>
                <a:cubicBezTo>
                  <a:pt x="39258" y="0"/>
                  <a:pt x="34419" y="655"/>
                  <a:pt x="29581" y="1965"/>
                </a:cubicBezTo>
                <a:cubicBezTo>
                  <a:pt x="24744" y="3276"/>
                  <a:pt x="20410" y="5292"/>
                  <a:pt x="16579" y="8014"/>
                </a:cubicBezTo>
                <a:cubicBezTo>
                  <a:pt x="12750" y="10735"/>
                  <a:pt x="9651" y="14136"/>
                  <a:pt x="7283" y="18217"/>
                </a:cubicBezTo>
                <a:cubicBezTo>
                  <a:pt x="4914" y="22299"/>
                  <a:pt x="3730" y="27111"/>
                  <a:pt x="3730" y="32654"/>
                </a:cubicBezTo>
                <a:cubicBezTo>
                  <a:pt x="3730" y="37592"/>
                  <a:pt x="4662" y="41800"/>
                  <a:pt x="6526" y="45277"/>
                </a:cubicBezTo>
                <a:cubicBezTo>
                  <a:pt x="8392" y="48754"/>
                  <a:pt x="10836" y="51652"/>
                  <a:pt x="13860" y="53971"/>
                </a:cubicBezTo>
                <a:cubicBezTo>
                  <a:pt x="16883" y="56289"/>
                  <a:pt x="20310" y="58178"/>
                  <a:pt x="24139" y="59639"/>
                </a:cubicBezTo>
                <a:cubicBezTo>
                  <a:pt x="27970" y="61100"/>
                  <a:pt x="31901" y="62335"/>
                  <a:pt x="35932" y="63344"/>
                </a:cubicBezTo>
                <a:cubicBezTo>
                  <a:pt x="39863" y="64452"/>
                  <a:pt x="43743" y="65459"/>
                  <a:pt x="47572" y="66366"/>
                </a:cubicBezTo>
                <a:cubicBezTo>
                  <a:pt x="51403" y="67274"/>
                  <a:pt x="54830" y="68333"/>
                  <a:pt x="57854" y="69543"/>
                </a:cubicBezTo>
                <a:cubicBezTo>
                  <a:pt x="60877" y="70752"/>
                  <a:pt x="63321" y="72263"/>
                  <a:pt x="65185" y="74078"/>
                </a:cubicBezTo>
                <a:cubicBezTo>
                  <a:pt x="67051" y="75891"/>
                  <a:pt x="67983" y="78260"/>
                  <a:pt x="67983" y="81183"/>
                </a:cubicBezTo>
                <a:cubicBezTo>
                  <a:pt x="67983" y="83904"/>
                  <a:pt x="67277" y="86146"/>
                  <a:pt x="65866" y="87910"/>
                </a:cubicBezTo>
                <a:cubicBezTo>
                  <a:pt x="64455" y="89674"/>
                  <a:pt x="62691" y="91060"/>
                  <a:pt x="60574" y="92067"/>
                </a:cubicBezTo>
                <a:cubicBezTo>
                  <a:pt x="58458" y="93074"/>
                  <a:pt x="56190" y="93755"/>
                  <a:pt x="53771" y="94109"/>
                </a:cubicBezTo>
                <a:cubicBezTo>
                  <a:pt x="51352" y="94461"/>
                  <a:pt x="49084" y="94637"/>
                  <a:pt x="46968" y="94637"/>
                </a:cubicBezTo>
                <a:cubicBezTo>
                  <a:pt x="43843" y="94637"/>
                  <a:pt x="40818" y="94259"/>
                  <a:pt x="37895" y="93504"/>
                </a:cubicBezTo>
                <a:cubicBezTo>
                  <a:pt x="34973" y="92748"/>
                  <a:pt x="32428" y="91588"/>
                  <a:pt x="30261" y="90026"/>
                </a:cubicBezTo>
                <a:cubicBezTo>
                  <a:pt x="28095" y="88463"/>
                  <a:pt x="26356" y="86422"/>
                  <a:pt x="25046" y="83903"/>
                </a:cubicBezTo>
                <a:cubicBezTo>
                  <a:pt x="23735" y="81382"/>
                  <a:pt x="23080" y="78308"/>
                  <a:pt x="23080" y="74680"/>
                </a:cubicBezTo>
                <a:close/>
                <a:moveTo>
                  <a:pt x="101848" y="56458"/>
                </a:moveTo>
                <a:cubicBezTo>
                  <a:pt x="102149" y="51419"/>
                  <a:pt x="103409" y="47236"/>
                  <a:pt x="105626" y="43911"/>
                </a:cubicBezTo>
                <a:cubicBezTo>
                  <a:pt x="107844" y="40585"/>
                  <a:pt x="110666" y="37913"/>
                  <a:pt x="114093" y="35897"/>
                </a:cubicBezTo>
                <a:cubicBezTo>
                  <a:pt x="117519" y="33881"/>
                  <a:pt x="121374" y="32445"/>
                  <a:pt x="125657" y="31588"/>
                </a:cubicBezTo>
                <a:cubicBezTo>
                  <a:pt x="129942" y="30731"/>
                  <a:pt x="134251" y="30303"/>
                  <a:pt x="138585" y="30303"/>
                </a:cubicBezTo>
                <a:cubicBezTo>
                  <a:pt x="142516" y="30303"/>
                  <a:pt x="146496" y="30581"/>
                  <a:pt x="150527" y="31136"/>
                </a:cubicBezTo>
                <a:cubicBezTo>
                  <a:pt x="154560" y="31689"/>
                  <a:pt x="158238" y="32773"/>
                  <a:pt x="161563" y="34386"/>
                </a:cubicBezTo>
                <a:cubicBezTo>
                  <a:pt x="164890" y="35998"/>
                  <a:pt x="167611" y="38240"/>
                  <a:pt x="169727" y="41113"/>
                </a:cubicBezTo>
                <a:cubicBezTo>
                  <a:pt x="171845" y="43986"/>
                  <a:pt x="172904" y="47791"/>
                  <a:pt x="172904" y="52527"/>
                </a:cubicBezTo>
                <a:lnTo>
                  <a:pt x="172904" y="93195"/>
                </a:lnTo>
                <a:cubicBezTo>
                  <a:pt x="172904" y="96723"/>
                  <a:pt x="173105" y="100100"/>
                  <a:pt x="173508" y="103325"/>
                </a:cubicBezTo>
                <a:cubicBezTo>
                  <a:pt x="173911" y="106550"/>
                  <a:pt x="174616" y="108969"/>
                  <a:pt x="175624" y="110582"/>
                </a:cubicBezTo>
                <a:lnTo>
                  <a:pt x="153854" y="110582"/>
                </a:lnTo>
                <a:cubicBezTo>
                  <a:pt x="153451" y="109373"/>
                  <a:pt x="153123" y="108139"/>
                  <a:pt x="152871" y="106879"/>
                </a:cubicBezTo>
                <a:cubicBezTo>
                  <a:pt x="152619" y="105618"/>
                  <a:pt x="152443" y="104333"/>
                  <a:pt x="152343" y="103022"/>
                </a:cubicBezTo>
                <a:cubicBezTo>
                  <a:pt x="148916" y="106550"/>
                  <a:pt x="144885" y="109020"/>
                  <a:pt x="140248" y="110432"/>
                </a:cubicBezTo>
                <a:cubicBezTo>
                  <a:pt x="135611" y="111842"/>
                  <a:pt x="130874" y="112547"/>
                  <a:pt x="126035" y="112547"/>
                </a:cubicBezTo>
                <a:cubicBezTo>
                  <a:pt x="122307" y="112547"/>
                  <a:pt x="118830" y="112094"/>
                  <a:pt x="115604" y="111186"/>
                </a:cubicBezTo>
                <a:cubicBezTo>
                  <a:pt x="112379" y="110279"/>
                  <a:pt x="109557" y="108868"/>
                  <a:pt x="107137" y="106953"/>
                </a:cubicBezTo>
                <a:cubicBezTo>
                  <a:pt x="104720" y="105039"/>
                  <a:pt x="102830" y="102620"/>
                  <a:pt x="101469" y="99698"/>
                </a:cubicBezTo>
                <a:cubicBezTo>
                  <a:pt x="100108" y="96775"/>
                  <a:pt x="99428" y="93297"/>
                  <a:pt x="99428" y="89264"/>
                </a:cubicBezTo>
                <a:cubicBezTo>
                  <a:pt x="99428" y="84830"/>
                  <a:pt x="100209" y="81177"/>
                  <a:pt x="101772" y="78304"/>
                </a:cubicBezTo>
                <a:cubicBezTo>
                  <a:pt x="103334" y="75432"/>
                  <a:pt x="105350" y="73138"/>
                  <a:pt x="107818" y="71425"/>
                </a:cubicBezTo>
                <a:cubicBezTo>
                  <a:pt x="110288" y="69712"/>
                  <a:pt x="113110" y="68427"/>
                  <a:pt x="116284" y="67570"/>
                </a:cubicBezTo>
                <a:cubicBezTo>
                  <a:pt x="119460" y="66714"/>
                  <a:pt x="122660" y="66034"/>
                  <a:pt x="125885" y="65531"/>
                </a:cubicBezTo>
                <a:cubicBezTo>
                  <a:pt x="129110" y="65027"/>
                  <a:pt x="132285" y="64623"/>
                  <a:pt x="135408" y="64320"/>
                </a:cubicBezTo>
                <a:cubicBezTo>
                  <a:pt x="138533" y="64017"/>
                  <a:pt x="141305" y="63563"/>
                  <a:pt x="143724" y="62959"/>
                </a:cubicBezTo>
                <a:cubicBezTo>
                  <a:pt x="146143" y="62355"/>
                  <a:pt x="148058" y="61473"/>
                  <a:pt x="149468" y="60315"/>
                </a:cubicBezTo>
                <a:cubicBezTo>
                  <a:pt x="150880" y="59156"/>
                  <a:pt x="151536" y="57467"/>
                  <a:pt x="151436" y="55249"/>
                </a:cubicBezTo>
                <a:cubicBezTo>
                  <a:pt x="151436" y="52930"/>
                  <a:pt x="151058" y="51091"/>
                  <a:pt x="150301" y="49731"/>
                </a:cubicBezTo>
                <a:cubicBezTo>
                  <a:pt x="149545" y="48370"/>
                  <a:pt x="148536" y="47312"/>
                  <a:pt x="147277" y="46557"/>
                </a:cubicBezTo>
                <a:cubicBezTo>
                  <a:pt x="146017" y="45801"/>
                  <a:pt x="144556" y="45296"/>
                  <a:pt x="142892" y="45044"/>
                </a:cubicBezTo>
                <a:cubicBezTo>
                  <a:pt x="141229" y="44792"/>
                  <a:pt x="139440" y="44666"/>
                  <a:pt x="137526" y="44666"/>
                </a:cubicBezTo>
                <a:cubicBezTo>
                  <a:pt x="133293" y="44666"/>
                  <a:pt x="129968" y="45573"/>
                  <a:pt x="127549" y="47388"/>
                </a:cubicBezTo>
                <a:cubicBezTo>
                  <a:pt x="125129" y="49202"/>
                  <a:pt x="123718" y="52226"/>
                  <a:pt x="123315" y="56458"/>
                </a:cubicBezTo>
                <a:lnTo>
                  <a:pt x="101848" y="56458"/>
                </a:lnTo>
                <a:moveTo>
                  <a:pt x="151436" y="72332"/>
                </a:moveTo>
                <a:cubicBezTo>
                  <a:pt x="150529" y="73139"/>
                  <a:pt x="149395" y="73770"/>
                  <a:pt x="148034" y="74223"/>
                </a:cubicBezTo>
                <a:cubicBezTo>
                  <a:pt x="146673" y="74677"/>
                  <a:pt x="145211" y="75055"/>
                  <a:pt x="143648" y="75358"/>
                </a:cubicBezTo>
                <a:cubicBezTo>
                  <a:pt x="142087" y="75660"/>
                  <a:pt x="140449" y="75911"/>
                  <a:pt x="138735" y="76113"/>
                </a:cubicBezTo>
                <a:cubicBezTo>
                  <a:pt x="137021" y="76314"/>
                  <a:pt x="135308" y="76566"/>
                  <a:pt x="133595" y="76867"/>
                </a:cubicBezTo>
                <a:cubicBezTo>
                  <a:pt x="131983" y="77170"/>
                  <a:pt x="130396" y="77574"/>
                  <a:pt x="128833" y="78078"/>
                </a:cubicBezTo>
                <a:cubicBezTo>
                  <a:pt x="127271" y="78581"/>
                  <a:pt x="125910" y="79262"/>
                  <a:pt x="124750" y="80120"/>
                </a:cubicBezTo>
                <a:cubicBezTo>
                  <a:pt x="123592" y="80976"/>
                  <a:pt x="122660" y="82060"/>
                  <a:pt x="121954" y="83370"/>
                </a:cubicBezTo>
                <a:cubicBezTo>
                  <a:pt x="121249" y="84679"/>
                  <a:pt x="120896" y="86341"/>
                  <a:pt x="120896" y="88358"/>
                </a:cubicBezTo>
                <a:cubicBezTo>
                  <a:pt x="120896" y="90272"/>
                  <a:pt x="121249" y="91885"/>
                  <a:pt x="121954" y="93195"/>
                </a:cubicBezTo>
                <a:cubicBezTo>
                  <a:pt x="122660" y="94505"/>
                  <a:pt x="123618" y="95539"/>
                  <a:pt x="124826" y="96296"/>
                </a:cubicBezTo>
                <a:cubicBezTo>
                  <a:pt x="126037" y="97051"/>
                  <a:pt x="127448" y="97580"/>
                  <a:pt x="129060" y="97883"/>
                </a:cubicBezTo>
                <a:cubicBezTo>
                  <a:pt x="130673" y="98186"/>
                  <a:pt x="132336" y="98337"/>
                  <a:pt x="134049" y="98337"/>
                </a:cubicBezTo>
                <a:cubicBezTo>
                  <a:pt x="138282" y="98337"/>
                  <a:pt x="141557" y="97632"/>
                  <a:pt x="143874" y="96222"/>
                </a:cubicBezTo>
                <a:cubicBezTo>
                  <a:pt x="146193" y="94810"/>
                  <a:pt x="147907" y="93121"/>
                  <a:pt x="149016" y="91156"/>
                </a:cubicBezTo>
                <a:cubicBezTo>
                  <a:pt x="150125" y="89190"/>
                  <a:pt x="150806" y="87200"/>
                  <a:pt x="151058" y="85183"/>
                </a:cubicBezTo>
                <a:cubicBezTo>
                  <a:pt x="151310" y="83167"/>
                  <a:pt x="151436" y="81555"/>
                  <a:pt x="151436" y="80346"/>
                </a:cubicBezTo>
                <a:lnTo>
                  <a:pt x="151436" y="72332"/>
                </a:lnTo>
                <a:close/>
                <a:moveTo>
                  <a:pt x="216745" y="32481"/>
                </a:moveTo>
                <a:lnTo>
                  <a:pt x="216745" y="9006"/>
                </a:lnTo>
                <a:lnTo>
                  <a:pt x="195278" y="9006"/>
                </a:lnTo>
                <a:lnTo>
                  <a:pt x="195278" y="32481"/>
                </a:lnTo>
                <a:lnTo>
                  <a:pt x="182276" y="32481"/>
                </a:lnTo>
                <a:lnTo>
                  <a:pt x="182276" y="46802"/>
                </a:lnTo>
                <a:lnTo>
                  <a:pt x="195278" y="46802"/>
                </a:lnTo>
                <a:lnTo>
                  <a:pt x="195278" y="92886"/>
                </a:lnTo>
                <a:cubicBezTo>
                  <a:pt x="195278" y="96815"/>
                  <a:pt x="195933" y="99989"/>
                  <a:pt x="197243" y="102406"/>
                </a:cubicBezTo>
                <a:cubicBezTo>
                  <a:pt x="198554" y="104824"/>
                  <a:pt x="200342" y="106688"/>
                  <a:pt x="202609" y="107998"/>
                </a:cubicBezTo>
                <a:cubicBezTo>
                  <a:pt x="204877" y="109307"/>
                  <a:pt x="207498" y="110188"/>
                  <a:pt x="210471" y="110640"/>
                </a:cubicBezTo>
                <a:cubicBezTo>
                  <a:pt x="213445" y="111093"/>
                  <a:pt x="216596" y="111320"/>
                  <a:pt x="219922" y="111320"/>
                </a:cubicBezTo>
                <a:cubicBezTo>
                  <a:pt x="222038" y="111320"/>
                  <a:pt x="224205" y="111271"/>
                  <a:pt x="226423" y="111173"/>
                </a:cubicBezTo>
                <a:cubicBezTo>
                  <a:pt x="228640" y="111074"/>
                  <a:pt x="230656" y="110877"/>
                  <a:pt x="232469" y="110582"/>
                </a:cubicBezTo>
                <a:lnTo>
                  <a:pt x="232469" y="93885"/>
                </a:lnTo>
                <a:cubicBezTo>
                  <a:pt x="231462" y="94086"/>
                  <a:pt x="230404" y="94238"/>
                  <a:pt x="229295" y="94339"/>
                </a:cubicBezTo>
                <a:cubicBezTo>
                  <a:pt x="228186" y="94439"/>
                  <a:pt x="227027" y="94489"/>
                  <a:pt x="225818" y="94489"/>
                </a:cubicBezTo>
                <a:cubicBezTo>
                  <a:pt x="222189" y="94489"/>
                  <a:pt x="219769" y="93886"/>
                  <a:pt x="218559" y="92678"/>
                </a:cubicBezTo>
                <a:cubicBezTo>
                  <a:pt x="217350" y="91471"/>
                  <a:pt x="216745" y="89057"/>
                  <a:pt x="216745" y="85435"/>
                </a:cubicBezTo>
                <a:lnTo>
                  <a:pt x="216745" y="46802"/>
                </a:lnTo>
                <a:lnTo>
                  <a:pt x="232469" y="46802"/>
                </a:lnTo>
                <a:lnTo>
                  <a:pt x="232469" y="32481"/>
                </a:lnTo>
                <a:lnTo>
                  <a:pt x="216745" y="32481"/>
                </a:lnTo>
                <a:close/>
                <a:moveTo>
                  <a:pt x="295360" y="63190"/>
                </a:moveTo>
                <a:lnTo>
                  <a:pt x="260439" y="63190"/>
                </a:lnTo>
                <a:cubicBezTo>
                  <a:pt x="260539" y="61673"/>
                  <a:pt x="260866" y="59955"/>
                  <a:pt x="261419" y="58034"/>
                </a:cubicBezTo>
                <a:cubicBezTo>
                  <a:pt x="261975" y="56111"/>
                  <a:pt x="262933" y="54291"/>
                  <a:pt x="264294" y="52574"/>
                </a:cubicBezTo>
                <a:cubicBezTo>
                  <a:pt x="265655" y="50854"/>
                  <a:pt x="267469" y="49413"/>
                  <a:pt x="269736" y="48250"/>
                </a:cubicBezTo>
                <a:cubicBezTo>
                  <a:pt x="272004" y="47088"/>
                  <a:pt x="274851" y="46506"/>
                  <a:pt x="278278" y="46506"/>
                </a:cubicBezTo>
                <a:cubicBezTo>
                  <a:pt x="283519" y="46506"/>
                  <a:pt x="287425" y="47922"/>
                  <a:pt x="289995" y="50753"/>
                </a:cubicBezTo>
                <a:cubicBezTo>
                  <a:pt x="292564" y="53585"/>
                  <a:pt x="294353" y="57730"/>
                  <a:pt x="295360" y="63190"/>
                </a:cubicBezTo>
                <a:moveTo>
                  <a:pt x="260439" y="76773"/>
                </a:moveTo>
                <a:lnTo>
                  <a:pt x="316830" y="76773"/>
                </a:lnTo>
                <a:cubicBezTo>
                  <a:pt x="317233" y="70713"/>
                  <a:pt x="316729" y="64906"/>
                  <a:pt x="315317" y="59351"/>
                </a:cubicBezTo>
                <a:cubicBezTo>
                  <a:pt x="313907" y="53796"/>
                  <a:pt x="311614" y="48848"/>
                  <a:pt x="308438" y="44506"/>
                </a:cubicBezTo>
                <a:cubicBezTo>
                  <a:pt x="305264" y="40163"/>
                  <a:pt x="301207" y="36705"/>
                  <a:pt x="296267" y="34130"/>
                </a:cubicBezTo>
                <a:cubicBezTo>
                  <a:pt x="291329" y="31554"/>
                  <a:pt x="285534" y="30266"/>
                  <a:pt x="278882" y="30266"/>
                </a:cubicBezTo>
                <a:cubicBezTo>
                  <a:pt x="272935" y="30266"/>
                  <a:pt x="267518" y="31327"/>
                  <a:pt x="262630" y="33447"/>
                </a:cubicBezTo>
                <a:cubicBezTo>
                  <a:pt x="257743" y="35567"/>
                  <a:pt x="253535" y="38469"/>
                  <a:pt x="250007" y="42153"/>
                </a:cubicBezTo>
                <a:cubicBezTo>
                  <a:pt x="246479" y="45838"/>
                  <a:pt x="243758" y="50205"/>
                  <a:pt x="241843" y="55254"/>
                </a:cubicBezTo>
                <a:cubicBezTo>
                  <a:pt x="239929" y="60302"/>
                  <a:pt x="238971" y="65753"/>
                  <a:pt x="238971" y="71610"/>
                </a:cubicBezTo>
                <a:cubicBezTo>
                  <a:pt x="238971" y="77666"/>
                  <a:pt x="239903" y="83219"/>
                  <a:pt x="241767" y="88268"/>
                </a:cubicBezTo>
                <a:cubicBezTo>
                  <a:pt x="243633" y="93315"/>
                  <a:pt x="246279" y="97657"/>
                  <a:pt x="249705" y="101292"/>
                </a:cubicBezTo>
                <a:cubicBezTo>
                  <a:pt x="253132" y="104926"/>
                  <a:pt x="257314" y="107728"/>
                  <a:pt x="262252" y="109696"/>
                </a:cubicBezTo>
                <a:cubicBezTo>
                  <a:pt x="267190" y="111665"/>
                  <a:pt x="272734" y="112649"/>
                  <a:pt x="278882" y="112649"/>
                </a:cubicBezTo>
                <a:cubicBezTo>
                  <a:pt x="287751" y="112649"/>
                  <a:pt x="295310" y="110635"/>
                  <a:pt x="301559" y="106607"/>
                </a:cubicBezTo>
                <a:cubicBezTo>
                  <a:pt x="307809" y="102579"/>
                  <a:pt x="312446" y="95883"/>
                  <a:pt x="315469" y="86517"/>
                </a:cubicBezTo>
                <a:lnTo>
                  <a:pt x="296571" y="86517"/>
                </a:lnTo>
                <a:cubicBezTo>
                  <a:pt x="295866" y="88914"/>
                  <a:pt x="293950" y="91187"/>
                  <a:pt x="290825" y="93336"/>
                </a:cubicBezTo>
                <a:cubicBezTo>
                  <a:pt x="287702" y="95483"/>
                  <a:pt x="283973" y="96556"/>
                  <a:pt x="279639" y="96556"/>
                </a:cubicBezTo>
                <a:cubicBezTo>
                  <a:pt x="273592" y="96556"/>
                  <a:pt x="268955" y="94996"/>
                  <a:pt x="265729" y="91876"/>
                </a:cubicBezTo>
                <a:cubicBezTo>
                  <a:pt x="262504" y="88754"/>
                  <a:pt x="260740" y="83719"/>
                  <a:pt x="260439" y="76773"/>
                </a:cubicBezTo>
                <a:close/>
                <a:moveTo>
                  <a:pt x="330133" y="2658"/>
                </a:moveTo>
                <a:lnTo>
                  <a:pt x="330133" y="110582"/>
                </a:lnTo>
                <a:lnTo>
                  <a:pt x="351601" y="110582"/>
                </a:lnTo>
                <a:lnTo>
                  <a:pt x="351601" y="2658"/>
                </a:lnTo>
                <a:lnTo>
                  <a:pt x="330133" y="2658"/>
                </a:lnTo>
                <a:close/>
                <a:moveTo>
                  <a:pt x="369139" y="2658"/>
                </a:moveTo>
                <a:lnTo>
                  <a:pt x="369139" y="110582"/>
                </a:lnTo>
                <a:lnTo>
                  <a:pt x="390606" y="110582"/>
                </a:lnTo>
                <a:lnTo>
                  <a:pt x="390606" y="2658"/>
                </a:lnTo>
                <a:lnTo>
                  <a:pt x="369139" y="2658"/>
                </a:lnTo>
                <a:close/>
                <a:moveTo>
                  <a:pt x="429611" y="20374"/>
                </a:moveTo>
                <a:lnTo>
                  <a:pt x="429611" y="2658"/>
                </a:lnTo>
                <a:lnTo>
                  <a:pt x="408144" y="2658"/>
                </a:lnTo>
                <a:lnTo>
                  <a:pt x="408144" y="20374"/>
                </a:lnTo>
                <a:lnTo>
                  <a:pt x="429611" y="20374"/>
                </a:lnTo>
                <a:moveTo>
                  <a:pt x="408144" y="32421"/>
                </a:moveTo>
                <a:lnTo>
                  <a:pt x="408144" y="110582"/>
                </a:lnTo>
                <a:lnTo>
                  <a:pt x="429611" y="110582"/>
                </a:lnTo>
                <a:lnTo>
                  <a:pt x="429611" y="32421"/>
                </a:lnTo>
                <a:lnTo>
                  <a:pt x="408144" y="32421"/>
                </a:lnTo>
                <a:close/>
                <a:moveTo>
                  <a:pt x="473757" y="32481"/>
                </a:moveTo>
                <a:lnTo>
                  <a:pt x="473757" y="9006"/>
                </a:lnTo>
                <a:lnTo>
                  <a:pt x="452289" y="9006"/>
                </a:lnTo>
                <a:lnTo>
                  <a:pt x="452289" y="32481"/>
                </a:lnTo>
                <a:lnTo>
                  <a:pt x="439287" y="32481"/>
                </a:lnTo>
                <a:lnTo>
                  <a:pt x="439287" y="46802"/>
                </a:lnTo>
                <a:lnTo>
                  <a:pt x="452289" y="46802"/>
                </a:lnTo>
                <a:lnTo>
                  <a:pt x="452289" y="92886"/>
                </a:lnTo>
                <a:cubicBezTo>
                  <a:pt x="452289" y="96815"/>
                  <a:pt x="452944" y="99989"/>
                  <a:pt x="454254" y="102406"/>
                </a:cubicBezTo>
                <a:cubicBezTo>
                  <a:pt x="455565" y="104824"/>
                  <a:pt x="457353" y="106688"/>
                  <a:pt x="459620" y="107998"/>
                </a:cubicBezTo>
                <a:cubicBezTo>
                  <a:pt x="461888" y="109307"/>
                  <a:pt x="464509" y="110188"/>
                  <a:pt x="467482" y="110640"/>
                </a:cubicBezTo>
                <a:cubicBezTo>
                  <a:pt x="470456" y="111093"/>
                  <a:pt x="473607" y="111320"/>
                  <a:pt x="476933" y="111320"/>
                </a:cubicBezTo>
                <a:cubicBezTo>
                  <a:pt x="479049" y="111320"/>
                  <a:pt x="481216" y="111271"/>
                  <a:pt x="483434" y="111173"/>
                </a:cubicBezTo>
                <a:cubicBezTo>
                  <a:pt x="485652" y="111074"/>
                  <a:pt x="487667" y="110877"/>
                  <a:pt x="489480" y="110582"/>
                </a:cubicBezTo>
                <a:lnTo>
                  <a:pt x="489480" y="93885"/>
                </a:lnTo>
                <a:cubicBezTo>
                  <a:pt x="488473" y="94086"/>
                  <a:pt x="487415" y="94238"/>
                  <a:pt x="486306" y="94339"/>
                </a:cubicBezTo>
                <a:cubicBezTo>
                  <a:pt x="485197" y="94439"/>
                  <a:pt x="484038" y="94489"/>
                  <a:pt x="482829" y="94489"/>
                </a:cubicBezTo>
                <a:cubicBezTo>
                  <a:pt x="479200" y="94489"/>
                  <a:pt x="476780" y="93886"/>
                  <a:pt x="475570" y="92678"/>
                </a:cubicBezTo>
                <a:cubicBezTo>
                  <a:pt x="474361" y="91471"/>
                  <a:pt x="473757" y="89057"/>
                  <a:pt x="473757" y="85435"/>
                </a:cubicBezTo>
                <a:lnTo>
                  <a:pt x="473757" y="46802"/>
                </a:lnTo>
                <a:lnTo>
                  <a:pt x="489480" y="46802"/>
                </a:lnTo>
                <a:lnTo>
                  <a:pt x="489480" y="32481"/>
                </a:lnTo>
                <a:lnTo>
                  <a:pt x="473757" y="32481"/>
                </a:lnTo>
                <a:close/>
                <a:moveTo>
                  <a:pt x="552371" y="63190"/>
                </a:moveTo>
                <a:lnTo>
                  <a:pt x="517450" y="63190"/>
                </a:lnTo>
                <a:cubicBezTo>
                  <a:pt x="517550" y="61673"/>
                  <a:pt x="517877" y="59955"/>
                  <a:pt x="518430" y="58034"/>
                </a:cubicBezTo>
                <a:cubicBezTo>
                  <a:pt x="518986" y="56111"/>
                  <a:pt x="519944" y="54291"/>
                  <a:pt x="521305" y="52574"/>
                </a:cubicBezTo>
                <a:cubicBezTo>
                  <a:pt x="522666" y="50854"/>
                  <a:pt x="524480" y="49413"/>
                  <a:pt x="526747" y="48250"/>
                </a:cubicBezTo>
                <a:cubicBezTo>
                  <a:pt x="529015" y="47088"/>
                  <a:pt x="531862" y="46506"/>
                  <a:pt x="535289" y="46506"/>
                </a:cubicBezTo>
                <a:cubicBezTo>
                  <a:pt x="540530" y="46506"/>
                  <a:pt x="544436" y="47922"/>
                  <a:pt x="547006" y="50753"/>
                </a:cubicBezTo>
                <a:cubicBezTo>
                  <a:pt x="549575" y="53585"/>
                  <a:pt x="551364" y="57730"/>
                  <a:pt x="552371" y="63190"/>
                </a:cubicBezTo>
                <a:moveTo>
                  <a:pt x="517450" y="76773"/>
                </a:moveTo>
                <a:lnTo>
                  <a:pt x="573841" y="76773"/>
                </a:lnTo>
                <a:cubicBezTo>
                  <a:pt x="574244" y="70713"/>
                  <a:pt x="573740" y="64906"/>
                  <a:pt x="572328" y="59351"/>
                </a:cubicBezTo>
                <a:cubicBezTo>
                  <a:pt x="570918" y="53796"/>
                  <a:pt x="568625" y="48848"/>
                  <a:pt x="565449" y="44506"/>
                </a:cubicBezTo>
                <a:cubicBezTo>
                  <a:pt x="562275" y="40163"/>
                  <a:pt x="558218" y="36705"/>
                  <a:pt x="553278" y="34130"/>
                </a:cubicBezTo>
                <a:cubicBezTo>
                  <a:pt x="548340" y="31554"/>
                  <a:pt x="542545" y="30266"/>
                  <a:pt x="535893" y="30266"/>
                </a:cubicBezTo>
                <a:cubicBezTo>
                  <a:pt x="529946" y="30266"/>
                  <a:pt x="524529" y="31327"/>
                  <a:pt x="519641" y="33447"/>
                </a:cubicBezTo>
                <a:cubicBezTo>
                  <a:pt x="514754" y="35567"/>
                  <a:pt x="510546" y="38469"/>
                  <a:pt x="507018" y="42153"/>
                </a:cubicBezTo>
                <a:cubicBezTo>
                  <a:pt x="503490" y="45838"/>
                  <a:pt x="500769" y="50205"/>
                  <a:pt x="498854" y="55254"/>
                </a:cubicBezTo>
                <a:cubicBezTo>
                  <a:pt x="496940" y="60302"/>
                  <a:pt x="495982" y="65753"/>
                  <a:pt x="495982" y="71610"/>
                </a:cubicBezTo>
                <a:cubicBezTo>
                  <a:pt x="495982" y="77666"/>
                  <a:pt x="496914" y="83219"/>
                  <a:pt x="498778" y="88268"/>
                </a:cubicBezTo>
                <a:cubicBezTo>
                  <a:pt x="500644" y="93315"/>
                  <a:pt x="503290" y="97657"/>
                  <a:pt x="506716" y="101292"/>
                </a:cubicBezTo>
                <a:cubicBezTo>
                  <a:pt x="510143" y="104926"/>
                  <a:pt x="514325" y="107728"/>
                  <a:pt x="519263" y="109696"/>
                </a:cubicBezTo>
                <a:cubicBezTo>
                  <a:pt x="524201" y="111665"/>
                  <a:pt x="529745" y="112649"/>
                  <a:pt x="535893" y="112649"/>
                </a:cubicBezTo>
                <a:cubicBezTo>
                  <a:pt x="544762" y="112649"/>
                  <a:pt x="552321" y="110635"/>
                  <a:pt x="558570" y="106607"/>
                </a:cubicBezTo>
                <a:cubicBezTo>
                  <a:pt x="564820" y="102579"/>
                  <a:pt x="569457" y="95883"/>
                  <a:pt x="572480" y="86517"/>
                </a:cubicBezTo>
                <a:lnTo>
                  <a:pt x="553582" y="86517"/>
                </a:lnTo>
                <a:cubicBezTo>
                  <a:pt x="552876" y="88914"/>
                  <a:pt x="550961" y="91187"/>
                  <a:pt x="547836" y="93336"/>
                </a:cubicBezTo>
                <a:cubicBezTo>
                  <a:pt x="544712" y="95483"/>
                  <a:pt x="540984" y="96556"/>
                  <a:pt x="536650" y="96556"/>
                </a:cubicBezTo>
                <a:cubicBezTo>
                  <a:pt x="530603" y="96556"/>
                  <a:pt x="525966" y="94996"/>
                  <a:pt x="522740" y="91876"/>
                </a:cubicBezTo>
                <a:cubicBezTo>
                  <a:pt x="519515" y="88754"/>
                  <a:pt x="517751" y="83719"/>
                  <a:pt x="517450" y="76773"/>
                </a:cubicBezTo>
                <a:close/>
                <a:moveTo>
                  <a:pt x="651245" y="140405"/>
                </a:moveTo>
                <a:lnTo>
                  <a:pt x="661073" y="140405"/>
                </a:lnTo>
                <a:cubicBezTo>
                  <a:pt x="653917" y="128806"/>
                  <a:pt x="648802" y="117308"/>
                  <a:pt x="645727" y="105911"/>
                </a:cubicBezTo>
                <a:cubicBezTo>
                  <a:pt x="642653" y="94512"/>
                  <a:pt x="641116" y="82457"/>
                  <a:pt x="641116" y="69748"/>
                </a:cubicBezTo>
                <a:cubicBezTo>
                  <a:pt x="641116" y="57342"/>
                  <a:pt x="642628" y="45491"/>
                  <a:pt x="645651" y="34195"/>
                </a:cubicBezTo>
                <a:cubicBezTo>
                  <a:pt x="648676" y="22897"/>
                  <a:pt x="653817" y="11499"/>
                  <a:pt x="661073" y="0"/>
                </a:cubicBezTo>
                <a:lnTo>
                  <a:pt x="651245" y="0"/>
                </a:lnTo>
                <a:cubicBezTo>
                  <a:pt x="643384" y="10389"/>
                  <a:pt x="637462" y="21635"/>
                  <a:pt x="633480" y="33740"/>
                </a:cubicBezTo>
                <a:cubicBezTo>
                  <a:pt x="629500" y="45844"/>
                  <a:pt x="627510" y="57846"/>
                  <a:pt x="627510" y="69748"/>
                </a:cubicBezTo>
                <a:cubicBezTo>
                  <a:pt x="627510" y="76406"/>
                  <a:pt x="628065" y="82760"/>
                  <a:pt x="629173" y="88812"/>
                </a:cubicBezTo>
                <a:cubicBezTo>
                  <a:pt x="630282" y="94864"/>
                  <a:pt x="631869" y="100765"/>
                  <a:pt x="633935" y="106515"/>
                </a:cubicBezTo>
                <a:cubicBezTo>
                  <a:pt x="636002" y="112264"/>
                  <a:pt x="638496" y="117937"/>
                  <a:pt x="641418" y="123535"/>
                </a:cubicBezTo>
                <a:cubicBezTo>
                  <a:pt x="644342" y="129133"/>
                  <a:pt x="647618" y="134756"/>
                  <a:pt x="651245" y="140405"/>
                </a:cubicBezTo>
                <a:close/>
                <a:moveTo>
                  <a:pt x="679668" y="56546"/>
                </a:moveTo>
                <a:cubicBezTo>
                  <a:pt x="679668" y="51105"/>
                  <a:pt x="680373" y="45739"/>
                  <a:pt x="681783" y="40449"/>
                </a:cubicBezTo>
                <a:cubicBezTo>
                  <a:pt x="683195" y="35158"/>
                  <a:pt x="685413" y="30397"/>
                  <a:pt x="688436" y="26164"/>
                </a:cubicBezTo>
                <a:cubicBezTo>
                  <a:pt x="691460" y="21932"/>
                  <a:pt x="695340" y="18531"/>
                  <a:pt x="700077" y="15961"/>
                </a:cubicBezTo>
                <a:cubicBezTo>
                  <a:pt x="704815" y="13391"/>
                  <a:pt x="710460" y="12106"/>
                  <a:pt x="717012" y="12106"/>
                </a:cubicBezTo>
                <a:cubicBezTo>
                  <a:pt x="723561" y="12106"/>
                  <a:pt x="729205" y="13391"/>
                  <a:pt x="733942" y="15961"/>
                </a:cubicBezTo>
                <a:cubicBezTo>
                  <a:pt x="738680" y="18531"/>
                  <a:pt x="742561" y="21932"/>
                  <a:pt x="745584" y="26164"/>
                </a:cubicBezTo>
                <a:cubicBezTo>
                  <a:pt x="748608" y="30397"/>
                  <a:pt x="750825" y="35158"/>
                  <a:pt x="752235" y="40449"/>
                </a:cubicBezTo>
                <a:cubicBezTo>
                  <a:pt x="753647" y="45739"/>
                  <a:pt x="754353" y="51105"/>
                  <a:pt x="754353" y="56546"/>
                </a:cubicBezTo>
                <a:cubicBezTo>
                  <a:pt x="754353" y="61987"/>
                  <a:pt x="753647" y="67353"/>
                  <a:pt x="752235" y="72643"/>
                </a:cubicBezTo>
                <a:cubicBezTo>
                  <a:pt x="750825" y="77934"/>
                  <a:pt x="748608" y="82695"/>
                  <a:pt x="745584" y="86927"/>
                </a:cubicBezTo>
                <a:cubicBezTo>
                  <a:pt x="742561" y="91160"/>
                  <a:pt x="738680" y="94561"/>
                  <a:pt x="733942" y="97131"/>
                </a:cubicBezTo>
                <a:cubicBezTo>
                  <a:pt x="729205" y="99701"/>
                  <a:pt x="723561" y="100985"/>
                  <a:pt x="717012" y="100985"/>
                </a:cubicBezTo>
                <a:cubicBezTo>
                  <a:pt x="710460" y="100985"/>
                  <a:pt x="704815" y="99701"/>
                  <a:pt x="700077" y="97131"/>
                </a:cubicBezTo>
                <a:cubicBezTo>
                  <a:pt x="695340" y="94561"/>
                  <a:pt x="691460" y="91160"/>
                  <a:pt x="688436" y="86927"/>
                </a:cubicBezTo>
                <a:cubicBezTo>
                  <a:pt x="685413" y="82695"/>
                  <a:pt x="683195" y="77934"/>
                  <a:pt x="681783" y="72643"/>
                </a:cubicBezTo>
                <a:cubicBezTo>
                  <a:pt x="680373" y="67353"/>
                  <a:pt x="679668" y="61987"/>
                  <a:pt x="679668" y="56546"/>
                </a:cubicBezTo>
                <a:moveTo>
                  <a:pt x="665305" y="56548"/>
                </a:moveTo>
                <a:cubicBezTo>
                  <a:pt x="665305" y="63906"/>
                  <a:pt x="666389" y="70987"/>
                  <a:pt x="668556" y="77792"/>
                </a:cubicBezTo>
                <a:cubicBezTo>
                  <a:pt x="670723" y="84596"/>
                  <a:pt x="673973" y="90618"/>
                  <a:pt x="678307" y="95860"/>
                </a:cubicBezTo>
                <a:cubicBezTo>
                  <a:pt x="682641" y="101101"/>
                  <a:pt x="688033" y="105259"/>
                  <a:pt x="694483" y="108333"/>
                </a:cubicBezTo>
                <a:cubicBezTo>
                  <a:pt x="700934" y="111407"/>
                  <a:pt x="708443" y="112944"/>
                  <a:pt x="717009" y="112944"/>
                </a:cubicBezTo>
                <a:cubicBezTo>
                  <a:pt x="725577" y="112944"/>
                  <a:pt x="733086" y="111407"/>
                  <a:pt x="739536" y="108333"/>
                </a:cubicBezTo>
                <a:cubicBezTo>
                  <a:pt x="745987" y="105259"/>
                  <a:pt x="751380" y="101101"/>
                  <a:pt x="755714" y="95860"/>
                </a:cubicBezTo>
                <a:cubicBezTo>
                  <a:pt x="760048" y="90618"/>
                  <a:pt x="763298" y="84596"/>
                  <a:pt x="765465" y="77792"/>
                </a:cubicBezTo>
                <a:cubicBezTo>
                  <a:pt x="767632" y="70987"/>
                  <a:pt x="768715" y="63906"/>
                  <a:pt x="768715" y="56548"/>
                </a:cubicBezTo>
                <a:cubicBezTo>
                  <a:pt x="768715" y="49189"/>
                  <a:pt x="767632" y="42108"/>
                  <a:pt x="765465" y="35304"/>
                </a:cubicBezTo>
                <a:cubicBezTo>
                  <a:pt x="763298" y="28501"/>
                  <a:pt x="760048" y="22478"/>
                  <a:pt x="755714" y="17237"/>
                </a:cubicBezTo>
                <a:cubicBezTo>
                  <a:pt x="751380" y="11996"/>
                  <a:pt x="745987" y="7813"/>
                  <a:pt x="739536" y="4688"/>
                </a:cubicBezTo>
                <a:cubicBezTo>
                  <a:pt x="733086" y="1563"/>
                  <a:pt x="725577" y="0"/>
                  <a:pt x="717009" y="0"/>
                </a:cubicBezTo>
                <a:cubicBezTo>
                  <a:pt x="708443" y="0"/>
                  <a:pt x="700934" y="1563"/>
                  <a:pt x="694483" y="4688"/>
                </a:cubicBezTo>
                <a:cubicBezTo>
                  <a:pt x="688033" y="7813"/>
                  <a:pt x="682641" y="11996"/>
                  <a:pt x="678307" y="17237"/>
                </a:cubicBezTo>
                <a:cubicBezTo>
                  <a:pt x="673973" y="22478"/>
                  <a:pt x="670723" y="28501"/>
                  <a:pt x="668556" y="35304"/>
                </a:cubicBezTo>
                <a:cubicBezTo>
                  <a:pt x="666389" y="42108"/>
                  <a:pt x="665305" y="49189"/>
                  <a:pt x="665305" y="56548"/>
                </a:cubicBezTo>
                <a:close/>
                <a:moveTo>
                  <a:pt x="783683" y="32377"/>
                </a:moveTo>
                <a:lnTo>
                  <a:pt x="783683" y="110582"/>
                </a:lnTo>
                <a:lnTo>
                  <a:pt x="796533" y="110582"/>
                </a:lnTo>
                <a:lnTo>
                  <a:pt x="796533" y="75774"/>
                </a:lnTo>
                <a:cubicBezTo>
                  <a:pt x="796533" y="70729"/>
                  <a:pt x="797036" y="66266"/>
                  <a:pt x="798044" y="62382"/>
                </a:cubicBezTo>
                <a:cubicBezTo>
                  <a:pt x="799052" y="58498"/>
                  <a:pt x="800666" y="55193"/>
                  <a:pt x="802883" y="52470"/>
                </a:cubicBezTo>
                <a:cubicBezTo>
                  <a:pt x="805101" y="49745"/>
                  <a:pt x="808024" y="47676"/>
                  <a:pt x="811652" y="46264"/>
                </a:cubicBezTo>
                <a:cubicBezTo>
                  <a:pt x="815280" y="44851"/>
                  <a:pt x="819664" y="44144"/>
                  <a:pt x="824803" y="44144"/>
                </a:cubicBezTo>
                <a:lnTo>
                  <a:pt x="824803" y="30561"/>
                </a:lnTo>
                <a:cubicBezTo>
                  <a:pt x="817850" y="30360"/>
                  <a:pt x="812106" y="31772"/>
                  <a:pt x="807569" y="34797"/>
                </a:cubicBezTo>
                <a:cubicBezTo>
                  <a:pt x="803033" y="37822"/>
                  <a:pt x="799204" y="42511"/>
                  <a:pt x="796080" y="48864"/>
                </a:cubicBezTo>
                <a:lnTo>
                  <a:pt x="795778" y="48864"/>
                </a:lnTo>
                <a:lnTo>
                  <a:pt x="795778" y="32377"/>
                </a:lnTo>
                <a:lnTo>
                  <a:pt x="783683" y="32377"/>
                </a:lnTo>
                <a:close/>
                <a:moveTo>
                  <a:pt x="834934" y="2658"/>
                </a:moveTo>
                <a:lnTo>
                  <a:pt x="834934" y="110543"/>
                </a:lnTo>
                <a:lnTo>
                  <a:pt x="847783" y="110543"/>
                </a:lnTo>
                <a:lnTo>
                  <a:pt x="847783" y="100118"/>
                </a:lnTo>
                <a:lnTo>
                  <a:pt x="848087" y="100118"/>
                </a:lnTo>
                <a:cubicBezTo>
                  <a:pt x="849499" y="102434"/>
                  <a:pt x="851238" y="104373"/>
                  <a:pt x="853303" y="105936"/>
                </a:cubicBezTo>
                <a:cubicBezTo>
                  <a:pt x="855369" y="107497"/>
                  <a:pt x="857560" y="108731"/>
                  <a:pt x="859878" y="109639"/>
                </a:cubicBezTo>
                <a:cubicBezTo>
                  <a:pt x="862197" y="110544"/>
                  <a:pt x="864541" y="111199"/>
                  <a:pt x="866909" y="111602"/>
                </a:cubicBezTo>
                <a:cubicBezTo>
                  <a:pt x="869278" y="112005"/>
                  <a:pt x="871420" y="112206"/>
                  <a:pt x="873336" y="112206"/>
                </a:cubicBezTo>
                <a:cubicBezTo>
                  <a:pt x="879282" y="112206"/>
                  <a:pt x="884497" y="111148"/>
                  <a:pt x="888981" y="109032"/>
                </a:cubicBezTo>
                <a:cubicBezTo>
                  <a:pt x="893467" y="106914"/>
                  <a:pt x="897197" y="104016"/>
                  <a:pt x="900170" y="100337"/>
                </a:cubicBezTo>
                <a:cubicBezTo>
                  <a:pt x="903142" y="96659"/>
                  <a:pt x="905359" y="92350"/>
                  <a:pt x="906820" y="87412"/>
                </a:cubicBezTo>
                <a:cubicBezTo>
                  <a:pt x="908283" y="82472"/>
                  <a:pt x="909014" y="77230"/>
                  <a:pt x="909014" y="71686"/>
                </a:cubicBezTo>
                <a:cubicBezTo>
                  <a:pt x="909014" y="66142"/>
                  <a:pt x="908258" y="60901"/>
                  <a:pt x="906746" y="55962"/>
                </a:cubicBezTo>
                <a:cubicBezTo>
                  <a:pt x="905235" y="51023"/>
                  <a:pt x="902992" y="46663"/>
                  <a:pt x="900017" y="42885"/>
                </a:cubicBezTo>
                <a:cubicBezTo>
                  <a:pt x="897045" y="39104"/>
                  <a:pt x="893316" y="36106"/>
                  <a:pt x="888831" y="33888"/>
                </a:cubicBezTo>
                <a:cubicBezTo>
                  <a:pt x="884347" y="31670"/>
                  <a:pt x="879080" y="30561"/>
                  <a:pt x="873032" y="30561"/>
                </a:cubicBezTo>
                <a:cubicBezTo>
                  <a:pt x="867589" y="30561"/>
                  <a:pt x="862600" y="31544"/>
                  <a:pt x="858065" y="33510"/>
                </a:cubicBezTo>
                <a:cubicBezTo>
                  <a:pt x="853529" y="35475"/>
                  <a:pt x="850204" y="38625"/>
                  <a:pt x="848087" y="42958"/>
                </a:cubicBezTo>
                <a:lnTo>
                  <a:pt x="847783" y="42958"/>
                </a:lnTo>
                <a:lnTo>
                  <a:pt x="847783" y="2658"/>
                </a:lnTo>
                <a:lnTo>
                  <a:pt x="834934" y="2658"/>
                </a:lnTo>
                <a:moveTo>
                  <a:pt x="895406" y="70777"/>
                </a:moveTo>
                <a:cubicBezTo>
                  <a:pt x="895406" y="74603"/>
                  <a:pt x="895002" y="78329"/>
                  <a:pt x="894195" y="81954"/>
                </a:cubicBezTo>
                <a:cubicBezTo>
                  <a:pt x="893389" y="85579"/>
                  <a:pt x="892079" y="88801"/>
                  <a:pt x="890264" y="91622"/>
                </a:cubicBezTo>
                <a:cubicBezTo>
                  <a:pt x="888451" y="94441"/>
                  <a:pt x="886058" y="96706"/>
                  <a:pt x="883085" y="98418"/>
                </a:cubicBezTo>
                <a:cubicBezTo>
                  <a:pt x="880112" y="100130"/>
                  <a:pt x="876408" y="100985"/>
                  <a:pt x="871973" y="100985"/>
                </a:cubicBezTo>
                <a:cubicBezTo>
                  <a:pt x="867539" y="100985"/>
                  <a:pt x="863760" y="100155"/>
                  <a:pt x="860634" y="98494"/>
                </a:cubicBezTo>
                <a:cubicBezTo>
                  <a:pt x="857509" y="96832"/>
                  <a:pt x="854964" y="94642"/>
                  <a:pt x="852999" y="91924"/>
                </a:cubicBezTo>
                <a:cubicBezTo>
                  <a:pt x="851035" y="89205"/>
                  <a:pt x="849599" y="86058"/>
                  <a:pt x="848692" y="82484"/>
                </a:cubicBezTo>
                <a:cubicBezTo>
                  <a:pt x="847784" y="78909"/>
                  <a:pt x="847331" y="75208"/>
                  <a:pt x="847331" y="71381"/>
                </a:cubicBezTo>
                <a:cubicBezTo>
                  <a:pt x="847331" y="67757"/>
                  <a:pt x="847759" y="64182"/>
                  <a:pt x="848616" y="60659"/>
                </a:cubicBezTo>
                <a:cubicBezTo>
                  <a:pt x="849472" y="57134"/>
                  <a:pt x="850858" y="53988"/>
                  <a:pt x="852773" y="51219"/>
                </a:cubicBezTo>
                <a:cubicBezTo>
                  <a:pt x="854687" y="48450"/>
                  <a:pt x="857156" y="46209"/>
                  <a:pt x="860180" y="44497"/>
                </a:cubicBezTo>
                <a:cubicBezTo>
                  <a:pt x="863204" y="42785"/>
                  <a:pt x="866882" y="41930"/>
                  <a:pt x="871216" y="41930"/>
                </a:cubicBezTo>
                <a:cubicBezTo>
                  <a:pt x="875348" y="41930"/>
                  <a:pt x="878952" y="42735"/>
                  <a:pt x="882026" y="44347"/>
                </a:cubicBezTo>
                <a:cubicBezTo>
                  <a:pt x="885100" y="45957"/>
                  <a:pt x="887620" y="48122"/>
                  <a:pt x="889586" y="50841"/>
                </a:cubicBezTo>
                <a:cubicBezTo>
                  <a:pt x="891551" y="53560"/>
                  <a:pt x="893012" y="56657"/>
                  <a:pt x="893969" y="60131"/>
                </a:cubicBezTo>
                <a:cubicBezTo>
                  <a:pt x="894927" y="63603"/>
                  <a:pt x="895406" y="67152"/>
                  <a:pt x="895406" y="70777"/>
                </a:cubicBezTo>
                <a:close/>
                <a:moveTo>
                  <a:pt x="937739" y="18455"/>
                </a:moveTo>
                <a:lnTo>
                  <a:pt x="937739" y="2658"/>
                </a:lnTo>
                <a:lnTo>
                  <a:pt x="924888" y="2658"/>
                </a:lnTo>
                <a:lnTo>
                  <a:pt x="924888" y="18455"/>
                </a:lnTo>
                <a:lnTo>
                  <a:pt x="937739" y="18455"/>
                </a:lnTo>
                <a:moveTo>
                  <a:pt x="924888" y="32421"/>
                </a:moveTo>
                <a:lnTo>
                  <a:pt x="924888" y="110582"/>
                </a:lnTo>
                <a:lnTo>
                  <a:pt x="937739" y="110582"/>
                </a:lnTo>
                <a:lnTo>
                  <a:pt x="937739" y="32421"/>
                </a:lnTo>
                <a:lnTo>
                  <a:pt x="924888" y="32421"/>
                </a:lnTo>
                <a:close/>
                <a:moveTo>
                  <a:pt x="975535" y="32333"/>
                </a:moveTo>
                <a:lnTo>
                  <a:pt x="975535" y="9006"/>
                </a:lnTo>
                <a:lnTo>
                  <a:pt x="962683" y="9006"/>
                </a:lnTo>
                <a:lnTo>
                  <a:pt x="962683" y="32333"/>
                </a:lnTo>
                <a:lnTo>
                  <a:pt x="949379" y="32333"/>
                </a:lnTo>
                <a:lnTo>
                  <a:pt x="949379" y="43701"/>
                </a:lnTo>
                <a:lnTo>
                  <a:pt x="962683" y="43701"/>
                </a:lnTo>
                <a:lnTo>
                  <a:pt x="962683" y="93484"/>
                </a:lnTo>
                <a:cubicBezTo>
                  <a:pt x="962683" y="97115"/>
                  <a:pt x="963036" y="100040"/>
                  <a:pt x="963742" y="102259"/>
                </a:cubicBezTo>
                <a:cubicBezTo>
                  <a:pt x="964448" y="104478"/>
                  <a:pt x="965531" y="106194"/>
                  <a:pt x="966992" y="107405"/>
                </a:cubicBezTo>
                <a:cubicBezTo>
                  <a:pt x="968453" y="108616"/>
                  <a:pt x="970368" y="109448"/>
                  <a:pt x="972736" y="109901"/>
                </a:cubicBezTo>
                <a:cubicBezTo>
                  <a:pt x="975105" y="110355"/>
                  <a:pt x="977952" y="110582"/>
                  <a:pt x="981279" y="110582"/>
                </a:cubicBezTo>
                <a:lnTo>
                  <a:pt x="991106" y="110582"/>
                </a:lnTo>
                <a:lnTo>
                  <a:pt x="991106" y="99214"/>
                </a:lnTo>
                <a:lnTo>
                  <a:pt x="985210" y="99214"/>
                </a:lnTo>
                <a:cubicBezTo>
                  <a:pt x="983193" y="99214"/>
                  <a:pt x="981555" y="99138"/>
                  <a:pt x="980296" y="98988"/>
                </a:cubicBezTo>
                <a:cubicBezTo>
                  <a:pt x="979036" y="98835"/>
                  <a:pt x="978054" y="98508"/>
                  <a:pt x="977348" y="98005"/>
                </a:cubicBezTo>
                <a:cubicBezTo>
                  <a:pt x="976643" y="97501"/>
                  <a:pt x="976165" y="96795"/>
                  <a:pt x="975913" y="95887"/>
                </a:cubicBezTo>
                <a:cubicBezTo>
                  <a:pt x="975661" y="94978"/>
                  <a:pt x="975535" y="93768"/>
                  <a:pt x="975535" y="92256"/>
                </a:cubicBezTo>
                <a:lnTo>
                  <a:pt x="975535" y="43701"/>
                </a:lnTo>
                <a:lnTo>
                  <a:pt x="991106" y="43701"/>
                </a:lnTo>
                <a:lnTo>
                  <a:pt x="991106" y="32333"/>
                </a:lnTo>
                <a:lnTo>
                  <a:pt x="975535" y="32333"/>
                </a:lnTo>
                <a:close/>
                <a:moveTo>
                  <a:pt x="1074559" y="110241"/>
                </a:moveTo>
                <a:cubicBezTo>
                  <a:pt x="1072342" y="111551"/>
                  <a:pt x="1069267" y="112206"/>
                  <a:pt x="1065336" y="112206"/>
                </a:cubicBezTo>
                <a:cubicBezTo>
                  <a:pt x="1062011" y="112206"/>
                  <a:pt x="1059366" y="111274"/>
                  <a:pt x="1057401" y="109410"/>
                </a:cubicBezTo>
                <a:cubicBezTo>
                  <a:pt x="1055435" y="107545"/>
                  <a:pt x="1054453" y="104495"/>
                  <a:pt x="1054453" y="100261"/>
                </a:cubicBezTo>
                <a:cubicBezTo>
                  <a:pt x="1050925" y="104495"/>
                  <a:pt x="1046817" y="107545"/>
                  <a:pt x="1042129" y="109410"/>
                </a:cubicBezTo>
                <a:cubicBezTo>
                  <a:pt x="1037443" y="111274"/>
                  <a:pt x="1032379" y="112206"/>
                  <a:pt x="1026936" y="112206"/>
                </a:cubicBezTo>
                <a:cubicBezTo>
                  <a:pt x="1023408" y="112206"/>
                  <a:pt x="1020056" y="111803"/>
                  <a:pt x="1016881" y="110997"/>
                </a:cubicBezTo>
                <a:cubicBezTo>
                  <a:pt x="1013706" y="110191"/>
                  <a:pt x="1010960" y="108932"/>
                  <a:pt x="1008643" y="107219"/>
                </a:cubicBezTo>
                <a:cubicBezTo>
                  <a:pt x="1006325" y="105505"/>
                  <a:pt x="1004486" y="103264"/>
                  <a:pt x="1003125" y="100494"/>
                </a:cubicBezTo>
                <a:cubicBezTo>
                  <a:pt x="1001764" y="97723"/>
                  <a:pt x="1001083" y="94372"/>
                  <a:pt x="1001083" y="90443"/>
                </a:cubicBezTo>
                <a:cubicBezTo>
                  <a:pt x="1001083" y="86009"/>
                  <a:pt x="1001839" y="82382"/>
                  <a:pt x="1003351" y="79562"/>
                </a:cubicBezTo>
                <a:cubicBezTo>
                  <a:pt x="1004863" y="76741"/>
                  <a:pt x="1006853" y="74450"/>
                  <a:pt x="1009321" y="72687"/>
                </a:cubicBezTo>
                <a:cubicBezTo>
                  <a:pt x="1011791" y="70923"/>
                  <a:pt x="1014613" y="69587"/>
                  <a:pt x="1017787" y="68680"/>
                </a:cubicBezTo>
                <a:cubicBezTo>
                  <a:pt x="1020963" y="67773"/>
                  <a:pt x="1024214" y="67017"/>
                  <a:pt x="1027541" y="66412"/>
                </a:cubicBezTo>
                <a:cubicBezTo>
                  <a:pt x="1031069" y="65708"/>
                  <a:pt x="1034420" y="65180"/>
                  <a:pt x="1037594" y="64828"/>
                </a:cubicBezTo>
                <a:cubicBezTo>
                  <a:pt x="1040768" y="64474"/>
                  <a:pt x="1043565" y="63969"/>
                  <a:pt x="1045984" y="63314"/>
                </a:cubicBezTo>
                <a:cubicBezTo>
                  <a:pt x="1048403" y="62659"/>
                  <a:pt x="1050318" y="61703"/>
                  <a:pt x="1051728" y="60445"/>
                </a:cubicBezTo>
                <a:cubicBezTo>
                  <a:pt x="1053140" y="59185"/>
                  <a:pt x="1053846" y="57346"/>
                  <a:pt x="1053846" y="54927"/>
                </a:cubicBezTo>
                <a:cubicBezTo>
                  <a:pt x="1053846" y="52106"/>
                  <a:pt x="1053317" y="49839"/>
                  <a:pt x="1052259" y="48126"/>
                </a:cubicBezTo>
                <a:cubicBezTo>
                  <a:pt x="1051201" y="46413"/>
                  <a:pt x="1049840" y="45103"/>
                  <a:pt x="1048176" y="44197"/>
                </a:cubicBezTo>
                <a:cubicBezTo>
                  <a:pt x="1046513" y="43290"/>
                  <a:pt x="1044648" y="42686"/>
                  <a:pt x="1042581" y="42384"/>
                </a:cubicBezTo>
                <a:cubicBezTo>
                  <a:pt x="1040516" y="42081"/>
                  <a:pt x="1038476" y="41930"/>
                  <a:pt x="1036461" y="41930"/>
                </a:cubicBezTo>
                <a:cubicBezTo>
                  <a:pt x="1031019" y="41930"/>
                  <a:pt x="1026483" y="42959"/>
                  <a:pt x="1022855" y="45019"/>
                </a:cubicBezTo>
                <a:cubicBezTo>
                  <a:pt x="1019227" y="47078"/>
                  <a:pt x="1017262" y="50969"/>
                  <a:pt x="1016959" y="56694"/>
                </a:cubicBezTo>
                <a:lnTo>
                  <a:pt x="1004107" y="56694"/>
                </a:lnTo>
                <a:cubicBezTo>
                  <a:pt x="1004309" y="51860"/>
                  <a:pt x="1005316" y="47781"/>
                  <a:pt x="1007129" y="44458"/>
                </a:cubicBezTo>
                <a:cubicBezTo>
                  <a:pt x="1008944" y="41135"/>
                  <a:pt x="1011363" y="38441"/>
                  <a:pt x="1014387" y="36377"/>
                </a:cubicBezTo>
                <a:cubicBezTo>
                  <a:pt x="1017410" y="34313"/>
                  <a:pt x="1020862" y="32828"/>
                  <a:pt x="1024742" y="31922"/>
                </a:cubicBezTo>
                <a:cubicBezTo>
                  <a:pt x="1028624" y="31015"/>
                  <a:pt x="1032782" y="30561"/>
                  <a:pt x="1037216" y="30561"/>
                </a:cubicBezTo>
                <a:cubicBezTo>
                  <a:pt x="1040744" y="30561"/>
                  <a:pt x="1044246" y="30814"/>
                  <a:pt x="1047723" y="31318"/>
                </a:cubicBezTo>
                <a:cubicBezTo>
                  <a:pt x="1051201" y="31821"/>
                  <a:pt x="1054350" y="32854"/>
                  <a:pt x="1057172" y="34416"/>
                </a:cubicBezTo>
                <a:cubicBezTo>
                  <a:pt x="1059994" y="35977"/>
                  <a:pt x="1062262" y="38169"/>
                  <a:pt x="1063975" y="40991"/>
                </a:cubicBezTo>
                <a:cubicBezTo>
                  <a:pt x="1065688" y="43811"/>
                  <a:pt x="1066545" y="47488"/>
                  <a:pt x="1066545" y="52022"/>
                </a:cubicBezTo>
                <a:lnTo>
                  <a:pt x="1066545" y="92219"/>
                </a:lnTo>
                <a:cubicBezTo>
                  <a:pt x="1066545" y="95243"/>
                  <a:pt x="1066721" y="97460"/>
                  <a:pt x="1067073" y="98870"/>
                </a:cubicBezTo>
                <a:cubicBezTo>
                  <a:pt x="1067427" y="100280"/>
                  <a:pt x="1068612" y="100985"/>
                  <a:pt x="1070628" y="100985"/>
                </a:cubicBezTo>
                <a:cubicBezTo>
                  <a:pt x="1071737" y="100985"/>
                  <a:pt x="1073047" y="100744"/>
                  <a:pt x="1074559" y="100261"/>
                </a:cubicBezTo>
                <a:lnTo>
                  <a:pt x="1074559" y="110241"/>
                </a:lnTo>
                <a:moveTo>
                  <a:pt x="1053696" y="70175"/>
                </a:moveTo>
                <a:cubicBezTo>
                  <a:pt x="1052083" y="71384"/>
                  <a:pt x="1049966" y="72265"/>
                  <a:pt x="1047345" y="72819"/>
                </a:cubicBezTo>
                <a:cubicBezTo>
                  <a:pt x="1044726" y="73372"/>
                  <a:pt x="1041980" y="73825"/>
                  <a:pt x="1039107" y="74177"/>
                </a:cubicBezTo>
                <a:cubicBezTo>
                  <a:pt x="1036234" y="74530"/>
                  <a:pt x="1033336" y="74932"/>
                  <a:pt x="1030413" y="75386"/>
                </a:cubicBezTo>
                <a:cubicBezTo>
                  <a:pt x="1027491" y="75838"/>
                  <a:pt x="1024871" y="76568"/>
                  <a:pt x="1022553" y="77575"/>
                </a:cubicBezTo>
                <a:cubicBezTo>
                  <a:pt x="1020236" y="78583"/>
                  <a:pt x="1018345" y="80018"/>
                  <a:pt x="1016883" y="81880"/>
                </a:cubicBezTo>
                <a:cubicBezTo>
                  <a:pt x="1015422" y="83742"/>
                  <a:pt x="1014691" y="86285"/>
                  <a:pt x="1014691" y="89506"/>
                </a:cubicBezTo>
                <a:cubicBezTo>
                  <a:pt x="1014691" y="91621"/>
                  <a:pt x="1015120" y="93409"/>
                  <a:pt x="1015976" y="94870"/>
                </a:cubicBezTo>
                <a:cubicBezTo>
                  <a:pt x="1016833" y="96329"/>
                  <a:pt x="1017942" y="97512"/>
                  <a:pt x="1019303" y="98418"/>
                </a:cubicBezTo>
                <a:cubicBezTo>
                  <a:pt x="1020664" y="99324"/>
                  <a:pt x="1022251" y="99978"/>
                  <a:pt x="1024064" y="100381"/>
                </a:cubicBezTo>
                <a:cubicBezTo>
                  <a:pt x="1025879" y="100784"/>
                  <a:pt x="1027794" y="100985"/>
                  <a:pt x="1029808" y="100985"/>
                </a:cubicBezTo>
                <a:cubicBezTo>
                  <a:pt x="1034042" y="100985"/>
                  <a:pt x="1037671" y="100406"/>
                  <a:pt x="1040694" y="99248"/>
                </a:cubicBezTo>
                <a:cubicBezTo>
                  <a:pt x="1043718" y="98090"/>
                  <a:pt x="1046187" y="96631"/>
                  <a:pt x="1048102" y="94870"/>
                </a:cubicBezTo>
                <a:cubicBezTo>
                  <a:pt x="1050016" y="93107"/>
                  <a:pt x="1051427" y="91194"/>
                  <a:pt x="1052335" y="89130"/>
                </a:cubicBezTo>
                <a:cubicBezTo>
                  <a:pt x="1053242" y="87065"/>
                  <a:pt x="1053696" y="85126"/>
                  <a:pt x="1053696" y="83315"/>
                </a:cubicBezTo>
                <a:lnTo>
                  <a:pt x="1053696" y="70175"/>
                </a:lnTo>
                <a:close/>
                <a:moveTo>
                  <a:pt x="1087258" y="2658"/>
                </a:moveTo>
                <a:lnTo>
                  <a:pt x="1087258" y="110582"/>
                </a:lnTo>
                <a:lnTo>
                  <a:pt x="1100110" y="110582"/>
                </a:lnTo>
                <a:lnTo>
                  <a:pt x="1100110" y="2658"/>
                </a:lnTo>
                <a:lnTo>
                  <a:pt x="1087258" y="2658"/>
                </a:lnTo>
                <a:close/>
                <a:moveTo>
                  <a:pt x="1226648" y="34179"/>
                </a:moveTo>
                <a:lnTo>
                  <a:pt x="1240254" y="34179"/>
                </a:lnTo>
                <a:cubicBezTo>
                  <a:pt x="1240052" y="28233"/>
                  <a:pt x="1238918" y="23119"/>
                  <a:pt x="1236851" y="18836"/>
                </a:cubicBezTo>
                <a:cubicBezTo>
                  <a:pt x="1234786" y="14551"/>
                  <a:pt x="1231964" y="10997"/>
                  <a:pt x="1228385" y="8173"/>
                </a:cubicBezTo>
                <a:cubicBezTo>
                  <a:pt x="1224808" y="5348"/>
                  <a:pt x="1220651" y="3280"/>
                  <a:pt x="1215914" y="1968"/>
                </a:cubicBezTo>
                <a:cubicBezTo>
                  <a:pt x="1211177" y="656"/>
                  <a:pt x="1206037" y="0"/>
                  <a:pt x="1200493" y="0"/>
                </a:cubicBezTo>
                <a:cubicBezTo>
                  <a:pt x="1195554" y="0"/>
                  <a:pt x="1190741" y="630"/>
                  <a:pt x="1186054" y="1889"/>
                </a:cubicBezTo>
                <a:cubicBezTo>
                  <a:pt x="1181368" y="3149"/>
                  <a:pt x="1177185" y="5064"/>
                  <a:pt x="1173507" y="7636"/>
                </a:cubicBezTo>
                <a:cubicBezTo>
                  <a:pt x="1169830" y="10206"/>
                  <a:pt x="1166882" y="13481"/>
                  <a:pt x="1164665" y="17463"/>
                </a:cubicBezTo>
                <a:cubicBezTo>
                  <a:pt x="1162447" y="21443"/>
                  <a:pt x="1161338" y="26154"/>
                  <a:pt x="1161338" y="31595"/>
                </a:cubicBezTo>
                <a:cubicBezTo>
                  <a:pt x="1161338" y="36533"/>
                  <a:pt x="1162321" y="40640"/>
                  <a:pt x="1164286" y="43916"/>
                </a:cubicBezTo>
                <a:cubicBezTo>
                  <a:pt x="1166252" y="47192"/>
                  <a:pt x="1168872" y="49863"/>
                  <a:pt x="1172148" y="51930"/>
                </a:cubicBezTo>
                <a:cubicBezTo>
                  <a:pt x="1175424" y="53995"/>
                  <a:pt x="1179128" y="55658"/>
                  <a:pt x="1183260" y="56917"/>
                </a:cubicBezTo>
                <a:cubicBezTo>
                  <a:pt x="1187393" y="58177"/>
                  <a:pt x="1191600" y="59286"/>
                  <a:pt x="1195883" y="60244"/>
                </a:cubicBezTo>
                <a:cubicBezTo>
                  <a:pt x="1200167" y="61200"/>
                  <a:pt x="1204374" y="62132"/>
                  <a:pt x="1208507" y="63040"/>
                </a:cubicBezTo>
                <a:cubicBezTo>
                  <a:pt x="1212639" y="63947"/>
                  <a:pt x="1216343" y="65131"/>
                  <a:pt x="1219619" y="66592"/>
                </a:cubicBezTo>
                <a:cubicBezTo>
                  <a:pt x="1222895" y="68053"/>
                  <a:pt x="1225515" y="69943"/>
                  <a:pt x="1227481" y="72263"/>
                </a:cubicBezTo>
                <a:cubicBezTo>
                  <a:pt x="1229446" y="74580"/>
                  <a:pt x="1230429" y="77604"/>
                  <a:pt x="1230429" y="81333"/>
                </a:cubicBezTo>
                <a:cubicBezTo>
                  <a:pt x="1230429" y="85264"/>
                  <a:pt x="1229622" y="88489"/>
                  <a:pt x="1228009" y="91008"/>
                </a:cubicBezTo>
                <a:cubicBezTo>
                  <a:pt x="1226397" y="93527"/>
                  <a:pt x="1224281" y="95518"/>
                  <a:pt x="1221660" y="96981"/>
                </a:cubicBezTo>
                <a:cubicBezTo>
                  <a:pt x="1219040" y="98442"/>
                  <a:pt x="1216092" y="99474"/>
                  <a:pt x="1212816" y="100079"/>
                </a:cubicBezTo>
                <a:cubicBezTo>
                  <a:pt x="1209540" y="100683"/>
                  <a:pt x="1206290" y="100985"/>
                  <a:pt x="1203065" y="100985"/>
                </a:cubicBezTo>
                <a:cubicBezTo>
                  <a:pt x="1199032" y="100985"/>
                  <a:pt x="1195101" y="100482"/>
                  <a:pt x="1191270" y="99474"/>
                </a:cubicBezTo>
                <a:cubicBezTo>
                  <a:pt x="1187440" y="98467"/>
                  <a:pt x="1184089" y="96905"/>
                  <a:pt x="1181216" y="94789"/>
                </a:cubicBezTo>
                <a:cubicBezTo>
                  <a:pt x="1178345" y="92671"/>
                  <a:pt x="1176027" y="89975"/>
                  <a:pt x="1174263" y="86699"/>
                </a:cubicBezTo>
                <a:cubicBezTo>
                  <a:pt x="1172499" y="83423"/>
                  <a:pt x="1171617" y="79518"/>
                  <a:pt x="1171617" y="74982"/>
                </a:cubicBezTo>
                <a:lnTo>
                  <a:pt x="1158012" y="74982"/>
                </a:lnTo>
                <a:cubicBezTo>
                  <a:pt x="1158012" y="81534"/>
                  <a:pt x="1159196" y="87203"/>
                  <a:pt x="1161564" y="91991"/>
                </a:cubicBezTo>
                <a:cubicBezTo>
                  <a:pt x="1163933" y="96778"/>
                  <a:pt x="1167158" y="100711"/>
                  <a:pt x="1171239" y="103788"/>
                </a:cubicBezTo>
                <a:cubicBezTo>
                  <a:pt x="1175321" y="106864"/>
                  <a:pt x="1180058" y="109159"/>
                  <a:pt x="1185449" y="110672"/>
                </a:cubicBezTo>
                <a:cubicBezTo>
                  <a:pt x="1190843" y="112187"/>
                  <a:pt x="1196563" y="112944"/>
                  <a:pt x="1202610" y="112944"/>
                </a:cubicBezTo>
                <a:cubicBezTo>
                  <a:pt x="1207548" y="112944"/>
                  <a:pt x="1212512" y="112364"/>
                  <a:pt x="1217501" y="111205"/>
                </a:cubicBezTo>
                <a:cubicBezTo>
                  <a:pt x="1222490" y="110047"/>
                  <a:pt x="1227000" y="108183"/>
                  <a:pt x="1231031" y="105613"/>
                </a:cubicBezTo>
                <a:cubicBezTo>
                  <a:pt x="1235063" y="103042"/>
                  <a:pt x="1238364" y="99715"/>
                  <a:pt x="1240934" y="95634"/>
                </a:cubicBezTo>
                <a:cubicBezTo>
                  <a:pt x="1243504" y="91552"/>
                  <a:pt x="1244789" y="86639"/>
                  <a:pt x="1244789" y="80895"/>
                </a:cubicBezTo>
                <a:cubicBezTo>
                  <a:pt x="1244789" y="75552"/>
                  <a:pt x="1243806" y="71118"/>
                  <a:pt x="1241841" y="67591"/>
                </a:cubicBezTo>
                <a:cubicBezTo>
                  <a:pt x="1239875" y="64063"/>
                  <a:pt x="1237255" y="61140"/>
                  <a:pt x="1233979" y="58823"/>
                </a:cubicBezTo>
                <a:cubicBezTo>
                  <a:pt x="1230703" y="56504"/>
                  <a:pt x="1226999" y="54664"/>
                  <a:pt x="1222867" y="53305"/>
                </a:cubicBezTo>
                <a:cubicBezTo>
                  <a:pt x="1218736" y="51944"/>
                  <a:pt x="1214528" y="50760"/>
                  <a:pt x="1210244" y="49752"/>
                </a:cubicBezTo>
                <a:cubicBezTo>
                  <a:pt x="1205961" y="48743"/>
                  <a:pt x="1201753" y="47811"/>
                  <a:pt x="1197620" y="46954"/>
                </a:cubicBezTo>
                <a:cubicBezTo>
                  <a:pt x="1193490" y="46097"/>
                  <a:pt x="1189786" y="45014"/>
                  <a:pt x="1186511" y="43704"/>
                </a:cubicBezTo>
                <a:cubicBezTo>
                  <a:pt x="1183235" y="42393"/>
                  <a:pt x="1180614" y="40705"/>
                  <a:pt x="1178649" y="38640"/>
                </a:cubicBezTo>
                <a:cubicBezTo>
                  <a:pt x="1176683" y="36573"/>
                  <a:pt x="1175701" y="33876"/>
                  <a:pt x="1175701" y="30550"/>
                </a:cubicBezTo>
                <a:cubicBezTo>
                  <a:pt x="1175701" y="27023"/>
                  <a:pt x="1176380" y="24076"/>
                  <a:pt x="1177740" y="21708"/>
                </a:cubicBezTo>
                <a:cubicBezTo>
                  <a:pt x="1179101" y="19338"/>
                  <a:pt x="1180915" y="17448"/>
                  <a:pt x="1183182" y="16037"/>
                </a:cubicBezTo>
                <a:cubicBezTo>
                  <a:pt x="1185450" y="14626"/>
                  <a:pt x="1188045" y="13617"/>
                  <a:pt x="1190967" y="13013"/>
                </a:cubicBezTo>
                <a:cubicBezTo>
                  <a:pt x="1193891" y="12409"/>
                  <a:pt x="1196865" y="12106"/>
                  <a:pt x="1199888" y="12106"/>
                </a:cubicBezTo>
                <a:cubicBezTo>
                  <a:pt x="1207347" y="12106"/>
                  <a:pt x="1213470" y="13845"/>
                  <a:pt x="1218258" y="17322"/>
                </a:cubicBezTo>
                <a:cubicBezTo>
                  <a:pt x="1223045" y="20799"/>
                  <a:pt x="1225842" y="26418"/>
                  <a:pt x="1226648" y="34179"/>
                </a:cubicBezTo>
                <a:close/>
                <a:moveTo>
                  <a:pt x="1260816" y="2658"/>
                </a:moveTo>
                <a:lnTo>
                  <a:pt x="1260816" y="110582"/>
                </a:lnTo>
                <a:lnTo>
                  <a:pt x="1273667" y="110582"/>
                </a:lnTo>
                <a:lnTo>
                  <a:pt x="1273667" y="2658"/>
                </a:lnTo>
                <a:lnTo>
                  <a:pt x="1260816" y="2658"/>
                </a:lnTo>
                <a:close/>
                <a:moveTo>
                  <a:pt x="1302997" y="71534"/>
                </a:moveTo>
                <a:cubicBezTo>
                  <a:pt x="1302997" y="66800"/>
                  <a:pt x="1303627" y="62596"/>
                  <a:pt x="1304886" y="58922"/>
                </a:cubicBezTo>
                <a:cubicBezTo>
                  <a:pt x="1306146" y="55246"/>
                  <a:pt x="1307885" y="52150"/>
                  <a:pt x="1310102" y="49632"/>
                </a:cubicBezTo>
                <a:cubicBezTo>
                  <a:pt x="1312320" y="47115"/>
                  <a:pt x="1314915" y="45202"/>
                  <a:pt x="1317888" y="43893"/>
                </a:cubicBezTo>
                <a:cubicBezTo>
                  <a:pt x="1320861" y="42584"/>
                  <a:pt x="1324010" y="41930"/>
                  <a:pt x="1327337" y="41930"/>
                </a:cubicBezTo>
                <a:cubicBezTo>
                  <a:pt x="1330663" y="41930"/>
                  <a:pt x="1333813" y="42584"/>
                  <a:pt x="1336786" y="43893"/>
                </a:cubicBezTo>
                <a:cubicBezTo>
                  <a:pt x="1339759" y="45202"/>
                  <a:pt x="1342354" y="47115"/>
                  <a:pt x="1344572" y="49632"/>
                </a:cubicBezTo>
                <a:cubicBezTo>
                  <a:pt x="1346789" y="52150"/>
                  <a:pt x="1348528" y="55246"/>
                  <a:pt x="1349787" y="58922"/>
                </a:cubicBezTo>
                <a:cubicBezTo>
                  <a:pt x="1351047" y="62596"/>
                  <a:pt x="1351677" y="66800"/>
                  <a:pt x="1351677" y="71534"/>
                </a:cubicBezTo>
                <a:cubicBezTo>
                  <a:pt x="1351677" y="76266"/>
                  <a:pt x="1351047" y="80470"/>
                  <a:pt x="1349787" y="84145"/>
                </a:cubicBezTo>
                <a:cubicBezTo>
                  <a:pt x="1348528" y="87821"/>
                  <a:pt x="1346789" y="90892"/>
                  <a:pt x="1344572" y="93359"/>
                </a:cubicBezTo>
                <a:cubicBezTo>
                  <a:pt x="1342354" y="95826"/>
                  <a:pt x="1339759" y="97714"/>
                  <a:pt x="1336786" y="99022"/>
                </a:cubicBezTo>
                <a:cubicBezTo>
                  <a:pt x="1333813" y="100331"/>
                  <a:pt x="1330663" y="100985"/>
                  <a:pt x="1327337" y="100985"/>
                </a:cubicBezTo>
                <a:cubicBezTo>
                  <a:pt x="1324010" y="100985"/>
                  <a:pt x="1320861" y="100331"/>
                  <a:pt x="1317888" y="99022"/>
                </a:cubicBezTo>
                <a:cubicBezTo>
                  <a:pt x="1314915" y="97714"/>
                  <a:pt x="1312320" y="95826"/>
                  <a:pt x="1310102" y="93359"/>
                </a:cubicBezTo>
                <a:cubicBezTo>
                  <a:pt x="1307885" y="90892"/>
                  <a:pt x="1306146" y="87821"/>
                  <a:pt x="1304886" y="84145"/>
                </a:cubicBezTo>
                <a:cubicBezTo>
                  <a:pt x="1303627" y="80470"/>
                  <a:pt x="1302997" y="76266"/>
                  <a:pt x="1302997" y="71534"/>
                </a:cubicBezTo>
                <a:moveTo>
                  <a:pt x="1289389" y="71536"/>
                </a:moveTo>
                <a:cubicBezTo>
                  <a:pt x="1289389" y="77280"/>
                  <a:pt x="1290195" y="82622"/>
                  <a:pt x="1291807" y="87562"/>
                </a:cubicBezTo>
                <a:cubicBezTo>
                  <a:pt x="1293420" y="92500"/>
                  <a:pt x="1295839" y="96809"/>
                  <a:pt x="1299064" y="100489"/>
                </a:cubicBezTo>
                <a:cubicBezTo>
                  <a:pt x="1302289" y="104168"/>
                  <a:pt x="1306270" y="107041"/>
                  <a:pt x="1311007" y="109108"/>
                </a:cubicBezTo>
                <a:cubicBezTo>
                  <a:pt x="1315745" y="111173"/>
                  <a:pt x="1321188" y="112206"/>
                  <a:pt x="1327337" y="112206"/>
                </a:cubicBezTo>
                <a:cubicBezTo>
                  <a:pt x="1333585" y="112206"/>
                  <a:pt x="1339053" y="111173"/>
                  <a:pt x="1343739" y="109108"/>
                </a:cubicBezTo>
                <a:cubicBezTo>
                  <a:pt x="1348426" y="107041"/>
                  <a:pt x="1352383" y="104168"/>
                  <a:pt x="1355608" y="100489"/>
                </a:cubicBezTo>
                <a:cubicBezTo>
                  <a:pt x="1358833" y="96809"/>
                  <a:pt x="1361251" y="92500"/>
                  <a:pt x="1362863" y="87562"/>
                </a:cubicBezTo>
                <a:cubicBezTo>
                  <a:pt x="1364476" y="82622"/>
                  <a:pt x="1365283" y="77280"/>
                  <a:pt x="1365283" y="71536"/>
                </a:cubicBezTo>
                <a:cubicBezTo>
                  <a:pt x="1365283" y="65790"/>
                  <a:pt x="1364476" y="60423"/>
                  <a:pt x="1362863" y="55434"/>
                </a:cubicBezTo>
                <a:cubicBezTo>
                  <a:pt x="1361251" y="50444"/>
                  <a:pt x="1358833" y="46109"/>
                  <a:pt x="1355608" y="42430"/>
                </a:cubicBezTo>
                <a:cubicBezTo>
                  <a:pt x="1352383" y="38752"/>
                  <a:pt x="1348426" y="35854"/>
                  <a:pt x="1343739" y="33738"/>
                </a:cubicBezTo>
                <a:cubicBezTo>
                  <a:pt x="1339053" y="31620"/>
                  <a:pt x="1333585" y="30561"/>
                  <a:pt x="1327337" y="30561"/>
                </a:cubicBezTo>
                <a:cubicBezTo>
                  <a:pt x="1321188" y="30561"/>
                  <a:pt x="1315745" y="31620"/>
                  <a:pt x="1311007" y="33738"/>
                </a:cubicBezTo>
                <a:cubicBezTo>
                  <a:pt x="1306270" y="35854"/>
                  <a:pt x="1302289" y="38752"/>
                  <a:pt x="1299064" y="42430"/>
                </a:cubicBezTo>
                <a:cubicBezTo>
                  <a:pt x="1295839" y="46109"/>
                  <a:pt x="1293420" y="50444"/>
                  <a:pt x="1291807" y="55434"/>
                </a:cubicBezTo>
                <a:cubicBezTo>
                  <a:pt x="1290195" y="60423"/>
                  <a:pt x="1289389" y="65790"/>
                  <a:pt x="1289389" y="71536"/>
                </a:cubicBezTo>
                <a:close/>
                <a:moveTo>
                  <a:pt x="1398242" y="32333"/>
                </a:moveTo>
                <a:lnTo>
                  <a:pt x="1398242" y="9006"/>
                </a:lnTo>
                <a:lnTo>
                  <a:pt x="1385390" y="9006"/>
                </a:lnTo>
                <a:lnTo>
                  <a:pt x="1385390" y="32333"/>
                </a:lnTo>
                <a:lnTo>
                  <a:pt x="1372087" y="32333"/>
                </a:lnTo>
                <a:lnTo>
                  <a:pt x="1372087" y="43701"/>
                </a:lnTo>
                <a:lnTo>
                  <a:pt x="1385390" y="43701"/>
                </a:lnTo>
                <a:lnTo>
                  <a:pt x="1385390" y="93484"/>
                </a:lnTo>
                <a:cubicBezTo>
                  <a:pt x="1385390" y="97115"/>
                  <a:pt x="1385743" y="100040"/>
                  <a:pt x="1386449" y="102259"/>
                </a:cubicBezTo>
                <a:cubicBezTo>
                  <a:pt x="1387155" y="104478"/>
                  <a:pt x="1388239" y="106194"/>
                  <a:pt x="1389700" y="107405"/>
                </a:cubicBezTo>
                <a:cubicBezTo>
                  <a:pt x="1391161" y="108616"/>
                  <a:pt x="1393075" y="109448"/>
                  <a:pt x="1395444" y="109901"/>
                </a:cubicBezTo>
                <a:cubicBezTo>
                  <a:pt x="1397812" y="110355"/>
                  <a:pt x="1400660" y="110582"/>
                  <a:pt x="1403986" y="110582"/>
                </a:cubicBezTo>
                <a:lnTo>
                  <a:pt x="1413813" y="110582"/>
                </a:lnTo>
                <a:lnTo>
                  <a:pt x="1413813" y="99214"/>
                </a:lnTo>
                <a:lnTo>
                  <a:pt x="1407917" y="99214"/>
                </a:lnTo>
                <a:cubicBezTo>
                  <a:pt x="1405901" y="99214"/>
                  <a:pt x="1404263" y="99138"/>
                  <a:pt x="1403003" y="98988"/>
                </a:cubicBezTo>
                <a:cubicBezTo>
                  <a:pt x="1401744" y="98835"/>
                  <a:pt x="1400761" y="98508"/>
                  <a:pt x="1400055" y="98005"/>
                </a:cubicBezTo>
                <a:cubicBezTo>
                  <a:pt x="1399351" y="97501"/>
                  <a:pt x="1398872" y="96795"/>
                  <a:pt x="1398620" y="95887"/>
                </a:cubicBezTo>
                <a:cubicBezTo>
                  <a:pt x="1398368" y="94978"/>
                  <a:pt x="1398242" y="93768"/>
                  <a:pt x="1398242" y="92256"/>
                </a:cubicBezTo>
                <a:lnTo>
                  <a:pt x="1398242" y="43701"/>
                </a:lnTo>
                <a:lnTo>
                  <a:pt x="1413813" y="43701"/>
                </a:lnTo>
                <a:lnTo>
                  <a:pt x="1413813" y="32333"/>
                </a:lnTo>
                <a:lnTo>
                  <a:pt x="1398242" y="32333"/>
                </a:lnTo>
                <a:close/>
                <a:moveTo>
                  <a:pt x="1416987" y="140405"/>
                </a:moveTo>
                <a:lnTo>
                  <a:pt x="1426662" y="140405"/>
                </a:lnTo>
                <a:cubicBezTo>
                  <a:pt x="1434524" y="130017"/>
                  <a:pt x="1440446" y="118796"/>
                  <a:pt x="1444428" y="106743"/>
                </a:cubicBezTo>
                <a:cubicBezTo>
                  <a:pt x="1448409" y="94689"/>
                  <a:pt x="1450400" y="82710"/>
                  <a:pt x="1450400" y="70807"/>
                </a:cubicBezTo>
                <a:cubicBezTo>
                  <a:pt x="1450400" y="64151"/>
                  <a:pt x="1449846" y="57797"/>
                  <a:pt x="1448737" y="51745"/>
                </a:cubicBezTo>
                <a:cubicBezTo>
                  <a:pt x="1447628" y="45692"/>
                  <a:pt x="1446040" y="39766"/>
                  <a:pt x="1443973" y="33966"/>
                </a:cubicBezTo>
                <a:cubicBezTo>
                  <a:pt x="1441908" y="28167"/>
                  <a:pt x="1439413" y="22468"/>
                  <a:pt x="1436490" y="16870"/>
                </a:cubicBezTo>
                <a:cubicBezTo>
                  <a:pt x="1433568" y="11272"/>
                  <a:pt x="1430292" y="5649"/>
                  <a:pt x="1426662" y="0"/>
                </a:cubicBezTo>
                <a:lnTo>
                  <a:pt x="1416987" y="0"/>
                </a:lnTo>
                <a:cubicBezTo>
                  <a:pt x="1424043" y="11599"/>
                  <a:pt x="1429108" y="23123"/>
                  <a:pt x="1432180" y="34571"/>
                </a:cubicBezTo>
                <a:cubicBezTo>
                  <a:pt x="1435255" y="46019"/>
                  <a:pt x="1436792" y="58098"/>
                  <a:pt x="1436792" y="70807"/>
                </a:cubicBezTo>
                <a:cubicBezTo>
                  <a:pt x="1436792" y="83113"/>
                  <a:pt x="1435280" y="94941"/>
                  <a:pt x="1432257" y="106289"/>
                </a:cubicBezTo>
                <a:cubicBezTo>
                  <a:pt x="1429233" y="117636"/>
                  <a:pt x="1424143" y="129008"/>
                  <a:pt x="1416987" y="1404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6A9DF-BACE-49CE-AD3B-9FD65CD9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56" y="53456"/>
            <a:ext cx="10" cy="3159627"/>
          </a:xfrm>
          <a:custGeom xmlns:a="http://schemas.openxmlformats.org/drawingml/2006/main">
            <a:pathLst>
              <a:path w="1" h="3159627" fill="none">
                <a:moveTo>
                  <a:pt x="0" y="0"/>
                </a:moveTo>
                <a:lnTo>
                  <a:pt x="0" y="3159627"/>
                </a:lnTo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7F7F7F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00151-ABD6-4AFE-9369-A40AC038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152" y="1646828"/>
            <a:ext cx="2897837" cy="10"/>
          </a:xfrm>
          <a:custGeom xmlns:a="http://schemas.openxmlformats.org/drawingml/2006/main">
            <a:pathLst>
              <a:path w="2897837" h="1" fill="none">
                <a:moveTo>
                  <a:pt x="0" y="0"/>
                </a:moveTo>
                <a:lnTo>
                  <a:pt x="28978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7F7F7F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C3B37-A5BD-497B-8E06-092F560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755" y="2507674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81" name="Text DVB-S2(X)">
            <a:extLst xmlns:a="http://schemas.openxmlformats.org/drawingml/2006/main">
              <a:ext uri="{FF2B5EF4-FFF2-40B4-BE49-F238E27FC236}">
                <a16:creationId xmlns:a16="http://schemas.microsoft.com/office/drawing/2014/main" id="{C4EFEDC0-450E-4532-8C77-7C17C861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200" y="2541680"/>
            <a:ext cx="682796" cy="137942"/>
          </a:xfrm>
          <a:custGeom xmlns:a="http://schemas.openxmlformats.org/drawingml/2006/main">
            <a:pathLst>
              <a:path w="682796" h="137942">
                <a:moveTo>
                  <a:pt x="14111" y="96748"/>
                </a:moveTo>
                <a:lnTo>
                  <a:pt x="14111" y="14505"/>
                </a:lnTo>
                <a:lnTo>
                  <a:pt x="37876" y="14505"/>
                </a:lnTo>
                <a:cubicBezTo>
                  <a:pt x="44411" y="14505"/>
                  <a:pt x="49906" y="15421"/>
                  <a:pt x="54362" y="17252"/>
                </a:cubicBezTo>
                <a:cubicBezTo>
                  <a:pt x="58818" y="19083"/>
                  <a:pt x="62457" y="21755"/>
                  <a:pt x="65279" y="25268"/>
                </a:cubicBezTo>
                <a:cubicBezTo>
                  <a:pt x="68101" y="28781"/>
                  <a:pt x="70131" y="33037"/>
                  <a:pt x="71369" y="38035"/>
                </a:cubicBezTo>
                <a:cubicBezTo>
                  <a:pt x="72606" y="43033"/>
                  <a:pt x="73225" y="48699"/>
                  <a:pt x="73225" y="55033"/>
                </a:cubicBezTo>
                <a:cubicBezTo>
                  <a:pt x="73225" y="61564"/>
                  <a:pt x="72556" y="67131"/>
                  <a:pt x="71219" y="71734"/>
                </a:cubicBezTo>
                <a:cubicBezTo>
                  <a:pt x="69884" y="76336"/>
                  <a:pt x="68175" y="80172"/>
                  <a:pt x="66095" y="83240"/>
                </a:cubicBezTo>
                <a:cubicBezTo>
                  <a:pt x="64016" y="86307"/>
                  <a:pt x="61664" y="88732"/>
                  <a:pt x="59040" y="90513"/>
                </a:cubicBezTo>
                <a:cubicBezTo>
                  <a:pt x="56417" y="92294"/>
                  <a:pt x="53768" y="93655"/>
                  <a:pt x="51094" y="94595"/>
                </a:cubicBezTo>
                <a:cubicBezTo>
                  <a:pt x="48421" y="95535"/>
                  <a:pt x="45896" y="96128"/>
                  <a:pt x="43519" y="96376"/>
                </a:cubicBezTo>
                <a:cubicBezTo>
                  <a:pt x="41143" y="96624"/>
                  <a:pt x="39163" y="96748"/>
                  <a:pt x="37579" y="96748"/>
                </a:cubicBezTo>
                <a:lnTo>
                  <a:pt x="14111" y="96748"/>
                </a:lnTo>
                <a:moveTo>
                  <a:pt x="0" y="2611"/>
                </a:moveTo>
                <a:lnTo>
                  <a:pt x="0" y="108642"/>
                </a:lnTo>
                <a:lnTo>
                  <a:pt x="36389" y="108642"/>
                </a:lnTo>
                <a:cubicBezTo>
                  <a:pt x="45203" y="108642"/>
                  <a:pt x="52827" y="107405"/>
                  <a:pt x="59264" y="104930"/>
                </a:cubicBezTo>
                <a:cubicBezTo>
                  <a:pt x="65701" y="102455"/>
                  <a:pt x="70998" y="98866"/>
                  <a:pt x="75156" y="94164"/>
                </a:cubicBezTo>
                <a:cubicBezTo>
                  <a:pt x="79316" y="89461"/>
                  <a:pt x="82385" y="83669"/>
                  <a:pt x="84364" y="76788"/>
                </a:cubicBezTo>
                <a:cubicBezTo>
                  <a:pt x="86345" y="69907"/>
                  <a:pt x="87336" y="62012"/>
                  <a:pt x="87336" y="53102"/>
                </a:cubicBezTo>
                <a:cubicBezTo>
                  <a:pt x="87336" y="36073"/>
                  <a:pt x="82929" y="23401"/>
                  <a:pt x="74116" y="15085"/>
                </a:cubicBezTo>
                <a:cubicBezTo>
                  <a:pt x="65304" y="6769"/>
                  <a:pt x="52728" y="2611"/>
                  <a:pt x="36389" y="2611"/>
                </a:cubicBezTo>
                <a:lnTo>
                  <a:pt x="0" y="2611"/>
                </a:lnTo>
                <a:close/>
                <a:moveTo>
                  <a:pt x="146301" y="108642"/>
                </a:moveTo>
                <a:lnTo>
                  <a:pt x="184030" y="2611"/>
                </a:lnTo>
                <a:lnTo>
                  <a:pt x="169325" y="2611"/>
                </a:lnTo>
                <a:lnTo>
                  <a:pt x="138727" y="94534"/>
                </a:lnTo>
                <a:lnTo>
                  <a:pt x="138430" y="94534"/>
                </a:lnTo>
                <a:lnTo>
                  <a:pt x="108130" y="2611"/>
                </a:lnTo>
                <a:lnTo>
                  <a:pt x="92980" y="2611"/>
                </a:lnTo>
                <a:lnTo>
                  <a:pt x="130262" y="108642"/>
                </a:lnTo>
                <a:lnTo>
                  <a:pt x="146301" y="108642"/>
                </a:lnTo>
                <a:close/>
                <a:moveTo>
                  <a:pt x="209428" y="48156"/>
                </a:moveTo>
                <a:lnTo>
                  <a:pt x="209428" y="14505"/>
                </a:lnTo>
                <a:lnTo>
                  <a:pt x="237650" y="14505"/>
                </a:lnTo>
                <a:cubicBezTo>
                  <a:pt x="240718" y="14505"/>
                  <a:pt x="243614" y="14678"/>
                  <a:pt x="246337" y="15024"/>
                </a:cubicBezTo>
                <a:cubicBezTo>
                  <a:pt x="249061" y="15370"/>
                  <a:pt x="251463" y="16136"/>
                  <a:pt x="253542" y="17322"/>
                </a:cubicBezTo>
                <a:cubicBezTo>
                  <a:pt x="255621" y="18508"/>
                  <a:pt x="257254" y="20188"/>
                  <a:pt x="258442" y="22363"/>
                </a:cubicBezTo>
                <a:cubicBezTo>
                  <a:pt x="259631" y="24537"/>
                  <a:pt x="260225" y="27501"/>
                  <a:pt x="260225" y="31256"/>
                </a:cubicBezTo>
                <a:cubicBezTo>
                  <a:pt x="260225" y="36890"/>
                  <a:pt x="258467" y="41115"/>
                  <a:pt x="254951" y="43932"/>
                </a:cubicBezTo>
                <a:cubicBezTo>
                  <a:pt x="251437" y="46748"/>
                  <a:pt x="245670" y="48156"/>
                  <a:pt x="237650" y="48156"/>
                </a:cubicBezTo>
                <a:lnTo>
                  <a:pt x="209428" y="48156"/>
                </a:lnTo>
                <a:moveTo>
                  <a:pt x="195318" y="2611"/>
                </a:moveTo>
                <a:lnTo>
                  <a:pt x="195318" y="108642"/>
                </a:lnTo>
                <a:lnTo>
                  <a:pt x="246561" y="108642"/>
                </a:lnTo>
                <a:cubicBezTo>
                  <a:pt x="251809" y="108642"/>
                  <a:pt x="256437" y="107775"/>
                  <a:pt x="260447" y="106042"/>
                </a:cubicBezTo>
                <a:cubicBezTo>
                  <a:pt x="264459" y="104308"/>
                  <a:pt x="267826" y="102029"/>
                  <a:pt x="270549" y="99207"/>
                </a:cubicBezTo>
                <a:cubicBezTo>
                  <a:pt x="273271" y="96383"/>
                  <a:pt x="275325" y="93138"/>
                  <a:pt x="276711" y="89473"/>
                </a:cubicBezTo>
                <a:cubicBezTo>
                  <a:pt x="278098" y="85806"/>
                  <a:pt x="278792" y="82041"/>
                  <a:pt x="278792" y="78177"/>
                </a:cubicBezTo>
                <a:cubicBezTo>
                  <a:pt x="278792" y="71639"/>
                  <a:pt x="277058" y="66092"/>
                  <a:pt x="273592" y="61535"/>
                </a:cubicBezTo>
                <a:cubicBezTo>
                  <a:pt x="270126" y="56976"/>
                  <a:pt x="265126" y="54004"/>
                  <a:pt x="258591" y="52617"/>
                </a:cubicBezTo>
                <a:lnTo>
                  <a:pt x="258591" y="52320"/>
                </a:lnTo>
                <a:cubicBezTo>
                  <a:pt x="263641" y="50342"/>
                  <a:pt x="267527" y="47300"/>
                  <a:pt x="270249" y="43195"/>
                </a:cubicBezTo>
                <a:cubicBezTo>
                  <a:pt x="272974" y="39089"/>
                  <a:pt x="274336" y="34217"/>
                  <a:pt x="274336" y="28579"/>
                </a:cubicBezTo>
                <a:cubicBezTo>
                  <a:pt x="274336" y="23237"/>
                  <a:pt x="273122" y="18736"/>
                  <a:pt x="270696" y="15076"/>
                </a:cubicBezTo>
                <a:cubicBezTo>
                  <a:pt x="268271" y="11415"/>
                  <a:pt x="265325" y="8546"/>
                  <a:pt x="261859" y="6468"/>
                </a:cubicBezTo>
                <a:cubicBezTo>
                  <a:pt x="260274" y="5480"/>
                  <a:pt x="258367" y="4739"/>
                  <a:pt x="256139" y="4245"/>
                </a:cubicBezTo>
                <a:cubicBezTo>
                  <a:pt x="253912" y="3749"/>
                  <a:pt x="251511" y="3378"/>
                  <a:pt x="248936" y="3130"/>
                </a:cubicBezTo>
                <a:cubicBezTo>
                  <a:pt x="246362" y="2882"/>
                  <a:pt x="243762" y="2734"/>
                  <a:pt x="241138" y="2686"/>
                </a:cubicBezTo>
                <a:cubicBezTo>
                  <a:pt x="238515" y="2636"/>
                  <a:pt x="236065" y="2611"/>
                  <a:pt x="233788" y="2611"/>
                </a:cubicBezTo>
                <a:lnTo>
                  <a:pt x="195318" y="2611"/>
                </a:lnTo>
                <a:moveTo>
                  <a:pt x="209428" y="96748"/>
                </a:moveTo>
                <a:lnTo>
                  <a:pt x="209428" y="60050"/>
                </a:lnTo>
                <a:lnTo>
                  <a:pt x="241659" y="60050"/>
                </a:lnTo>
                <a:cubicBezTo>
                  <a:pt x="244629" y="60050"/>
                  <a:pt x="247501" y="60323"/>
                  <a:pt x="250273" y="60869"/>
                </a:cubicBezTo>
                <a:cubicBezTo>
                  <a:pt x="253046" y="61413"/>
                  <a:pt x="255497" y="62353"/>
                  <a:pt x="257626" y="63690"/>
                </a:cubicBezTo>
                <a:cubicBezTo>
                  <a:pt x="259755" y="65027"/>
                  <a:pt x="261463" y="66835"/>
                  <a:pt x="262750" y="69114"/>
                </a:cubicBezTo>
                <a:cubicBezTo>
                  <a:pt x="264037" y="71392"/>
                  <a:pt x="264681" y="74265"/>
                  <a:pt x="264681" y="77731"/>
                </a:cubicBezTo>
                <a:cubicBezTo>
                  <a:pt x="264681" y="83673"/>
                  <a:pt x="262923" y="88328"/>
                  <a:pt x="259407" y="91696"/>
                </a:cubicBezTo>
                <a:cubicBezTo>
                  <a:pt x="255893" y="95064"/>
                  <a:pt x="251016" y="96748"/>
                  <a:pt x="244777" y="96748"/>
                </a:cubicBezTo>
                <a:lnTo>
                  <a:pt x="209428" y="96748"/>
                </a:lnTo>
                <a:close/>
                <a:moveTo>
                  <a:pt x="292903" y="61356"/>
                </a:moveTo>
                <a:lnTo>
                  <a:pt x="292903" y="73250"/>
                </a:lnTo>
                <a:lnTo>
                  <a:pt x="335829" y="73250"/>
                </a:lnTo>
                <a:lnTo>
                  <a:pt x="335829" y="61356"/>
                </a:lnTo>
                <a:lnTo>
                  <a:pt x="292903" y="61356"/>
                </a:lnTo>
                <a:close/>
                <a:moveTo>
                  <a:pt x="416182" y="33579"/>
                </a:moveTo>
                <a:lnTo>
                  <a:pt x="429550" y="33579"/>
                </a:lnTo>
                <a:cubicBezTo>
                  <a:pt x="429352" y="27738"/>
                  <a:pt x="428237" y="22713"/>
                  <a:pt x="426207" y="18505"/>
                </a:cubicBezTo>
                <a:cubicBezTo>
                  <a:pt x="424177" y="14296"/>
                  <a:pt x="421405" y="10804"/>
                  <a:pt x="417889" y="8030"/>
                </a:cubicBezTo>
                <a:cubicBezTo>
                  <a:pt x="414375" y="5254"/>
                  <a:pt x="410290" y="3222"/>
                  <a:pt x="405637" y="1933"/>
                </a:cubicBezTo>
                <a:cubicBezTo>
                  <a:pt x="400983" y="644"/>
                  <a:pt x="395933" y="0"/>
                  <a:pt x="390486" y="0"/>
                </a:cubicBezTo>
                <a:cubicBezTo>
                  <a:pt x="385634" y="0"/>
                  <a:pt x="380906" y="619"/>
                  <a:pt x="376301" y="1856"/>
                </a:cubicBezTo>
                <a:cubicBezTo>
                  <a:pt x="371697" y="3094"/>
                  <a:pt x="367588" y="4975"/>
                  <a:pt x="363974" y="7502"/>
                </a:cubicBezTo>
                <a:cubicBezTo>
                  <a:pt x="360361" y="10027"/>
                  <a:pt x="357465" y="13245"/>
                  <a:pt x="355287" y="17157"/>
                </a:cubicBezTo>
                <a:cubicBezTo>
                  <a:pt x="353108" y="21067"/>
                  <a:pt x="352018" y="25695"/>
                  <a:pt x="352018" y="31041"/>
                </a:cubicBezTo>
                <a:cubicBezTo>
                  <a:pt x="352018" y="35892"/>
                  <a:pt x="352984" y="39927"/>
                  <a:pt x="354915" y="43145"/>
                </a:cubicBezTo>
                <a:cubicBezTo>
                  <a:pt x="356846" y="46364"/>
                  <a:pt x="359420" y="48988"/>
                  <a:pt x="362639" y="51019"/>
                </a:cubicBezTo>
                <a:cubicBezTo>
                  <a:pt x="365857" y="53048"/>
                  <a:pt x="369496" y="54681"/>
                  <a:pt x="373556" y="55919"/>
                </a:cubicBezTo>
                <a:cubicBezTo>
                  <a:pt x="377616" y="57156"/>
                  <a:pt x="381750" y="58246"/>
                  <a:pt x="385958" y="59187"/>
                </a:cubicBezTo>
                <a:cubicBezTo>
                  <a:pt x="390166" y="60127"/>
                  <a:pt x="394300" y="61042"/>
                  <a:pt x="398359" y="61934"/>
                </a:cubicBezTo>
                <a:cubicBezTo>
                  <a:pt x="402419" y="62825"/>
                  <a:pt x="406058" y="63989"/>
                  <a:pt x="409277" y="65424"/>
                </a:cubicBezTo>
                <a:cubicBezTo>
                  <a:pt x="412495" y="66859"/>
                  <a:pt x="415070" y="68716"/>
                  <a:pt x="417001" y="70995"/>
                </a:cubicBezTo>
                <a:cubicBezTo>
                  <a:pt x="418931" y="73272"/>
                  <a:pt x="419897" y="76242"/>
                  <a:pt x="419897" y="79906"/>
                </a:cubicBezTo>
                <a:cubicBezTo>
                  <a:pt x="419897" y="83768"/>
                  <a:pt x="419104" y="86937"/>
                  <a:pt x="417520" y="89412"/>
                </a:cubicBezTo>
                <a:cubicBezTo>
                  <a:pt x="415936" y="91887"/>
                  <a:pt x="413857" y="93842"/>
                  <a:pt x="411282" y="95279"/>
                </a:cubicBezTo>
                <a:cubicBezTo>
                  <a:pt x="408708" y="96715"/>
                  <a:pt x="405811" y="97729"/>
                  <a:pt x="402593" y="98323"/>
                </a:cubicBezTo>
                <a:cubicBezTo>
                  <a:pt x="399375" y="98917"/>
                  <a:pt x="396181" y="99214"/>
                  <a:pt x="393013" y="99214"/>
                </a:cubicBezTo>
                <a:cubicBezTo>
                  <a:pt x="389051" y="99214"/>
                  <a:pt x="385189" y="98719"/>
                  <a:pt x="381425" y="97729"/>
                </a:cubicBezTo>
                <a:cubicBezTo>
                  <a:pt x="377663" y="96740"/>
                  <a:pt x="374370" y="95205"/>
                  <a:pt x="371548" y="93126"/>
                </a:cubicBezTo>
                <a:cubicBezTo>
                  <a:pt x="368727" y="91046"/>
                  <a:pt x="366450" y="88396"/>
                  <a:pt x="364717" y="85178"/>
                </a:cubicBezTo>
                <a:cubicBezTo>
                  <a:pt x="362984" y="81960"/>
                  <a:pt x="362117" y="78123"/>
                  <a:pt x="362117" y="73667"/>
                </a:cubicBezTo>
                <a:lnTo>
                  <a:pt x="348750" y="73667"/>
                </a:lnTo>
                <a:cubicBezTo>
                  <a:pt x="348750" y="80104"/>
                  <a:pt x="349914" y="85674"/>
                  <a:pt x="352241" y="90377"/>
                </a:cubicBezTo>
                <a:cubicBezTo>
                  <a:pt x="354567" y="95081"/>
                  <a:pt x="357736" y="98944"/>
                  <a:pt x="361746" y="101967"/>
                </a:cubicBezTo>
                <a:cubicBezTo>
                  <a:pt x="365756" y="104989"/>
                  <a:pt x="370409" y="107244"/>
                  <a:pt x="375707" y="108730"/>
                </a:cubicBezTo>
                <a:cubicBezTo>
                  <a:pt x="381006" y="110219"/>
                  <a:pt x="386626" y="110963"/>
                  <a:pt x="392567" y="110963"/>
                </a:cubicBezTo>
                <a:cubicBezTo>
                  <a:pt x="397418" y="110963"/>
                  <a:pt x="402295" y="110393"/>
                  <a:pt x="407196" y="109254"/>
                </a:cubicBezTo>
                <a:cubicBezTo>
                  <a:pt x="412098" y="108116"/>
                  <a:pt x="416528" y="106285"/>
                  <a:pt x="420489" y="103760"/>
                </a:cubicBezTo>
                <a:cubicBezTo>
                  <a:pt x="424450" y="101234"/>
                  <a:pt x="427693" y="97966"/>
                  <a:pt x="430218" y="93956"/>
                </a:cubicBezTo>
                <a:cubicBezTo>
                  <a:pt x="432743" y="89946"/>
                  <a:pt x="434005" y="85119"/>
                  <a:pt x="434005" y="79476"/>
                </a:cubicBezTo>
                <a:cubicBezTo>
                  <a:pt x="434005" y="74227"/>
                  <a:pt x="433040" y="69870"/>
                  <a:pt x="431109" y="66405"/>
                </a:cubicBezTo>
                <a:cubicBezTo>
                  <a:pt x="429178" y="62939"/>
                  <a:pt x="426603" y="60068"/>
                  <a:pt x="423385" y="57791"/>
                </a:cubicBezTo>
                <a:cubicBezTo>
                  <a:pt x="420167" y="55512"/>
                  <a:pt x="416528" y="53705"/>
                  <a:pt x="412468" y="52370"/>
                </a:cubicBezTo>
                <a:cubicBezTo>
                  <a:pt x="408409" y="51032"/>
                  <a:pt x="404275" y="49869"/>
                  <a:pt x="400066" y="48879"/>
                </a:cubicBezTo>
                <a:cubicBezTo>
                  <a:pt x="395858" y="47888"/>
                  <a:pt x="391724" y="46972"/>
                  <a:pt x="387664" y="46130"/>
                </a:cubicBezTo>
                <a:cubicBezTo>
                  <a:pt x="383606" y="45289"/>
                  <a:pt x="379968" y="44224"/>
                  <a:pt x="376749" y="42937"/>
                </a:cubicBezTo>
                <a:cubicBezTo>
                  <a:pt x="373531" y="41650"/>
                  <a:pt x="370956" y="39991"/>
                  <a:pt x="369025" y="37962"/>
                </a:cubicBezTo>
                <a:cubicBezTo>
                  <a:pt x="367094" y="35931"/>
                  <a:pt x="366129" y="33282"/>
                  <a:pt x="366129" y="30014"/>
                </a:cubicBezTo>
                <a:cubicBezTo>
                  <a:pt x="366129" y="26549"/>
                  <a:pt x="366797" y="23654"/>
                  <a:pt x="368132" y="21327"/>
                </a:cubicBezTo>
                <a:cubicBezTo>
                  <a:pt x="369470" y="18998"/>
                  <a:pt x="371252" y="17142"/>
                  <a:pt x="373479" y="15756"/>
                </a:cubicBezTo>
                <a:cubicBezTo>
                  <a:pt x="375708" y="14369"/>
                  <a:pt x="378257" y="13379"/>
                  <a:pt x="381128" y="12785"/>
                </a:cubicBezTo>
                <a:cubicBezTo>
                  <a:pt x="384000" y="12191"/>
                  <a:pt x="386922" y="11894"/>
                  <a:pt x="389892" y="11894"/>
                </a:cubicBezTo>
                <a:cubicBezTo>
                  <a:pt x="397220" y="11894"/>
                  <a:pt x="403236" y="13602"/>
                  <a:pt x="407939" y="17018"/>
                </a:cubicBezTo>
                <a:cubicBezTo>
                  <a:pt x="412643" y="20435"/>
                  <a:pt x="415391" y="25955"/>
                  <a:pt x="416182" y="33579"/>
                </a:cubicBezTo>
                <a:close/>
                <a:moveTo>
                  <a:pt x="446038" y="40648"/>
                </a:moveTo>
                <a:lnTo>
                  <a:pt x="458662" y="40648"/>
                </a:lnTo>
                <a:cubicBezTo>
                  <a:pt x="458564" y="37478"/>
                  <a:pt x="458886" y="34334"/>
                  <a:pt x="459628" y="31215"/>
                </a:cubicBezTo>
                <a:cubicBezTo>
                  <a:pt x="460371" y="28097"/>
                  <a:pt x="461584" y="25300"/>
                  <a:pt x="463267" y="22825"/>
                </a:cubicBezTo>
                <a:cubicBezTo>
                  <a:pt x="464951" y="20348"/>
                  <a:pt x="467104" y="18343"/>
                  <a:pt x="469727" y="16808"/>
                </a:cubicBezTo>
                <a:cubicBezTo>
                  <a:pt x="472351" y="15272"/>
                  <a:pt x="475495" y="14505"/>
                  <a:pt x="479159" y="14505"/>
                </a:cubicBezTo>
                <a:cubicBezTo>
                  <a:pt x="481932" y="14505"/>
                  <a:pt x="484556" y="14951"/>
                  <a:pt x="487031" y="15842"/>
                </a:cubicBezTo>
                <a:cubicBezTo>
                  <a:pt x="489507" y="16732"/>
                  <a:pt x="491661" y="18019"/>
                  <a:pt x="493492" y="19702"/>
                </a:cubicBezTo>
                <a:cubicBezTo>
                  <a:pt x="495325" y="21385"/>
                  <a:pt x="496786" y="23390"/>
                  <a:pt x="497875" y="25717"/>
                </a:cubicBezTo>
                <a:cubicBezTo>
                  <a:pt x="498965" y="28042"/>
                  <a:pt x="499509" y="30640"/>
                  <a:pt x="499509" y="33511"/>
                </a:cubicBezTo>
                <a:cubicBezTo>
                  <a:pt x="499509" y="37173"/>
                  <a:pt x="498940" y="40391"/>
                  <a:pt x="497801" y="43164"/>
                </a:cubicBezTo>
                <a:cubicBezTo>
                  <a:pt x="496661" y="45935"/>
                  <a:pt x="494977" y="48508"/>
                  <a:pt x="492749" y="50883"/>
                </a:cubicBezTo>
                <a:cubicBezTo>
                  <a:pt x="490522" y="53258"/>
                  <a:pt x="487725" y="55609"/>
                  <a:pt x="484359" y="57936"/>
                </a:cubicBezTo>
                <a:cubicBezTo>
                  <a:pt x="480992" y="60261"/>
                  <a:pt x="477081" y="62810"/>
                  <a:pt x="472625" y="65583"/>
                </a:cubicBezTo>
                <a:cubicBezTo>
                  <a:pt x="468961" y="67760"/>
                  <a:pt x="465445" y="70086"/>
                  <a:pt x="462078" y="72561"/>
                </a:cubicBezTo>
                <a:cubicBezTo>
                  <a:pt x="458711" y="75036"/>
                  <a:pt x="455691" y="77907"/>
                  <a:pt x="453017" y="81173"/>
                </a:cubicBezTo>
                <a:cubicBezTo>
                  <a:pt x="450344" y="84440"/>
                  <a:pt x="448141" y="88276"/>
                  <a:pt x="446408" y="92682"/>
                </a:cubicBezTo>
                <a:cubicBezTo>
                  <a:pt x="444676" y="97086"/>
                  <a:pt x="443563" y="102406"/>
                  <a:pt x="443067" y="108642"/>
                </a:cubicBezTo>
                <a:lnTo>
                  <a:pt x="511836" y="108642"/>
                </a:lnTo>
                <a:lnTo>
                  <a:pt x="511836" y="97473"/>
                </a:lnTo>
                <a:lnTo>
                  <a:pt x="457771" y="97473"/>
                </a:lnTo>
                <a:cubicBezTo>
                  <a:pt x="458365" y="94207"/>
                  <a:pt x="459628" y="91312"/>
                  <a:pt x="461559" y="88788"/>
                </a:cubicBezTo>
                <a:cubicBezTo>
                  <a:pt x="463490" y="86264"/>
                  <a:pt x="465816" y="83913"/>
                  <a:pt x="468539" y="81735"/>
                </a:cubicBezTo>
                <a:cubicBezTo>
                  <a:pt x="471263" y="79557"/>
                  <a:pt x="474259" y="77502"/>
                  <a:pt x="477525" y="75573"/>
                </a:cubicBezTo>
                <a:cubicBezTo>
                  <a:pt x="480793" y="73642"/>
                  <a:pt x="484062" y="71687"/>
                  <a:pt x="487330" y="69708"/>
                </a:cubicBezTo>
                <a:cubicBezTo>
                  <a:pt x="490596" y="67629"/>
                  <a:pt x="493765" y="65451"/>
                  <a:pt x="496835" y="63174"/>
                </a:cubicBezTo>
                <a:cubicBezTo>
                  <a:pt x="499905" y="60897"/>
                  <a:pt x="502628" y="58348"/>
                  <a:pt x="505003" y="55527"/>
                </a:cubicBezTo>
                <a:cubicBezTo>
                  <a:pt x="507380" y="52706"/>
                  <a:pt x="509286" y="49514"/>
                  <a:pt x="510721" y="45951"/>
                </a:cubicBezTo>
                <a:cubicBezTo>
                  <a:pt x="512158" y="42387"/>
                  <a:pt x="512877" y="38279"/>
                  <a:pt x="512877" y="33627"/>
                </a:cubicBezTo>
                <a:cubicBezTo>
                  <a:pt x="512877" y="28677"/>
                  <a:pt x="512010" y="24321"/>
                  <a:pt x="510277" y="20561"/>
                </a:cubicBezTo>
                <a:cubicBezTo>
                  <a:pt x="508544" y="16799"/>
                  <a:pt x="506192" y="13656"/>
                  <a:pt x="503222" y="11133"/>
                </a:cubicBezTo>
                <a:cubicBezTo>
                  <a:pt x="500251" y="8608"/>
                  <a:pt x="496761" y="6678"/>
                  <a:pt x="492751" y="5342"/>
                </a:cubicBezTo>
                <a:cubicBezTo>
                  <a:pt x="488741" y="4005"/>
                  <a:pt x="484458" y="3336"/>
                  <a:pt x="479903" y="3336"/>
                </a:cubicBezTo>
                <a:cubicBezTo>
                  <a:pt x="474358" y="3336"/>
                  <a:pt x="469406" y="4280"/>
                  <a:pt x="465049" y="6167"/>
                </a:cubicBezTo>
                <a:cubicBezTo>
                  <a:pt x="460693" y="8053"/>
                  <a:pt x="457054" y="10657"/>
                  <a:pt x="454132" y="13979"/>
                </a:cubicBezTo>
                <a:cubicBezTo>
                  <a:pt x="451211" y="17300"/>
                  <a:pt x="449057" y="21238"/>
                  <a:pt x="447670" y="25794"/>
                </a:cubicBezTo>
                <a:cubicBezTo>
                  <a:pt x="446285" y="30349"/>
                  <a:pt x="445741" y="35301"/>
                  <a:pt x="446038" y="40648"/>
                </a:cubicBezTo>
                <a:close/>
                <a:moveTo>
                  <a:pt x="552385" y="137942"/>
                </a:moveTo>
                <a:lnTo>
                  <a:pt x="562039" y="137942"/>
                </a:lnTo>
                <a:cubicBezTo>
                  <a:pt x="555009" y="126547"/>
                  <a:pt x="549984" y="115250"/>
                  <a:pt x="546963" y="104053"/>
                </a:cubicBezTo>
                <a:cubicBezTo>
                  <a:pt x="543943" y="92854"/>
                  <a:pt x="542433" y="81011"/>
                  <a:pt x="542433" y="68525"/>
                </a:cubicBezTo>
                <a:cubicBezTo>
                  <a:pt x="542433" y="56336"/>
                  <a:pt x="543918" y="44693"/>
                  <a:pt x="546889" y="33595"/>
                </a:cubicBezTo>
                <a:cubicBezTo>
                  <a:pt x="549861" y="22495"/>
                  <a:pt x="554911" y="11297"/>
                  <a:pt x="562039" y="0"/>
                </a:cubicBezTo>
                <a:lnTo>
                  <a:pt x="552385" y="0"/>
                </a:lnTo>
                <a:cubicBezTo>
                  <a:pt x="544661" y="10206"/>
                  <a:pt x="538843" y="21256"/>
                  <a:pt x="534931" y="33148"/>
                </a:cubicBezTo>
                <a:cubicBezTo>
                  <a:pt x="531021" y="45039"/>
                  <a:pt x="529066" y="56831"/>
                  <a:pt x="529066" y="68525"/>
                </a:cubicBezTo>
                <a:cubicBezTo>
                  <a:pt x="529066" y="75065"/>
                  <a:pt x="529610" y="81308"/>
                  <a:pt x="530700" y="87254"/>
                </a:cubicBezTo>
                <a:cubicBezTo>
                  <a:pt x="531789" y="93200"/>
                  <a:pt x="533348" y="98997"/>
                  <a:pt x="535378" y="104646"/>
                </a:cubicBezTo>
                <a:cubicBezTo>
                  <a:pt x="537408" y="110294"/>
                  <a:pt x="539859" y="115868"/>
                  <a:pt x="542730" y="121368"/>
                </a:cubicBezTo>
                <a:cubicBezTo>
                  <a:pt x="545602" y="126868"/>
                  <a:pt x="548820" y="132392"/>
                  <a:pt x="552385" y="137942"/>
                </a:cubicBezTo>
                <a:close/>
                <a:moveTo>
                  <a:pt x="597390" y="54142"/>
                </a:moveTo>
                <a:lnTo>
                  <a:pt x="560554" y="108642"/>
                </a:lnTo>
                <a:lnTo>
                  <a:pt x="576299" y="108642"/>
                </a:lnTo>
                <a:lnTo>
                  <a:pt x="605708" y="64833"/>
                </a:lnTo>
                <a:lnTo>
                  <a:pt x="634226" y="108642"/>
                </a:lnTo>
                <a:lnTo>
                  <a:pt x="651455" y="108642"/>
                </a:lnTo>
                <a:lnTo>
                  <a:pt x="614173" y="54142"/>
                </a:lnTo>
                <a:lnTo>
                  <a:pt x="649227" y="2611"/>
                </a:lnTo>
                <a:lnTo>
                  <a:pt x="633482" y="2611"/>
                </a:lnTo>
                <a:lnTo>
                  <a:pt x="605855" y="44043"/>
                </a:lnTo>
                <a:lnTo>
                  <a:pt x="579417" y="2611"/>
                </a:lnTo>
                <a:lnTo>
                  <a:pt x="562485" y="2611"/>
                </a:lnTo>
                <a:lnTo>
                  <a:pt x="597390" y="54142"/>
                </a:lnTo>
                <a:close/>
                <a:moveTo>
                  <a:pt x="649970" y="137942"/>
                </a:moveTo>
                <a:lnTo>
                  <a:pt x="659475" y="137942"/>
                </a:lnTo>
                <a:cubicBezTo>
                  <a:pt x="667199" y="127736"/>
                  <a:pt x="673017" y="116712"/>
                  <a:pt x="676928" y="104871"/>
                </a:cubicBezTo>
                <a:cubicBezTo>
                  <a:pt x="680840" y="93028"/>
                  <a:pt x="682796" y="81259"/>
                  <a:pt x="682796" y="69565"/>
                </a:cubicBezTo>
                <a:cubicBezTo>
                  <a:pt x="682796" y="63025"/>
                  <a:pt x="682251" y="56783"/>
                  <a:pt x="681162" y="50838"/>
                </a:cubicBezTo>
                <a:cubicBezTo>
                  <a:pt x="680073" y="44891"/>
                  <a:pt x="678513" y="39068"/>
                  <a:pt x="676482" y="33370"/>
                </a:cubicBezTo>
                <a:cubicBezTo>
                  <a:pt x="674453" y="27673"/>
                  <a:pt x="672002" y="22074"/>
                  <a:pt x="669130" y="16574"/>
                </a:cubicBezTo>
                <a:cubicBezTo>
                  <a:pt x="666259" y="11074"/>
                  <a:pt x="663041" y="5550"/>
                  <a:pt x="659475" y="0"/>
                </a:cubicBezTo>
                <a:lnTo>
                  <a:pt x="649970" y="0"/>
                </a:lnTo>
                <a:cubicBezTo>
                  <a:pt x="656902" y="11395"/>
                  <a:pt x="661877" y="22717"/>
                  <a:pt x="664896" y="33964"/>
                </a:cubicBezTo>
                <a:cubicBezTo>
                  <a:pt x="667916" y="45212"/>
                  <a:pt x="669427" y="57078"/>
                  <a:pt x="669427" y="69565"/>
                </a:cubicBezTo>
                <a:cubicBezTo>
                  <a:pt x="669427" y="81655"/>
                  <a:pt x="667941" y="93275"/>
                  <a:pt x="664971" y="104424"/>
                </a:cubicBezTo>
                <a:cubicBezTo>
                  <a:pt x="662000" y="115572"/>
                  <a:pt x="657000" y="126744"/>
                  <a:pt x="649970" y="137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6F2ADC-F8C5-473D-8B82-6369ADA9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755" y="2326962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83" name="Text MPEG-TS">
            <a:extLst xmlns:a="http://schemas.openxmlformats.org/drawingml/2006/main">
              <a:ext uri="{FF2B5EF4-FFF2-40B4-BE49-F238E27FC236}">
                <a16:creationId xmlns:a16="http://schemas.microsoft.com/office/drawing/2014/main" id="{F1772E5D-EFB2-4B3A-B794-B576A613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304" y="2364248"/>
            <a:ext cx="616134" cy="105018"/>
          </a:xfrm>
          <a:custGeom xmlns:a="http://schemas.openxmlformats.org/drawingml/2006/main">
            <a:pathLst>
              <a:path w="616134" h="105018">
                <a:moveTo>
                  <a:pt x="0" y="2471"/>
                </a:moveTo>
                <a:lnTo>
                  <a:pt x="0" y="102822"/>
                </a:lnTo>
                <a:lnTo>
                  <a:pt x="12651" y="102822"/>
                </a:lnTo>
                <a:lnTo>
                  <a:pt x="12651" y="19337"/>
                </a:lnTo>
                <a:lnTo>
                  <a:pt x="12932" y="19337"/>
                </a:lnTo>
                <a:lnTo>
                  <a:pt x="44281" y="102822"/>
                </a:lnTo>
                <a:lnTo>
                  <a:pt x="55667" y="102822"/>
                </a:lnTo>
                <a:lnTo>
                  <a:pt x="87016" y="19337"/>
                </a:lnTo>
                <a:lnTo>
                  <a:pt x="87297" y="19337"/>
                </a:lnTo>
                <a:lnTo>
                  <a:pt x="87297" y="102822"/>
                </a:lnTo>
                <a:lnTo>
                  <a:pt x="99948" y="102822"/>
                </a:lnTo>
                <a:lnTo>
                  <a:pt x="99948" y="2471"/>
                </a:lnTo>
                <a:lnTo>
                  <a:pt x="81672" y="2471"/>
                </a:lnTo>
                <a:lnTo>
                  <a:pt x="49903" y="86799"/>
                </a:lnTo>
                <a:lnTo>
                  <a:pt x="18275" y="2471"/>
                </a:lnTo>
                <a:lnTo>
                  <a:pt x="0" y="2471"/>
                </a:lnTo>
                <a:close/>
                <a:moveTo>
                  <a:pt x="135514" y="50519"/>
                </a:moveTo>
                <a:lnTo>
                  <a:pt x="135514" y="13728"/>
                </a:lnTo>
                <a:lnTo>
                  <a:pt x="161661" y="13728"/>
                </a:lnTo>
                <a:cubicBezTo>
                  <a:pt x="169252" y="13728"/>
                  <a:pt x="174804" y="15296"/>
                  <a:pt x="178317" y="18432"/>
                </a:cubicBezTo>
                <a:cubicBezTo>
                  <a:pt x="181832" y="21568"/>
                  <a:pt x="183590" y="26132"/>
                  <a:pt x="183590" y="32123"/>
                </a:cubicBezTo>
                <a:cubicBezTo>
                  <a:pt x="183590" y="38115"/>
                  <a:pt x="181832" y="42702"/>
                  <a:pt x="178317" y="45885"/>
                </a:cubicBezTo>
                <a:cubicBezTo>
                  <a:pt x="174804" y="49067"/>
                  <a:pt x="169252" y="50612"/>
                  <a:pt x="161661" y="50519"/>
                </a:cubicBezTo>
                <a:lnTo>
                  <a:pt x="135514" y="50519"/>
                </a:lnTo>
                <a:moveTo>
                  <a:pt x="122159" y="2471"/>
                </a:moveTo>
                <a:lnTo>
                  <a:pt x="122159" y="102822"/>
                </a:lnTo>
                <a:lnTo>
                  <a:pt x="135514" y="102822"/>
                </a:lnTo>
                <a:lnTo>
                  <a:pt x="135514" y="61775"/>
                </a:lnTo>
                <a:lnTo>
                  <a:pt x="166159" y="61775"/>
                </a:lnTo>
                <a:cubicBezTo>
                  <a:pt x="176281" y="61870"/>
                  <a:pt x="183942" y="59294"/>
                  <a:pt x="189143" y="54047"/>
                </a:cubicBezTo>
                <a:cubicBezTo>
                  <a:pt x="194344" y="48800"/>
                  <a:pt x="196944" y="41493"/>
                  <a:pt x="196944" y="32123"/>
                </a:cubicBezTo>
                <a:cubicBezTo>
                  <a:pt x="196944" y="22754"/>
                  <a:pt x="194344" y="15470"/>
                  <a:pt x="189143" y="10270"/>
                </a:cubicBezTo>
                <a:cubicBezTo>
                  <a:pt x="183942" y="5071"/>
                  <a:pt x="176281" y="2471"/>
                  <a:pt x="166159" y="2471"/>
                </a:cubicBezTo>
                <a:lnTo>
                  <a:pt x="122159" y="2471"/>
                </a:lnTo>
                <a:close/>
                <a:moveTo>
                  <a:pt x="213251" y="2471"/>
                </a:moveTo>
                <a:lnTo>
                  <a:pt x="213251" y="102822"/>
                </a:lnTo>
                <a:lnTo>
                  <a:pt x="282976" y="102822"/>
                </a:lnTo>
                <a:lnTo>
                  <a:pt x="282976" y="91565"/>
                </a:lnTo>
                <a:lnTo>
                  <a:pt x="226606" y="91565"/>
                </a:lnTo>
                <a:lnTo>
                  <a:pt x="226606" y="56833"/>
                </a:lnTo>
                <a:lnTo>
                  <a:pt x="278759" y="56833"/>
                </a:lnTo>
                <a:lnTo>
                  <a:pt x="278759" y="45577"/>
                </a:lnTo>
                <a:lnTo>
                  <a:pt x="226606" y="45577"/>
                </a:lnTo>
                <a:lnTo>
                  <a:pt x="226606" y="13728"/>
                </a:lnTo>
                <a:lnTo>
                  <a:pt x="282553" y="13728"/>
                </a:lnTo>
                <a:lnTo>
                  <a:pt x="282553" y="2471"/>
                </a:lnTo>
                <a:lnTo>
                  <a:pt x="213251" y="2471"/>
                </a:lnTo>
                <a:close/>
                <a:moveTo>
                  <a:pt x="374207" y="90274"/>
                </a:moveTo>
                <a:lnTo>
                  <a:pt x="377723" y="102770"/>
                </a:lnTo>
                <a:lnTo>
                  <a:pt x="386157" y="102770"/>
                </a:lnTo>
                <a:lnTo>
                  <a:pt x="386157" y="49970"/>
                </a:lnTo>
                <a:lnTo>
                  <a:pt x="342157" y="49970"/>
                </a:lnTo>
                <a:lnTo>
                  <a:pt x="342157" y="61226"/>
                </a:lnTo>
                <a:lnTo>
                  <a:pt x="374207" y="61226"/>
                </a:lnTo>
                <a:cubicBezTo>
                  <a:pt x="374395" y="65807"/>
                  <a:pt x="373786" y="70084"/>
                  <a:pt x="372380" y="74058"/>
                </a:cubicBezTo>
                <a:cubicBezTo>
                  <a:pt x="370974" y="78030"/>
                  <a:pt x="368889" y="81489"/>
                  <a:pt x="366123" y="84435"/>
                </a:cubicBezTo>
                <a:cubicBezTo>
                  <a:pt x="363359" y="87379"/>
                  <a:pt x="359962" y="89693"/>
                  <a:pt x="355932" y="91376"/>
                </a:cubicBezTo>
                <a:cubicBezTo>
                  <a:pt x="351902" y="93058"/>
                  <a:pt x="347264" y="93899"/>
                  <a:pt x="342015" y="93899"/>
                </a:cubicBezTo>
                <a:cubicBezTo>
                  <a:pt x="336393" y="93899"/>
                  <a:pt x="331449" y="92798"/>
                  <a:pt x="327185" y="90595"/>
                </a:cubicBezTo>
                <a:cubicBezTo>
                  <a:pt x="322921" y="88393"/>
                  <a:pt x="319336" y="85442"/>
                  <a:pt x="316430" y="81741"/>
                </a:cubicBezTo>
                <a:cubicBezTo>
                  <a:pt x="313526" y="78040"/>
                  <a:pt x="311324" y="73777"/>
                  <a:pt x="309824" y="68953"/>
                </a:cubicBezTo>
                <a:cubicBezTo>
                  <a:pt x="308325" y="64126"/>
                  <a:pt x="307576" y="59090"/>
                  <a:pt x="307576" y="53843"/>
                </a:cubicBezTo>
                <a:cubicBezTo>
                  <a:pt x="307576" y="48502"/>
                  <a:pt x="308231" y="43279"/>
                  <a:pt x="309543" y="38172"/>
                </a:cubicBezTo>
                <a:cubicBezTo>
                  <a:pt x="310855" y="33066"/>
                  <a:pt x="312894" y="28521"/>
                  <a:pt x="315658" y="24539"/>
                </a:cubicBezTo>
                <a:cubicBezTo>
                  <a:pt x="318424" y="20556"/>
                  <a:pt x="321985" y="17347"/>
                  <a:pt x="326342" y="14912"/>
                </a:cubicBezTo>
                <a:cubicBezTo>
                  <a:pt x="330701" y="12475"/>
                  <a:pt x="335925" y="11257"/>
                  <a:pt x="342015" y="11257"/>
                </a:cubicBezTo>
                <a:cubicBezTo>
                  <a:pt x="345765" y="11257"/>
                  <a:pt x="349303" y="11702"/>
                  <a:pt x="352629" y="12593"/>
                </a:cubicBezTo>
                <a:cubicBezTo>
                  <a:pt x="355956" y="13483"/>
                  <a:pt x="358932" y="14818"/>
                  <a:pt x="361556" y="16600"/>
                </a:cubicBezTo>
                <a:cubicBezTo>
                  <a:pt x="364180" y="18380"/>
                  <a:pt x="366382" y="20653"/>
                  <a:pt x="368163" y="23417"/>
                </a:cubicBezTo>
                <a:cubicBezTo>
                  <a:pt x="369943" y="26181"/>
                  <a:pt x="371162" y="29484"/>
                  <a:pt x="371818" y="33327"/>
                </a:cubicBezTo>
                <a:lnTo>
                  <a:pt x="385173" y="33327"/>
                </a:lnTo>
                <a:cubicBezTo>
                  <a:pt x="384236" y="27422"/>
                  <a:pt x="382478" y="22385"/>
                  <a:pt x="379900" y="18215"/>
                </a:cubicBezTo>
                <a:cubicBezTo>
                  <a:pt x="377323" y="14045"/>
                  <a:pt x="374137" y="10600"/>
                  <a:pt x="370342" y="7881"/>
                </a:cubicBezTo>
                <a:cubicBezTo>
                  <a:pt x="366547" y="5159"/>
                  <a:pt x="362236" y="3166"/>
                  <a:pt x="357408" y="1900"/>
                </a:cubicBezTo>
                <a:cubicBezTo>
                  <a:pt x="352582" y="633"/>
                  <a:pt x="347451" y="0"/>
                  <a:pt x="342015" y="0"/>
                </a:cubicBezTo>
                <a:cubicBezTo>
                  <a:pt x="334050" y="0"/>
                  <a:pt x="327092" y="1476"/>
                  <a:pt x="321141" y="4429"/>
                </a:cubicBezTo>
                <a:cubicBezTo>
                  <a:pt x="315190" y="7381"/>
                  <a:pt x="310223" y="11341"/>
                  <a:pt x="306239" y="16308"/>
                </a:cubicBezTo>
                <a:cubicBezTo>
                  <a:pt x="302257" y="21276"/>
                  <a:pt x="299258" y="27064"/>
                  <a:pt x="297243" y="33672"/>
                </a:cubicBezTo>
                <a:cubicBezTo>
                  <a:pt x="295228" y="40278"/>
                  <a:pt x="294221" y="47237"/>
                  <a:pt x="294221" y="54547"/>
                </a:cubicBezTo>
                <a:cubicBezTo>
                  <a:pt x="294221" y="61108"/>
                  <a:pt x="295298" y="67435"/>
                  <a:pt x="297453" y="73528"/>
                </a:cubicBezTo>
                <a:cubicBezTo>
                  <a:pt x="299610" y="79620"/>
                  <a:pt x="302749" y="85009"/>
                  <a:pt x="306872" y="89695"/>
                </a:cubicBezTo>
                <a:cubicBezTo>
                  <a:pt x="310996" y="94381"/>
                  <a:pt x="316010" y="98107"/>
                  <a:pt x="321913" y="100872"/>
                </a:cubicBezTo>
                <a:cubicBezTo>
                  <a:pt x="327817" y="103636"/>
                  <a:pt x="334518" y="105018"/>
                  <a:pt x="342015" y="105018"/>
                </a:cubicBezTo>
                <a:cubicBezTo>
                  <a:pt x="347920" y="105018"/>
                  <a:pt x="353777" y="103871"/>
                  <a:pt x="359587" y="101578"/>
                </a:cubicBezTo>
                <a:cubicBezTo>
                  <a:pt x="365397" y="99284"/>
                  <a:pt x="370271" y="95516"/>
                  <a:pt x="374207" y="90274"/>
                </a:cubicBezTo>
                <a:close/>
                <a:moveTo>
                  <a:pt x="401901" y="58069"/>
                </a:moveTo>
                <a:lnTo>
                  <a:pt x="401901" y="69326"/>
                </a:lnTo>
                <a:lnTo>
                  <a:pt x="442527" y="69326"/>
                </a:lnTo>
                <a:lnTo>
                  <a:pt x="442527" y="58069"/>
                </a:lnTo>
                <a:lnTo>
                  <a:pt x="401901" y="58069"/>
                </a:lnTo>
                <a:close/>
                <a:moveTo>
                  <a:pt x="483293" y="13728"/>
                </a:moveTo>
                <a:lnTo>
                  <a:pt x="483293" y="102822"/>
                </a:lnTo>
                <a:lnTo>
                  <a:pt x="496647" y="102822"/>
                </a:lnTo>
                <a:lnTo>
                  <a:pt x="496647" y="13728"/>
                </a:lnTo>
                <a:lnTo>
                  <a:pt x="530103" y="13728"/>
                </a:lnTo>
                <a:lnTo>
                  <a:pt x="530103" y="2471"/>
                </a:lnTo>
                <a:lnTo>
                  <a:pt x="449835" y="2471"/>
                </a:lnTo>
                <a:lnTo>
                  <a:pt x="449835" y="13728"/>
                </a:lnTo>
                <a:lnTo>
                  <a:pt x="483293" y="13728"/>
                </a:lnTo>
                <a:close/>
                <a:moveTo>
                  <a:pt x="599266" y="31780"/>
                </a:moveTo>
                <a:lnTo>
                  <a:pt x="611917" y="31780"/>
                </a:lnTo>
                <a:cubicBezTo>
                  <a:pt x="611729" y="26252"/>
                  <a:pt x="610675" y="21496"/>
                  <a:pt x="608753" y="17514"/>
                </a:cubicBezTo>
                <a:cubicBezTo>
                  <a:pt x="606832" y="13530"/>
                  <a:pt x="604208" y="10225"/>
                  <a:pt x="600881" y="7600"/>
                </a:cubicBezTo>
                <a:cubicBezTo>
                  <a:pt x="597555" y="4973"/>
                  <a:pt x="593689" y="3049"/>
                  <a:pt x="589285" y="1830"/>
                </a:cubicBezTo>
                <a:cubicBezTo>
                  <a:pt x="584881" y="610"/>
                  <a:pt x="580101" y="0"/>
                  <a:pt x="574946" y="0"/>
                </a:cubicBezTo>
                <a:cubicBezTo>
                  <a:pt x="570354" y="0"/>
                  <a:pt x="565879" y="586"/>
                  <a:pt x="561520" y="1757"/>
                </a:cubicBezTo>
                <a:cubicBezTo>
                  <a:pt x="557163" y="2928"/>
                  <a:pt x="553274" y="4709"/>
                  <a:pt x="549854" y="7100"/>
                </a:cubicBezTo>
                <a:cubicBezTo>
                  <a:pt x="546435" y="9489"/>
                  <a:pt x="543694" y="12535"/>
                  <a:pt x="541632" y="16238"/>
                </a:cubicBezTo>
                <a:cubicBezTo>
                  <a:pt x="539570" y="19938"/>
                  <a:pt x="538539" y="24318"/>
                  <a:pt x="538539" y="29378"/>
                </a:cubicBezTo>
                <a:cubicBezTo>
                  <a:pt x="538539" y="33969"/>
                  <a:pt x="539453" y="37788"/>
                  <a:pt x="541280" y="40834"/>
                </a:cubicBezTo>
                <a:cubicBezTo>
                  <a:pt x="543108" y="43880"/>
                  <a:pt x="545545" y="46364"/>
                  <a:pt x="548590" y="48286"/>
                </a:cubicBezTo>
                <a:cubicBezTo>
                  <a:pt x="551636" y="50206"/>
                  <a:pt x="555080" y="51752"/>
                  <a:pt x="558923" y="52923"/>
                </a:cubicBezTo>
                <a:cubicBezTo>
                  <a:pt x="562765" y="54094"/>
                  <a:pt x="566678" y="55125"/>
                  <a:pt x="570660" y="56016"/>
                </a:cubicBezTo>
                <a:cubicBezTo>
                  <a:pt x="574643" y="56906"/>
                  <a:pt x="578555" y="57772"/>
                  <a:pt x="582397" y="58616"/>
                </a:cubicBezTo>
                <a:cubicBezTo>
                  <a:pt x="586240" y="59460"/>
                  <a:pt x="589684" y="60561"/>
                  <a:pt x="592730" y="61919"/>
                </a:cubicBezTo>
                <a:cubicBezTo>
                  <a:pt x="595776" y="63278"/>
                  <a:pt x="598212" y="65035"/>
                  <a:pt x="600040" y="67192"/>
                </a:cubicBezTo>
                <a:cubicBezTo>
                  <a:pt x="601868" y="69347"/>
                  <a:pt x="602781" y="72158"/>
                  <a:pt x="602781" y="75626"/>
                </a:cubicBezTo>
                <a:cubicBezTo>
                  <a:pt x="602781" y="79281"/>
                  <a:pt x="602031" y="82279"/>
                  <a:pt x="600531" y="84622"/>
                </a:cubicBezTo>
                <a:cubicBezTo>
                  <a:pt x="599033" y="86964"/>
                  <a:pt x="597065" y="88815"/>
                  <a:pt x="594628" y="90175"/>
                </a:cubicBezTo>
                <a:cubicBezTo>
                  <a:pt x="592191" y="91534"/>
                  <a:pt x="589450" y="92494"/>
                  <a:pt x="586404" y="93056"/>
                </a:cubicBezTo>
                <a:cubicBezTo>
                  <a:pt x="583358" y="93618"/>
                  <a:pt x="580336" y="93899"/>
                  <a:pt x="577337" y="93899"/>
                </a:cubicBezTo>
                <a:cubicBezTo>
                  <a:pt x="573588" y="93899"/>
                  <a:pt x="569932" y="93430"/>
                  <a:pt x="566370" y="92494"/>
                </a:cubicBezTo>
                <a:cubicBezTo>
                  <a:pt x="562810" y="91557"/>
                  <a:pt x="559694" y="90105"/>
                  <a:pt x="557022" y="88137"/>
                </a:cubicBezTo>
                <a:cubicBezTo>
                  <a:pt x="554353" y="86168"/>
                  <a:pt x="552198" y="83661"/>
                  <a:pt x="550557" y="80615"/>
                </a:cubicBezTo>
                <a:cubicBezTo>
                  <a:pt x="548917" y="77569"/>
                  <a:pt x="548097" y="73938"/>
                  <a:pt x="548097" y="69721"/>
                </a:cubicBezTo>
                <a:lnTo>
                  <a:pt x="535446" y="69721"/>
                </a:lnTo>
                <a:cubicBezTo>
                  <a:pt x="535446" y="75812"/>
                  <a:pt x="536547" y="81084"/>
                  <a:pt x="538749" y="85535"/>
                </a:cubicBezTo>
                <a:cubicBezTo>
                  <a:pt x="540951" y="89987"/>
                  <a:pt x="543950" y="93644"/>
                  <a:pt x="547745" y="96505"/>
                </a:cubicBezTo>
                <a:cubicBezTo>
                  <a:pt x="551540" y="99365"/>
                  <a:pt x="555945" y="101498"/>
                  <a:pt x="560958" y="102906"/>
                </a:cubicBezTo>
                <a:cubicBezTo>
                  <a:pt x="565973" y="104314"/>
                  <a:pt x="571292" y="105018"/>
                  <a:pt x="576915" y="105018"/>
                </a:cubicBezTo>
                <a:cubicBezTo>
                  <a:pt x="581507" y="105018"/>
                  <a:pt x="586122" y="104479"/>
                  <a:pt x="590761" y="103401"/>
                </a:cubicBezTo>
                <a:cubicBezTo>
                  <a:pt x="595400" y="102324"/>
                  <a:pt x="599593" y="100591"/>
                  <a:pt x="603341" y="98202"/>
                </a:cubicBezTo>
                <a:cubicBezTo>
                  <a:pt x="607091" y="95811"/>
                  <a:pt x="610160" y="92718"/>
                  <a:pt x="612550" y="88922"/>
                </a:cubicBezTo>
                <a:cubicBezTo>
                  <a:pt x="614939" y="85127"/>
                  <a:pt x="616134" y="80559"/>
                  <a:pt x="616134" y="75218"/>
                </a:cubicBezTo>
                <a:cubicBezTo>
                  <a:pt x="616134" y="70250"/>
                  <a:pt x="615220" y="66127"/>
                  <a:pt x="613392" y="62848"/>
                </a:cubicBezTo>
                <a:cubicBezTo>
                  <a:pt x="611565" y="59568"/>
                  <a:pt x="609128" y="56850"/>
                  <a:pt x="606082" y="54695"/>
                </a:cubicBezTo>
                <a:cubicBezTo>
                  <a:pt x="603037" y="52538"/>
                  <a:pt x="599592" y="50828"/>
                  <a:pt x="595750" y="49564"/>
                </a:cubicBezTo>
                <a:cubicBezTo>
                  <a:pt x="591909" y="48299"/>
                  <a:pt x="587997" y="47197"/>
                  <a:pt x="584013" y="46261"/>
                </a:cubicBezTo>
                <a:cubicBezTo>
                  <a:pt x="580030" y="45323"/>
                  <a:pt x="576118" y="44455"/>
                  <a:pt x="572275" y="43659"/>
                </a:cubicBezTo>
                <a:cubicBezTo>
                  <a:pt x="568434" y="42862"/>
                  <a:pt x="564991" y="41855"/>
                  <a:pt x="561945" y="40637"/>
                </a:cubicBezTo>
                <a:cubicBezTo>
                  <a:pt x="558899" y="39418"/>
                  <a:pt x="556463" y="37849"/>
                  <a:pt x="554635" y="35928"/>
                </a:cubicBezTo>
                <a:cubicBezTo>
                  <a:pt x="552807" y="34007"/>
                  <a:pt x="551894" y="31499"/>
                  <a:pt x="551894" y="28406"/>
                </a:cubicBezTo>
                <a:cubicBezTo>
                  <a:pt x="551894" y="25127"/>
                  <a:pt x="552526" y="22386"/>
                  <a:pt x="553790" y="20184"/>
                </a:cubicBezTo>
                <a:cubicBezTo>
                  <a:pt x="555055" y="17981"/>
                  <a:pt x="556742" y="16223"/>
                  <a:pt x="558850" y="14912"/>
                </a:cubicBezTo>
                <a:cubicBezTo>
                  <a:pt x="560959" y="13599"/>
                  <a:pt x="563372" y="12662"/>
                  <a:pt x="566089" y="12100"/>
                </a:cubicBezTo>
                <a:cubicBezTo>
                  <a:pt x="568808" y="11538"/>
                  <a:pt x="571572" y="11257"/>
                  <a:pt x="574384" y="11257"/>
                </a:cubicBezTo>
                <a:cubicBezTo>
                  <a:pt x="581319" y="11257"/>
                  <a:pt x="587013" y="12873"/>
                  <a:pt x="591464" y="16107"/>
                </a:cubicBezTo>
                <a:cubicBezTo>
                  <a:pt x="595916" y="19340"/>
                  <a:pt x="598516" y="24564"/>
                  <a:pt x="599266" y="317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(188bytes)">
            <a:extLst xmlns:a="http://schemas.openxmlformats.org/drawingml/2006/main">
              <a:ext uri="{FF2B5EF4-FFF2-40B4-BE49-F238E27FC236}">
                <a16:creationId xmlns:a16="http://schemas.microsoft.com/office/drawing/2014/main" id="{BDCF821E-CA45-4813-BC69-C3CF4A7A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705" y="2389469"/>
            <a:ext cx="510842" cy="99566"/>
          </a:xfrm>
          <a:custGeom xmlns:a="http://schemas.openxmlformats.org/drawingml/2006/main">
            <a:pathLst>
              <a:path w="510842" h="99566">
                <a:moveTo>
                  <a:pt x="16656" y="98530"/>
                </a:moveTo>
                <a:lnTo>
                  <a:pt x="23553" y="98530"/>
                </a:lnTo>
                <a:cubicBezTo>
                  <a:pt x="18531" y="90390"/>
                  <a:pt x="14941" y="82321"/>
                  <a:pt x="12784" y="74323"/>
                </a:cubicBezTo>
                <a:cubicBezTo>
                  <a:pt x="10627" y="66324"/>
                  <a:pt x="9548" y="57865"/>
                  <a:pt x="9548" y="48946"/>
                </a:cubicBezTo>
                <a:cubicBezTo>
                  <a:pt x="9548" y="40240"/>
                  <a:pt x="10609" y="31923"/>
                  <a:pt x="12731" y="23996"/>
                </a:cubicBezTo>
                <a:cubicBezTo>
                  <a:pt x="14854" y="16068"/>
                  <a:pt x="18461" y="8069"/>
                  <a:pt x="23553" y="0"/>
                </a:cubicBezTo>
                <a:lnTo>
                  <a:pt x="16656" y="0"/>
                </a:lnTo>
                <a:cubicBezTo>
                  <a:pt x="11139" y="7290"/>
                  <a:pt x="6984" y="15183"/>
                  <a:pt x="4190" y="23677"/>
                </a:cubicBezTo>
                <a:cubicBezTo>
                  <a:pt x="1397" y="32171"/>
                  <a:pt x="0" y="40594"/>
                  <a:pt x="0" y="48946"/>
                </a:cubicBezTo>
                <a:cubicBezTo>
                  <a:pt x="0" y="53618"/>
                  <a:pt x="389" y="58077"/>
                  <a:pt x="1167" y="62324"/>
                </a:cubicBezTo>
                <a:cubicBezTo>
                  <a:pt x="1945" y="66571"/>
                  <a:pt x="3059" y="70712"/>
                  <a:pt x="4509" y="74747"/>
                </a:cubicBezTo>
                <a:cubicBezTo>
                  <a:pt x="5959" y="78782"/>
                  <a:pt x="7710" y="82763"/>
                  <a:pt x="9760" y="86691"/>
                </a:cubicBezTo>
                <a:cubicBezTo>
                  <a:pt x="11812" y="90620"/>
                  <a:pt x="14110" y="94566"/>
                  <a:pt x="16656" y="98530"/>
                </a:cubicBezTo>
                <a:close/>
                <a:moveTo>
                  <a:pt x="60262" y="77601"/>
                </a:moveTo>
                <a:lnTo>
                  <a:pt x="60262" y="2383"/>
                </a:lnTo>
                <a:lnTo>
                  <a:pt x="53366" y="2383"/>
                </a:lnTo>
                <a:cubicBezTo>
                  <a:pt x="52871" y="5208"/>
                  <a:pt x="51951" y="7540"/>
                  <a:pt x="50607" y="9376"/>
                </a:cubicBezTo>
                <a:cubicBezTo>
                  <a:pt x="49264" y="11212"/>
                  <a:pt x="47619" y="12660"/>
                  <a:pt x="45673" y="13720"/>
                </a:cubicBezTo>
                <a:cubicBezTo>
                  <a:pt x="43728" y="14779"/>
                  <a:pt x="41554" y="15502"/>
                  <a:pt x="39149" y="15891"/>
                </a:cubicBezTo>
                <a:cubicBezTo>
                  <a:pt x="36745" y="16279"/>
                  <a:pt x="34269" y="16473"/>
                  <a:pt x="31724" y="16473"/>
                </a:cubicBezTo>
                <a:lnTo>
                  <a:pt x="31724" y="23726"/>
                </a:lnTo>
                <a:lnTo>
                  <a:pt x="51244" y="23726"/>
                </a:lnTo>
                <a:lnTo>
                  <a:pt x="51244" y="77601"/>
                </a:lnTo>
                <a:lnTo>
                  <a:pt x="60262" y="77601"/>
                </a:lnTo>
                <a:close/>
                <a:moveTo>
                  <a:pt x="97925" y="21906"/>
                </a:moveTo>
                <a:cubicBezTo>
                  <a:pt x="97925" y="20000"/>
                  <a:pt x="98279" y="18341"/>
                  <a:pt x="98985" y="16928"/>
                </a:cubicBezTo>
                <a:cubicBezTo>
                  <a:pt x="99693" y="15516"/>
                  <a:pt x="100631" y="14315"/>
                  <a:pt x="101797" y="13326"/>
                </a:cubicBezTo>
                <a:cubicBezTo>
                  <a:pt x="102964" y="12338"/>
                  <a:pt x="104361" y="11596"/>
                  <a:pt x="105987" y="11102"/>
                </a:cubicBezTo>
                <a:cubicBezTo>
                  <a:pt x="107614" y="10608"/>
                  <a:pt x="109312" y="10361"/>
                  <a:pt x="111080" y="10361"/>
                </a:cubicBezTo>
                <a:cubicBezTo>
                  <a:pt x="114758" y="10361"/>
                  <a:pt x="117781" y="11332"/>
                  <a:pt x="120150" y="13275"/>
                </a:cubicBezTo>
                <a:cubicBezTo>
                  <a:pt x="122520" y="15216"/>
                  <a:pt x="123705" y="18093"/>
                  <a:pt x="123705" y="21906"/>
                </a:cubicBezTo>
                <a:cubicBezTo>
                  <a:pt x="123705" y="25720"/>
                  <a:pt x="122538" y="28687"/>
                  <a:pt x="120204" y="30805"/>
                </a:cubicBezTo>
                <a:cubicBezTo>
                  <a:pt x="117870" y="32924"/>
                  <a:pt x="114900" y="33983"/>
                  <a:pt x="111292" y="33983"/>
                </a:cubicBezTo>
                <a:cubicBezTo>
                  <a:pt x="109453" y="33983"/>
                  <a:pt x="107720" y="33736"/>
                  <a:pt x="106094" y="33242"/>
                </a:cubicBezTo>
                <a:cubicBezTo>
                  <a:pt x="104467" y="32747"/>
                  <a:pt x="103053" y="32006"/>
                  <a:pt x="101851" y="31017"/>
                </a:cubicBezTo>
                <a:cubicBezTo>
                  <a:pt x="100649" y="30029"/>
                  <a:pt x="99693" y="28775"/>
                  <a:pt x="98985" y="27257"/>
                </a:cubicBezTo>
                <a:cubicBezTo>
                  <a:pt x="98279" y="25738"/>
                  <a:pt x="97925" y="23955"/>
                  <a:pt x="97925" y="21906"/>
                </a:cubicBezTo>
                <a:moveTo>
                  <a:pt x="88377" y="21581"/>
                </a:moveTo>
                <a:cubicBezTo>
                  <a:pt x="88377" y="24975"/>
                  <a:pt x="89332" y="28104"/>
                  <a:pt x="91241" y="30969"/>
                </a:cubicBezTo>
                <a:cubicBezTo>
                  <a:pt x="93151" y="33833"/>
                  <a:pt x="95698" y="35901"/>
                  <a:pt x="98880" y="37174"/>
                </a:cubicBezTo>
                <a:cubicBezTo>
                  <a:pt x="94637" y="38659"/>
                  <a:pt x="91383" y="41045"/>
                  <a:pt x="89118" y="44332"/>
                </a:cubicBezTo>
                <a:cubicBezTo>
                  <a:pt x="86855" y="47619"/>
                  <a:pt x="85724" y="51489"/>
                  <a:pt x="85724" y="55943"/>
                </a:cubicBezTo>
                <a:cubicBezTo>
                  <a:pt x="85724" y="59760"/>
                  <a:pt x="86378" y="63100"/>
                  <a:pt x="87686" y="65963"/>
                </a:cubicBezTo>
                <a:cubicBezTo>
                  <a:pt x="88995" y="68827"/>
                  <a:pt x="90799" y="71213"/>
                  <a:pt x="93098" y="73122"/>
                </a:cubicBezTo>
                <a:cubicBezTo>
                  <a:pt x="95396" y="75030"/>
                  <a:pt x="98102" y="76444"/>
                  <a:pt x="101213" y="77363"/>
                </a:cubicBezTo>
                <a:cubicBezTo>
                  <a:pt x="104325" y="78282"/>
                  <a:pt x="107686" y="78741"/>
                  <a:pt x="111294" y="78741"/>
                </a:cubicBezTo>
                <a:cubicBezTo>
                  <a:pt x="114759" y="78741"/>
                  <a:pt x="118012" y="78246"/>
                  <a:pt x="121054" y="77257"/>
                </a:cubicBezTo>
                <a:cubicBezTo>
                  <a:pt x="124095" y="76267"/>
                  <a:pt x="126729" y="74800"/>
                  <a:pt x="128957" y="72857"/>
                </a:cubicBezTo>
                <a:cubicBezTo>
                  <a:pt x="131186" y="70912"/>
                  <a:pt x="132954" y="68526"/>
                  <a:pt x="134262" y="65698"/>
                </a:cubicBezTo>
                <a:cubicBezTo>
                  <a:pt x="135571" y="62870"/>
                  <a:pt x="136226" y="59619"/>
                  <a:pt x="136226" y="55943"/>
                </a:cubicBezTo>
                <a:cubicBezTo>
                  <a:pt x="136226" y="51277"/>
                  <a:pt x="135129" y="47336"/>
                  <a:pt x="132936" y="44120"/>
                </a:cubicBezTo>
                <a:cubicBezTo>
                  <a:pt x="130744" y="40903"/>
                  <a:pt x="127384" y="38588"/>
                  <a:pt x="122857" y="37174"/>
                </a:cubicBezTo>
                <a:cubicBezTo>
                  <a:pt x="126040" y="35760"/>
                  <a:pt x="128568" y="33657"/>
                  <a:pt x="130443" y="30863"/>
                </a:cubicBezTo>
                <a:cubicBezTo>
                  <a:pt x="132318" y="28069"/>
                  <a:pt x="133255" y="24975"/>
                  <a:pt x="133255" y="21581"/>
                </a:cubicBezTo>
                <a:cubicBezTo>
                  <a:pt x="133255" y="19177"/>
                  <a:pt x="132830" y="16827"/>
                  <a:pt x="131981" y="14529"/>
                </a:cubicBezTo>
                <a:cubicBezTo>
                  <a:pt x="131133" y="12230"/>
                  <a:pt x="129807" y="10179"/>
                  <a:pt x="128003" y="8376"/>
                </a:cubicBezTo>
                <a:cubicBezTo>
                  <a:pt x="126200" y="6573"/>
                  <a:pt x="123848" y="5123"/>
                  <a:pt x="120948" y="4028"/>
                </a:cubicBezTo>
                <a:cubicBezTo>
                  <a:pt x="118049" y="2931"/>
                  <a:pt x="114547" y="2383"/>
                  <a:pt x="110445" y="2383"/>
                </a:cubicBezTo>
                <a:cubicBezTo>
                  <a:pt x="107545" y="2383"/>
                  <a:pt x="104769" y="2808"/>
                  <a:pt x="102116" y="3657"/>
                </a:cubicBezTo>
                <a:cubicBezTo>
                  <a:pt x="99464" y="4505"/>
                  <a:pt x="97111" y="5743"/>
                  <a:pt x="95060" y="7369"/>
                </a:cubicBezTo>
                <a:cubicBezTo>
                  <a:pt x="93009" y="8994"/>
                  <a:pt x="91383" y="10991"/>
                  <a:pt x="90180" y="13360"/>
                </a:cubicBezTo>
                <a:cubicBezTo>
                  <a:pt x="88978" y="15729"/>
                  <a:pt x="88377" y="18470"/>
                  <a:pt x="88377" y="21581"/>
                </a:cubicBezTo>
                <a:moveTo>
                  <a:pt x="95273" y="56360"/>
                </a:moveTo>
                <a:cubicBezTo>
                  <a:pt x="95273" y="54173"/>
                  <a:pt x="95680" y="52197"/>
                  <a:pt x="96492" y="50432"/>
                </a:cubicBezTo>
                <a:cubicBezTo>
                  <a:pt x="97306" y="48667"/>
                  <a:pt x="98438" y="47149"/>
                  <a:pt x="99887" y="45878"/>
                </a:cubicBezTo>
                <a:cubicBezTo>
                  <a:pt x="101338" y="44608"/>
                  <a:pt x="103035" y="43638"/>
                  <a:pt x="104980" y="42968"/>
                </a:cubicBezTo>
                <a:cubicBezTo>
                  <a:pt x="106926" y="42296"/>
                  <a:pt x="108995" y="41961"/>
                  <a:pt x="111187" y="41961"/>
                </a:cubicBezTo>
                <a:cubicBezTo>
                  <a:pt x="113308" y="41961"/>
                  <a:pt x="115306" y="42331"/>
                  <a:pt x="117180" y="43073"/>
                </a:cubicBezTo>
                <a:cubicBezTo>
                  <a:pt x="119054" y="43814"/>
                  <a:pt x="120699" y="44820"/>
                  <a:pt x="122114" y="46090"/>
                </a:cubicBezTo>
                <a:cubicBezTo>
                  <a:pt x="123529" y="47361"/>
                  <a:pt x="124643" y="48861"/>
                  <a:pt x="125455" y="50591"/>
                </a:cubicBezTo>
                <a:cubicBezTo>
                  <a:pt x="126269" y="52320"/>
                  <a:pt x="126676" y="54208"/>
                  <a:pt x="126676" y="56255"/>
                </a:cubicBezTo>
                <a:cubicBezTo>
                  <a:pt x="126676" y="58373"/>
                  <a:pt x="126305" y="60314"/>
                  <a:pt x="125562" y="62078"/>
                </a:cubicBezTo>
                <a:cubicBezTo>
                  <a:pt x="124820" y="63843"/>
                  <a:pt x="123759" y="65378"/>
                  <a:pt x="122379" y="66684"/>
                </a:cubicBezTo>
                <a:cubicBezTo>
                  <a:pt x="121000" y="67990"/>
                  <a:pt x="119373" y="69013"/>
                  <a:pt x="117499" y="69755"/>
                </a:cubicBezTo>
                <a:cubicBezTo>
                  <a:pt x="115625" y="70496"/>
                  <a:pt x="113557" y="70867"/>
                  <a:pt x="111294" y="70867"/>
                </a:cubicBezTo>
                <a:cubicBezTo>
                  <a:pt x="106625" y="70867"/>
                  <a:pt x="102788" y="69579"/>
                  <a:pt x="99782" y="67003"/>
                </a:cubicBezTo>
                <a:cubicBezTo>
                  <a:pt x="96776" y="64426"/>
                  <a:pt x="95273" y="60878"/>
                  <a:pt x="95273" y="56360"/>
                </a:cubicBezTo>
                <a:close/>
                <a:moveTo>
                  <a:pt x="156912" y="21906"/>
                </a:moveTo>
                <a:cubicBezTo>
                  <a:pt x="156912" y="20000"/>
                  <a:pt x="157266" y="18341"/>
                  <a:pt x="157973" y="16928"/>
                </a:cubicBezTo>
                <a:cubicBezTo>
                  <a:pt x="158681" y="15516"/>
                  <a:pt x="159618" y="14315"/>
                  <a:pt x="160785" y="13326"/>
                </a:cubicBezTo>
                <a:cubicBezTo>
                  <a:pt x="161951" y="12338"/>
                  <a:pt x="163348" y="11596"/>
                  <a:pt x="164974" y="11102"/>
                </a:cubicBezTo>
                <a:cubicBezTo>
                  <a:pt x="166602" y="10608"/>
                  <a:pt x="168299" y="10361"/>
                  <a:pt x="170067" y="10361"/>
                </a:cubicBezTo>
                <a:cubicBezTo>
                  <a:pt x="173745" y="10361"/>
                  <a:pt x="176769" y="11332"/>
                  <a:pt x="179138" y="13275"/>
                </a:cubicBezTo>
                <a:cubicBezTo>
                  <a:pt x="181508" y="15216"/>
                  <a:pt x="182693" y="18093"/>
                  <a:pt x="182693" y="21906"/>
                </a:cubicBezTo>
                <a:cubicBezTo>
                  <a:pt x="182693" y="25720"/>
                  <a:pt x="181525" y="28687"/>
                  <a:pt x="179191" y="30805"/>
                </a:cubicBezTo>
                <a:cubicBezTo>
                  <a:pt x="176858" y="32924"/>
                  <a:pt x="173887" y="33983"/>
                  <a:pt x="170279" y="33983"/>
                </a:cubicBezTo>
                <a:cubicBezTo>
                  <a:pt x="168440" y="33983"/>
                  <a:pt x="166708" y="33736"/>
                  <a:pt x="165081" y="33242"/>
                </a:cubicBezTo>
                <a:cubicBezTo>
                  <a:pt x="163455" y="32747"/>
                  <a:pt x="162040" y="32006"/>
                  <a:pt x="160838" y="31017"/>
                </a:cubicBezTo>
                <a:cubicBezTo>
                  <a:pt x="159636" y="30029"/>
                  <a:pt x="158681" y="28775"/>
                  <a:pt x="157973" y="27257"/>
                </a:cubicBezTo>
                <a:cubicBezTo>
                  <a:pt x="157266" y="25738"/>
                  <a:pt x="156912" y="23955"/>
                  <a:pt x="156912" y="21906"/>
                </a:cubicBezTo>
                <a:moveTo>
                  <a:pt x="147364" y="21581"/>
                </a:moveTo>
                <a:cubicBezTo>
                  <a:pt x="147364" y="24975"/>
                  <a:pt x="148319" y="28104"/>
                  <a:pt x="150228" y="30969"/>
                </a:cubicBezTo>
                <a:cubicBezTo>
                  <a:pt x="152138" y="33833"/>
                  <a:pt x="154685" y="35901"/>
                  <a:pt x="157868" y="37174"/>
                </a:cubicBezTo>
                <a:cubicBezTo>
                  <a:pt x="153624" y="38659"/>
                  <a:pt x="150370" y="41045"/>
                  <a:pt x="148106" y="44332"/>
                </a:cubicBezTo>
                <a:cubicBezTo>
                  <a:pt x="145843" y="47619"/>
                  <a:pt x="144711" y="51489"/>
                  <a:pt x="144711" y="55943"/>
                </a:cubicBezTo>
                <a:cubicBezTo>
                  <a:pt x="144711" y="59760"/>
                  <a:pt x="145365" y="63100"/>
                  <a:pt x="146673" y="65963"/>
                </a:cubicBezTo>
                <a:cubicBezTo>
                  <a:pt x="147982" y="68827"/>
                  <a:pt x="149786" y="71213"/>
                  <a:pt x="152085" y="73122"/>
                </a:cubicBezTo>
                <a:cubicBezTo>
                  <a:pt x="154384" y="75030"/>
                  <a:pt x="157089" y="76444"/>
                  <a:pt x="160200" y="77363"/>
                </a:cubicBezTo>
                <a:cubicBezTo>
                  <a:pt x="163313" y="78282"/>
                  <a:pt x="166673" y="78741"/>
                  <a:pt x="170281" y="78741"/>
                </a:cubicBezTo>
                <a:cubicBezTo>
                  <a:pt x="173746" y="78741"/>
                  <a:pt x="177000" y="78246"/>
                  <a:pt x="180041" y="77257"/>
                </a:cubicBezTo>
                <a:cubicBezTo>
                  <a:pt x="183082" y="76267"/>
                  <a:pt x="185717" y="74800"/>
                  <a:pt x="187944" y="72857"/>
                </a:cubicBezTo>
                <a:cubicBezTo>
                  <a:pt x="190173" y="70912"/>
                  <a:pt x="191941" y="68526"/>
                  <a:pt x="193249" y="65698"/>
                </a:cubicBezTo>
                <a:cubicBezTo>
                  <a:pt x="194558" y="62870"/>
                  <a:pt x="195213" y="59619"/>
                  <a:pt x="195213" y="55943"/>
                </a:cubicBezTo>
                <a:cubicBezTo>
                  <a:pt x="195213" y="51277"/>
                  <a:pt x="194116" y="47336"/>
                  <a:pt x="191923" y="44120"/>
                </a:cubicBezTo>
                <a:cubicBezTo>
                  <a:pt x="189731" y="40903"/>
                  <a:pt x="186372" y="38588"/>
                  <a:pt x="181844" y="37174"/>
                </a:cubicBezTo>
                <a:cubicBezTo>
                  <a:pt x="185027" y="35760"/>
                  <a:pt x="187556" y="33657"/>
                  <a:pt x="189430" y="30863"/>
                </a:cubicBezTo>
                <a:cubicBezTo>
                  <a:pt x="191305" y="28069"/>
                  <a:pt x="192242" y="24975"/>
                  <a:pt x="192242" y="21581"/>
                </a:cubicBezTo>
                <a:cubicBezTo>
                  <a:pt x="192242" y="19177"/>
                  <a:pt x="191818" y="16827"/>
                  <a:pt x="190968" y="14529"/>
                </a:cubicBezTo>
                <a:cubicBezTo>
                  <a:pt x="190120" y="12230"/>
                  <a:pt x="188794" y="10179"/>
                  <a:pt x="186991" y="8376"/>
                </a:cubicBezTo>
                <a:cubicBezTo>
                  <a:pt x="185187" y="6573"/>
                  <a:pt x="182836" y="5123"/>
                  <a:pt x="179936" y="4028"/>
                </a:cubicBezTo>
                <a:cubicBezTo>
                  <a:pt x="177036" y="2931"/>
                  <a:pt x="173535" y="2383"/>
                  <a:pt x="169433" y="2383"/>
                </a:cubicBezTo>
                <a:cubicBezTo>
                  <a:pt x="166533" y="2383"/>
                  <a:pt x="163756" y="2808"/>
                  <a:pt x="161104" y="3657"/>
                </a:cubicBezTo>
                <a:cubicBezTo>
                  <a:pt x="158451" y="4505"/>
                  <a:pt x="156099" y="5743"/>
                  <a:pt x="154047" y="7369"/>
                </a:cubicBezTo>
                <a:cubicBezTo>
                  <a:pt x="151997" y="8994"/>
                  <a:pt x="150370" y="10991"/>
                  <a:pt x="149168" y="13360"/>
                </a:cubicBezTo>
                <a:cubicBezTo>
                  <a:pt x="147966" y="15729"/>
                  <a:pt x="147364" y="18470"/>
                  <a:pt x="147364" y="21581"/>
                </a:cubicBezTo>
                <a:moveTo>
                  <a:pt x="154261" y="56360"/>
                </a:moveTo>
                <a:cubicBezTo>
                  <a:pt x="154261" y="54173"/>
                  <a:pt x="154667" y="52197"/>
                  <a:pt x="155480" y="50432"/>
                </a:cubicBezTo>
                <a:cubicBezTo>
                  <a:pt x="156293" y="48667"/>
                  <a:pt x="157425" y="47149"/>
                  <a:pt x="158874" y="45878"/>
                </a:cubicBezTo>
                <a:cubicBezTo>
                  <a:pt x="160325" y="44608"/>
                  <a:pt x="162023" y="43638"/>
                  <a:pt x="163967" y="42968"/>
                </a:cubicBezTo>
                <a:cubicBezTo>
                  <a:pt x="165913" y="42296"/>
                  <a:pt x="167982" y="41961"/>
                  <a:pt x="170174" y="41961"/>
                </a:cubicBezTo>
                <a:cubicBezTo>
                  <a:pt x="172296" y="41961"/>
                  <a:pt x="174294" y="42331"/>
                  <a:pt x="176167" y="43073"/>
                </a:cubicBezTo>
                <a:cubicBezTo>
                  <a:pt x="178042" y="43814"/>
                  <a:pt x="179686" y="44820"/>
                  <a:pt x="181101" y="46090"/>
                </a:cubicBezTo>
                <a:cubicBezTo>
                  <a:pt x="182516" y="47361"/>
                  <a:pt x="183630" y="48861"/>
                  <a:pt x="184443" y="50591"/>
                </a:cubicBezTo>
                <a:cubicBezTo>
                  <a:pt x="185256" y="52320"/>
                  <a:pt x="185663" y="54208"/>
                  <a:pt x="185663" y="56255"/>
                </a:cubicBezTo>
                <a:cubicBezTo>
                  <a:pt x="185663" y="58373"/>
                  <a:pt x="185292" y="60314"/>
                  <a:pt x="184550" y="62078"/>
                </a:cubicBezTo>
                <a:cubicBezTo>
                  <a:pt x="183807" y="63843"/>
                  <a:pt x="182746" y="65378"/>
                  <a:pt x="181367" y="66684"/>
                </a:cubicBezTo>
                <a:cubicBezTo>
                  <a:pt x="179988" y="67990"/>
                  <a:pt x="178361" y="69013"/>
                  <a:pt x="176486" y="69755"/>
                </a:cubicBezTo>
                <a:cubicBezTo>
                  <a:pt x="174612" y="70496"/>
                  <a:pt x="172544" y="70867"/>
                  <a:pt x="170281" y="70867"/>
                </a:cubicBezTo>
                <a:cubicBezTo>
                  <a:pt x="165612" y="70867"/>
                  <a:pt x="161775" y="69579"/>
                  <a:pt x="158769" y="67003"/>
                </a:cubicBezTo>
                <a:cubicBezTo>
                  <a:pt x="155764" y="64426"/>
                  <a:pt x="154261" y="60878"/>
                  <a:pt x="154261" y="56360"/>
                </a:cubicBezTo>
                <a:close/>
                <a:moveTo>
                  <a:pt x="236059" y="1865"/>
                </a:moveTo>
                <a:lnTo>
                  <a:pt x="236059" y="77574"/>
                </a:lnTo>
                <a:lnTo>
                  <a:pt x="245076" y="77574"/>
                </a:lnTo>
                <a:lnTo>
                  <a:pt x="245076" y="70258"/>
                </a:lnTo>
                <a:lnTo>
                  <a:pt x="245290" y="70258"/>
                </a:lnTo>
                <a:cubicBezTo>
                  <a:pt x="246280" y="71884"/>
                  <a:pt x="247501" y="73245"/>
                  <a:pt x="248950" y="74341"/>
                </a:cubicBezTo>
                <a:cubicBezTo>
                  <a:pt x="250399" y="75436"/>
                  <a:pt x="251937" y="76303"/>
                  <a:pt x="253564" y="76939"/>
                </a:cubicBezTo>
                <a:cubicBezTo>
                  <a:pt x="255191" y="77575"/>
                  <a:pt x="256836" y="78034"/>
                  <a:pt x="258498" y="78317"/>
                </a:cubicBezTo>
                <a:cubicBezTo>
                  <a:pt x="260160" y="78600"/>
                  <a:pt x="261663" y="78741"/>
                  <a:pt x="263008" y="78741"/>
                </a:cubicBezTo>
                <a:cubicBezTo>
                  <a:pt x="267180" y="78741"/>
                  <a:pt x="270840" y="77999"/>
                  <a:pt x="273987" y="76514"/>
                </a:cubicBezTo>
                <a:cubicBezTo>
                  <a:pt x="277135" y="75027"/>
                  <a:pt x="279752" y="72994"/>
                  <a:pt x="281839" y="70412"/>
                </a:cubicBezTo>
                <a:cubicBezTo>
                  <a:pt x="283925" y="67831"/>
                  <a:pt x="285480" y="64807"/>
                  <a:pt x="286506" y="61342"/>
                </a:cubicBezTo>
                <a:cubicBezTo>
                  <a:pt x="287532" y="57875"/>
                  <a:pt x="288045" y="54197"/>
                  <a:pt x="288045" y="50306"/>
                </a:cubicBezTo>
                <a:cubicBezTo>
                  <a:pt x="288045" y="46415"/>
                  <a:pt x="287515" y="42737"/>
                  <a:pt x="286454" y="39272"/>
                </a:cubicBezTo>
                <a:cubicBezTo>
                  <a:pt x="285393" y="35805"/>
                  <a:pt x="283819" y="32746"/>
                  <a:pt x="281732" y="30095"/>
                </a:cubicBezTo>
                <a:cubicBezTo>
                  <a:pt x="279646" y="27442"/>
                  <a:pt x="277029" y="25337"/>
                  <a:pt x="273882" y="23781"/>
                </a:cubicBezTo>
                <a:cubicBezTo>
                  <a:pt x="270735" y="22225"/>
                  <a:pt x="267039" y="21447"/>
                  <a:pt x="262794" y="21447"/>
                </a:cubicBezTo>
                <a:cubicBezTo>
                  <a:pt x="258975" y="21447"/>
                  <a:pt x="255474" y="22136"/>
                  <a:pt x="252291" y="23515"/>
                </a:cubicBezTo>
                <a:cubicBezTo>
                  <a:pt x="249109" y="24895"/>
                  <a:pt x="246775" y="27105"/>
                  <a:pt x="245290" y="30146"/>
                </a:cubicBezTo>
                <a:lnTo>
                  <a:pt x="245076" y="30146"/>
                </a:lnTo>
                <a:lnTo>
                  <a:pt x="245076" y="1865"/>
                </a:lnTo>
                <a:lnTo>
                  <a:pt x="236059" y="1865"/>
                </a:lnTo>
                <a:moveTo>
                  <a:pt x="278496" y="49668"/>
                </a:moveTo>
                <a:cubicBezTo>
                  <a:pt x="278496" y="52353"/>
                  <a:pt x="278212" y="54968"/>
                  <a:pt x="277646" y="57511"/>
                </a:cubicBezTo>
                <a:cubicBezTo>
                  <a:pt x="277080" y="60055"/>
                  <a:pt x="276161" y="62317"/>
                  <a:pt x="274887" y="64296"/>
                </a:cubicBezTo>
                <a:cubicBezTo>
                  <a:pt x="273615" y="66274"/>
                  <a:pt x="271936" y="67864"/>
                  <a:pt x="269849" y="69065"/>
                </a:cubicBezTo>
                <a:cubicBezTo>
                  <a:pt x="267763" y="70266"/>
                  <a:pt x="265164" y="70867"/>
                  <a:pt x="262051" y="70867"/>
                </a:cubicBezTo>
                <a:cubicBezTo>
                  <a:pt x="258940" y="70867"/>
                  <a:pt x="256288" y="70284"/>
                  <a:pt x="254095" y="69119"/>
                </a:cubicBezTo>
                <a:cubicBezTo>
                  <a:pt x="251902" y="67952"/>
                  <a:pt x="250116" y="66415"/>
                  <a:pt x="248736" y="64508"/>
                </a:cubicBezTo>
                <a:cubicBezTo>
                  <a:pt x="247358" y="62600"/>
                  <a:pt x="246351" y="60392"/>
                  <a:pt x="245714" y="57884"/>
                </a:cubicBezTo>
                <a:cubicBezTo>
                  <a:pt x="245077" y="55375"/>
                  <a:pt x="244759" y="52777"/>
                  <a:pt x="244759" y="50092"/>
                </a:cubicBezTo>
                <a:cubicBezTo>
                  <a:pt x="244759" y="47548"/>
                  <a:pt x="245059" y="45040"/>
                  <a:pt x="245660" y="42568"/>
                </a:cubicBezTo>
                <a:cubicBezTo>
                  <a:pt x="246262" y="40094"/>
                  <a:pt x="247234" y="37886"/>
                  <a:pt x="248578" y="35943"/>
                </a:cubicBezTo>
                <a:cubicBezTo>
                  <a:pt x="249921" y="34000"/>
                  <a:pt x="251654" y="32427"/>
                  <a:pt x="253776" y="31226"/>
                </a:cubicBezTo>
                <a:cubicBezTo>
                  <a:pt x="255898" y="30025"/>
                  <a:pt x="258479" y="29424"/>
                  <a:pt x="261520" y="29424"/>
                </a:cubicBezTo>
                <a:cubicBezTo>
                  <a:pt x="264420" y="29424"/>
                  <a:pt x="266949" y="29990"/>
                  <a:pt x="269106" y="31121"/>
                </a:cubicBezTo>
                <a:cubicBezTo>
                  <a:pt x="271264" y="32251"/>
                  <a:pt x="273032" y="33770"/>
                  <a:pt x="274411" y="35678"/>
                </a:cubicBezTo>
                <a:cubicBezTo>
                  <a:pt x="275791" y="37586"/>
                  <a:pt x="276816" y="39759"/>
                  <a:pt x="277487" y="42197"/>
                </a:cubicBezTo>
                <a:cubicBezTo>
                  <a:pt x="278159" y="44634"/>
                  <a:pt x="278496" y="47124"/>
                  <a:pt x="278496" y="49668"/>
                </a:cubicBezTo>
                <a:close/>
                <a:moveTo>
                  <a:pt x="320191" y="84933"/>
                </a:moveTo>
                <a:cubicBezTo>
                  <a:pt x="319130" y="87619"/>
                  <a:pt x="318087" y="89882"/>
                  <a:pt x="317061" y="91719"/>
                </a:cubicBezTo>
                <a:cubicBezTo>
                  <a:pt x="316036" y="93557"/>
                  <a:pt x="314905" y="95059"/>
                  <a:pt x="313667" y="96225"/>
                </a:cubicBezTo>
                <a:cubicBezTo>
                  <a:pt x="312429" y="97391"/>
                  <a:pt x="311049" y="98240"/>
                  <a:pt x="309529" y="98770"/>
                </a:cubicBezTo>
                <a:cubicBezTo>
                  <a:pt x="308008" y="99301"/>
                  <a:pt x="306258" y="99566"/>
                  <a:pt x="304277" y="99566"/>
                </a:cubicBezTo>
                <a:cubicBezTo>
                  <a:pt x="303216" y="99566"/>
                  <a:pt x="302155" y="99495"/>
                  <a:pt x="301095" y="99354"/>
                </a:cubicBezTo>
                <a:cubicBezTo>
                  <a:pt x="300034" y="99213"/>
                  <a:pt x="299008" y="98965"/>
                  <a:pt x="298017" y="98611"/>
                </a:cubicBezTo>
                <a:lnTo>
                  <a:pt x="298017" y="90340"/>
                </a:lnTo>
                <a:cubicBezTo>
                  <a:pt x="298795" y="90687"/>
                  <a:pt x="299697" y="90981"/>
                  <a:pt x="300722" y="91224"/>
                </a:cubicBezTo>
                <a:cubicBezTo>
                  <a:pt x="301749" y="91467"/>
                  <a:pt x="302615" y="91588"/>
                  <a:pt x="303322" y="91588"/>
                </a:cubicBezTo>
                <a:cubicBezTo>
                  <a:pt x="305161" y="91588"/>
                  <a:pt x="306700" y="91146"/>
                  <a:pt x="307937" y="90262"/>
                </a:cubicBezTo>
                <a:cubicBezTo>
                  <a:pt x="309175" y="89380"/>
                  <a:pt x="310112" y="88126"/>
                  <a:pt x="310748" y="86500"/>
                </a:cubicBezTo>
                <a:lnTo>
                  <a:pt x="314461" y="77278"/>
                </a:lnTo>
                <a:lnTo>
                  <a:pt x="292712" y="22793"/>
                </a:lnTo>
                <a:lnTo>
                  <a:pt x="302898" y="22793"/>
                </a:lnTo>
                <a:lnTo>
                  <a:pt x="318918" y="67649"/>
                </a:lnTo>
                <a:lnTo>
                  <a:pt x="319130" y="67649"/>
                </a:lnTo>
                <a:lnTo>
                  <a:pt x="334513" y="22793"/>
                </a:lnTo>
                <a:lnTo>
                  <a:pt x="344062" y="22793"/>
                </a:lnTo>
                <a:lnTo>
                  <a:pt x="320191" y="84933"/>
                </a:lnTo>
                <a:close/>
                <a:moveTo>
                  <a:pt x="364221" y="22690"/>
                </a:moveTo>
                <a:lnTo>
                  <a:pt x="364221" y="6320"/>
                </a:lnTo>
                <a:lnTo>
                  <a:pt x="355202" y="6320"/>
                </a:lnTo>
                <a:lnTo>
                  <a:pt x="355202" y="22690"/>
                </a:lnTo>
                <a:lnTo>
                  <a:pt x="345866" y="22690"/>
                </a:lnTo>
                <a:lnTo>
                  <a:pt x="345866" y="30668"/>
                </a:lnTo>
                <a:lnTo>
                  <a:pt x="355202" y="30668"/>
                </a:lnTo>
                <a:lnTo>
                  <a:pt x="355202" y="65602"/>
                </a:lnTo>
                <a:cubicBezTo>
                  <a:pt x="355202" y="68151"/>
                  <a:pt x="355450" y="70203"/>
                  <a:pt x="355945" y="71761"/>
                </a:cubicBezTo>
                <a:cubicBezTo>
                  <a:pt x="356440" y="73318"/>
                  <a:pt x="357201" y="74522"/>
                  <a:pt x="358226" y="75372"/>
                </a:cubicBezTo>
                <a:cubicBezTo>
                  <a:pt x="359251" y="76222"/>
                  <a:pt x="360595" y="76805"/>
                  <a:pt x="362257" y="77124"/>
                </a:cubicBezTo>
                <a:cubicBezTo>
                  <a:pt x="363919" y="77442"/>
                  <a:pt x="365917" y="77601"/>
                  <a:pt x="368251" y="77601"/>
                </a:cubicBezTo>
                <a:lnTo>
                  <a:pt x="375148" y="77601"/>
                </a:lnTo>
                <a:lnTo>
                  <a:pt x="375148" y="69624"/>
                </a:lnTo>
                <a:lnTo>
                  <a:pt x="371010" y="69624"/>
                </a:lnTo>
                <a:cubicBezTo>
                  <a:pt x="369595" y="69624"/>
                  <a:pt x="368446" y="69571"/>
                  <a:pt x="367562" y="69465"/>
                </a:cubicBezTo>
                <a:cubicBezTo>
                  <a:pt x="366678" y="69358"/>
                  <a:pt x="365988" y="69128"/>
                  <a:pt x="365493" y="68775"/>
                </a:cubicBezTo>
                <a:cubicBezTo>
                  <a:pt x="364999" y="68421"/>
                  <a:pt x="364663" y="67926"/>
                  <a:pt x="364486" y="67289"/>
                </a:cubicBezTo>
                <a:cubicBezTo>
                  <a:pt x="364309" y="66651"/>
                  <a:pt x="364221" y="65802"/>
                  <a:pt x="364221" y="64741"/>
                </a:cubicBezTo>
                <a:lnTo>
                  <a:pt x="364221" y="30668"/>
                </a:lnTo>
                <a:lnTo>
                  <a:pt x="375148" y="30668"/>
                </a:lnTo>
                <a:lnTo>
                  <a:pt x="375148" y="22690"/>
                </a:lnTo>
                <a:lnTo>
                  <a:pt x="364221" y="22690"/>
                </a:lnTo>
                <a:close/>
                <a:moveTo>
                  <a:pt x="423208" y="44965"/>
                </a:moveTo>
                <a:lnTo>
                  <a:pt x="391699" y="44965"/>
                </a:lnTo>
                <a:cubicBezTo>
                  <a:pt x="391840" y="42836"/>
                  <a:pt x="392300" y="40831"/>
                  <a:pt x="393078" y="38951"/>
                </a:cubicBezTo>
                <a:cubicBezTo>
                  <a:pt x="393856" y="37070"/>
                  <a:pt x="394917" y="35420"/>
                  <a:pt x="396261" y="34001"/>
                </a:cubicBezTo>
                <a:cubicBezTo>
                  <a:pt x="397604" y="32582"/>
                  <a:pt x="399213" y="31464"/>
                  <a:pt x="401088" y="30648"/>
                </a:cubicBezTo>
                <a:cubicBezTo>
                  <a:pt x="402963" y="29832"/>
                  <a:pt x="405067" y="29424"/>
                  <a:pt x="407400" y="29424"/>
                </a:cubicBezTo>
                <a:cubicBezTo>
                  <a:pt x="409663" y="29424"/>
                  <a:pt x="411732" y="29832"/>
                  <a:pt x="413607" y="30648"/>
                </a:cubicBezTo>
                <a:cubicBezTo>
                  <a:pt x="415481" y="31464"/>
                  <a:pt x="417108" y="32564"/>
                  <a:pt x="418487" y="33949"/>
                </a:cubicBezTo>
                <a:cubicBezTo>
                  <a:pt x="419867" y="35333"/>
                  <a:pt x="420963" y="36982"/>
                  <a:pt x="421775" y="38898"/>
                </a:cubicBezTo>
                <a:cubicBezTo>
                  <a:pt x="422589" y="40813"/>
                  <a:pt x="423067" y="42836"/>
                  <a:pt x="423208" y="44965"/>
                </a:cubicBezTo>
                <a:moveTo>
                  <a:pt x="431908" y="60195"/>
                </a:moveTo>
                <a:lnTo>
                  <a:pt x="422996" y="60195"/>
                </a:lnTo>
                <a:cubicBezTo>
                  <a:pt x="422218" y="63788"/>
                  <a:pt x="420609" y="66465"/>
                  <a:pt x="418169" y="68227"/>
                </a:cubicBezTo>
                <a:cubicBezTo>
                  <a:pt x="415728" y="69987"/>
                  <a:pt x="412599" y="70867"/>
                  <a:pt x="408779" y="70867"/>
                </a:cubicBezTo>
                <a:cubicBezTo>
                  <a:pt x="405809" y="70867"/>
                  <a:pt x="403228" y="70375"/>
                  <a:pt x="401035" y="69391"/>
                </a:cubicBezTo>
                <a:cubicBezTo>
                  <a:pt x="398843" y="68406"/>
                  <a:pt x="397039" y="67089"/>
                  <a:pt x="395624" y="65437"/>
                </a:cubicBezTo>
                <a:cubicBezTo>
                  <a:pt x="394209" y="63785"/>
                  <a:pt x="393184" y="61887"/>
                  <a:pt x="392547" y="59744"/>
                </a:cubicBezTo>
                <a:cubicBezTo>
                  <a:pt x="391910" y="57599"/>
                  <a:pt x="391627" y="55332"/>
                  <a:pt x="391699" y="52943"/>
                </a:cubicBezTo>
                <a:lnTo>
                  <a:pt x="432756" y="52943"/>
                </a:lnTo>
                <a:cubicBezTo>
                  <a:pt x="432897" y="49609"/>
                  <a:pt x="432597" y="46098"/>
                  <a:pt x="431854" y="42409"/>
                </a:cubicBezTo>
                <a:cubicBezTo>
                  <a:pt x="431112" y="38720"/>
                  <a:pt x="429768" y="35315"/>
                  <a:pt x="427822" y="32194"/>
                </a:cubicBezTo>
                <a:cubicBezTo>
                  <a:pt x="425877" y="29073"/>
                  <a:pt x="423295" y="26502"/>
                  <a:pt x="420077" y="24480"/>
                </a:cubicBezTo>
                <a:cubicBezTo>
                  <a:pt x="416859" y="22458"/>
                  <a:pt x="412810" y="21447"/>
                  <a:pt x="407929" y="21447"/>
                </a:cubicBezTo>
                <a:cubicBezTo>
                  <a:pt x="404181" y="21447"/>
                  <a:pt x="400733" y="22154"/>
                  <a:pt x="397585" y="23569"/>
                </a:cubicBezTo>
                <a:cubicBezTo>
                  <a:pt x="394438" y="24984"/>
                  <a:pt x="391715" y="26965"/>
                  <a:pt x="389416" y="29512"/>
                </a:cubicBezTo>
                <a:cubicBezTo>
                  <a:pt x="387117" y="32058"/>
                  <a:pt x="385331" y="35064"/>
                  <a:pt x="384058" y="38530"/>
                </a:cubicBezTo>
                <a:cubicBezTo>
                  <a:pt x="382785" y="41996"/>
                  <a:pt x="382149" y="45815"/>
                  <a:pt x="382149" y="49987"/>
                </a:cubicBezTo>
                <a:cubicBezTo>
                  <a:pt x="382290" y="54160"/>
                  <a:pt x="382909" y="58015"/>
                  <a:pt x="384006" y="61552"/>
                </a:cubicBezTo>
                <a:cubicBezTo>
                  <a:pt x="385102" y="65089"/>
                  <a:pt x="386747" y="68131"/>
                  <a:pt x="388938" y="70678"/>
                </a:cubicBezTo>
                <a:cubicBezTo>
                  <a:pt x="391131" y="73223"/>
                  <a:pt x="393837" y="75204"/>
                  <a:pt x="397055" y="76619"/>
                </a:cubicBezTo>
                <a:cubicBezTo>
                  <a:pt x="400274" y="78034"/>
                  <a:pt x="404075" y="78741"/>
                  <a:pt x="408460" y="78741"/>
                </a:cubicBezTo>
                <a:cubicBezTo>
                  <a:pt x="414685" y="78741"/>
                  <a:pt x="419849" y="77187"/>
                  <a:pt x="423951" y="74079"/>
                </a:cubicBezTo>
                <a:cubicBezTo>
                  <a:pt x="428053" y="70970"/>
                  <a:pt x="430705" y="66342"/>
                  <a:pt x="431908" y="60195"/>
                </a:cubicBezTo>
                <a:close/>
                <a:moveTo>
                  <a:pt x="447609" y="60299"/>
                </a:moveTo>
                <a:lnTo>
                  <a:pt x="438592" y="60299"/>
                </a:lnTo>
                <a:cubicBezTo>
                  <a:pt x="438733" y="63691"/>
                  <a:pt x="439440" y="66571"/>
                  <a:pt x="440712" y="68937"/>
                </a:cubicBezTo>
                <a:cubicBezTo>
                  <a:pt x="441986" y="71304"/>
                  <a:pt x="443683" y="73212"/>
                  <a:pt x="445805" y="74662"/>
                </a:cubicBezTo>
                <a:cubicBezTo>
                  <a:pt x="447927" y="76110"/>
                  <a:pt x="450367" y="77152"/>
                  <a:pt x="453126" y="77788"/>
                </a:cubicBezTo>
                <a:cubicBezTo>
                  <a:pt x="455884" y="78423"/>
                  <a:pt x="458784" y="78741"/>
                  <a:pt x="461825" y="78741"/>
                </a:cubicBezTo>
                <a:cubicBezTo>
                  <a:pt x="464584" y="78741"/>
                  <a:pt x="467360" y="78476"/>
                  <a:pt x="470153" y="77945"/>
                </a:cubicBezTo>
                <a:cubicBezTo>
                  <a:pt x="472947" y="77415"/>
                  <a:pt x="475458" y="76478"/>
                  <a:pt x="477685" y="75136"/>
                </a:cubicBezTo>
                <a:cubicBezTo>
                  <a:pt x="479914" y="73792"/>
                  <a:pt x="481718" y="72024"/>
                  <a:pt x="483097" y="69833"/>
                </a:cubicBezTo>
                <a:cubicBezTo>
                  <a:pt x="484476" y="67641"/>
                  <a:pt x="485166" y="64883"/>
                  <a:pt x="485166" y="61560"/>
                </a:cubicBezTo>
                <a:cubicBezTo>
                  <a:pt x="485166" y="58944"/>
                  <a:pt x="484653" y="56752"/>
                  <a:pt x="483627" y="54984"/>
                </a:cubicBezTo>
                <a:cubicBezTo>
                  <a:pt x="482601" y="53217"/>
                  <a:pt x="481258" y="51749"/>
                  <a:pt x="479596" y="50583"/>
                </a:cubicBezTo>
                <a:cubicBezTo>
                  <a:pt x="477934" y="49416"/>
                  <a:pt x="476024" y="48479"/>
                  <a:pt x="473866" y="47772"/>
                </a:cubicBezTo>
                <a:cubicBezTo>
                  <a:pt x="471710" y="47066"/>
                  <a:pt x="469500" y="46464"/>
                  <a:pt x="467237" y="45969"/>
                </a:cubicBezTo>
                <a:cubicBezTo>
                  <a:pt x="465114" y="45475"/>
                  <a:pt x="462992" y="44998"/>
                  <a:pt x="460870" y="44538"/>
                </a:cubicBezTo>
                <a:cubicBezTo>
                  <a:pt x="458749" y="44078"/>
                  <a:pt x="456839" y="43513"/>
                  <a:pt x="455141" y="42841"/>
                </a:cubicBezTo>
                <a:cubicBezTo>
                  <a:pt x="453445" y="42169"/>
                  <a:pt x="452048" y="41320"/>
                  <a:pt x="450952" y="40295"/>
                </a:cubicBezTo>
                <a:cubicBezTo>
                  <a:pt x="449855" y="39270"/>
                  <a:pt x="449307" y="37979"/>
                  <a:pt x="449307" y="36424"/>
                </a:cubicBezTo>
                <a:cubicBezTo>
                  <a:pt x="449307" y="35010"/>
                  <a:pt x="449660" y="33862"/>
                  <a:pt x="450367" y="32978"/>
                </a:cubicBezTo>
                <a:cubicBezTo>
                  <a:pt x="451075" y="32094"/>
                  <a:pt x="451995" y="31387"/>
                  <a:pt x="453126" y="30857"/>
                </a:cubicBezTo>
                <a:cubicBezTo>
                  <a:pt x="454258" y="30326"/>
                  <a:pt x="455514" y="29955"/>
                  <a:pt x="456893" y="29743"/>
                </a:cubicBezTo>
                <a:cubicBezTo>
                  <a:pt x="458272" y="29531"/>
                  <a:pt x="459633" y="29424"/>
                  <a:pt x="460977" y="29424"/>
                </a:cubicBezTo>
                <a:cubicBezTo>
                  <a:pt x="462462" y="29424"/>
                  <a:pt x="463929" y="29583"/>
                  <a:pt x="465379" y="29902"/>
                </a:cubicBezTo>
                <a:cubicBezTo>
                  <a:pt x="466829" y="30219"/>
                  <a:pt x="468156" y="30731"/>
                  <a:pt x="469358" y="31438"/>
                </a:cubicBezTo>
                <a:cubicBezTo>
                  <a:pt x="470560" y="32145"/>
                  <a:pt x="471550" y="33081"/>
                  <a:pt x="472329" y="34247"/>
                </a:cubicBezTo>
                <a:cubicBezTo>
                  <a:pt x="473107" y="35412"/>
                  <a:pt x="473566" y="36879"/>
                  <a:pt x="473708" y="38645"/>
                </a:cubicBezTo>
                <a:lnTo>
                  <a:pt x="482726" y="38645"/>
                </a:lnTo>
                <a:cubicBezTo>
                  <a:pt x="482514" y="35319"/>
                  <a:pt x="481806" y="32541"/>
                  <a:pt x="480604" y="30311"/>
                </a:cubicBezTo>
                <a:cubicBezTo>
                  <a:pt x="479402" y="28082"/>
                  <a:pt x="477793" y="26312"/>
                  <a:pt x="475777" y="25003"/>
                </a:cubicBezTo>
                <a:cubicBezTo>
                  <a:pt x="473762" y="23694"/>
                  <a:pt x="471446" y="22774"/>
                  <a:pt x="468829" y="22243"/>
                </a:cubicBezTo>
                <a:cubicBezTo>
                  <a:pt x="466211" y="21712"/>
                  <a:pt x="463347" y="21447"/>
                  <a:pt x="460234" y="21447"/>
                </a:cubicBezTo>
                <a:cubicBezTo>
                  <a:pt x="457830" y="21447"/>
                  <a:pt x="455407" y="21747"/>
                  <a:pt x="452967" y="22348"/>
                </a:cubicBezTo>
                <a:cubicBezTo>
                  <a:pt x="450527" y="22949"/>
                  <a:pt x="448334" y="23869"/>
                  <a:pt x="446390" y="25107"/>
                </a:cubicBezTo>
                <a:cubicBezTo>
                  <a:pt x="444445" y="26344"/>
                  <a:pt x="442854" y="27952"/>
                  <a:pt x="441616" y="29931"/>
                </a:cubicBezTo>
                <a:cubicBezTo>
                  <a:pt x="440378" y="31910"/>
                  <a:pt x="439759" y="34279"/>
                  <a:pt x="439759" y="37036"/>
                </a:cubicBezTo>
                <a:cubicBezTo>
                  <a:pt x="439759" y="40572"/>
                  <a:pt x="440643" y="43329"/>
                  <a:pt x="442410" y="45309"/>
                </a:cubicBezTo>
                <a:cubicBezTo>
                  <a:pt x="444179" y="47288"/>
                  <a:pt x="446390" y="48826"/>
                  <a:pt x="449041" y="49922"/>
                </a:cubicBezTo>
                <a:cubicBezTo>
                  <a:pt x="451694" y="51018"/>
                  <a:pt x="454576" y="51866"/>
                  <a:pt x="457688" y="52467"/>
                </a:cubicBezTo>
                <a:cubicBezTo>
                  <a:pt x="460800" y="53068"/>
                  <a:pt x="463682" y="53740"/>
                  <a:pt x="466334" y="54483"/>
                </a:cubicBezTo>
                <a:cubicBezTo>
                  <a:pt x="468987" y="55224"/>
                  <a:pt x="471197" y="56196"/>
                  <a:pt x="472965" y="57398"/>
                </a:cubicBezTo>
                <a:cubicBezTo>
                  <a:pt x="474734" y="58600"/>
                  <a:pt x="475618" y="60368"/>
                  <a:pt x="475618" y="62701"/>
                </a:cubicBezTo>
                <a:cubicBezTo>
                  <a:pt x="475618" y="64398"/>
                  <a:pt x="475193" y="65795"/>
                  <a:pt x="474344" y="66891"/>
                </a:cubicBezTo>
                <a:cubicBezTo>
                  <a:pt x="473496" y="67986"/>
                  <a:pt x="472417" y="68817"/>
                  <a:pt x="471108" y="69382"/>
                </a:cubicBezTo>
                <a:cubicBezTo>
                  <a:pt x="469800" y="69948"/>
                  <a:pt x="468368" y="70337"/>
                  <a:pt x="466811" y="70550"/>
                </a:cubicBezTo>
                <a:cubicBezTo>
                  <a:pt x="465256" y="70761"/>
                  <a:pt x="463771" y="70867"/>
                  <a:pt x="462356" y="70867"/>
                </a:cubicBezTo>
                <a:cubicBezTo>
                  <a:pt x="460517" y="70867"/>
                  <a:pt x="458731" y="70691"/>
                  <a:pt x="456998" y="70339"/>
                </a:cubicBezTo>
                <a:cubicBezTo>
                  <a:pt x="455265" y="69986"/>
                  <a:pt x="453708" y="69405"/>
                  <a:pt x="452329" y="68596"/>
                </a:cubicBezTo>
                <a:cubicBezTo>
                  <a:pt x="450950" y="67785"/>
                  <a:pt x="449836" y="66693"/>
                  <a:pt x="448988" y="65319"/>
                </a:cubicBezTo>
                <a:cubicBezTo>
                  <a:pt x="448140" y="63945"/>
                  <a:pt x="447680" y="62272"/>
                  <a:pt x="447609" y="60299"/>
                </a:cubicBezTo>
                <a:close/>
                <a:moveTo>
                  <a:pt x="487394" y="98530"/>
                </a:moveTo>
                <a:lnTo>
                  <a:pt x="494184" y="98530"/>
                </a:lnTo>
                <a:cubicBezTo>
                  <a:pt x="499701" y="91240"/>
                  <a:pt x="503856" y="83366"/>
                  <a:pt x="506650" y="74908"/>
                </a:cubicBezTo>
                <a:cubicBezTo>
                  <a:pt x="509445" y="66449"/>
                  <a:pt x="510842" y="58042"/>
                  <a:pt x="510842" y="49689"/>
                </a:cubicBezTo>
                <a:cubicBezTo>
                  <a:pt x="510842" y="45018"/>
                  <a:pt x="510453" y="40559"/>
                  <a:pt x="509674" y="36313"/>
                </a:cubicBezTo>
                <a:cubicBezTo>
                  <a:pt x="508896" y="32065"/>
                  <a:pt x="507782" y="27906"/>
                  <a:pt x="506332" y="23836"/>
                </a:cubicBezTo>
                <a:cubicBezTo>
                  <a:pt x="504882" y="19766"/>
                  <a:pt x="503132" y="15767"/>
                  <a:pt x="501080" y="11839"/>
                </a:cubicBezTo>
                <a:cubicBezTo>
                  <a:pt x="499029" y="7910"/>
                  <a:pt x="496731" y="3964"/>
                  <a:pt x="494184" y="0"/>
                </a:cubicBezTo>
                <a:lnTo>
                  <a:pt x="487394" y="0"/>
                </a:lnTo>
                <a:cubicBezTo>
                  <a:pt x="492346" y="8140"/>
                  <a:pt x="495900" y="16226"/>
                  <a:pt x="498056" y="24260"/>
                </a:cubicBezTo>
                <a:cubicBezTo>
                  <a:pt x="500213" y="32294"/>
                  <a:pt x="501292" y="40770"/>
                  <a:pt x="501292" y="49689"/>
                </a:cubicBezTo>
                <a:cubicBezTo>
                  <a:pt x="501292" y="58325"/>
                  <a:pt x="500231" y="66625"/>
                  <a:pt x="498109" y="74589"/>
                </a:cubicBezTo>
                <a:cubicBezTo>
                  <a:pt x="495988" y="82551"/>
                  <a:pt x="492416" y="90532"/>
                  <a:pt x="487394" y="985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F5412A-9316-4B91-B38B-A06A64F6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755" y="2146251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86" name="Text MPEorULE">
            <a:extLst xmlns:a="http://schemas.openxmlformats.org/drawingml/2006/main">
              <a:ext uri="{FF2B5EF4-FFF2-40B4-BE49-F238E27FC236}">
                <a16:creationId xmlns:a16="http://schemas.microsoft.com/office/drawing/2014/main" id="{417F9327-1A6B-4065-8E32-3B227CEE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775" y="2185446"/>
            <a:ext cx="839792" cy="108352"/>
          </a:xfrm>
          <a:custGeom xmlns:a="http://schemas.openxmlformats.org/drawingml/2006/main">
            <a:pathLst>
              <a:path w="839792" h="108352">
                <a:moveTo>
                  <a:pt x="0" y="0"/>
                </a:moveTo>
                <a:lnTo>
                  <a:pt x="0" y="106031"/>
                </a:lnTo>
                <a:lnTo>
                  <a:pt x="21834" y="106031"/>
                </a:lnTo>
                <a:lnTo>
                  <a:pt x="21834" y="31632"/>
                </a:lnTo>
                <a:lnTo>
                  <a:pt x="22131" y="31632"/>
                </a:lnTo>
                <a:lnTo>
                  <a:pt x="48125" y="106031"/>
                </a:lnTo>
                <a:lnTo>
                  <a:pt x="66095" y="106031"/>
                </a:lnTo>
                <a:lnTo>
                  <a:pt x="92088" y="30889"/>
                </a:lnTo>
                <a:lnTo>
                  <a:pt x="92385" y="30889"/>
                </a:lnTo>
                <a:lnTo>
                  <a:pt x="92385" y="106031"/>
                </a:lnTo>
                <a:lnTo>
                  <a:pt x="114220" y="106031"/>
                </a:lnTo>
                <a:lnTo>
                  <a:pt x="114220" y="0"/>
                </a:lnTo>
                <a:lnTo>
                  <a:pt x="81395" y="0"/>
                </a:lnTo>
                <a:lnTo>
                  <a:pt x="57927" y="72915"/>
                </a:lnTo>
                <a:lnTo>
                  <a:pt x="57630" y="72915"/>
                </a:lnTo>
                <a:lnTo>
                  <a:pt x="32824" y="0"/>
                </a:lnTo>
                <a:lnTo>
                  <a:pt x="0" y="0"/>
                </a:lnTo>
                <a:close/>
                <a:moveTo>
                  <a:pt x="158036" y="49897"/>
                </a:moveTo>
                <a:lnTo>
                  <a:pt x="158036" y="18131"/>
                </a:lnTo>
                <a:lnTo>
                  <a:pt x="176156" y="18131"/>
                </a:lnTo>
                <a:cubicBezTo>
                  <a:pt x="178831" y="18131"/>
                  <a:pt x="181405" y="18329"/>
                  <a:pt x="183880" y="18725"/>
                </a:cubicBezTo>
                <a:cubicBezTo>
                  <a:pt x="186355" y="19121"/>
                  <a:pt x="188533" y="19888"/>
                  <a:pt x="190414" y="21025"/>
                </a:cubicBezTo>
                <a:cubicBezTo>
                  <a:pt x="192297" y="22163"/>
                  <a:pt x="193807" y="23771"/>
                  <a:pt x="194945" y="25851"/>
                </a:cubicBezTo>
                <a:cubicBezTo>
                  <a:pt x="196084" y="27928"/>
                  <a:pt x="196654" y="30649"/>
                  <a:pt x="196654" y="34014"/>
                </a:cubicBezTo>
                <a:cubicBezTo>
                  <a:pt x="196654" y="37379"/>
                  <a:pt x="196084" y="40101"/>
                  <a:pt x="194945" y="42180"/>
                </a:cubicBezTo>
                <a:cubicBezTo>
                  <a:pt x="193807" y="44257"/>
                  <a:pt x="192297" y="45865"/>
                  <a:pt x="190414" y="47003"/>
                </a:cubicBezTo>
                <a:cubicBezTo>
                  <a:pt x="188533" y="48141"/>
                  <a:pt x="186355" y="48907"/>
                  <a:pt x="183880" y="49303"/>
                </a:cubicBezTo>
                <a:cubicBezTo>
                  <a:pt x="181405" y="49699"/>
                  <a:pt x="178831" y="49897"/>
                  <a:pt x="176156" y="49897"/>
                </a:cubicBezTo>
                <a:lnTo>
                  <a:pt x="158036" y="49897"/>
                </a:lnTo>
                <a:moveTo>
                  <a:pt x="134717" y="0"/>
                </a:moveTo>
                <a:lnTo>
                  <a:pt x="134717" y="106031"/>
                </a:lnTo>
                <a:lnTo>
                  <a:pt x="158036" y="106031"/>
                </a:lnTo>
                <a:lnTo>
                  <a:pt x="158036" y="68028"/>
                </a:lnTo>
                <a:lnTo>
                  <a:pt x="182545" y="68028"/>
                </a:lnTo>
                <a:cubicBezTo>
                  <a:pt x="189178" y="68028"/>
                  <a:pt x="194821" y="67063"/>
                  <a:pt x="199475" y="65132"/>
                </a:cubicBezTo>
                <a:cubicBezTo>
                  <a:pt x="204130" y="63201"/>
                  <a:pt x="207918" y="60651"/>
                  <a:pt x="210839" y="57483"/>
                </a:cubicBezTo>
                <a:cubicBezTo>
                  <a:pt x="213761" y="54314"/>
                  <a:pt x="215890" y="50675"/>
                  <a:pt x="217226" y="46565"/>
                </a:cubicBezTo>
                <a:cubicBezTo>
                  <a:pt x="218563" y="42456"/>
                  <a:pt x="219231" y="38272"/>
                  <a:pt x="219231" y="34014"/>
                </a:cubicBezTo>
                <a:cubicBezTo>
                  <a:pt x="219231" y="29657"/>
                  <a:pt x="218563" y="25448"/>
                  <a:pt x="217226" y="21388"/>
                </a:cubicBezTo>
                <a:cubicBezTo>
                  <a:pt x="215890" y="17328"/>
                  <a:pt x="213761" y="13714"/>
                  <a:pt x="210839" y="10546"/>
                </a:cubicBezTo>
                <a:cubicBezTo>
                  <a:pt x="207918" y="7377"/>
                  <a:pt x="204131" y="4827"/>
                  <a:pt x="199477" y="2896"/>
                </a:cubicBezTo>
                <a:cubicBezTo>
                  <a:pt x="194824" y="965"/>
                  <a:pt x="189180" y="0"/>
                  <a:pt x="182545" y="0"/>
                </a:cubicBezTo>
                <a:lnTo>
                  <a:pt x="134717" y="0"/>
                </a:lnTo>
                <a:close/>
                <a:moveTo>
                  <a:pt x="233788" y="0"/>
                </a:moveTo>
                <a:lnTo>
                  <a:pt x="233788" y="106031"/>
                </a:lnTo>
                <a:lnTo>
                  <a:pt x="314290" y="106031"/>
                </a:lnTo>
                <a:lnTo>
                  <a:pt x="314290" y="86449"/>
                </a:lnTo>
                <a:lnTo>
                  <a:pt x="257107" y="86449"/>
                </a:lnTo>
                <a:lnTo>
                  <a:pt x="257107" y="60486"/>
                </a:lnTo>
                <a:lnTo>
                  <a:pt x="308500" y="60486"/>
                </a:lnTo>
                <a:lnTo>
                  <a:pt x="308500" y="42354"/>
                </a:lnTo>
                <a:lnTo>
                  <a:pt x="257107" y="42354"/>
                </a:lnTo>
                <a:lnTo>
                  <a:pt x="257107" y="19582"/>
                </a:lnTo>
                <a:lnTo>
                  <a:pt x="313103" y="19582"/>
                </a:lnTo>
                <a:lnTo>
                  <a:pt x="313103" y="0"/>
                </a:lnTo>
                <a:lnTo>
                  <a:pt x="233788" y="0"/>
                </a:lnTo>
                <a:close/>
                <a:moveTo>
                  <a:pt x="387814" y="67740"/>
                </a:moveTo>
                <a:cubicBezTo>
                  <a:pt x="387814" y="64670"/>
                  <a:pt x="388111" y="61650"/>
                  <a:pt x="388704" y="58679"/>
                </a:cubicBezTo>
                <a:cubicBezTo>
                  <a:pt x="389298" y="55707"/>
                  <a:pt x="390313" y="53083"/>
                  <a:pt x="391748" y="50806"/>
                </a:cubicBezTo>
                <a:cubicBezTo>
                  <a:pt x="393185" y="48527"/>
                  <a:pt x="395092" y="46670"/>
                  <a:pt x="397468" y="45235"/>
                </a:cubicBezTo>
                <a:cubicBezTo>
                  <a:pt x="399845" y="43798"/>
                  <a:pt x="402816" y="43080"/>
                  <a:pt x="406380" y="43080"/>
                </a:cubicBezTo>
                <a:cubicBezTo>
                  <a:pt x="409946" y="43080"/>
                  <a:pt x="412941" y="43798"/>
                  <a:pt x="415366" y="45235"/>
                </a:cubicBezTo>
                <a:cubicBezTo>
                  <a:pt x="417793" y="46670"/>
                  <a:pt x="419724" y="48527"/>
                  <a:pt x="421159" y="50806"/>
                </a:cubicBezTo>
                <a:cubicBezTo>
                  <a:pt x="422596" y="53083"/>
                  <a:pt x="423611" y="55707"/>
                  <a:pt x="424205" y="58679"/>
                </a:cubicBezTo>
                <a:cubicBezTo>
                  <a:pt x="424799" y="61650"/>
                  <a:pt x="425096" y="64670"/>
                  <a:pt x="425096" y="67740"/>
                </a:cubicBezTo>
                <a:cubicBezTo>
                  <a:pt x="425096" y="70811"/>
                  <a:pt x="424799" y="73807"/>
                  <a:pt x="424205" y="76729"/>
                </a:cubicBezTo>
                <a:cubicBezTo>
                  <a:pt x="423611" y="79649"/>
                  <a:pt x="422596" y="82274"/>
                  <a:pt x="421159" y="84602"/>
                </a:cubicBezTo>
                <a:cubicBezTo>
                  <a:pt x="419724" y="86929"/>
                  <a:pt x="417793" y="88786"/>
                  <a:pt x="415366" y="90173"/>
                </a:cubicBezTo>
                <a:cubicBezTo>
                  <a:pt x="412941" y="91559"/>
                  <a:pt x="409946" y="92251"/>
                  <a:pt x="406380" y="92251"/>
                </a:cubicBezTo>
                <a:cubicBezTo>
                  <a:pt x="402816" y="92251"/>
                  <a:pt x="399845" y="91559"/>
                  <a:pt x="397468" y="90173"/>
                </a:cubicBezTo>
                <a:cubicBezTo>
                  <a:pt x="395092" y="88786"/>
                  <a:pt x="393185" y="86929"/>
                  <a:pt x="391748" y="84602"/>
                </a:cubicBezTo>
                <a:cubicBezTo>
                  <a:pt x="390313" y="82274"/>
                  <a:pt x="389298" y="79649"/>
                  <a:pt x="388704" y="76729"/>
                </a:cubicBezTo>
                <a:cubicBezTo>
                  <a:pt x="388111" y="73807"/>
                  <a:pt x="387814" y="70811"/>
                  <a:pt x="387814" y="67740"/>
                </a:cubicBezTo>
                <a:moveTo>
                  <a:pt x="366723" y="67743"/>
                </a:moveTo>
                <a:cubicBezTo>
                  <a:pt x="366723" y="73892"/>
                  <a:pt x="367663" y="79446"/>
                  <a:pt x="369544" y="84405"/>
                </a:cubicBezTo>
                <a:cubicBezTo>
                  <a:pt x="371425" y="89364"/>
                  <a:pt x="374099" y="93604"/>
                  <a:pt x="377565" y="97126"/>
                </a:cubicBezTo>
                <a:cubicBezTo>
                  <a:pt x="381031" y="100647"/>
                  <a:pt x="385190" y="103350"/>
                  <a:pt x="390041" y="105236"/>
                </a:cubicBezTo>
                <a:cubicBezTo>
                  <a:pt x="394895" y="107120"/>
                  <a:pt x="400341" y="108062"/>
                  <a:pt x="406380" y="108062"/>
                </a:cubicBezTo>
                <a:cubicBezTo>
                  <a:pt x="412421" y="108062"/>
                  <a:pt x="417892" y="107120"/>
                  <a:pt x="422793" y="105236"/>
                </a:cubicBezTo>
                <a:cubicBezTo>
                  <a:pt x="427695" y="103350"/>
                  <a:pt x="431878" y="100647"/>
                  <a:pt x="435344" y="97126"/>
                </a:cubicBezTo>
                <a:cubicBezTo>
                  <a:pt x="438811" y="93604"/>
                  <a:pt x="441484" y="89364"/>
                  <a:pt x="443365" y="84405"/>
                </a:cubicBezTo>
                <a:cubicBezTo>
                  <a:pt x="445246" y="79446"/>
                  <a:pt x="446187" y="73892"/>
                  <a:pt x="446187" y="67743"/>
                </a:cubicBezTo>
                <a:cubicBezTo>
                  <a:pt x="446187" y="61593"/>
                  <a:pt x="445246" y="56014"/>
                  <a:pt x="443365" y="51005"/>
                </a:cubicBezTo>
                <a:cubicBezTo>
                  <a:pt x="441484" y="45995"/>
                  <a:pt x="438811" y="41730"/>
                  <a:pt x="435344" y="38209"/>
                </a:cubicBezTo>
                <a:cubicBezTo>
                  <a:pt x="431878" y="34687"/>
                  <a:pt x="427695" y="31959"/>
                  <a:pt x="422793" y="30025"/>
                </a:cubicBezTo>
                <a:cubicBezTo>
                  <a:pt x="417892" y="28091"/>
                  <a:pt x="412421" y="27124"/>
                  <a:pt x="406380" y="27124"/>
                </a:cubicBezTo>
                <a:cubicBezTo>
                  <a:pt x="400341" y="27124"/>
                  <a:pt x="394895" y="28091"/>
                  <a:pt x="390041" y="30025"/>
                </a:cubicBezTo>
                <a:cubicBezTo>
                  <a:pt x="385190" y="31959"/>
                  <a:pt x="381031" y="34687"/>
                  <a:pt x="377565" y="38209"/>
                </a:cubicBezTo>
                <a:cubicBezTo>
                  <a:pt x="374099" y="41730"/>
                  <a:pt x="371425" y="45995"/>
                  <a:pt x="369544" y="51005"/>
                </a:cubicBezTo>
                <a:cubicBezTo>
                  <a:pt x="367663" y="56014"/>
                  <a:pt x="366723" y="61593"/>
                  <a:pt x="366723" y="67743"/>
                </a:cubicBezTo>
                <a:close/>
                <a:moveTo>
                  <a:pt x="459852" y="29184"/>
                </a:moveTo>
                <a:lnTo>
                  <a:pt x="459852" y="106031"/>
                </a:lnTo>
                <a:lnTo>
                  <a:pt x="480943" y="106031"/>
                </a:lnTo>
                <a:lnTo>
                  <a:pt x="480943" y="71387"/>
                </a:lnTo>
                <a:cubicBezTo>
                  <a:pt x="480943" y="67918"/>
                  <a:pt x="481290" y="64697"/>
                  <a:pt x="481984" y="61723"/>
                </a:cubicBezTo>
                <a:cubicBezTo>
                  <a:pt x="482677" y="58750"/>
                  <a:pt x="483840" y="56148"/>
                  <a:pt x="485474" y="53918"/>
                </a:cubicBezTo>
                <a:cubicBezTo>
                  <a:pt x="487107" y="51687"/>
                  <a:pt x="489260" y="49928"/>
                  <a:pt x="491933" y="48639"/>
                </a:cubicBezTo>
                <a:cubicBezTo>
                  <a:pt x="494607" y="47350"/>
                  <a:pt x="497876" y="46706"/>
                  <a:pt x="501737" y="46706"/>
                </a:cubicBezTo>
                <a:cubicBezTo>
                  <a:pt x="503025" y="46706"/>
                  <a:pt x="504361" y="46781"/>
                  <a:pt x="505747" y="46930"/>
                </a:cubicBezTo>
                <a:cubicBezTo>
                  <a:pt x="507134" y="47078"/>
                  <a:pt x="508322" y="47251"/>
                  <a:pt x="509312" y="47449"/>
                </a:cubicBezTo>
                <a:lnTo>
                  <a:pt x="509312" y="27865"/>
                </a:lnTo>
                <a:cubicBezTo>
                  <a:pt x="507629" y="27371"/>
                  <a:pt x="506094" y="27124"/>
                  <a:pt x="504709" y="27124"/>
                </a:cubicBezTo>
                <a:cubicBezTo>
                  <a:pt x="502034" y="27124"/>
                  <a:pt x="499460" y="27520"/>
                  <a:pt x="496985" y="28312"/>
                </a:cubicBezTo>
                <a:cubicBezTo>
                  <a:pt x="494510" y="29102"/>
                  <a:pt x="492183" y="30214"/>
                  <a:pt x="490004" y="31648"/>
                </a:cubicBezTo>
                <a:cubicBezTo>
                  <a:pt x="487826" y="33082"/>
                  <a:pt x="485895" y="34813"/>
                  <a:pt x="484211" y="36840"/>
                </a:cubicBezTo>
                <a:cubicBezTo>
                  <a:pt x="482528" y="38868"/>
                  <a:pt x="481191" y="41069"/>
                  <a:pt x="480200" y="43442"/>
                </a:cubicBezTo>
                <a:lnTo>
                  <a:pt x="479903" y="43442"/>
                </a:lnTo>
                <a:lnTo>
                  <a:pt x="479903" y="29184"/>
                </a:lnTo>
                <a:lnTo>
                  <a:pt x="459852" y="29184"/>
                </a:lnTo>
                <a:close/>
                <a:moveTo>
                  <a:pt x="651160" y="65902"/>
                </a:moveTo>
                <a:lnTo>
                  <a:pt x="651160" y="0"/>
                </a:lnTo>
                <a:lnTo>
                  <a:pt x="627841" y="0"/>
                </a:lnTo>
                <a:lnTo>
                  <a:pt x="627841" y="65907"/>
                </a:lnTo>
                <a:cubicBezTo>
                  <a:pt x="627841" y="73824"/>
                  <a:pt x="626257" y="79638"/>
                  <a:pt x="623088" y="83349"/>
                </a:cubicBezTo>
                <a:cubicBezTo>
                  <a:pt x="619920" y="87060"/>
                  <a:pt x="614177" y="88915"/>
                  <a:pt x="605859" y="88915"/>
                </a:cubicBezTo>
                <a:cubicBezTo>
                  <a:pt x="601106" y="88915"/>
                  <a:pt x="597318" y="88247"/>
                  <a:pt x="594496" y="86912"/>
                </a:cubicBezTo>
                <a:cubicBezTo>
                  <a:pt x="591673" y="85576"/>
                  <a:pt x="589470" y="83845"/>
                  <a:pt x="587885" y="81717"/>
                </a:cubicBezTo>
                <a:cubicBezTo>
                  <a:pt x="586301" y="79588"/>
                  <a:pt x="585262" y="77139"/>
                  <a:pt x="584766" y="74370"/>
                </a:cubicBezTo>
                <a:cubicBezTo>
                  <a:pt x="584272" y="71598"/>
                  <a:pt x="584025" y="68778"/>
                  <a:pt x="584025" y="65907"/>
                </a:cubicBezTo>
                <a:lnTo>
                  <a:pt x="584025" y="0"/>
                </a:lnTo>
                <a:lnTo>
                  <a:pt x="560704" y="0"/>
                </a:lnTo>
                <a:lnTo>
                  <a:pt x="560704" y="65902"/>
                </a:lnTo>
                <a:cubicBezTo>
                  <a:pt x="560704" y="80348"/>
                  <a:pt x="564640" y="91035"/>
                  <a:pt x="572512" y="97963"/>
                </a:cubicBezTo>
                <a:cubicBezTo>
                  <a:pt x="580384" y="104889"/>
                  <a:pt x="591499" y="108352"/>
                  <a:pt x="605857" y="108352"/>
                </a:cubicBezTo>
                <a:cubicBezTo>
                  <a:pt x="620018" y="108352"/>
                  <a:pt x="631108" y="104864"/>
                  <a:pt x="639128" y="97888"/>
                </a:cubicBezTo>
                <a:cubicBezTo>
                  <a:pt x="647149" y="90912"/>
                  <a:pt x="651160" y="80250"/>
                  <a:pt x="651160" y="65902"/>
                </a:cubicBezTo>
                <a:close/>
                <a:moveTo>
                  <a:pt x="671211" y="0"/>
                </a:moveTo>
                <a:lnTo>
                  <a:pt x="671211" y="106031"/>
                </a:lnTo>
                <a:lnTo>
                  <a:pt x="746220" y="106031"/>
                </a:lnTo>
                <a:lnTo>
                  <a:pt x="746220" y="86449"/>
                </a:lnTo>
                <a:lnTo>
                  <a:pt x="694530" y="86449"/>
                </a:lnTo>
                <a:lnTo>
                  <a:pt x="694530" y="0"/>
                </a:lnTo>
                <a:lnTo>
                  <a:pt x="671211" y="0"/>
                </a:lnTo>
                <a:close/>
                <a:moveTo>
                  <a:pt x="759290" y="0"/>
                </a:moveTo>
                <a:lnTo>
                  <a:pt x="759290" y="106031"/>
                </a:lnTo>
                <a:lnTo>
                  <a:pt x="839792" y="106031"/>
                </a:lnTo>
                <a:lnTo>
                  <a:pt x="839792" y="86449"/>
                </a:lnTo>
                <a:lnTo>
                  <a:pt x="782609" y="86449"/>
                </a:lnTo>
                <a:lnTo>
                  <a:pt x="782609" y="60486"/>
                </a:lnTo>
                <a:lnTo>
                  <a:pt x="834002" y="60486"/>
                </a:lnTo>
                <a:lnTo>
                  <a:pt x="834002" y="42354"/>
                </a:lnTo>
                <a:lnTo>
                  <a:pt x="782609" y="42354"/>
                </a:lnTo>
                <a:lnTo>
                  <a:pt x="782609" y="19582"/>
                </a:lnTo>
                <a:lnTo>
                  <a:pt x="838605" y="19582"/>
                </a:lnTo>
                <a:lnTo>
                  <a:pt x="838605" y="0"/>
                </a:lnTo>
                <a:lnTo>
                  <a:pt x="75929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E2BB5-0DC9-4673-900A-E86DFBDC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755" y="1965537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88" name="Text IPv4orIPv6">
            <a:extLst xmlns:a="http://schemas.openxmlformats.org/drawingml/2006/main">
              <a:ext uri="{FF2B5EF4-FFF2-40B4-BE49-F238E27FC236}">
                <a16:creationId xmlns:a16="http://schemas.microsoft.com/office/drawing/2014/main" id="{B6CF560E-BF45-4F84-9BB9-3FD6FA97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258" y="2002156"/>
            <a:ext cx="782756" cy="107627"/>
          </a:xfrm>
          <a:custGeom xmlns:a="http://schemas.openxmlformats.org/drawingml/2006/main">
            <a:pathLst>
              <a:path w="782756" h="107627">
                <a:moveTo>
                  <a:pt x="0" y="0"/>
                </a:moveTo>
                <a:lnTo>
                  <a:pt x="0" y="106031"/>
                </a:lnTo>
                <a:lnTo>
                  <a:pt x="14111" y="106031"/>
                </a:lnTo>
                <a:lnTo>
                  <a:pt x="14111" y="0"/>
                </a:lnTo>
                <a:lnTo>
                  <a:pt x="0" y="0"/>
                </a:lnTo>
                <a:close/>
                <a:moveTo>
                  <a:pt x="51986" y="50767"/>
                </a:moveTo>
                <a:lnTo>
                  <a:pt x="51986" y="11894"/>
                </a:lnTo>
                <a:lnTo>
                  <a:pt x="79613" y="11894"/>
                </a:lnTo>
                <a:cubicBezTo>
                  <a:pt x="87633" y="11894"/>
                  <a:pt x="93499" y="13551"/>
                  <a:pt x="97212" y="16864"/>
                </a:cubicBezTo>
                <a:cubicBezTo>
                  <a:pt x="100926" y="20178"/>
                  <a:pt x="102783" y="25000"/>
                  <a:pt x="102783" y="31331"/>
                </a:cubicBezTo>
                <a:cubicBezTo>
                  <a:pt x="102783" y="37661"/>
                  <a:pt x="100926" y="42509"/>
                  <a:pt x="97212" y="45872"/>
                </a:cubicBezTo>
                <a:cubicBezTo>
                  <a:pt x="93499" y="49234"/>
                  <a:pt x="87633" y="50865"/>
                  <a:pt x="79613" y="50767"/>
                </a:cubicBezTo>
                <a:lnTo>
                  <a:pt x="51986" y="50767"/>
                </a:lnTo>
                <a:moveTo>
                  <a:pt x="37875" y="0"/>
                </a:moveTo>
                <a:lnTo>
                  <a:pt x="37875" y="106031"/>
                </a:lnTo>
                <a:lnTo>
                  <a:pt x="51986" y="106031"/>
                </a:lnTo>
                <a:lnTo>
                  <a:pt x="51986" y="62661"/>
                </a:lnTo>
                <a:lnTo>
                  <a:pt x="84366" y="62661"/>
                </a:lnTo>
                <a:cubicBezTo>
                  <a:pt x="95060" y="62761"/>
                  <a:pt x="103155" y="60039"/>
                  <a:pt x="108650" y="54496"/>
                </a:cubicBezTo>
                <a:cubicBezTo>
                  <a:pt x="114146" y="48952"/>
                  <a:pt x="116893" y="41230"/>
                  <a:pt x="116893" y="31331"/>
                </a:cubicBezTo>
                <a:cubicBezTo>
                  <a:pt x="116893" y="21431"/>
                  <a:pt x="114146" y="13734"/>
                  <a:pt x="108650" y="8241"/>
                </a:cubicBezTo>
                <a:cubicBezTo>
                  <a:pt x="103155" y="2747"/>
                  <a:pt x="95060" y="0"/>
                  <a:pt x="84366" y="0"/>
                </a:cubicBezTo>
                <a:lnTo>
                  <a:pt x="37875" y="0"/>
                </a:lnTo>
                <a:close/>
                <a:moveTo>
                  <a:pt x="166652" y="106031"/>
                </a:moveTo>
                <a:lnTo>
                  <a:pt x="194723" y="29300"/>
                </a:lnTo>
                <a:lnTo>
                  <a:pt x="181505" y="29300"/>
                </a:lnTo>
                <a:lnTo>
                  <a:pt x="160562" y="93267"/>
                </a:lnTo>
                <a:lnTo>
                  <a:pt x="160265" y="93267"/>
                </a:lnTo>
                <a:lnTo>
                  <a:pt x="138727" y="29300"/>
                </a:lnTo>
                <a:lnTo>
                  <a:pt x="124619" y="29300"/>
                </a:lnTo>
                <a:lnTo>
                  <a:pt x="153135" y="106031"/>
                </a:lnTo>
                <a:lnTo>
                  <a:pt x="166652" y="106031"/>
                </a:lnTo>
                <a:close/>
                <a:moveTo>
                  <a:pt x="247156" y="70204"/>
                </a:moveTo>
                <a:lnTo>
                  <a:pt x="211804" y="70204"/>
                </a:lnTo>
                <a:lnTo>
                  <a:pt x="246859" y="18698"/>
                </a:lnTo>
                <a:lnTo>
                  <a:pt x="247156" y="18698"/>
                </a:lnTo>
                <a:lnTo>
                  <a:pt x="247156" y="70204"/>
                </a:lnTo>
                <a:moveTo>
                  <a:pt x="259038" y="70204"/>
                </a:moveTo>
                <a:lnTo>
                  <a:pt x="259038" y="725"/>
                </a:lnTo>
                <a:lnTo>
                  <a:pt x="248937" y="725"/>
                </a:lnTo>
                <a:lnTo>
                  <a:pt x="200962" y="69193"/>
                </a:lnTo>
                <a:lnTo>
                  <a:pt x="200962" y="81373"/>
                </a:lnTo>
                <a:lnTo>
                  <a:pt x="247156" y="81373"/>
                </a:lnTo>
                <a:lnTo>
                  <a:pt x="247156" y="106031"/>
                </a:lnTo>
                <a:lnTo>
                  <a:pt x="259038" y="106031"/>
                </a:lnTo>
                <a:lnTo>
                  <a:pt x="259038" y="81373"/>
                </a:lnTo>
                <a:lnTo>
                  <a:pt x="273296" y="81373"/>
                </a:lnTo>
                <a:lnTo>
                  <a:pt x="273296" y="70204"/>
                </a:lnTo>
                <a:lnTo>
                  <a:pt x="259038" y="70204"/>
                </a:lnTo>
                <a:close/>
                <a:moveTo>
                  <a:pt x="339394" y="67668"/>
                </a:moveTo>
                <a:cubicBezTo>
                  <a:pt x="339394" y="63017"/>
                  <a:pt x="340013" y="58887"/>
                  <a:pt x="341250" y="55277"/>
                </a:cubicBezTo>
                <a:cubicBezTo>
                  <a:pt x="342488" y="51666"/>
                  <a:pt x="344196" y="48624"/>
                  <a:pt x="346374" y="46151"/>
                </a:cubicBezTo>
                <a:cubicBezTo>
                  <a:pt x="348553" y="43677"/>
                  <a:pt x="351103" y="41798"/>
                  <a:pt x="354023" y="40512"/>
                </a:cubicBezTo>
                <a:cubicBezTo>
                  <a:pt x="356944" y="39226"/>
                  <a:pt x="360039" y="38583"/>
                  <a:pt x="363307" y="38583"/>
                </a:cubicBezTo>
                <a:cubicBezTo>
                  <a:pt x="366575" y="38583"/>
                  <a:pt x="369669" y="39226"/>
                  <a:pt x="372590" y="40512"/>
                </a:cubicBezTo>
                <a:cubicBezTo>
                  <a:pt x="375510" y="41798"/>
                  <a:pt x="378060" y="43677"/>
                  <a:pt x="380239" y="46151"/>
                </a:cubicBezTo>
                <a:cubicBezTo>
                  <a:pt x="382418" y="48624"/>
                  <a:pt x="384126" y="51666"/>
                  <a:pt x="385363" y="55277"/>
                </a:cubicBezTo>
                <a:cubicBezTo>
                  <a:pt x="386601" y="58887"/>
                  <a:pt x="387219" y="63017"/>
                  <a:pt x="387219" y="67668"/>
                </a:cubicBezTo>
                <a:cubicBezTo>
                  <a:pt x="387219" y="72317"/>
                  <a:pt x="386601" y="76447"/>
                  <a:pt x="385363" y="80058"/>
                </a:cubicBezTo>
                <a:cubicBezTo>
                  <a:pt x="384126" y="83669"/>
                  <a:pt x="382418" y="86687"/>
                  <a:pt x="380239" y="89110"/>
                </a:cubicBezTo>
                <a:cubicBezTo>
                  <a:pt x="378060" y="91534"/>
                  <a:pt x="375510" y="93388"/>
                  <a:pt x="372590" y="94674"/>
                </a:cubicBezTo>
                <a:cubicBezTo>
                  <a:pt x="369669" y="95960"/>
                  <a:pt x="366575" y="96603"/>
                  <a:pt x="363307" y="96603"/>
                </a:cubicBezTo>
                <a:cubicBezTo>
                  <a:pt x="360039" y="96603"/>
                  <a:pt x="356944" y="95960"/>
                  <a:pt x="354023" y="94674"/>
                </a:cubicBezTo>
                <a:cubicBezTo>
                  <a:pt x="351103" y="93388"/>
                  <a:pt x="348553" y="91534"/>
                  <a:pt x="346374" y="89110"/>
                </a:cubicBezTo>
                <a:cubicBezTo>
                  <a:pt x="344196" y="86687"/>
                  <a:pt x="342488" y="83669"/>
                  <a:pt x="341250" y="80058"/>
                </a:cubicBezTo>
                <a:cubicBezTo>
                  <a:pt x="340013" y="76447"/>
                  <a:pt x="339394" y="72317"/>
                  <a:pt x="339394" y="67668"/>
                </a:cubicBezTo>
                <a:moveTo>
                  <a:pt x="326024" y="67670"/>
                </a:moveTo>
                <a:cubicBezTo>
                  <a:pt x="326024" y="73313"/>
                  <a:pt x="326816" y="78562"/>
                  <a:pt x="328400" y="83415"/>
                </a:cubicBezTo>
                <a:cubicBezTo>
                  <a:pt x="329985" y="88266"/>
                  <a:pt x="332361" y="92500"/>
                  <a:pt x="335530" y="96116"/>
                </a:cubicBezTo>
                <a:cubicBezTo>
                  <a:pt x="338698" y="99730"/>
                  <a:pt x="342609" y="102552"/>
                  <a:pt x="347263" y="104583"/>
                </a:cubicBezTo>
                <a:cubicBezTo>
                  <a:pt x="351918" y="106612"/>
                  <a:pt x="357266" y="107627"/>
                  <a:pt x="363307" y="107627"/>
                </a:cubicBezTo>
                <a:cubicBezTo>
                  <a:pt x="369446" y="107627"/>
                  <a:pt x="374817" y="106612"/>
                  <a:pt x="379421" y="104583"/>
                </a:cubicBezTo>
                <a:cubicBezTo>
                  <a:pt x="384026" y="102552"/>
                  <a:pt x="387913" y="99730"/>
                  <a:pt x="391081" y="96116"/>
                </a:cubicBezTo>
                <a:cubicBezTo>
                  <a:pt x="394250" y="92500"/>
                  <a:pt x="396626" y="88266"/>
                  <a:pt x="398209" y="83415"/>
                </a:cubicBezTo>
                <a:cubicBezTo>
                  <a:pt x="399794" y="78562"/>
                  <a:pt x="400587" y="73313"/>
                  <a:pt x="400587" y="67670"/>
                </a:cubicBezTo>
                <a:cubicBezTo>
                  <a:pt x="400587" y="62025"/>
                  <a:pt x="399794" y="56752"/>
                  <a:pt x="398209" y="51851"/>
                </a:cubicBezTo>
                <a:cubicBezTo>
                  <a:pt x="396626" y="46948"/>
                  <a:pt x="394250" y="42689"/>
                  <a:pt x="391081" y="39075"/>
                </a:cubicBezTo>
                <a:cubicBezTo>
                  <a:pt x="387913" y="35461"/>
                  <a:pt x="384026" y="32614"/>
                  <a:pt x="379421" y="30535"/>
                </a:cubicBezTo>
                <a:cubicBezTo>
                  <a:pt x="374817" y="28455"/>
                  <a:pt x="369446" y="27414"/>
                  <a:pt x="363307" y="27414"/>
                </a:cubicBezTo>
                <a:cubicBezTo>
                  <a:pt x="357266" y="27414"/>
                  <a:pt x="351918" y="28455"/>
                  <a:pt x="347263" y="30535"/>
                </a:cubicBezTo>
                <a:cubicBezTo>
                  <a:pt x="342609" y="32614"/>
                  <a:pt x="338698" y="35461"/>
                  <a:pt x="335530" y="39075"/>
                </a:cubicBezTo>
                <a:cubicBezTo>
                  <a:pt x="332361" y="42689"/>
                  <a:pt x="329985" y="46948"/>
                  <a:pt x="328400" y="51851"/>
                </a:cubicBezTo>
                <a:cubicBezTo>
                  <a:pt x="326816" y="56752"/>
                  <a:pt x="326024" y="62025"/>
                  <a:pt x="326024" y="67670"/>
                </a:cubicBezTo>
                <a:close/>
                <a:moveTo>
                  <a:pt x="414996" y="29198"/>
                </a:moveTo>
                <a:lnTo>
                  <a:pt x="414996" y="106031"/>
                </a:lnTo>
                <a:lnTo>
                  <a:pt x="427620" y="106031"/>
                </a:lnTo>
                <a:lnTo>
                  <a:pt x="427620" y="71833"/>
                </a:lnTo>
                <a:cubicBezTo>
                  <a:pt x="427620" y="66878"/>
                  <a:pt x="428114" y="62492"/>
                  <a:pt x="429104" y="58677"/>
                </a:cubicBezTo>
                <a:cubicBezTo>
                  <a:pt x="430095" y="54860"/>
                  <a:pt x="431680" y="51614"/>
                  <a:pt x="433859" y="48938"/>
                </a:cubicBezTo>
                <a:cubicBezTo>
                  <a:pt x="436038" y="46261"/>
                  <a:pt x="438909" y="44229"/>
                  <a:pt x="442473" y="42842"/>
                </a:cubicBezTo>
                <a:cubicBezTo>
                  <a:pt x="446038" y="41453"/>
                  <a:pt x="450345" y="40759"/>
                  <a:pt x="455394" y="40759"/>
                </a:cubicBezTo>
                <a:lnTo>
                  <a:pt x="455394" y="27414"/>
                </a:lnTo>
                <a:cubicBezTo>
                  <a:pt x="448563" y="27216"/>
                  <a:pt x="442919" y="28603"/>
                  <a:pt x="438462" y="31575"/>
                </a:cubicBezTo>
                <a:cubicBezTo>
                  <a:pt x="434006" y="34547"/>
                  <a:pt x="430244" y="39154"/>
                  <a:pt x="427175" y="45396"/>
                </a:cubicBezTo>
                <a:lnTo>
                  <a:pt x="426878" y="45396"/>
                </a:lnTo>
                <a:lnTo>
                  <a:pt x="426878" y="29198"/>
                </a:lnTo>
                <a:lnTo>
                  <a:pt x="414996" y="29198"/>
                </a:lnTo>
                <a:close/>
                <a:moveTo>
                  <a:pt x="508867" y="0"/>
                </a:moveTo>
                <a:lnTo>
                  <a:pt x="508867" y="106031"/>
                </a:lnTo>
                <a:lnTo>
                  <a:pt x="522977" y="106031"/>
                </a:lnTo>
                <a:lnTo>
                  <a:pt x="522977" y="0"/>
                </a:lnTo>
                <a:lnTo>
                  <a:pt x="508867" y="0"/>
                </a:lnTo>
                <a:close/>
                <a:moveTo>
                  <a:pt x="560853" y="50767"/>
                </a:moveTo>
                <a:lnTo>
                  <a:pt x="560853" y="11894"/>
                </a:lnTo>
                <a:lnTo>
                  <a:pt x="588480" y="11894"/>
                </a:lnTo>
                <a:cubicBezTo>
                  <a:pt x="596500" y="11894"/>
                  <a:pt x="602366" y="13551"/>
                  <a:pt x="606079" y="16864"/>
                </a:cubicBezTo>
                <a:cubicBezTo>
                  <a:pt x="609792" y="20178"/>
                  <a:pt x="611649" y="25000"/>
                  <a:pt x="611649" y="31331"/>
                </a:cubicBezTo>
                <a:cubicBezTo>
                  <a:pt x="611649" y="37661"/>
                  <a:pt x="609792" y="42509"/>
                  <a:pt x="606079" y="45872"/>
                </a:cubicBezTo>
                <a:cubicBezTo>
                  <a:pt x="602366" y="49234"/>
                  <a:pt x="596500" y="50865"/>
                  <a:pt x="588480" y="50767"/>
                </a:cubicBezTo>
                <a:lnTo>
                  <a:pt x="560853" y="50767"/>
                </a:lnTo>
                <a:moveTo>
                  <a:pt x="546742" y="0"/>
                </a:moveTo>
                <a:lnTo>
                  <a:pt x="546742" y="106031"/>
                </a:lnTo>
                <a:lnTo>
                  <a:pt x="560853" y="106031"/>
                </a:lnTo>
                <a:lnTo>
                  <a:pt x="560853" y="62661"/>
                </a:lnTo>
                <a:lnTo>
                  <a:pt x="593233" y="62661"/>
                </a:lnTo>
                <a:cubicBezTo>
                  <a:pt x="603927" y="62761"/>
                  <a:pt x="612022" y="60039"/>
                  <a:pt x="617517" y="54496"/>
                </a:cubicBezTo>
                <a:cubicBezTo>
                  <a:pt x="623012" y="48952"/>
                  <a:pt x="625760" y="41230"/>
                  <a:pt x="625760" y="31331"/>
                </a:cubicBezTo>
                <a:cubicBezTo>
                  <a:pt x="625760" y="21431"/>
                  <a:pt x="623012" y="13734"/>
                  <a:pt x="617517" y="8241"/>
                </a:cubicBezTo>
                <a:cubicBezTo>
                  <a:pt x="612022" y="2747"/>
                  <a:pt x="603927" y="0"/>
                  <a:pt x="593233" y="0"/>
                </a:cubicBezTo>
                <a:lnTo>
                  <a:pt x="546742" y="0"/>
                </a:lnTo>
                <a:close/>
                <a:moveTo>
                  <a:pt x="675517" y="106031"/>
                </a:moveTo>
                <a:lnTo>
                  <a:pt x="703589" y="29300"/>
                </a:lnTo>
                <a:lnTo>
                  <a:pt x="690371" y="29300"/>
                </a:lnTo>
                <a:lnTo>
                  <a:pt x="669427" y="93267"/>
                </a:lnTo>
                <a:lnTo>
                  <a:pt x="669130" y="93267"/>
                </a:lnTo>
                <a:lnTo>
                  <a:pt x="647593" y="29300"/>
                </a:lnTo>
                <a:lnTo>
                  <a:pt x="633485" y="29300"/>
                </a:lnTo>
                <a:lnTo>
                  <a:pt x="662000" y="106031"/>
                </a:lnTo>
                <a:lnTo>
                  <a:pt x="675517" y="106031"/>
                </a:lnTo>
                <a:close/>
                <a:moveTo>
                  <a:pt x="767161" y="27559"/>
                </a:moveTo>
                <a:lnTo>
                  <a:pt x="779785" y="27559"/>
                </a:lnTo>
                <a:cubicBezTo>
                  <a:pt x="778994" y="18862"/>
                  <a:pt x="776023" y="12216"/>
                  <a:pt x="770874" y="7620"/>
                </a:cubicBezTo>
                <a:cubicBezTo>
                  <a:pt x="765725" y="3023"/>
                  <a:pt x="758793" y="725"/>
                  <a:pt x="750080" y="725"/>
                </a:cubicBezTo>
                <a:cubicBezTo>
                  <a:pt x="742555" y="725"/>
                  <a:pt x="736317" y="2309"/>
                  <a:pt x="731366" y="5478"/>
                </a:cubicBezTo>
                <a:cubicBezTo>
                  <a:pt x="726415" y="8645"/>
                  <a:pt x="722454" y="12851"/>
                  <a:pt x="719483" y="18097"/>
                </a:cubicBezTo>
                <a:cubicBezTo>
                  <a:pt x="716513" y="23343"/>
                  <a:pt x="714408" y="29357"/>
                  <a:pt x="713169" y="36138"/>
                </a:cubicBezTo>
                <a:cubicBezTo>
                  <a:pt x="711932" y="42917"/>
                  <a:pt x="711313" y="49920"/>
                  <a:pt x="711313" y="57145"/>
                </a:cubicBezTo>
                <a:cubicBezTo>
                  <a:pt x="711313" y="62689"/>
                  <a:pt x="711734" y="68430"/>
                  <a:pt x="712575" y="74370"/>
                </a:cubicBezTo>
                <a:cubicBezTo>
                  <a:pt x="713417" y="80308"/>
                  <a:pt x="715125" y="85751"/>
                  <a:pt x="717700" y="90701"/>
                </a:cubicBezTo>
                <a:cubicBezTo>
                  <a:pt x="720274" y="95649"/>
                  <a:pt x="723938" y="99708"/>
                  <a:pt x="728692" y="102876"/>
                </a:cubicBezTo>
                <a:cubicBezTo>
                  <a:pt x="733445" y="106043"/>
                  <a:pt x="739733" y="107627"/>
                  <a:pt x="747555" y="107627"/>
                </a:cubicBezTo>
                <a:cubicBezTo>
                  <a:pt x="754189" y="107627"/>
                  <a:pt x="759759" y="106513"/>
                  <a:pt x="764265" y="104286"/>
                </a:cubicBezTo>
                <a:cubicBezTo>
                  <a:pt x="768771" y="102059"/>
                  <a:pt x="772385" y="99238"/>
                  <a:pt x="775107" y="95823"/>
                </a:cubicBezTo>
                <a:cubicBezTo>
                  <a:pt x="777830" y="92409"/>
                  <a:pt x="779785" y="88623"/>
                  <a:pt x="780973" y="84466"/>
                </a:cubicBezTo>
                <a:cubicBezTo>
                  <a:pt x="782162" y="80310"/>
                  <a:pt x="782756" y="76301"/>
                  <a:pt x="782756" y="72441"/>
                </a:cubicBezTo>
                <a:cubicBezTo>
                  <a:pt x="782756" y="67591"/>
                  <a:pt x="782014" y="63087"/>
                  <a:pt x="780529" y="58931"/>
                </a:cubicBezTo>
                <a:cubicBezTo>
                  <a:pt x="779043" y="54773"/>
                  <a:pt x="776939" y="51160"/>
                  <a:pt x="774214" y="48093"/>
                </a:cubicBezTo>
                <a:cubicBezTo>
                  <a:pt x="771492" y="45024"/>
                  <a:pt x="768125" y="42624"/>
                  <a:pt x="764115" y="40893"/>
                </a:cubicBezTo>
                <a:cubicBezTo>
                  <a:pt x="760105" y="39160"/>
                  <a:pt x="755576" y="38293"/>
                  <a:pt x="750526" y="38293"/>
                </a:cubicBezTo>
                <a:cubicBezTo>
                  <a:pt x="744783" y="38293"/>
                  <a:pt x="739708" y="39382"/>
                  <a:pt x="735300" y="41561"/>
                </a:cubicBezTo>
                <a:cubicBezTo>
                  <a:pt x="730895" y="43738"/>
                  <a:pt x="727206" y="47253"/>
                  <a:pt x="724236" y="52104"/>
                </a:cubicBezTo>
                <a:lnTo>
                  <a:pt x="723939" y="51808"/>
                </a:lnTo>
                <a:cubicBezTo>
                  <a:pt x="724037" y="47748"/>
                  <a:pt x="724433" y="43393"/>
                  <a:pt x="725127" y="38744"/>
                </a:cubicBezTo>
                <a:cubicBezTo>
                  <a:pt x="725820" y="34093"/>
                  <a:pt x="727082" y="29766"/>
                  <a:pt x="728914" y="25762"/>
                </a:cubicBezTo>
                <a:cubicBezTo>
                  <a:pt x="730746" y="21757"/>
                  <a:pt x="733296" y="18444"/>
                  <a:pt x="736563" y="15824"/>
                </a:cubicBezTo>
                <a:cubicBezTo>
                  <a:pt x="739831" y="13204"/>
                  <a:pt x="744139" y="11894"/>
                  <a:pt x="749486" y="11894"/>
                </a:cubicBezTo>
                <a:cubicBezTo>
                  <a:pt x="754535" y="11894"/>
                  <a:pt x="758595" y="13323"/>
                  <a:pt x="761665" y="16180"/>
                </a:cubicBezTo>
                <a:cubicBezTo>
                  <a:pt x="764736" y="19037"/>
                  <a:pt x="766568" y="22830"/>
                  <a:pt x="767161" y="27559"/>
                </a:cubicBezTo>
                <a:moveTo>
                  <a:pt x="748151" y="49462"/>
                </a:moveTo>
                <a:cubicBezTo>
                  <a:pt x="751715" y="49462"/>
                  <a:pt x="754834" y="50105"/>
                  <a:pt x="757507" y="51391"/>
                </a:cubicBezTo>
                <a:cubicBezTo>
                  <a:pt x="760181" y="52675"/>
                  <a:pt x="762409" y="54379"/>
                  <a:pt x="764190" y="56504"/>
                </a:cubicBezTo>
                <a:cubicBezTo>
                  <a:pt x="765973" y="58628"/>
                  <a:pt x="767285" y="61148"/>
                  <a:pt x="768127" y="64064"/>
                </a:cubicBezTo>
                <a:cubicBezTo>
                  <a:pt x="768968" y="66979"/>
                  <a:pt x="769389" y="70067"/>
                  <a:pt x="769389" y="73329"/>
                </a:cubicBezTo>
                <a:cubicBezTo>
                  <a:pt x="769389" y="76392"/>
                  <a:pt x="768919" y="79332"/>
                  <a:pt x="767977" y="82150"/>
                </a:cubicBezTo>
                <a:cubicBezTo>
                  <a:pt x="767038" y="84966"/>
                  <a:pt x="765676" y="87462"/>
                  <a:pt x="763893" y="89636"/>
                </a:cubicBezTo>
                <a:cubicBezTo>
                  <a:pt x="762112" y="91810"/>
                  <a:pt x="759909" y="93515"/>
                  <a:pt x="757284" y="94751"/>
                </a:cubicBezTo>
                <a:cubicBezTo>
                  <a:pt x="754660" y="95986"/>
                  <a:pt x="751615" y="96603"/>
                  <a:pt x="748151" y="96603"/>
                </a:cubicBezTo>
                <a:cubicBezTo>
                  <a:pt x="744685" y="96603"/>
                  <a:pt x="741590" y="95986"/>
                  <a:pt x="738865" y="94751"/>
                </a:cubicBezTo>
                <a:cubicBezTo>
                  <a:pt x="736143" y="93515"/>
                  <a:pt x="733866" y="91860"/>
                  <a:pt x="732035" y="89786"/>
                </a:cubicBezTo>
                <a:cubicBezTo>
                  <a:pt x="730203" y="87710"/>
                  <a:pt x="728792" y="85238"/>
                  <a:pt x="727801" y="82372"/>
                </a:cubicBezTo>
                <a:cubicBezTo>
                  <a:pt x="726811" y="79506"/>
                  <a:pt x="726316" y="76442"/>
                  <a:pt x="726316" y="73180"/>
                </a:cubicBezTo>
                <a:cubicBezTo>
                  <a:pt x="726316" y="69919"/>
                  <a:pt x="726786" y="66832"/>
                  <a:pt x="727726" y="63917"/>
                </a:cubicBezTo>
                <a:cubicBezTo>
                  <a:pt x="728667" y="61001"/>
                  <a:pt x="730079" y="58481"/>
                  <a:pt x="731960" y="56356"/>
                </a:cubicBezTo>
                <a:cubicBezTo>
                  <a:pt x="733841" y="54230"/>
                  <a:pt x="736118" y="52550"/>
                  <a:pt x="738791" y="51316"/>
                </a:cubicBezTo>
                <a:cubicBezTo>
                  <a:pt x="741465" y="50080"/>
                  <a:pt x="744585" y="49462"/>
                  <a:pt x="748151" y="49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C73B1-F414-4BF5-850D-45DD7FE0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909" y="2480328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90" name="Text DVB-S2(X)">
            <a:extLst xmlns:a="http://schemas.openxmlformats.org/drawingml/2006/main">
              <a:ext uri="{FF2B5EF4-FFF2-40B4-BE49-F238E27FC236}">
                <a16:creationId xmlns:a16="http://schemas.microsoft.com/office/drawing/2014/main" id="{A1F79E89-F889-4B64-858A-7D8C9893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2352" y="2514334"/>
            <a:ext cx="682795" cy="137942"/>
          </a:xfrm>
          <a:custGeom xmlns:a="http://schemas.openxmlformats.org/drawingml/2006/main">
            <a:pathLst>
              <a:path w="682795" h="137942">
                <a:moveTo>
                  <a:pt x="14111" y="96748"/>
                </a:moveTo>
                <a:lnTo>
                  <a:pt x="14111" y="14505"/>
                </a:lnTo>
                <a:lnTo>
                  <a:pt x="37876" y="14505"/>
                </a:lnTo>
                <a:cubicBezTo>
                  <a:pt x="44411" y="14505"/>
                  <a:pt x="49906" y="15421"/>
                  <a:pt x="54362" y="17252"/>
                </a:cubicBezTo>
                <a:cubicBezTo>
                  <a:pt x="58818" y="19083"/>
                  <a:pt x="62457" y="21755"/>
                  <a:pt x="65279" y="25268"/>
                </a:cubicBezTo>
                <a:cubicBezTo>
                  <a:pt x="68101" y="28781"/>
                  <a:pt x="70131" y="33037"/>
                  <a:pt x="71369" y="38035"/>
                </a:cubicBezTo>
                <a:cubicBezTo>
                  <a:pt x="72606" y="43033"/>
                  <a:pt x="73225" y="48699"/>
                  <a:pt x="73225" y="55033"/>
                </a:cubicBezTo>
                <a:cubicBezTo>
                  <a:pt x="73225" y="61564"/>
                  <a:pt x="72556" y="67131"/>
                  <a:pt x="71219" y="71734"/>
                </a:cubicBezTo>
                <a:cubicBezTo>
                  <a:pt x="69884" y="76336"/>
                  <a:pt x="68175" y="80172"/>
                  <a:pt x="66095" y="83240"/>
                </a:cubicBezTo>
                <a:cubicBezTo>
                  <a:pt x="64016" y="86307"/>
                  <a:pt x="61664" y="88732"/>
                  <a:pt x="59040" y="90513"/>
                </a:cubicBezTo>
                <a:cubicBezTo>
                  <a:pt x="56417" y="92294"/>
                  <a:pt x="53768" y="93655"/>
                  <a:pt x="51094" y="94595"/>
                </a:cubicBezTo>
                <a:cubicBezTo>
                  <a:pt x="48421" y="95535"/>
                  <a:pt x="45896" y="96128"/>
                  <a:pt x="43519" y="96376"/>
                </a:cubicBezTo>
                <a:cubicBezTo>
                  <a:pt x="41143" y="96624"/>
                  <a:pt x="39163" y="96748"/>
                  <a:pt x="37579" y="96748"/>
                </a:cubicBezTo>
                <a:lnTo>
                  <a:pt x="14111" y="96748"/>
                </a:lnTo>
                <a:moveTo>
                  <a:pt x="0" y="2611"/>
                </a:moveTo>
                <a:lnTo>
                  <a:pt x="0" y="108642"/>
                </a:lnTo>
                <a:lnTo>
                  <a:pt x="36389" y="108642"/>
                </a:lnTo>
                <a:cubicBezTo>
                  <a:pt x="45203" y="108642"/>
                  <a:pt x="52827" y="107405"/>
                  <a:pt x="59264" y="104930"/>
                </a:cubicBezTo>
                <a:cubicBezTo>
                  <a:pt x="65701" y="102455"/>
                  <a:pt x="70998" y="98866"/>
                  <a:pt x="75156" y="94164"/>
                </a:cubicBezTo>
                <a:cubicBezTo>
                  <a:pt x="79316" y="89461"/>
                  <a:pt x="82385" y="83669"/>
                  <a:pt x="84364" y="76788"/>
                </a:cubicBezTo>
                <a:cubicBezTo>
                  <a:pt x="86345" y="69907"/>
                  <a:pt x="87336" y="62012"/>
                  <a:pt x="87336" y="53102"/>
                </a:cubicBezTo>
                <a:cubicBezTo>
                  <a:pt x="87336" y="36073"/>
                  <a:pt x="82929" y="23401"/>
                  <a:pt x="74116" y="15085"/>
                </a:cubicBezTo>
                <a:cubicBezTo>
                  <a:pt x="65304" y="6769"/>
                  <a:pt x="52728" y="2611"/>
                  <a:pt x="36389" y="2611"/>
                </a:cubicBezTo>
                <a:lnTo>
                  <a:pt x="0" y="2611"/>
                </a:lnTo>
                <a:close/>
                <a:moveTo>
                  <a:pt x="146301" y="108642"/>
                </a:moveTo>
                <a:lnTo>
                  <a:pt x="184030" y="2611"/>
                </a:lnTo>
                <a:lnTo>
                  <a:pt x="169326" y="2611"/>
                </a:lnTo>
                <a:lnTo>
                  <a:pt x="138727" y="94534"/>
                </a:lnTo>
                <a:lnTo>
                  <a:pt x="138430" y="94534"/>
                </a:lnTo>
                <a:lnTo>
                  <a:pt x="108131" y="2611"/>
                </a:lnTo>
                <a:lnTo>
                  <a:pt x="92980" y="2611"/>
                </a:lnTo>
                <a:lnTo>
                  <a:pt x="130262" y="108642"/>
                </a:lnTo>
                <a:lnTo>
                  <a:pt x="146301" y="108642"/>
                </a:lnTo>
                <a:close/>
                <a:moveTo>
                  <a:pt x="209428" y="48156"/>
                </a:moveTo>
                <a:lnTo>
                  <a:pt x="209428" y="14505"/>
                </a:lnTo>
                <a:lnTo>
                  <a:pt x="237649" y="14505"/>
                </a:lnTo>
                <a:cubicBezTo>
                  <a:pt x="240717" y="14505"/>
                  <a:pt x="243613" y="14678"/>
                  <a:pt x="246336" y="15024"/>
                </a:cubicBezTo>
                <a:cubicBezTo>
                  <a:pt x="249060" y="15370"/>
                  <a:pt x="251462" y="16136"/>
                  <a:pt x="253541" y="17322"/>
                </a:cubicBezTo>
                <a:cubicBezTo>
                  <a:pt x="255620" y="18508"/>
                  <a:pt x="257253" y="20188"/>
                  <a:pt x="258441" y="22363"/>
                </a:cubicBezTo>
                <a:cubicBezTo>
                  <a:pt x="259630" y="24537"/>
                  <a:pt x="260224" y="27501"/>
                  <a:pt x="260224" y="31256"/>
                </a:cubicBezTo>
                <a:cubicBezTo>
                  <a:pt x="260224" y="36890"/>
                  <a:pt x="258466" y="41115"/>
                  <a:pt x="254950" y="43932"/>
                </a:cubicBezTo>
                <a:cubicBezTo>
                  <a:pt x="251436" y="46748"/>
                  <a:pt x="245669" y="48156"/>
                  <a:pt x="237649" y="48156"/>
                </a:cubicBezTo>
                <a:lnTo>
                  <a:pt x="209428" y="48156"/>
                </a:lnTo>
                <a:moveTo>
                  <a:pt x="195317" y="2611"/>
                </a:moveTo>
                <a:lnTo>
                  <a:pt x="195317" y="108642"/>
                </a:lnTo>
                <a:lnTo>
                  <a:pt x="246560" y="108642"/>
                </a:lnTo>
                <a:cubicBezTo>
                  <a:pt x="251808" y="108642"/>
                  <a:pt x="256436" y="107775"/>
                  <a:pt x="260446" y="106042"/>
                </a:cubicBezTo>
                <a:cubicBezTo>
                  <a:pt x="264458" y="104308"/>
                  <a:pt x="267825" y="102029"/>
                  <a:pt x="270548" y="99207"/>
                </a:cubicBezTo>
                <a:cubicBezTo>
                  <a:pt x="273270" y="96383"/>
                  <a:pt x="275325" y="93138"/>
                  <a:pt x="276710" y="89473"/>
                </a:cubicBezTo>
                <a:cubicBezTo>
                  <a:pt x="278097" y="85806"/>
                  <a:pt x="278791" y="82041"/>
                  <a:pt x="278791" y="78177"/>
                </a:cubicBezTo>
                <a:cubicBezTo>
                  <a:pt x="278791" y="71639"/>
                  <a:pt x="277058" y="66092"/>
                  <a:pt x="273592" y="61535"/>
                </a:cubicBezTo>
                <a:cubicBezTo>
                  <a:pt x="270125" y="56976"/>
                  <a:pt x="265125" y="54004"/>
                  <a:pt x="258590" y="52617"/>
                </a:cubicBezTo>
                <a:lnTo>
                  <a:pt x="258590" y="52320"/>
                </a:lnTo>
                <a:cubicBezTo>
                  <a:pt x="263640" y="50342"/>
                  <a:pt x="267526" y="47300"/>
                  <a:pt x="270249" y="43195"/>
                </a:cubicBezTo>
                <a:cubicBezTo>
                  <a:pt x="272973" y="39089"/>
                  <a:pt x="274335" y="34217"/>
                  <a:pt x="274335" y="28579"/>
                </a:cubicBezTo>
                <a:cubicBezTo>
                  <a:pt x="274335" y="23237"/>
                  <a:pt x="273122" y="18736"/>
                  <a:pt x="270695" y="15076"/>
                </a:cubicBezTo>
                <a:cubicBezTo>
                  <a:pt x="268270" y="11415"/>
                  <a:pt x="265324" y="8546"/>
                  <a:pt x="261858" y="6468"/>
                </a:cubicBezTo>
                <a:cubicBezTo>
                  <a:pt x="260273" y="5480"/>
                  <a:pt x="258367" y="4739"/>
                  <a:pt x="256138" y="4245"/>
                </a:cubicBezTo>
                <a:cubicBezTo>
                  <a:pt x="253911" y="3749"/>
                  <a:pt x="251510" y="3378"/>
                  <a:pt x="248935" y="3130"/>
                </a:cubicBezTo>
                <a:cubicBezTo>
                  <a:pt x="246361" y="2882"/>
                  <a:pt x="243761" y="2734"/>
                  <a:pt x="241137" y="2686"/>
                </a:cubicBezTo>
                <a:cubicBezTo>
                  <a:pt x="238514" y="2636"/>
                  <a:pt x="236064" y="2611"/>
                  <a:pt x="233787" y="2611"/>
                </a:cubicBezTo>
                <a:lnTo>
                  <a:pt x="195317" y="2611"/>
                </a:lnTo>
                <a:moveTo>
                  <a:pt x="209428" y="96748"/>
                </a:moveTo>
                <a:lnTo>
                  <a:pt x="209428" y="60050"/>
                </a:lnTo>
                <a:lnTo>
                  <a:pt x="241658" y="60050"/>
                </a:lnTo>
                <a:cubicBezTo>
                  <a:pt x="244628" y="60050"/>
                  <a:pt x="247500" y="60323"/>
                  <a:pt x="250273" y="60869"/>
                </a:cubicBezTo>
                <a:cubicBezTo>
                  <a:pt x="253045" y="61413"/>
                  <a:pt x="255496" y="62353"/>
                  <a:pt x="257625" y="63690"/>
                </a:cubicBezTo>
                <a:cubicBezTo>
                  <a:pt x="259754" y="65027"/>
                  <a:pt x="261462" y="66835"/>
                  <a:pt x="262749" y="69114"/>
                </a:cubicBezTo>
                <a:cubicBezTo>
                  <a:pt x="264036" y="71392"/>
                  <a:pt x="264680" y="74265"/>
                  <a:pt x="264680" y="77731"/>
                </a:cubicBezTo>
                <a:cubicBezTo>
                  <a:pt x="264680" y="83673"/>
                  <a:pt x="262922" y="88328"/>
                  <a:pt x="259406" y="91696"/>
                </a:cubicBezTo>
                <a:cubicBezTo>
                  <a:pt x="255892" y="95064"/>
                  <a:pt x="251015" y="96748"/>
                  <a:pt x="244777" y="96748"/>
                </a:cubicBezTo>
                <a:lnTo>
                  <a:pt x="209428" y="96748"/>
                </a:lnTo>
                <a:close/>
                <a:moveTo>
                  <a:pt x="292902" y="61356"/>
                </a:moveTo>
                <a:lnTo>
                  <a:pt x="292902" y="73250"/>
                </a:lnTo>
                <a:lnTo>
                  <a:pt x="335827" y="73250"/>
                </a:lnTo>
                <a:lnTo>
                  <a:pt x="335827" y="61356"/>
                </a:lnTo>
                <a:lnTo>
                  <a:pt x="292902" y="61356"/>
                </a:lnTo>
                <a:close/>
                <a:moveTo>
                  <a:pt x="416181" y="33579"/>
                </a:moveTo>
                <a:lnTo>
                  <a:pt x="429549" y="33579"/>
                </a:lnTo>
                <a:cubicBezTo>
                  <a:pt x="429351" y="27738"/>
                  <a:pt x="428236" y="22713"/>
                  <a:pt x="426206" y="18505"/>
                </a:cubicBezTo>
                <a:cubicBezTo>
                  <a:pt x="424177" y="14296"/>
                  <a:pt x="421404" y="10804"/>
                  <a:pt x="417888" y="8030"/>
                </a:cubicBezTo>
                <a:cubicBezTo>
                  <a:pt x="414374" y="5254"/>
                  <a:pt x="410290" y="3222"/>
                  <a:pt x="405636" y="1933"/>
                </a:cubicBezTo>
                <a:cubicBezTo>
                  <a:pt x="400982" y="644"/>
                  <a:pt x="395932" y="0"/>
                  <a:pt x="390485" y="0"/>
                </a:cubicBezTo>
                <a:cubicBezTo>
                  <a:pt x="385633" y="0"/>
                  <a:pt x="380905" y="619"/>
                  <a:pt x="376300" y="1856"/>
                </a:cubicBezTo>
                <a:cubicBezTo>
                  <a:pt x="371696" y="3094"/>
                  <a:pt x="367587" y="4975"/>
                  <a:pt x="363973" y="7502"/>
                </a:cubicBezTo>
                <a:cubicBezTo>
                  <a:pt x="360360" y="10027"/>
                  <a:pt x="357464" y="13245"/>
                  <a:pt x="355286" y="17157"/>
                </a:cubicBezTo>
                <a:cubicBezTo>
                  <a:pt x="353107" y="21067"/>
                  <a:pt x="352018" y="25695"/>
                  <a:pt x="352018" y="31041"/>
                </a:cubicBezTo>
                <a:cubicBezTo>
                  <a:pt x="352018" y="35892"/>
                  <a:pt x="352983" y="39927"/>
                  <a:pt x="354914" y="43145"/>
                </a:cubicBezTo>
                <a:cubicBezTo>
                  <a:pt x="356845" y="46364"/>
                  <a:pt x="359420" y="48988"/>
                  <a:pt x="362638" y="51019"/>
                </a:cubicBezTo>
                <a:cubicBezTo>
                  <a:pt x="365856" y="53048"/>
                  <a:pt x="369495" y="54681"/>
                  <a:pt x="373555" y="55919"/>
                </a:cubicBezTo>
                <a:cubicBezTo>
                  <a:pt x="377615" y="57156"/>
                  <a:pt x="381749" y="58246"/>
                  <a:pt x="385957" y="59187"/>
                </a:cubicBezTo>
                <a:cubicBezTo>
                  <a:pt x="390165" y="60127"/>
                  <a:pt x="394299" y="61042"/>
                  <a:pt x="398359" y="61934"/>
                </a:cubicBezTo>
                <a:cubicBezTo>
                  <a:pt x="402418" y="62825"/>
                  <a:pt x="406058" y="63989"/>
                  <a:pt x="409276" y="65424"/>
                </a:cubicBezTo>
                <a:cubicBezTo>
                  <a:pt x="412494" y="66859"/>
                  <a:pt x="415069" y="68716"/>
                  <a:pt x="417000" y="70995"/>
                </a:cubicBezTo>
                <a:cubicBezTo>
                  <a:pt x="418931" y="73272"/>
                  <a:pt x="419896" y="76242"/>
                  <a:pt x="419896" y="79906"/>
                </a:cubicBezTo>
                <a:cubicBezTo>
                  <a:pt x="419896" y="83768"/>
                  <a:pt x="419104" y="86937"/>
                  <a:pt x="417519" y="89412"/>
                </a:cubicBezTo>
                <a:cubicBezTo>
                  <a:pt x="415935" y="91887"/>
                  <a:pt x="413856" y="93842"/>
                  <a:pt x="411282" y="95279"/>
                </a:cubicBezTo>
                <a:cubicBezTo>
                  <a:pt x="408707" y="96715"/>
                  <a:pt x="405810" y="97729"/>
                  <a:pt x="402592" y="98323"/>
                </a:cubicBezTo>
                <a:cubicBezTo>
                  <a:pt x="399374" y="98917"/>
                  <a:pt x="396181" y="99214"/>
                  <a:pt x="393012" y="99214"/>
                </a:cubicBezTo>
                <a:cubicBezTo>
                  <a:pt x="389050" y="99214"/>
                  <a:pt x="385188" y="98719"/>
                  <a:pt x="381424" y="97729"/>
                </a:cubicBezTo>
                <a:cubicBezTo>
                  <a:pt x="377662" y="96740"/>
                  <a:pt x="374370" y="95205"/>
                  <a:pt x="371547" y="93126"/>
                </a:cubicBezTo>
                <a:cubicBezTo>
                  <a:pt x="368726" y="91046"/>
                  <a:pt x="366449" y="88396"/>
                  <a:pt x="364716" y="85178"/>
                </a:cubicBezTo>
                <a:cubicBezTo>
                  <a:pt x="362983" y="81960"/>
                  <a:pt x="362117" y="78123"/>
                  <a:pt x="362117" y="73667"/>
                </a:cubicBezTo>
                <a:lnTo>
                  <a:pt x="348749" y="73667"/>
                </a:lnTo>
                <a:cubicBezTo>
                  <a:pt x="348749" y="80104"/>
                  <a:pt x="349913" y="85674"/>
                  <a:pt x="352240" y="90377"/>
                </a:cubicBezTo>
                <a:cubicBezTo>
                  <a:pt x="354566" y="95081"/>
                  <a:pt x="357735" y="98944"/>
                  <a:pt x="361745" y="101967"/>
                </a:cubicBezTo>
                <a:cubicBezTo>
                  <a:pt x="365755" y="104989"/>
                  <a:pt x="370409" y="107244"/>
                  <a:pt x="375706" y="108730"/>
                </a:cubicBezTo>
                <a:cubicBezTo>
                  <a:pt x="381005" y="110219"/>
                  <a:pt x="386625" y="110963"/>
                  <a:pt x="392566" y="110963"/>
                </a:cubicBezTo>
                <a:cubicBezTo>
                  <a:pt x="397417" y="110963"/>
                  <a:pt x="402294" y="110393"/>
                  <a:pt x="407195" y="109254"/>
                </a:cubicBezTo>
                <a:cubicBezTo>
                  <a:pt x="412097" y="108116"/>
                  <a:pt x="416528" y="106285"/>
                  <a:pt x="420488" y="103760"/>
                </a:cubicBezTo>
                <a:cubicBezTo>
                  <a:pt x="424449" y="101234"/>
                  <a:pt x="427693" y="97966"/>
                  <a:pt x="430217" y="93956"/>
                </a:cubicBezTo>
                <a:cubicBezTo>
                  <a:pt x="432742" y="89946"/>
                  <a:pt x="434004" y="85119"/>
                  <a:pt x="434004" y="79476"/>
                </a:cubicBezTo>
                <a:cubicBezTo>
                  <a:pt x="434004" y="74227"/>
                  <a:pt x="433039" y="69870"/>
                  <a:pt x="431108" y="66405"/>
                </a:cubicBezTo>
                <a:cubicBezTo>
                  <a:pt x="429177" y="62939"/>
                  <a:pt x="426602" y="60068"/>
                  <a:pt x="423384" y="57791"/>
                </a:cubicBezTo>
                <a:cubicBezTo>
                  <a:pt x="420166" y="55512"/>
                  <a:pt x="416527" y="53705"/>
                  <a:pt x="412467" y="52370"/>
                </a:cubicBezTo>
                <a:cubicBezTo>
                  <a:pt x="408409" y="51032"/>
                  <a:pt x="404275" y="49869"/>
                  <a:pt x="400065" y="48879"/>
                </a:cubicBezTo>
                <a:cubicBezTo>
                  <a:pt x="395857" y="47888"/>
                  <a:pt x="391723" y="46972"/>
                  <a:pt x="387663" y="46130"/>
                </a:cubicBezTo>
                <a:cubicBezTo>
                  <a:pt x="383605" y="45289"/>
                  <a:pt x="379967" y="44224"/>
                  <a:pt x="376748" y="42937"/>
                </a:cubicBezTo>
                <a:cubicBezTo>
                  <a:pt x="373530" y="41650"/>
                  <a:pt x="370956" y="39991"/>
                  <a:pt x="369025" y="37962"/>
                </a:cubicBezTo>
                <a:cubicBezTo>
                  <a:pt x="367094" y="35931"/>
                  <a:pt x="366128" y="33282"/>
                  <a:pt x="366128" y="30014"/>
                </a:cubicBezTo>
                <a:cubicBezTo>
                  <a:pt x="366128" y="26549"/>
                  <a:pt x="366796" y="23654"/>
                  <a:pt x="368132" y="21327"/>
                </a:cubicBezTo>
                <a:cubicBezTo>
                  <a:pt x="369469" y="18998"/>
                  <a:pt x="371251" y="17142"/>
                  <a:pt x="373478" y="15756"/>
                </a:cubicBezTo>
                <a:cubicBezTo>
                  <a:pt x="375707" y="14369"/>
                  <a:pt x="378256" y="13379"/>
                  <a:pt x="381127" y="12785"/>
                </a:cubicBezTo>
                <a:cubicBezTo>
                  <a:pt x="383999" y="12191"/>
                  <a:pt x="386921" y="11894"/>
                  <a:pt x="389891" y="11894"/>
                </a:cubicBezTo>
                <a:cubicBezTo>
                  <a:pt x="397219" y="11894"/>
                  <a:pt x="403235" y="13602"/>
                  <a:pt x="407939" y="17018"/>
                </a:cubicBezTo>
                <a:cubicBezTo>
                  <a:pt x="412642" y="20435"/>
                  <a:pt x="415390" y="25955"/>
                  <a:pt x="416181" y="33579"/>
                </a:cubicBezTo>
                <a:close/>
                <a:moveTo>
                  <a:pt x="446038" y="40648"/>
                </a:moveTo>
                <a:lnTo>
                  <a:pt x="458662" y="40648"/>
                </a:lnTo>
                <a:cubicBezTo>
                  <a:pt x="458563" y="37478"/>
                  <a:pt x="458885" y="34334"/>
                  <a:pt x="459627" y="31215"/>
                </a:cubicBezTo>
                <a:cubicBezTo>
                  <a:pt x="460370" y="28097"/>
                  <a:pt x="461584" y="25300"/>
                  <a:pt x="463267" y="22825"/>
                </a:cubicBezTo>
                <a:cubicBezTo>
                  <a:pt x="464950" y="20348"/>
                  <a:pt x="467103" y="18343"/>
                  <a:pt x="469726" y="16808"/>
                </a:cubicBezTo>
                <a:cubicBezTo>
                  <a:pt x="472351" y="15272"/>
                  <a:pt x="475495" y="14505"/>
                  <a:pt x="479159" y="14505"/>
                </a:cubicBezTo>
                <a:cubicBezTo>
                  <a:pt x="481931" y="14505"/>
                  <a:pt x="484555" y="14951"/>
                  <a:pt x="487030" y="15842"/>
                </a:cubicBezTo>
                <a:cubicBezTo>
                  <a:pt x="489506" y="16732"/>
                  <a:pt x="491660" y="18019"/>
                  <a:pt x="493492" y="19702"/>
                </a:cubicBezTo>
                <a:cubicBezTo>
                  <a:pt x="495324" y="21385"/>
                  <a:pt x="496785" y="23390"/>
                  <a:pt x="497875" y="25717"/>
                </a:cubicBezTo>
                <a:cubicBezTo>
                  <a:pt x="498964" y="28042"/>
                  <a:pt x="499509" y="30640"/>
                  <a:pt x="499509" y="33511"/>
                </a:cubicBezTo>
                <a:cubicBezTo>
                  <a:pt x="499509" y="37173"/>
                  <a:pt x="498939" y="40391"/>
                  <a:pt x="497800" y="43164"/>
                </a:cubicBezTo>
                <a:cubicBezTo>
                  <a:pt x="496661" y="45935"/>
                  <a:pt x="494977" y="48508"/>
                  <a:pt x="492748" y="50883"/>
                </a:cubicBezTo>
                <a:cubicBezTo>
                  <a:pt x="490521" y="53258"/>
                  <a:pt x="487724" y="55609"/>
                  <a:pt x="484358" y="57936"/>
                </a:cubicBezTo>
                <a:cubicBezTo>
                  <a:pt x="480992" y="60261"/>
                  <a:pt x="477081" y="62810"/>
                  <a:pt x="472625" y="65583"/>
                </a:cubicBezTo>
                <a:cubicBezTo>
                  <a:pt x="468961" y="67760"/>
                  <a:pt x="465445" y="70086"/>
                  <a:pt x="462077" y="72561"/>
                </a:cubicBezTo>
                <a:cubicBezTo>
                  <a:pt x="458711" y="75036"/>
                  <a:pt x="455690" y="77907"/>
                  <a:pt x="453016" y="81173"/>
                </a:cubicBezTo>
                <a:cubicBezTo>
                  <a:pt x="450343" y="84440"/>
                  <a:pt x="448140" y="88276"/>
                  <a:pt x="446407" y="92682"/>
                </a:cubicBezTo>
                <a:cubicBezTo>
                  <a:pt x="444676" y="97086"/>
                  <a:pt x="443562" y="102406"/>
                  <a:pt x="443066" y="108642"/>
                </a:cubicBezTo>
                <a:lnTo>
                  <a:pt x="511836" y="108642"/>
                </a:lnTo>
                <a:lnTo>
                  <a:pt x="511836" y="97473"/>
                </a:lnTo>
                <a:lnTo>
                  <a:pt x="457771" y="97473"/>
                </a:lnTo>
                <a:cubicBezTo>
                  <a:pt x="458365" y="94207"/>
                  <a:pt x="459627" y="91312"/>
                  <a:pt x="461558" y="88788"/>
                </a:cubicBezTo>
                <a:cubicBezTo>
                  <a:pt x="463489" y="86264"/>
                  <a:pt x="465816" y="83913"/>
                  <a:pt x="468538" y="81735"/>
                </a:cubicBezTo>
                <a:cubicBezTo>
                  <a:pt x="471263" y="79557"/>
                  <a:pt x="474258" y="77502"/>
                  <a:pt x="477525" y="75573"/>
                </a:cubicBezTo>
                <a:cubicBezTo>
                  <a:pt x="480793" y="73642"/>
                  <a:pt x="484061" y="71687"/>
                  <a:pt x="487329" y="69708"/>
                </a:cubicBezTo>
                <a:cubicBezTo>
                  <a:pt x="490596" y="67629"/>
                  <a:pt x="493764" y="65451"/>
                  <a:pt x="496834" y="63174"/>
                </a:cubicBezTo>
                <a:cubicBezTo>
                  <a:pt x="499905" y="60897"/>
                  <a:pt x="502627" y="58348"/>
                  <a:pt x="505003" y="55527"/>
                </a:cubicBezTo>
                <a:cubicBezTo>
                  <a:pt x="507379" y="52706"/>
                  <a:pt x="509285" y="49514"/>
                  <a:pt x="510721" y="45951"/>
                </a:cubicBezTo>
                <a:cubicBezTo>
                  <a:pt x="512158" y="42387"/>
                  <a:pt x="512876" y="38279"/>
                  <a:pt x="512876" y="33627"/>
                </a:cubicBezTo>
                <a:cubicBezTo>
                  <a:pt x="512876" y="28677"/>
                  <a:pt x="512009" y="24321"/>
                  <a:pt x="510276" y="20561"/>
                </a:cubicBezTo>
                <a:cubicBezTo>
                  <a:pt x="508543" y="16799"/>
                  <a:pt x="506192" y="13656"/>
                  <a:pt x="503221" y="11133"/>
                </a:cubicBezTo>
                <a:cubicBezTo>
                  <a:pt x="500251" y="8608"/>
                  <a:pt x="496760" y="6678"/>
                  <a:pt x="492750" y="5342"/>
                </a:cubicBezTo>
                <a:cubicBezTo>
                  <a:pt x="488740" y="4005"/>
                  <a:pt x="484458" y="3336"/>
                  <a:pt x="479902" y="3336"/>
                </a:cubicBezTo>
                <a:cubicBezTo>
                  <a:pt x="474357" y="3336"/>
                  <a:pt x="469406" y="4280"/>
                  <a:pt x="465048" y="6167"/>
                </a:cubicBezTo>
                <a:cubicBezTo>
                  <a:pt x="460692" y="8053"/>
                  <a:pt x="457053" y="10657"/>
                  <a:pt x="454131" y="13979"/>
                </a:cubicBezTo>
                <a:cubicBezTo>
                  <a:pt x="451210" y="17300"/>
                  <a:pt x="449057" y="21238"/>
                  <a:pt x="447670" y="25794"/>
                </a:cubicBezTo>
                <a:cubicBezTo>
                  <a:pt x="446284" y="30349"/>
                  <a:pt x="445740" y="35301"/>
                  <a:pt x="446038" y="40648"/>
                </a:cubicBezTo>
                <a:close/>
                <a:moveTo>
                  <a:pt x="552385" y="137942"/>
                </a:moveTo>
                <a:lnTo>
                  <a:pt x="562039" y="137942"/>
                </a:lnTo>
                <a:cubicBezTo>
                  <a:pt x="555009" y="126547"/>
                  <a:pt x="549984" y="115250"/>
                  <a:pt x="546963" y="104053"/>
                </a:cubicBezTo>
                <a:cubicBezTo>
                  <a:pt x="543943" y="92854"/>
                  <a:pt x="542433" y="81011"/>
                  <a:pt x="542433" y="68525"/>
                </a:cubicBezTo>
                <a:cubicBezTo>
                  <a:pt x="542433" y="56336"/>
                  <a:pt x="543918" y="44693"/>
                  <a:pt x="546889" y="33595"/>
                </a:cubicBezTo>
                <a:cubicBezTo>
                  <a:pt x="549861" y="22495"/>
                  <a:pt x="554911" y="11297"/>
                  <a:pt x="562039" y="0"/>
                </a:cubicBezTo>
                <a:lnTo>
                  <a:pt x="552385" y="0"/>
                </a:lnTo>
                <a:cubicBezTo>
                  <a:pt x="544661" y="10206"/>
                  <a:pt x="538843" y="21256"/>
                  <a:pt x="534931" y="33148"/>
                </a:cubicBezTo>
                <a:cubicBezTo>
                  <a:pt x="531021" y="45039"/>
                  <a:pt x="529066" y="56831"/>
                  <a:pt x="529066" y="68525"/>
                </a:cubicBezTo>
                <a:cubicBezTo>
                  <a:pt x="529066" y="75065"/>
                  <a:pt x="529610" y="81308"/>
                  <a:pt x="530700" y="87254"/>
                </a:cubicBezTo>
                <a:cubicBezTo>
                  <a:pt x="531789" y="93200"/>
                  <a:pt x="533348" y="98997"/>
                  <a:pt x="535378" y="104646"/>
                </a:cubicBezTo>
                <a:cubicBezTo>
                  <a:pt x="537408" y="110294"/>
                  <a:pt x="539859" y="115868"/>
                  <a:pt x="542730" y="121368"/>
                </a:cubicBezTo>
                <a:cubicBezTo>
                  <a:pt x="545602" y="126868"/>
                  <a:pt x="548820" y="132392"/>
                  <a:pt x="552385" y="137942"/>
                </a:cubicBezTo>
                <a:close/>
                <a:moveTo>
                  <a:pt x="597390" y="54142"/>
                </a:moveTo>
                <a:lnTo>
                  <a:pt x="560554" y="108642"/>
                </a:lnTo>
                <a:lnTo>
                  <a:pt x="576299" y="108642"/>
                </a:lnTo>
                <a:lnTo>
                  <a:pt x="605708" y="64833"/>
                </a:lnTo>
                <a:lnTo>
                  <a:pt x="634226" y="108642"/>
                </a:lnTo>
                <a:lnTo>
                  <a:pt x="651455" y="108642"/>
                </a:lnTo>
                <a:lnTo>
                  <a:pt x="614173" y="54142"/>
                </a:lnTo>
                <a:lnTo>
                  <a:pt x="649227" y="2611"/>
                </a:lnTo>
                <a:lnTo>
                  <a:pt x="633482" y="2611"/>
                </a:lnTo>
                <a:lnTo>
                  <a:pt x="605855" y="44043"/>
                </a:lnTo>
                <a:lnTo>
                  <a:pt x="579417" y="2611"/>
                </a:lnTo>
                <a:lnTo>
                  <a:pt x="562485" y="2611"/>
                </a:lnTo>
                <a:lnTo>
                  <a:pt x="597390" y="54142"/>
                </a:lnTo>
                <a:close/>
                <a:moveTo>
                  <a:pt x="649969" y="137942"/>
                </a:moveTo>
                <a:lnTo>
                  <a:pt x="659474" y="137942"/>
                </a:lnTo>
                <a:cubicBezTo>
                  <a:pt x="667198" y="127736"/>
                  <a:pt x="673016" y="116712"/>
                  <a:pt x="676928" y="104871"/>
                </a:cubicBezTo>
                <a:cubicBezTo>
                  <a:pt x="680839" y="93028"/>
                  <a:pt x="682795" y="81259"/>
                  <a:pt x="682795" y="69565"/>
                </a:cubicBezTo>
                <a:cubicBezTo>
                  <a:pt x="682795" y="63025"/>
                  <a:pt x="682251" y="56783"/>
                  <a:pt x="681161" y="50838"/>
                </a:cubicBezTo>
                <a:cubicBezTo>
                  <a:pt x="680072" y="44891"/>
                  <a:pt x="678512" y="39068"/>
                  <a:pt x="676481" y="33370"/>
                </a:cubicBezTo>
                <a:cubicBezTo>
                  <a:pt x="674452" y="27673"/>
                  <a:pt x="672001" y="22074"/>
                  <a:pt x="669129" y="16574"/>
                </a:cubicBezTo>
                <a:cubicBezTo>
                  <a:pt x="666258" y="11074"/>
                  <a:pt x="663040" y="5550"/>
                  <a:pt x="659474" y="0"/>
                </a:cubicBezTo>
                <a:lnTo>
                  <a:pt x="649969" y="0"/>
                </a:lnTo>
                <a:cubicBezTo>
                  <a:pt x="656901" y="11395"/>
                  <a:pt x="661876" y="22717"/>
                  <a:pt x="664895" y="33964"/>
                </a:cubicBezTo>
                <a:cubicBezTo>
                  <a:pt x="667916" y="45212"/>
                  <a:pt x="669426" y="57078"/>
                  <a:pt x="669426" y="69565"/>
                </a:cubicBezTo>
                <a:cubicBezTo>
                  <a:pt x="669426" y="81655"/>
                  <a:pt x="667940" y="93275"/>
                  <a:pt x="664970" y="104424"/>
                </a:cubicBezTo>
                <a:cubicBezTo>
                  <a:pt x="662000" y="115572"/>
                  <a:pt x="656999" y="126744"/>
                  <a:pt x="649969" y="137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33335-A1A3-4FCE-9889-D3E3AC9B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909" y="2300002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92" name="Text GSEorProprietary">
            <a:extLst xmlns:a="http://schemas.openxmlformats.org/drawingml/2006/main">
              <a:ext uri="{FF2B5EF4-FFF2-40B4-BE49-F238E27FC236}">
                <a16:creationId xmlns:a16="http://schemas.microsoft.com/office/drawing/2014/main" id="{9F591831-2D25-475B-A749-F9BEE3B5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7601" y="2337893"/>
            <a:ext cx="1273995" cy="130638"/>
          </a:xfrm>
          <a:custGeom xmlns:a="http://schemas.openxmlformats.org/drawingml/2006/main">
            <a:pathLst>
              <a:path w="1273995" h="130638">
                <a:moveTo>
                  <a:pt x="106726" y="73072"/>
                </a:moveTo>
                <a:lnTo>
                  <a:pt x="106759" y="73829"/>
                </a:lnTo>
                <a:lnTo>
                  <a:pt x="106805" y="74576"/>
                </a:lnTo>
                <a:lnTo>
                  <a:pt x="106864" y="75315"/>
                </a:lnTo>
                <a:lnTo>
                  <a:pt x="106936" y="76044"/>
                </a:lnTo>
                <a:lnTo>
                  <a:pt x="107021" y="76765"/>
                </a:lnTo>
                <a:lnTo>
                  <a:pt x="107119" y="77477"/>
                </a:lnTo>
                <a:lnTo>
                  <a:pt x="107230" y="78179"/>
                </a:lnTo>
                <a:lnTo>
                  <a:pt x="107354" y="78873"/>
                </a:lnTo>
                <a:lnTo>
                  <a:pt x="107490" y="79558"/>
                </a:lnTo>
                <a:lnTo>
                  <a:pt x="107640" y="80234"/>
                </a:lnTo>
                <a:lnTo>
                  <a:pt x="107802" y="80901"/>
                </a:lnTo>
                <a:lnTo>
                  <a:pt x="107978" y="81559"/>
                </a:lnTo>
                <a:lnTo>
                  <a:pt x="108166" y="82208"/>
                </a:lnTo>
                <a:lnTo>
                  <a:pt x="108368" y="82848"/>
                </a:lnTo>
                <a:lnTo>
                  <a:pt x="108582" y="83480"/>
                </a:lnTo>
                <a:lnTo>
                  <a:pt x="108809" y="84102"/>
                </a:lnTo>
                <a:lnTo>
                  <a:pt x="109049" y="84715"/>
                </a:lnTo>
                <a:lnTo>
                  <a:pt x="109302" y="85320"/>
                </a:lnTo>
                <a:lnTo>
                  <a:pt x="109568" y="85915"/>
                </a:lnTo>
                <a:lnTo>
                  <a:pt x="109847" y="86502"/>
                </a:lnTo>
                <a:lnTo>
                  <a:pt x="110139" y="87079"/>
                </a:lnTo>
                <a:lnTo>
                  <a:pt x="110442" y="87648"/>
                </a:lnTo>
                <a:lnTo>
                  <a:pt x="110753" y="88209"/>
                </a:lnTo>
                <a:lnTo>
                  <a:pt x="111074" y="88761"/>
                </a:lnTo>
                <a:lnTo>
                  <a:pt x="111403" y="89304"/>
                </a:lnTo>
                <a:lnTo>
                  <a:pt x="111740" y="89839"/>
                </a:lnTo>
                <a:lnTo>
                  <a:pt x="112087" y="90366"/>
                </a:lnTo>
                <a:lnTo>
                  <a:pt x="112442" y="90884"/>
                </a:lnTo>
                <a:lnTo>
                  <a:pt x="112805" y="91394"/>
                </a:lnTo>
                <a:lnTo>
                  <a:pt x="113178" y="91895"/>
                </a:lnTo>
                <a:lnTo>
                  <a:pt x="113559" y="92388"/>
                </a:lnTo>
                <a:lnTo>
                  <a:pt x="113949" y="92872"/>
                </a:lnTo>
                <a:lnTo>
                  <a:pt x="114347" y="93348"/>
                </a:lnTo>
                <a:lnTo>
                  <a:pt x="114754" y="93816"/>
                </a:lnTo>
                <a:lnTo>
                  <a:pt x="115170" y="94275"/>
                </a:lnTo>
                <a:lnTo>
                  <a:pt x="115595" y="94725"/>
                </a:lnTo>
                <a:lnTo>
                  <a:pt x="116028" y="95168"/>
                </a:lnTo>
                <a:lnTo>
                  <a:pt x="116470" y="95601"/>
                </a:lnTo>
                <a:lnTo>
                  <a:pt x="116921" y="96026"/>
                </a:lnTo>
                <a:lnTo>
                  <a:pt x="117380" y="96443"/>
                </a:lnTo>
                <a:lnTo>
                  <a:pt x="117848" y="96851"/>
                </a:lnTo>
                <a:lnTo>
                  <a:pt x="118325" y="97251"/>
                </a:lnTo>
                <a:lnTo>
                  <a:pt x="118810" y="97643"/>
                </a:lnTo>
                <a:lnTo>
                  <a:pt x="119305" y="98026"/>
                </a:lnTo>
                <a:lnTo>
                  <a:pt x="119808" y="98400"/>
                </a:lnTo>
                <a:lnTo>
                  <a:pt x="120318" y="98766"/>
                </a:lnTo>
                <a:lnTo>
                  <a:pt x="120835" y="99124"/>
                </a:lnTo>
                <a:lnTo>
                  <a:pt x="121359" y="99474"/>
                </a:lnTo>
                <a:lnTo>
                  <a:pt x="121889" y="99815"/>
                </a:lnTo>
                <a:lnTo>
                  <a:pt x="122425" y="100149"/>
                </a:lnTo>
                <a:lnTo>
                  <a:pt x="122968" y="100474"/>
                </a:lnTo>
                <a:lnTo>
                  <a:pt x="123517" y="100791"/>
                </a:lnTo>
                <a:lnTo>
                  <a:pt x="124073" y="101099"/>
                </a:lnTo>
                <a:lnTo>
                  <a:pt x="124636" y="101400"/>
                </a:lnTo>
                <a:lnTo>
                  <a:pt x="125204" y="101692"/>
                </a:lnTo>
                <a:lnTo>
                  <a:pt x="125779" y="101976"/>
                </a:lnTo>
                <a:lnTo>
                  <a:pt x="126361" y="102252"/>
                </a:lnTo>
                <a:lnTo>
                  <a:pt x="126949" y="102520"/>
                </a:lnTo>
                <a:lnTo>
                  <a:pt x="127544" y="102779"/>
                </a:lnTo>
                <a:lnTo>
                  <a:pt x="128145" y="103030"/>
                </a:lnTo>
                <a:lnTo>
                  <a:pt x="128752" y="103273"/>
                </a:lnTo>
                <a:lnTo>
                  <a:pt x="129366" y="103508"/>
                </a:lnTo>
                <a:lnTo>
                  <a:pt x="129987" y="103734"/>
                </a:lnTo>
                <a:lnTo>
                  <a:pt x="130614" y="103953"/>
                </a:lnTo>
                <a:lnTo>
                  <a:pt x="131247" y="104163"/>
                </a:lnTo>
                <a:lnTo>
                  <a:pt x="131887" y="104365"/>
                </a:lnTo>
                <a:lnTo>
                  <a:pt x="132533" y="104559"/>
                </a:lnTo>
                <a:lnTo>
                  <a:pt x="133186" y="104744"/>
                </a:lnTo>
                <a:lnTo>
                  <a:pt x="133845" y="104921"/>
                </a:lnTo>
                <a:lnTo>
                  <a:pt x="134508" y="105091"/>
                </a:lnTo>
                <a:lnTo>
                  <a:pt x="135173" y="105253"/>
                </a:lnTo>
                <a:lnTo>
                  <a:pt x="135840" y="105409"/>
                </a:lnTo>
                <a:lnTo>
                  <a:pt x="136508" y="105557"/>
                </a:lnTo>
                <a:lnTo>
                  <a:pt x="137178" y="105697"/>
                </a:lnTo>
                <a:lnTo>
                  <a:pt x="137850" y="105831"/>
                </a:lnTo>
                <a:lnTo>
                  <a:pt x="138524" y="105957"/>
                </a:lnTo>
                <a:lnTo>
                  <a:pt x="139200" y="106076"/>
                </a:lnTo>
                <a:lnTo>
                  <a:pt x="139877" y="106188"/>
                </a:lnTo>
                <a:lnTo>
                  <a:pt x="140556" y="106293"/>
                </a:lnTo>
                <a:lnTo>
                  <a:pt x="141236" y="106390"/>
                </a:lnTo>
                <a:lnTo>
                  <a:pt x="141919" y="106480"/>
                </a:lnTo>
                <a:lnTo>
                  <a:pt x="142603" y="106563"/>
                </a:lnTo>
                <a:lnTo>
                  <a:pt x="143289" y="106639"/>
                </a:lnTo>
                <a:lnTo>
                  <a:pt x="143977" y="106708"/>
                </a:lnTo>
                <a:lnTo>
                  <a:pt x="144666" y="106769"/>
                </a:lnTo>
                <a:lnTo>
                  <a:pt x="145357" y="106823"/>
                </a:lnTo>
                <a:lnTo>
                  <a:pt x="146050" y="106870"/>
                </a:lnTo>
                <a:lnTo>
                  <a:pt x="146745" y="106910"/>
                </a:lnTo>
                <a:lnTo>
                  <a:pt x="147441" y="106942"/>
                </a:lnTo>
                <a:lnTo>
                  <a:pt x="148139" y="106967"/>
                </a:lnTo>
                <a:lnTo>
                  <a:pt x="148839" y="106985"/>
                </a:lnTo>
                <a:lnTo>
                  <a:pt x="149541" y="106996"/>
                </a:lnTo>
                <a:lnTo>
                  <a:pt x="150244" y="107000"/>
                </a:lnTo>
                <a:lnTo>
                  <a:pt x="151111" y="106996"/>
                </a:lnTo>
                <a:lnTo>
                  <a:pt x="151969" y="106983"/>
                </a:lnTo>
                <a:lnTo>
                  <a:pt x="152819" y="106962"/>
                </a:lnTo>
                <a:lnTo>
                  <a:pt x="153660" y="106932"/>
                </a:lnTo>
                <a:lnTo>
                  <a:pt x="154492" y="106894"/>
                </a:lnTo>
                <a:lnTo>
                  <a:pt x="155315" y="106848"/>
                </a:lnTo>
                <a:lnTo>
                  <a:pt x="156130" y="106793"/>
                </a:lnTo>
                <a:lnTo>
                  <a:pt x="156936" y="106729"/>
                </a:lnTo>
                <a:lnTo>
                  <a:pt x="157733" y="106657"/>
                </a:lnTo>
                <a:lnTo>
                  <a:pt x="158522" y="106577"/>
                </a:lnTo>
                <a:lnTo>
                  <a:pt x="159302" y="106488"/>
                </a:lnTo>
                <a:lnTo>
                  <a:pt x="160073" y="106391"/>
                </a:lnTo>
                <a:lnTo>
                  <a:pt x="160835" y="106285"/>
                </a:lnTo>
                <a:lnTo>
                  <a:pt x="161589" y="106171"/>
                </a:lnTo>
                <a:lnTo>
                  <a:pt x="162334" y="106049"/>
                </a:lnTo>
                <a:lnTo>
                  <a:pt x="163071" y="105918"/>
                </a:lnTo>
                <a:lnTo>
                  <a:pt x="163798" y="105778"/>
                </a:lnTo>
                <a:lnTo>
                  <a:pt x="164517" y="105630"/>
                </a:lnTo>
                <a:lnTo>
                  <a:pt x="165227" y="105474"/>
                </a:lnTo>
                <a:lnTo>
                  <a:pt x="165929" y="105309"/>
                </a:lnTo>
                <a:lnTo>
                  <a:pt x="166622" y="105136"/>
                </a:lnTo>
                <a:lnTo>
                  <a:pt x="167306" y="104954"/>
                </a:lnTo>
                <a:lnTo>
                  <a:pt x="167981" y="104764"/>
                </a:lnTo>
                <a:lnTo>
                  <a:pt x="168648" y="104565"/>
                </a:lnTo>
                <a:lnTo>
                  <a:pt x="169306" y="104359"/>
                </a:lnTo>
                <a:lnTo>
                  <a:pt x="169955" y="104146"/>
                </a:lnTo>
                <a:lnTo>
                  <a:pt x="170595" y="103926"/>
                </a:lnTo>
                <a:lnTo>
                  <a:pt x="171226" y="103700"/>
                </a:lnTo>
                <a:lnTo>
                  <a:pt x="171848" y="103467"/>
                </a:lnTo>
                <a:lnTo>
                  <a:pt x="172461" y="103227"/>
                </a:lnTo>
                <a:lnTo>
                  <a:pt x="173065" y="102981"/>
                </a:lnTo>
                <a:lnTo>
                  <a:pt x="173661" y="102727"/>
                </a:lnTo>
                <a:lnTo>
                  <a:pt x="174247" y="102467"/>
                </a:lnTo>
                <a:lnTo>
                  <a:pt x="174824" y="102201"/>
                </a:lnTo>
                <a:lnTo>
                  <a:pt x="175393" y="101927"/>
                </a:lnTo>
                <a:lnTo>
                  <a:pt x="175952" y="101647"/>
                </a:lnTo>
                <a:lnTo>
                  <a:pt x="176503" y="101360"/>
                </a:lnTo>
                <a:lnTo>
                  <a:pt x="177044" y="101067"/>
                </a:lnTo>
                <a:lnTo>
                  <a:pt x="177577" y="100766"/>
                </a:lnTo>
                <a:lnTo>
                  <a:pt x="178101" y="100459"/>
                </a:lnTo>
                <a:lnTo>
                  <a:pt x="178616" y="100146"/>
                </a:lnTo>
                <a:lnTo>
                  <a:pt x="179121" y="99825"/>
                </a:lnTo>
                <a:lnTo>
                  <a:pt x="179618" y="99498"/>
                </a:lnTo>
                <a:lnTo>
                  <a:pt x="180106" y="99164"/>
                </a:lnTo>
                <a:lnTo>
                  <a:pt x="180585" y="98824"/>
                </a:lnTo>
                <a:lnTo>
                  <a:pt x="181055" y="98477"/>
                </a:lnTo>
                <a:lnTo>
                  <a:pt x="181516" y="98123"/>
                </a:lnTo>
                <a:lnTo>
                  <a:pt x="181968" y="97762"/>
                </a:lnTo>
                <a:lnTo>
                  <a:pt x="182411" y="97395"/>
                </a:lnTo>
                <a:lnTo>
                  <a:pt x="182845" y="97022"/>
                </a:lnTo>
                <a:lnTo>
                  <a:pt x="183270" y="96644"/>
                </a:lnTo>
                <a:lnTo>
                  <a:pt x="183685" y="96260"/>
                </a:lnTo>
                <a:lnTo>
                  <a:pt x="184092" y="95870"/>
                </a:lnTo>
                <a:lnTo>
                  <a:pt x="184489" y="95475"/>
                </a:lnTo>
                <a:lnTo>
                  <a:pt x="184876" y="95073"/>
                </a:lnTo>
                <a:lnTo>
                  <a:pt x="185255" y="94667"/>
                </a:lnTo>
                <a:lnTo>
                  <a:pt x="185624" y="94254"/>
                </a:lnTo>
                <a:lnTo>
                  <a:pt x="185985" y="93836"/>
                </a:lnTo>
                <a:lnTo>
                  <a:pt x="186336" y="93412"/>
                </a:lnTo>
                <a:lnTo>
                  <a:pt x="186677" y="92982"/>
                </a:lnTo>
                <a:lnTo>
                  <a:pt x="187010" y="92546"/>
                </a:lnTo>
                <a:lnTo>
                  <a:pt x="187333" y="92105"/>
                </a:lnTo>
                <a:lnTo>
                  <a:pt x="187648" y="91658"/>
                </a:lnTo>
                <a:lnTo>
                  <a:pt x="187953" y="91206"/>
                </a:lnTo>
                <a:lnTo>
                  <a:pt x="188248" y="90747"/>
                </a:lnTo>
                <a:lnTo>
                  <a:pt x="188535" y="90283"/>
                </a:lnTo>
                <a:lnTo>
                  <a:pt x="188812" y="89813"/>
                </a:lnTo>
                <a:lnTo>
                  <a:pt x="189081" y="89338"/>
                </a:lnTo>
                <a:lnTo>
                  <a:pt x="189339" y="88857"/>
                </a:lnTo>
                <a:lnTo>
                  <a:pt x="189589" y="88370"/>
                </a:lnTo>
                <a:lnTo>
                  <a:pt x="189830" y="87877"/>
                </a:lnTo>
                <a:lnTo>
                  <a:pt x="190061" y="87379"/>
                </a:lnTo>
                <a:lnTo>
                  <a:pt x="190283" y="86876"/>
                </a:lnTo>
                <a:lnTo>
                  <a:pt x="190496" y="86369"/>
                </a:lnTo>
                <a:lnTo>
                  <a:pt x="190699" y="85859"/>
                </a:lnTo>
                <a:lnTo>
                  <a:pt x="190892" y="85345"/>
                </a:lnTo>
                <a:lnTo>
                  <a:pt x="191077" y="84828"/>
                </a:lnTo>
                <a:lnTo>
                  <a:pt x="191251" y="84308"/>
                </a:lnTo>
                <a:lnTo>
                  <a:pt x="191417" y="83784"/>
                </a:lnTo>
                <a:lnTo>
                  <a:pt x="191573" y="83257"/>
                </a:lnTo>
                <a:lnTo>
                  <a:pt x="191719" y="82726"/>
                </a:lnTo>
                <a:lnTo>
                  <a:pt x="191856" y="82191"/>
                </a:lnTo>
                <a:lnTo>
                  <a:pt x="191984" y="81653"/>
                </a:lnTo>
                <a:lnTo>
                  <a:pt x="192102" y="81112"/>
                </a:lnTo>
                <a:lnTo>
                  <a:pt x="192210" y="80567"/>
                </a:lnTo>
                <a:lnTo>
                  <a:pt x="192310" y="80019"/>
                </a:lnTo>
                <a:lnTo>
                  <a:pt x="192399" y="79467"/>
                </a:lnTo>
                <a:lnTo>
                  <a:pt x="192480" y="78912"/>
                </a:lnTo>
                <a:lnTo>
                  <a:pt x="192551" y="78353"/>
                </a:lnTo>
                <a:lnTo>
                  <a:pt x="192612" y="77791"/>
                </a:lnTo>
                <a:lnTo>
                  <a:pt x="192664" y="77225"/>
                </a:lnTo>
                <a:lnTo>
                  <a:pt x="192706" y="76656"/>
                </a:lnTo>
                <a:lnTo>
                  <a:pt x="192739" y="76083"/>
                </a:lnTo>
                <a:lnTo>
                  <a:pt x="192763" y="75507"/>
                </a:lnTo>
                <a:lnTo>
                  <a:pt x="192777" y="74928"/>
                </a:lnTo>
                <a:lnTo>
                  <a:pt x="192782" y="74345"/>
                </a:lnTo>
                <a:lnTo>
                  <a:pt x="192776" y="73634"/>
                </a:lnTo>
                <a:lnTo>
                  <a:pt x="192757" y="72934"/>
                </a:lnTo>
                <a:lnTo>
                  <a:pt x="192725" y="72245"/>
                </a:lnTo>
                <a:lnTo>
                  <a:pt x="192681" y="71566"/>
                </a:lnTo>
                <a:lnTo>
                  <a:pt x="192623" y="70898"/>
                </a:lnTo>
                <a:lnTo>
                  <a:pt x="192554" y="70241"/>
                </a:lnTo>
                <a:lnTo>
                  <a:pt x="192471" y="69594"/>
                </a:lnTo>
                <a:lnTo>
                  <a:pt x="192376" y="68958"/>
                </a:lnTo>
                <a:lnTo>
                  <a:pt x="192268" y="68333"/>
                </a:lnTo>
                <a:lnTo>
                  <a:pt x="192148" y="67718"/>
                </a:lnTo>
                <a:lnTo>
                  <a:pt x="192015" y="67115"/>
                </a:lnTo>
                <a:lnTo>
                  <a:pt x="191869" y="66521"/>
                </a:lnTo>
                <a:lnTo>
                  <a:pt x="191711" y="65939"/>
                </a:lnTo>
                <a:lnTo>
                  <a:pt x="191539" y="65367"/>
                </a:lnTo>
                <a:lnTo>
                  <a:pt x="191355" y="64806"/>
                </a:lnTo>
                <a:lnTo>
                  <a:pt x="191159" y="64256"/>
                </a:lnTo>
                <a:lnTo>
                  <a:pt x="190950" y="63716"/>
                </a:lnTo>
                <a:lnTo>
                  <a:pt x="190728" y="63187"/>
                </a:lnTo>
                <a:lnTo>
                  <a:pt x="190493" y="62669"/>
                </a:lnTo>
                <a:lnTo>
                  <a:pt x="190246" y="62161"/>
                </a:lnTo>
                <a:lnTo>
                  <a:pt x="189986" y="61664"/>
                </a:lnTo>
                <a:lnTo>
                  <a:pt x="189713" y="61178"/>
                </a:lnTo>
                <a:lnTo>
                  <a:pt x="189428" y="60703"/>
                </a:lnTo>
                <a:lnTo>
                  <a:pt x="189130" y="60238"/>
                </a:lnTo>
                <a:lnTo>
                  <a:pt x="188823" y="59782"/>
                </a:lnTo>
                <a:lnTo>
                  <a:pt x="188512" y="59334"/>
                </a:lnTo>
                <a:lnTo>
                  <a:pt x="188196" y="58893"/>
                </a:lnTo>
                <a:lnTo>
                  <a:pt x="187875" y="58461"/>
                </a:lnTo>
                <a:lnTo>
                  <a:pt x="187549" y="58036"/>
                </a:lnTo>
                <a:lnTo>
                  <a:pt x="187219" y="57619"/>
                </a:lnTo>
                <a:lnTo>
                  <a:pt x="186884" y="57209"/>
                </a:lnTo>
                <a:lnTo>
                  <a:pt x="186544" y="56807"/>
                </a:lnTo>
                <a:lnTo>
                  <a:pt x="186200" y="56413"/>
                </a:lnTo>
                <a:lnTo>
                  <a:pt x="185850" y="56027"/>
                </a:lnTo>
                <a:lnTo>
                  <a:pt x="185497" y="55648"/>
                </a:lnTo>
                <a:lnTo>
                  <a:pt x="185138" y="55277"/>
                </a:lnTo>
                <a:lnTo>
                  <a:pt x="184774" y="54914"/>
                </a:lnTo>
                <a:lnTo>
                  <a:pt x="184406" y="54559"/>
                </a:lnTo>
                <a:lnTo>
                  <a:pt x="184033" y="54211"/>
                </a:lnTo>
                <a:lnTo>
                  <a:pt x="183656" y="53871"/>
                </a:lnTo>
                <a:lnTo>
                  <a:pt x="183273" y="53538"/>
                </a:lnTo>
                <a:lnTo>
                  <a:pt x="182886" y="53214"/>
                </a:lnTo>
                <a:lnTo>
                  <a:pt x="182495" y="52897"/>
                </a:lnTo>
                <a:lnTo>
                  <a:pt x="182098" y="52588"/>
                </a:lnTo>
                <a:lnTo>
                  <a:pt x="181697" y="52286"/>
                </a:lnTo>
                <a:lnTo>
                  <a:pt x="181291" y="51992"/>
                </a:lnTo>
                <a:lnTo>
                  <a:pt x="180880" y="51706"/>
                </a:lnTo>
                <a:lnTo>
                  <a:pt x="180465" y="51428"/>
                </a:lnTo>
                <a:lnTo>
                  <a:pt x="180047" y="51157"/>
                </a:lnTo>
                <a:lnTo>
                  <a:pt x="179629" y="50892"/>
                </a:lnTo>
                <a:lnTo>
                  <a:pt x="179210" y="50633"/>
                </a:lnTo>
                <a:lnTo>
                  <a:pt x="178792" y="50380"/>
                </a:lnTo>
                <a:lnTo>
                  <a:pt x="178373" y="50133"/>
                </a:lnTo>
                <a:lnTo>
                  <a:pt x="177954" y="49893"/>
                </a:lnTo>
                <a:lnTo>
                  <a:pt x="177534" y="49659"/>
                </a:lnTo>
                <a:lnTo>
                  <a:pt x="177114" y="49431"/>
                </a:lnTo>
                <a:lnTo>
                  <a:pt x="176695" y="49210"/>
                </a:lnTo>
                <a:lnTo>
                  <a:pt x="176274" y="48994"/>
                </a:lnTo>
                <a:lnTo>
                  <a:pt x="175854" y="48785"/>
                </a:lnTo>
                <a:lnTo>
                  <a:pt x="175433" y="48582"/>
                </a:lnTo>
                <a:lnTo>
                  <a:pt x="175012" y="48385"/>
                </a:lnTo>
                <a:lnTo>
                  <a:pt x="174591" y="48195"/>
                </a:lnTo>
                <a:lnTo>
                  <a:pt x="174170" y="48010"/>
                </a:lnTo>
                <a:lnTo>
                  <a:pt x="173748" y="47832"/>
                </a:lnTo>
                <a:lnTo>
                  <a:pt x="173326" y="47660"/>
                </a:lnTo>
                <a:lnTo>
                  <a:pt x="172904" y="47495"/>
                </a:lnTo>
                <a:lnTo>
                  <a:pt x="172482" y="47335"/>
                </a:lnTo>
                <a:lnTo>
                  <a:pt x="172059" y="47182"/>
                </a:lnTo>
                <a:lnTo>
                  <a:pt x="171636" y="47035"/>
                </a:lnTo>
                <a:lnTo>
                  <a:pt x="171213" y="46894"/>
                </a:lnTo>
                <a:lnTo>
                  <a:pt x="170789" y="46759"/>
                </a:lnTo>
                <a:lnTo>
                  <a:pt x="170366" y="46631"/>
                </a:lnTo>
                <a:lnTo>
                  <a:pt x="169946" y="46507"/>
                </a:lnTo>
                <a:lnTo>
                  <a:pt x="169534" y="46387"/>
                </a:lnTo>
                <a:lnTo>
                  <a:pt x="169130" y="46269"/>
                </a:lnTo>
                <a:lnTo>
                  <a:pt x="168733" y="46155"/>
                </a:lnTo>
                <a:lnTo>
                  <a:pt x="168344" y="46044"/>
                </a:lnTo>
                <a:lnTo>
                  <a:pt x="167963" y="45936"/>
                </a:lnTo>
                <a:lnTo>
                  <a:pt x="167589" y="45832"/>
                </a:lnTo>
                <a:lnTo>
                  <a:pt x="167223" y="45731"/>
                </a:lnTo>
                <a:lnTo>
                  <a:pt x="166865" y="45633"/>
                </a:lnTo>
                <a:lnTo>
                  <a:pt x="166515" y="45538"/>
                </a:lnTo>
                <a:lnTo>
                  <a:pt x="166172" y="45447"/>
                </a:lnTo>
                <a:lnTo>
                  <a:pt x="165837" y="45359"/>
                </a:lnTo>
                <a:lnTo>
                  <a:pt x="165510" y="45274"/>
                </a:lnTo>
                <a:lnTo>
                  <a:pt x="165190" y="45192"/>
                </a:lnTo>
                <a:lnTo>
                  <a:pt x="164878" y="45113"/>
                </a:lnTo>
                <a:lnTo>
                  <a:pt x="164574" y="45038"/>
                </a:lnTo>
                <a:lnTo>
                  <a:pt x="164277" y="44966"/>
                </a:lnTo>
                <a:lnTo>
                  <a:pt x="163989" y="44897"/>
                </a:lnTo>
                <a:lnTo>
                  <a:pt x="163707" y="44832"/>
                </a:lnTo>
                <a:lnTo>
                  <a:pt x="163434" y="44769"/>
                </a:lnTo>
                <a:lnTo>
                  <a:pt x="163168" y="44710"/>
                </a:lnTo>
                <a:lnTo>
                  <a:pt x="162910" y="44655"/>
                </a:lnTo>
                <a:lnTo>
                  <a:pt x="162660" y="44602"/>
                </a:lnTo>
                <a:lnTo>
                  <a:pt x="162417" y="44553"/>
                </a:lnTo>
                <a:lnTo>
                  <a:pt x="161624" y="44351"/>
                </a:lnTo>
                <a:lnTo>
                  <a:pt x="160843" y="44153"/>
                </a:lnTo>
                <a:lnTo>
                  <a:pt x="160075" y="43957"/>
                </a:lnTo>
                <a:lnTo>
                  <a:pt x="159320" y="43765"/>
                </a:lnTo>
                <a:lnTo>
                  <a:pt x="158577" y="43576"/>
                </a:lnTo>
                <a:lnTo>
                  <a:pt x="157847" y="43389"/>
                </a:lnTo>
                <a:lnTo>
                  <a:pt x="157130" y="43206"/>
                </a:lnTo>
                <a:lnTo>
                  <a:pt x="156426" y="43025"/>
                </a:lnTo>
                <a:lnTo>
                  <a:pt x="155734" y="42847"/>
                </a:lnTo>
                <a:lnTo>
                  <a:pt x="155054" y="42673"/>
                </a:lnTo>
                <a:lnTo>
                  <a:pt x="154388" y="42501"/>
                </a:lnTo>
                <a:lnTo>
                  <a:pt x="153734" y="42333"/>
                </a:lnTo>
                <a:lnTo>
                  <a:pt x="153093" y="42167"/>
                </a:lnTo>
                <a:lnTo>
                  <a:pt x="152464" y="42005"/>
                </a:lnTo>
                <a:lnTo>
                  <a:pt x="151848" y="41845"/>
                </a:lnTo>
                <a:lnTo>
                  <a:pt x="151245" y="41688"/>
                </a:lnTo>
                <a:lnTo>
                  <a:pt x="150655" y="41535"/>
                </a:lnTo>
                <a:lnTo>
                  <a:pt x="150077" y="41384"/>
                </a:lnTo>
                <a:lnTo>
                  <a:pt x="149512" y="41236"/>
                </a:lnTo>
                <a:lnTo>
                  <a:pt x="148959" y="41091"/>
                </a:lnTo>
                <a:lnTo>
                  <a:pt x="148420" y="40950"/>
                </a:lnTo>
                <a:lnTo>
                  <a:pt x="147893" y="40811"/>
                </a:lnTo>
                <a:lnTo>
                  <a:pt x="147378" y="40675"/>
                </a:lnTo>
                <a:lnTo>
                  <a:pt x="146877" y="40542"/>
                </a:lnTo>
                <a:lnTo>
                  <a:pt x="146386" y="40411"/>
                </a:lnTo>
                <a:lnTo>
                  <a:pt x="145904" y="40280"/>
                </a:lnTo>
                <a:lnTo>
                  <a:pt x="145431" y="40148"/>
                </a:lnTo>
                <a:lnTo>
                  <a:pt x="144967" y="40017"/>
                </a:lnTo>
                <a:lnTo>
                  <a:pt x="144512" y="39886"/>
                </a:lnTo>
                <a:lnTo>
                  <a:pt x="144066" y="39755"/>
                </a:lnTo>
                <a:lnTo>
                  <a:pt x="143629" y="39623"/>
                </a:lnTo>
                <a:lnTo>
                  <a:pt x="143201" y="39492"/>
                </a:lnTo>
                <a:lnTo>
                  <a:pt x="142782" y="39361"/>
                </a:lnTo>
                <a:lnTo>
                  <a:pt x="142372" y="39230"/>
                </a:lnTo>
                <a:lnTo>
                  <a:pt x="141971" y="39098"/>
                </a:lnTo>
                <a:lnTo>
                  <a:pt x="141578" y="38967"/>
                </a:lnTo>
                <a:lnTo>
                  <a:pt x="141195" y="38836"/>
                </a:lnTo>
                <a:lnTo>
                  <a:pt x="140821" y="38705"/>
                </a:lnTo>
                <a:lnTo>
                  <a:pt x="140455" y="38574"/>
                </a:lnTo>
                <a:lnTo>
                  <a:pt x="140099" y="38442"/>
                </a:lnTo>
                <a:lnTo>
                  <a:pt x="139751" y="38311"/>
                </a:lnTo>
                <a:lnTo>
                  <a:pt x="139413" y="38180"/>
                </a:lnTo>
                <a:lnTo>
                  <a:pt x="139083" y="38049"/>
                </a:lnTo>
                <a:lnTo>
                  <a:pt x="138762" y="37918"/>
                </a:lnTo>
                <a:lnTo>
                  <a:pt x="138450" y="37787"/>
                </a:lnTo>
                <a:lnTo>
                  <a:pt x="138148" y="37655"/>
                </a:lnTo>
                <a:lnTo>
                  <a:pt x="137854" y="37524"/>
                </a:lnTo>
                <a:lnTo>
                  <a:pt x="137569" y="37393"/>
                </a:lnTo>
                <a:lnTo>
                  <a:pt x="137292" y="37261"/>
                </a:lnTo>
                <a:lnTo>
                  <a:pt x="137023" y="37129"/>
                </a:lnTo>
                <a:lnTo>
                  <a:pt x="136762" y="36995"/>
                </a:lnTo>
                <a:lnTo>
                  <a:pt x="136508" y="36860"/>
                </a:lnTo>
                <a:lnTo>
                  <a:pt x="136263" y="36724"/>
                </a:lnTo>
                <a:lnTo>
                  <a:pt x="136025" y="36587"/>
                </a:lnTo>
                <a:lnTo>
                  <a:pt x="135794" y="36450"/>
                </a:lnTo>
                <a:lnTo>
                  <a:pt x="135571" y="36311"/>
                </a:lnTo>
                <a:lnTo>
                  <a:pt x="135356" y="36171"/>
                </a:lnTo>
                <a:lnTo>
                  <a:pt x="135149" y="36030"/>
                </a:lnTo>
                <a:lnTo>
                  <a:pt x="134950" y="35889"/>
                </a:lnTo>
                <a:lnTo>
                  <a:pt x="134758" y="35746"/>
                </a:lnTo>
                <a:lnTo>
                  <a:pt x="134573" y="35602"/>
                </a:lnTo>
                <a:lnTo>
                  <a:pt x="134397" y="35457"/>
                </a:lnTo>
                <a:lnTo>
                  <a:pt x="134228" y="35312"/>
                </a:lnTo>
                <a:lnTo>
                  <a:pt x="134067" y="35165"/>
                </a:lnTo>
                <a:lnTo>
                  <a:pt x="133914" y="35017"/>
                </a:lnTo>
                <a:lnTo>
                  <a:pt x="133768" y="34869"/>
                </a:lnTo>
                <a:lnTo>
                  <a:pt x="133630" y="34719"/>
                </a:lnTo>
                <a:lnTo>
                  <a:pt x="133500" y="34568"/>
                </a:lnTo>
                <a:lnTo>
                  <a:pt x="133377" y="34416"/>
                </a:lnTo>
                <a:lnTo>
                  <a:pt x="133262" y="34264"/>
                </a:lnTo>
                <a:lnTo>
                  <a:pt x="133155" y="34110"/>
                </a:lnTo>
                <a:lnTo>
                  <a:pt x="133056" y="33955"/>
                </a:lnTo>
                <a:lnTo>
                  <a:pt x="132962" y="33798"/>
                </a:lnTo>
                <a:lnTo>
                  <a:pt x="132873" y="33637"/>
                </a:lnTo>
                <a:lnTo>
                  <a:pt x="132787" y="33472"/>
                </a:lnTo>
                <a:lnTo>
                  <a:pt x="132706" y="33303"/>
                </a:lnTo>
                <a:lnTo>
                  <a:pt x="132628" y="33130"/>
                </a:lnTo>
                <a:lnTo>
                  <a:pt x="132555" y="32953"/>
                </a:lnTo>
                <a:lnTo>
                  <a:pt x="132485" y="32772"/>
                </a:lnTo>
                <a:lnTo>
                  <a:pt x="132420" y="32587"/>
                </a:lnTo>
                <a:lnTo>
                  <a:pt x="132358" y="32398"/>
                </a:lnTo>
                <a:lnTo>
                  <a:pt x="132300" y="32205"/>
                </a:lnTo>
                <a:lnTo>
                  <a:pt x="132247" y="32008"/>
                </a:lnTo>
                <a:lnTo>
                  <a:pt x="132197" y="31807"/>
                </a:lnTo>
                <a:lnTo>
                  <a:pt x="132151" y="31602"/>
                </a:lnTo>
                <a:lnTo>
                  <a:pt x="132109" y="31393"/>
                </a:lnTo>
                <a:lnTo>
                  <a:pt x="132072" y="31180"/>
                </a:lnTo>
                <a:lnTo>
                  <a:pt x="132038" y="30963"/>
                </a:lnTo>
                <a:lnTo>
                  <a:pt x="132008" y="30742"/>
                </a:lnTo>
                <a:lnTo>
                  <a:pt x="131982" y="30517"/>
                </a:lnTo>
                <a:lnTo>
                  <a:pt x="131960" y="30288"/>
                </a:lnTo>
                <a:lnTo>
                  <a:pt x="131942" y="30055"/>
                </a:lnTo>
                <a:lnTo>
                  <a:pt x="131928" y="29818"/>
                </a:lnTo>
                <a:lnTo>
                  <a:pt x="131919" y="29578"/>
                </a:lnTo>
                <a:lnTo>
                  <a:pt x="131913" y="29333"/>
                </a:lnTo>
                <a:lnTo>
                  <a:pt x="131911" y="29084"/>
                </a:lnTo>
                <a:lnTo>
                  <a:pt x="131913" y="28812"/>
                </a:lnTo>
                <a:lnTo>
                  <a:pt x="131920" y="28543"/>
                </a:lnTo>
                <a:lnTo>
                  <a:pt x="131933" y="28279"/>
                </a:lnTo>
                <a:lnTo>
                  <a:pt x="131950" y="28018"/>
                </a:lnTo>
                <a:lnTo>
                  <a:pt x="131973" y="27761"/>
                </a:lnTo>
                <a:lnTo>
                  <a:pt x="132000" y="27509"/>
                </a:lnTo>
                <a:lnTo>
                  <a:pt x="132032" y="27260"/>
                </a:lnTo>
                <a:lnTo>
                  <a:pt x="132070" y="27016"/>
                </a:lnTo>
                <a:lnTo>
                  <a:pt x="132112" y="26775"/>
                </a:lnTo>
                <a:lnTo>
                  <a:pt x="132159" y="26538"/>
                </a:lnTo>
                <a:lnTo>
                  <a:pt x="132211" y="26306"/>
                </a:lnTo>
                <a:lnTo>
                  <a:pt x="132268" y="26077"/>
                </a:lnTo>
                <a:lnTo>
                  <a:pt x="132331" y="25852"/>
                </a:lnTo>
                <a:lnTo>
                  <a:pt x="132398" y="25631"/>
                </a:lnTo>
                <a:lnTo>
                  <a:pt x="132470" y="25414"/>
                </a:lnTo>
                <a:lnTo>
                  <a:pt x="132547" y="25202"/>
                </a:lnTo>
                <a:lnTo>
                  <a:pt x="132629" y="24993"/>
                </a:lnTo>
                <a:lnTo>
                  <a:pt x="132716" y="24788"/>
                </a:lnTo>
                <a:lnTo>
                  <a:pt x="132808" y="24587"/>
                </a:lnTo>
                <a:lnTo>
                  <a:pt x="132905" y="24390"/>
                </a:lnTo>
                <a:lnTo>
                  <a:pt x="133007" y="24197"/>
                </a:lnTo>
                <a:lnTo>
                  <a:pt x="133113" y="24008"/>
                </a:lnTo>
                <a:lnTo>
                  <a:pt x="133225" y="23823"/>
                </a:lnTo>
                <a:lnTo>
                  <a:pt x="133342" y="23642"/>
                </a:lnTo>
                <a:lnTo>
                  <a:pt x="133463" y="23464"/>
                </a:lnTo>
                <a:lnTo>
                  <a:pt x="133586" y="23289"/>
                </a:lnTo>
                <a:lnTo>
                  <a:pt x="133713" y="23116"/>
                </a:lnTo>
                <a:lnTo>
                  <a:pt x="133842" y="22946"/>
                </a:lnTo>
                <a:lnTo>
                  <a:pt x="133973" y="22778"/>
                </a:lnTo>
                <a:lnTo>
                  <a:pt x="134108" y="22613"/>
                </a:lnTo>
                <a:lnTo>
                  <a:pt x="134245" y="22450"/>
                </a:lnTo>
                <a:lnTo>
                  <a:pt x="134385" y="22290"/>
                </a:lnTo>
                <a:lnTo>
                  <a:pt x="134528" y="22132"/>
                </a:lnTo>
                <a:lnTo>
                  <a:pt x="134673" y="21976"/>
                </a:lnTo>
                <a:lnTo>
                  <a:pt x="134821" y="21824"/>
                </a:lnTo>
                <a:lnTo>
                  <a:pt x="134972" y="21673"/>
                </a:lnTo>
                <a:lnTo>
                  <a:pt x="135125" y="21525"/>
                </a:lnTo>
                <a:lnTo>
                  <a:pt x="135282" y="21380"/>
                </a:lnTo>
                <a:lnTo>
                  <a:pt x="135441" y="21237"/>
                </a:lnTo>
                <a:lnTo>
                  <a:pt x="135602" y="21096"/>
                </a:lnTo>
                <a:lnTo>
                  <a:pt x="135767" y="20958"/>
                </a:lnTo>
                <a:lnTo>
                  <a:pt x="135934" y="20823"/>
                </a:lnTo>
                <a:lnTo>
                  <a:pt x="136104" y="20690"/>
                </a:lnTo>
                <a:lnTo>
                  <a:pt x="136276" y="20560"/>
                </a:lnTo>
                <a:lnTo>
                  <a:pt x="136452" y="20432"/>
                </a:lnTo>
                <a:lnTo>
                  <a:pt x="136630" y="20306"/>
                </a:lnTo>
                <a:lnTo>
                  <a:pt x="136810" y="20183"/>
                </a:lnTo>
                <a:lnTo>
                  <a:pt x="136994" y="20062"/>
                </a:lnTo>
                <a:lnTo>
                  <a:pt x="137180" y="19944"/>
                </a:lnTo>
                <a:lnTo>
                  <a:pt x="137367" y="19830"/>
                </a:lnTo>
                <a:lnTo>
                  <a:pt x="137557" y="19718"/>
                </a:lnTo>
                <a:lnTo>
                  <a:pt x="137748" y="19608"/>
                </a:lnTo>
                <a:lnTo>
                  <a:pt x="137941" y="19502"/>
                </a:lnTo>
                <a:lnTo>
                  <a:pt x="138135" y="19399"/>
                </a:lnTo>
                <a:lnTo>
                  <a:pt x="138332" y="19299"/>
                </a:lnTo>
                <a:lnTo>
                  <a:pt x="138530" y="19202"/>
                </a:lnTo>
                <a:lnTo>
                  <a:pt x="138730" y="19108"/>
                </a:lnTo>
                <a:lnTo>
                  <a:pt x="138931" y="19017"/>
                </a:lnTo>
                <a:lnTo>
                  <a:pt x="139134" y="18929"/>
                </a:lnTo>
                <a:lnTo>
                  <a:pt x="139339" y="18844"/>
                </a:lnTo>
                <a:lnTo>
                  <a:pt x="139546" y="18762"/>
                </a:lnTo>
                <a:lnTo>
                  <a:pt x="139755" y="18683"/>
                </a:lnTo>
                <a:lnTo>
                  <a:pt x="139965" y="18607"/>
                </a:lnTo>
                <a:lnTo>
                  <a:pt x="140177" y="18534"/>
                </a:lnTo>
                <a:lnTo>
                  <a:pt x="140391" y="18463"/>
                </a:lnTo>
                <a:lnTo>
                  <a:pt x="140606" y="18396"/>
                </a:lnTo>
                <a:lnTo>
                  <a:pt x="140823" y="18332"/>
                </a:lnTo>
                <a:lnTo>
                  <a:pt x="141042" y="18271"/>
                </a:lnTo>
                <a:lnTo>
                  <a:pt x="141263" y="18213"/>
                </a:lnTo>
                <a:lnTo>
                  <a:pt x="141485" y="18158"/>
                </a:lnTo>
                <a:lnTo>
                  <a:pt x="141709" y="18105"/>
                </a:lnTo>
                <a:lnTo>
                  <a:pt x="141935" y="18056"/>
                </a:lnTo>
                <a:lnTo>
                  <a:pt x="142162" y="18009"/>
                </a:lnTo>
                <a:lnTo>
                  <a:pt x="142389" y="17965"/>
                </a:lnTo>
                <a:lnTo>
                  <a:pt x="142616" y="17922"/>
                </a:lnTo>
                <a:lnTo>
                  <a:pt x="142843" y="17881"/>
                </a:lnTo>
                <a:lnTo>
                  <a:pt x="143070" y="17842"/>
                </a:lnTo>
                <a:lnTo>
                  <a:pt x="143297" y="17806"/>
                </a:lnTo>
                <a:lnTo>
                  <a:pt x="143524" y="17771"/>
                </a:lnTo>
                <a:lnTo>
                  <a:pt x="143750" y="17738"/>
                </a:lnTo>
                <a:lnTo>
                  <a:pt x="143977" y="17707"/>
                </a:lnTo>
                <a:lnTo>
                  <a:pt x="144204" y="17678"/>
                </a:lnTo>
                <a:lnTo>
                  <a:pt x="144431" y="17652"/>
                </a:lnTo>
                <a:lnTo>
                  <a:pt x="144658" y="17627"/>
                </a:lnTo>
                <a:lnTo>
                  <a:pt x="144885" y="17604"/>
                </a:lnTo>
                <a:lnTo>
                  <a:pt x="145111" y="17583"/>
                </a:lnTo>
                <a:lnTo>
                  <a:pt x="145338" y="17564"/>
                </a:lnTo>
                <a:lnTo>
                  <a:pt x="145565" y="17547"/>
                </a:lnTo>
                <a:lnTo>
                  <a:pt x="145792" y="17532"/>
                </a:lnTo>
                <a:lnTo>
                  <a:pt x="146019" y="17519"/>
                </a:lnTo>
                <a:lnTo>
                  <a:pt x="146245" y="17508"/>
                </a:lnTo>
                <a:lnTo>
                  <a:pt x="146472" y="17500"/>
                </a:lnTo>
                <a:lnTo>
                  <a:pt x="146699" y="17493"/>
                </a:lnTo>
                <a:lnTo>
                  <a:pt x="146926" y="17488"/>
                </a:lnTo>
                <a:lnTo>
                  <a:pt x="147152" y="17485"/>
                </a:lnTo>
                <a:lnTo>
                  <a:pt x="147379" y="17484"/>
                </a:lnTo>
                <a:lnTo>
                  <a:pt x="147724" y="17485"/>
                </a:lnTo>
                <a:lnTo>
                  <a:pt x="148067" y="17489"/>
                </a:lnTo>
                <a:lnTo>
                  <a:pt x="148408" y="17495"/>
                </a:lnTo>
                <a:lnTo>
                  <a:pt x="148746" y="17504"/>
                </a:lnTo>
                <a:lnTo>
                  <a:pt x="149082" y="17515"/>
                </a:lnTo>
                <a:lnTo>
                  <a:pt x="149416" y="17528"/>
                </a:lnTo>
                <a:lnTo>
                  <a:pt x="149748" y="17545"/>
                </a:lnTo>
                <a:lnTo>
                  <a:pt x="150077" y="17563"/>
                </a:lnTo>
                <a:lnTo>
                  <a:pt x="150404" y="17584"/>
                </a:lnTo>
                <a:lnTo>
                  <a:pt x="150729" y="17608"/>
                </a:lnTo>
                <a:lnTo>
                  <a:pt x="151052" y="17634"/>
                </a:lnTo>
                <a:lnTo>
                  <a:pt x="151372" y="17663"/>
                </a:lnTo>
                <a:lnTo>
                  <a:pt x="151690" y="17694"/>
                </a:lnTo>
                <a:lnTo>
                  <a:pt x="152006" y="17728"/>
                </a:lnTo>
                <a:lnTo>
                  <a:pt x="152320" y="17764"/>
                </a:lnTo>
                <a:lnTo>
                  <a:pt x="152631" y="17802"/>
                </a:lnTo>
                <a:lnTo>
                  <a:pt x="152940" y="17843"/>
                </a:lnTo>
                <a:lnTo>
                  <a:pt x="153247" y="17887"/>
                </a:lnTo>
                <a:lnTo>
                  <a:pt x="153552" y="17933"/>
                </a:lnTo>
                <a:lnTo>
                  <a:pt x="153854" y="17981"/>
                </a:lnTo>
                <a:lnTo>
                  <a:pt x="154154" y="18032"/>
                </a:lnTo>
                <a:lnTo>
                  <a:pt x="154452" y="18086"/>
                </a:lnTo>
                <a:lnTo>
                  <a:pt x="154748" y="18142"/>
                </a:lnTo>
                <a:lnTo>
                  <a:pt x="155041" y="18200"/>
                </a:lnTo>
                <a:lnTo>
                  <a:pt x="155333" y="18262"/>
                </a:lnTo>
                <a:lnTo>
                  <a:pt x="155621" y="18327"/>
                </a:lnTo>
                <a:lnTo>
                  <a:pt x="155907" y="18395"/>
                </a:lnTo>
                <a:lnTo>
                  <a:pt x="156189" y="18467"/>
                </a:lnTo>
                <a:lnTo>
                  <a:pt x="156470" y="18542"/>
                </a:lnTo>
                <a:lnTo>
                  <a:pt x="156747" y="18621"/>
                </a:lnTo>
                <a:lnTo>
                  <a:pt x="157022" y="18703"/>
                </a:lnTo>
                <a:lnTo>
                  <a:pt x="157294" y="18789"/>
                </a:lnTo>
                <a:lnTo>
                  <a:pt x="157563" y="18878"/>
                </a:lnTo>
                <a:lnTo>
                  <a:pt x="157829" y="18971"/>
                </a:lnTo>
                <a:lnTo>
                  <a:pt x="158093" y="19067"/>
                </a:lnTo>
                <a:lnTo>
                  <a:pt x="158354" y="19166"/>
                </a:lnTo>
                <a:lnTo>
                  <a:pt x="158612" y="19270"/>
                </a:lnTo>
                <a:lnTo>
                  <a:pt x="158868" y="19376"/>
                </a:lnTo>
                <a:lnTo>
                  <a:pt x="159121" y="19486"/>
                </a:lnTo>
                <a:lnTo>
                  <a:pt x="159371" y="19600"/>
                </a:lnTo>
                <a:lnTo>
                  <a:pt x="159618" y="19717"/>
                </a:lnTo>
                <a:lnTo>
                  <a:pt x="159862" y="19838"/>
                </a:lnTo>
                <a:lnTo>
                  <a:pt x="160104" y="19962"/>
                </a:lnTo>
                <a:lnTo>
                  <a:pt x="160343" y="20090"/>
                </a:lnTo>
                <a:lnTo>
                  <a:pt x="160580" y="20221"/>
                </a:lnTo>
                <a:lnTo>
                  <a:pt x="160813" y="20355"/>
                </a:lnTo>
                <a:lnTo>
                  <a:pt x="161044" y="20493"/>
                </a:lnTo>
                <a:lnTo>
                  <a:pt x="161272" y="20635"/>
                </a:lnTo>
                <a:lnTo>
                  <a:pt x="161497" y="20780"/>
                </a:lnTo>
                <a:lnTo>
                  <a:pt x="161718" y="20930"/>
                </a:lnTo>
                <a:lnTo>
                  <a:pt x="161936" y="21085"/>
                </a:lnTo>
                <a:lnTo>
                  <a:pt x="162150" y="21243"/>
                </a:lnTo>
                <a:lnTo>
                  <a:pt x="162360" y="21407"/>
                </a:lnTo>
                <a:lnTo>
                  <a:pt x="162566" y="21575"/>
                </a:lnTo>
                <a:lnTo>
                  <a:pt x="162769" y="21747"/>
                </a:lnTo>
                <a:lnTo>
                  <a:pt x="162968" y="21924"/>
                </a:lnTo>
                <a:lnTo>
                  <a:pt x="163163" y="22105"/>
                </a:lnTo>
                <a:lnTo>
                  <a:pt x="163354" y="22290"/>
                </a:lnTo>
                <a:lnTo>
                  <a:pt x="163542" y="22481"/>
                </a:lnTo>
                <a:lnTo>
                  <a:pt x="163726" y="22675"/>
                </a:lnTo>
                <a:lnTo>
                  <a:pt x="163906" y="22874"/>
                </a:lnTo>
                <a:lnTo>
                  <a:pt x="164082" y="23078"/>
                </a:lnTo>
                <a:lnTo>
                  <a:pt x="164255" y="23286"/>
                </a:lnTo>
                <a:lnTo>
                  <a:pt x="164424" y="23498"/>
                </a:lnTo>
                <a:lnTo>
                  <a:pt x="164589" y="23716"/>
                </a:lnTo>
                <a:lnTo>
                  <a:pt x="164751" y="23937"/>
                </a:lnTo>
                <a:lnTo>
                  <a:pt x="164908" y="24163"/>
                </a:lnTo>
                <a:lnTo>
                  <a:pt x="165062" y="24393"/>
                </a:lnTo>
                <a:lnTo>
                  <a:pt x="165213" y="24628"/>
                </a:lnTo>
                <a:lnTo>
                  <a:pt x="165359" y="24868"/>
                </a:lnTo>
                <a:lnTo>
                  <a:pt x="165502" y="25112"/>
                </a:lnTo>
                <a:lnTo>
                  <a:pt x="165641" y="25360"/>
                </a:lnTo>
                <a:lnTo>
                  <a:pt x="165776" y="25613"/>
                </a:lnTo>
                <a:lnTo>
                  <a:pt x="165906" y="25872"/>
                </a:lnTo>
                <a:lnTo>
                  <a:pt x="166032" y="26136"/>
                </a:lnTo>
                <a:lnTo>
                  <a:pt x="166152" y="26406"/>
                </a:lnTo>
                <a:lnTo>
                  <a:pt x="166268" y="26681"/>
                </a:lnTo>
                <a:lnTo>
                  <a:pt x="166380" y="26962"/>
                </a:lnTo>
                <a:lnTo>
                  <a:pt x="166486" y="27248"/>
                </a:lnTo>
                <a:lnTo>
                  <a:pt x="166588" y="27540"/>
                </a:lnTo>
                <a:lnTo>
                  <a:pt x="166685" y="27837"/>
                </a:lnTo>
                <a:lnTo>
                  <a:pt x="166778" y="28140"/>
                </a:lnTo>
                <a:lnTo>
                  <a:pt x="166865" y="28448"/>
                </a:lnTo>
                <a:lnTo>
                  <a:pt x="166948" y="28761"/>
                </a:lnTo>
                <a:lnTo>
                  <a:pt x="167027" y="29080"/>
                </a:lnTo>
                <a:lnTo>
                  <a:pt x="167100" y="29405"/>
                </a:lnTo>
                <a:lnTo>
                  <a:pt x="167169" y="29734"/>
                </a:lnTo>
                <a:lnTo>
                  <a:pt x="167233" y="30070"/>
                </a:lnTo>
                <a:lnTo>
                  <a:pt x="167292" y="30411"/>
                </a:lnTo>
                <a:lnTo>
                  <a:pt x="167347" y="30757"/>
                </a:lnTo>
                <a:lnTo>
                  <a:pt x="167397" y="31109"/>
                </a:lnTo>
                <a:lnTo>
                  <a:pt x="167442" y="31466"/>
                </a:lnTo>
                <a:lnTo>
                  <a:pt x="167482" y="31829"/>
                </a:lnTo>
                <a:lnTo>
                  <a:pt x="167518" y="32197"/>
                </a:lnTo>
                <a:lnTo>
                  <a:pt x="167549" y="32571"/>
                </a:lnTo>
                <a:lnTo>
                  <a:pt x="167575" y="32950"/>
                </a:lnTo>
                <a:lnTo>
                  <a:pt x="189344" y="32950"/>
                </a:lnTo>
                <a:lnTo>
                  <a:pt x="189338" y="32215"/>
                </a:lnTo>
                <a:lnTo>
                  <a:pt x="189321" y="31489"/>
                </a:lnTo>
                <a:lnTo>
                  <a:pt x="189292" y="30772"/>
                </a:lnTo>
                <a:lnTo>
                  <a:pt x="189251" y="30064"/>
                </a:lnTo>
                <a:lnTo>
                  <a:pt x="189198" y="29365"/>
                </a:lnTo>
                <a:lnTo>
                  <a:pt x="189134" y="28676"/>
                </a:lnTo>
                <a:lnTo>
                  <a:pt x="189058" y="27996"/>
                </a:lnTo>
                <a:lnTo>
                  <a:pt x="188970" y="27325"/>
                </a:lnTo>
                <a:lnTo>
                  <a:pt x="188871" y="26663"/>
                </a:lnTo>
                <a:lnTo>
                  <a:pt x="188760" y="26010"/>
                </a:lnTo>
                <a:lnTo>
                  <a:pt x="188637" y="25367"/>
                </a:lnTo>
                <a:lnTo>
                  <a:pt x="188503" y="24733"/>
                </a:lnTo>
                <a:lnTo>
                  <a:pt x="188357" y="24108"/>
                </a:lnTo>
                <a:lnTo>
                  <a:pt x="188199" y="23492"/>
                </a:lnTo>
                <a:lnTo>
                  <a:pt x="188030" y="22885"/>
                </a:lnTo>
                <a:lnTo>
                  <a:pt x="187848" y="22288"/>
                </a:lnTo>
                <a:lnTo>
                  <a:pt x="187656" y="21700"/>
                </a:lnTo>
                <a:lnTo>
                  <a:pt x="187451" y="21121"/>
                </a:lnTo>
                <a:lnTo>
                  <a:pt x="187235" y="20551"/>
                </a:lnTo>
                <a:lnTo>
                  <a:pt x="187007" y="19990"/>
                </a:lnTo>
                <a:lnTo>
                  <a:pt x="186767" y="19439"/>
                </a:lnTo>
                <a:lnTo>
                  <a:pt x="186516" y="18897"/>
                </a:lnTo>
                <a:lnTo>
                  <a:pt x="186253" y="18364"/>
                </a:lnTo>
                <a:lnTo>
                  <a:pt x="185979" y="17840"/>
                </a:lnTo>
                <a:lnTo>
                  <a:pt x="185694" y="17324"/>
                </a:lnTo>
                <a:lnTo>
                  <a:pt x="185401" y="16816"/>
                </a:lnTo>
                <a:lnTo>
                  <a:pt x="185100" y="16316"/>
                </a:lnTo>
                <a:lnTo>
                  <a:pt x="184791" y="15824"/>
                </a:lnTo>
                <a:lnTo>
                  <a:pt x="184474" y="15339"/>
                </a:lnTo>
                <a:lnTo>
                  <a:pt x="184148" y="14862"/>
                </a:lnTo>
                <a:lnTo>
                  <a:pt x="183814" y="14393"/>
                </a:lnTo>
                <a:lnTo>
                  <a:pt x="183472" y="13931"/>
                </a:lnTo>
                <a:lnTo>
                  <a:pt x="183122" y="13477"/>
                </a:lnTo>
                <a:lnTo>
                  <a:pt x="182763" y="13031"/>
                </a:lnTo>
                <a:lnTo>
                  <a:pt x="182397" y="12593"/>
                </a:lnTo>
                <a:lnTo>
                  <a:pt x="182022" y="12162"/>
                </a:lnTo>
                <a:lnTo>
                  <a:pt x="181639" y="11739"/>
                </a:lnTo>
                <a:lnTo>
                  <a:pt x="181248" y="11324"/>
                </a:lnTo>
                <a:lnTo>
                  <a:pt x="180848" y="10916"/>
                </a:lnTo>
                <a:lnTo>
                  <a:pt x="180440" y="10516"/>
                </a:lnTo>
                <a:lnTo>
                  <a:pt x="180024" y="10124"/>
                </a:lnTo>
                <a:lnTo>
                  <a:pt x="179600" y="9739"/>
                </a:lnTo>
                <a:lnTo>
                  <a:pt x="179168" y="9363"/>
                </a:lnTo>
                <a:lnTo>
                  <a:pt x="178727" y="8994"/>
                </a:lnTo>
                <a:lnTo>
                  <a:pt x="178278" y="8632"/>
                </a:lnTo>
                <a:lnTo>
                  <a:pt x="177821" y="8279"/>
                </a:lnTo>
                <a:lnTo>
                  <a:pt x="177356" y="7933"/>
                </a:lnTo>
                <a:lnTo>
                  <a:pt x="176883" y="7594"/>
                </a:lnTo>
                <a:lnTo>
                  <a:pt x="176403" y="7264"/>
                </a:lnTo>
                <a:lnTo>
                  <a:pt x="175917" y="6941"/>
                </a:lnTo>
                <a:lnTo>
                  <a:pt x="175425" y="6626"/>
                </a:lnTo>
                <a:lnTo>
                  <a:pt x="174928" y="6319"/>
                </a:lnTo>
                <a:lnTo>
                  <a:pt x="174425" y="6019"/>
                </a:lnTo>
                <a:lnTo>
                  <a:pt x="173916" y="5727"/>
                </a:lnTo>
                <a:lnTo>
                  <a:pt x="173401" y="5443"/>
                </a:lnTo>
                <a:lnTo>
                  <a:pt x="172881" y="5166"/>
                </a:lnTo>
                <a:lnTo>
                  <a:pt x="172355" y="4898"/>
                </a:lnTo>
                <a:lnTo>
                  <a:pt x="171823" y="4637"/>
                </a:lnTo>
                <a:lnTo>
                  <a:pt x="171286" y="4383"/>
                </a:lnTo>
                <a:lnTo>
                  <a:pt x="170743" y="4138"/>
                </a:lnTo>
                <a:lnTo>
                  <a:pt x="170194" y="3900"/>
                </a:lnTo>
                <a:lnTo>
                  <a:pt x="169639" y="3670"/>
                </a:lnTo>
                <a:lnTo>
                  <a:pt x="169079" y="3447"/>
                </a:lnTo>
                <a:lnTo>
                  <a:pt x="168513" y="3232"/>
                </a:lnTo>
                <a:lnTo>
                  <a:pt x="167941" y="3025"/>
                </a:lnTo>
                <a:lnTo>
                  <a:pt x="167364" y="2826"/>
                </a:lnTo>
                <a:lnTo>
                  <a:pt x="166781" y="2634"/>
                </a:lnTo>
                <a:lnTo>
                  <a:pt x="166192" y="2450"/>
                </a:lnTo>
                <a:lnTo>
                  <a:pt x="165597" y="2274"/>
                </a:lnTo>
                <a:lnTo>
                  <a:pt x="164997" y="2106"/>
                </a:lnTo>
                <a:lnTo>
                  <a:pt x="164391" y="1945"/>
                </a:lnTo>
                <a:lnTo>
                  <a:pt x="163779" y="1792"/>
                </a:lnTo>
                <a:lnTo>
                  <a:pt x="163163" y="1646"/>
                </a:lnTo>
                <a:lnTo>
                  <a:pt x="162545" y="1506"/>
                </a:lnTo>
                <a:lnTo>
                  <a:pt x="161925" y="1372"/>
                </a:lnTo>
                <a:lnTo>
                  <a:pt x="161302" y="1244"/>
                </a:lnTo>
                <a:lnTo>
                  <a:pt x="160678" y="1123"/>
                </a:lnTo>
                <a:lnTo>
                  <a:pt x="160051" y="1008"/>
                </a:lnTo>
                <a:lnTo>
                  <a:pt x="159421" y="899"/>
                </a:lnTo>
                <a:lnTo>
                  <a:pt x="158790" y="796"/>
                </a:lnTo>
                <a:lnTo>
                  <a:pt x="158156" y="700"/>
                </a:lnTo>
                <a:lnTo>
                  <a:pt x="157520" y="610"/>
                </a:lnTo>
                <a:lnTo>
                  <a:pt x="156882" y="526"/>
                </a:lnTo>
                <a:lnTo>
                  <a:pt x="156242" y="448"/>
                </a:lnTo>
                <a:lnTo>
                  <a:pt x="155599" y="376"/>
                </a:lnTo>
                <a:lnTo>
                  <a:pt x="154954" y="311"/>
                </a:lnTo>
                <a:lnTo>
                  <a:pt x="154307" y="252"/>
                </a:lnTo>
                <a:lnTo>
                  <a:pt x="153658" y="199"/>
                </a:lnTo>
                <a:lnTo>
                  <a:pt x="153006" y="152"/>
                </a:lnTo>
                <a:lnTo>
                  <a:pt x="152352" y="112"/>
                </a:lnTo>
                <a:lnTo>
                  <a:pt x="151696" y="78"/>
                </a:lnTo>
                <a:lnTo>
                  <a:pt x="151038" y="50"/>
                </a:lnTo>
                <a:lnTo>
                  <a:pt x="150377" y="28"/>
                </a:lnTo>
                <a:lnTo>
                  <a:pt x="149715" y="12"/>
                </a:lnTo>
                <a:lnTo>
                  <a:pt x="149050" y="3"/>
                </a:lnTo>
                <a:lnTo>
                  <a:pt x="148382" y="0"/>
                </a:lnTo>
                <a:lnTo>
                  <a:pt x="147809" y="3"/>
                </a:lnTo>
                <a:lnTo>
                  <a:pt x="147236" y="13"/>
                </a:lnTo>
                <a:lnTo>
                  <a:pt x="146663" y="29"/>
                </a:lnTo>
                <a:lnTo>
                  <a:pt x="146091" y="52"/>
                </a:lnTo>
                <a:lnTo>
                  <a:pt x="145518" y="81"/>
                </a:lnTo>
                <a:lnTo>
                  <a:pt x="144945" y="116"/>
                </a:lnTo>
                <a:lnTo>
                  <a:pt x="144372" y="158"/>
                </a:lnTo>
                <a:lnTo>
                  <a:pt x="143799" y="207"/>
                </a:lnTo>
                <a:lnTo>
                  <a:pt x="143226" y="262"/>
                </a:lnTo>
                <a:lnTo>
                  <a:pt x="142653" y="323"/>
                </a:lnTo>
                <a:lnTo>
                  <a:pt x="142080" y="391"/>
                </a:lnTo>
                <a:lnTo>
                  <a:pt x="141507" y="466"/>
                </a:lnTo>
                <a:lnTo>
                  <a:pt x="140934" y="546"/>
                </a:lnTo>
                <a:lnTo>
                  <a:pt x="140361" y="634"/>
                </a:lnTo>
                <a:lnTo>
                  <a:pt x="139788" y="727"/>
                </a:lnTo>
                <a:lnTo>
                  <a:pt x="139215" y="828"/>
                </a:lnTo>
                <a:lnTo>
                  <a:pt x="138642" y="934"/>
                </a:lnTo>
                <a:lnTo>
                  <a:pt x="138069" y="1047"/>
                </a:lnTo>
                <a:lnTo>
                  <a:pt x="137496" y="1167"/>
                </a:lnTo>
                <a:lnTo>
                  <a:pt x="136923" y="1293"/>
                </a:lnTo>
                <a:lnTo>
                  <a:pt x="136350" y="1426"/>
                </a:lnTo>
                <a:lnTo>
                  <a:pt x="135777" y="1565"/>
                </a:lnTo>
                <a:lnTo>
                  <a:pt x="135204" y="1710"/>
                </a:lnTo>
                <a:lnTo>
                  <a:pt x="134631" y="1862"/>
                </a:lnTo>
                <a:lnTo>
                  <a:pt x="134061" y="2021"/>
                </a:lnTo>
                <a:lnTo>
                  <a:pt x="133496" y="2186"/>
                </a:lnTo>
                <a:lnTo>
                  <a:pt x="132935" y="2359"/>
                </a:lnTo>
                <a:lnTo>
                  <a:pt x="132380" y="2538"/>
                </a:lnTo>
                <a:lnTo>
                  <a:pt x="131830" y="2725"/>
                </a:lnTo>
                <a:lnTo>
                  <a:pt x="131284" y="2918"/>
                </a:lnTo>
                <a:lnTo>
                  <a:pt x="130744" y="3119"/>
                </a:lnTo>
                <a:lnTo>
                  <a:pt x="130208" y="3326"/>
                </a:lnTo>
                <a:lnTo>
                  <a:pt x="129677" y="3541"/>
                </a:lnTo>
                <a:lnTo>
                  <a:pt x="129152" y="3762"/>
                </a:lnTo>
                <a:lnTo>
                  <a:pt x="128631" y="3990"/>
                </a:lnTo>
                <a:lnTo>
                  <a:pt x="128116" y="4226"/>
                </a:lnTo>
                <a:lnTo>
                  <a:pt x="127605" y="4468"/>
                </a:lnTo>
                <a:lnTo>
                  <a:pt x="127099" y="4717"/>
                </a:lnTo>
                <a:lnTo>
                  <a:pt x="126598" y="4973"/>
                </a:lnTo>
                <a:lnTo>
                  <a:pt x="126102" y="5236"/>
                </a:lnTo>
                <a:lnTo>
                  <a:pt x="125611" y="5506"/>
                </a:lnTo>
                <a:lnTo>
                  <a:pt x="125126" y="5784"/>
                </a:lnTo>
                <a:lnTo>
                  <a:pt x="124645" y="6068"/>
                </a:lnTo>
                <a:lnTo>
                  <a:pt x="124169" y="6359"/>
                </a:lnTo>
                <a:lnTo>
                  <a:pt x="123698" y="6657"/>
                </a:lnTo>
                <a:lnTo>
                  <a:pt x="123231" y="6961"/>
                </a:lnTo>
                <a:lnTo>
                  <a:pt x="122770" y="7273"/>
                </a:lnTo>
                <a:lnTo>
                  <a:pt x="122314" y="7592"/>
                </a:lnTo>
                <a:lnTo>
                  <a:pt x="121864" y="7918"/>
                </a:lnTo>
                <a:lnTo>
                  <a:pt x="121422" y="8250"/>
                </a:lnTo>
                <a:lnTo>
                  <a:pt x="120986" y="8589"/>
                </a:lnTo>
                <a:lnTo>
                  <a:pt x="120558" y="8935"/>
                </a:lnTo>
                <a:lnTo>
                  <a:pt x="120137" y="9287"/>
                </a:lnTo>
                <a:lnTo>
                  <a:pt x="119723" y="9646"/>
                </a:lnTo>
                <a:lnTo>
                  <a:pt x="119316" y="10012"/>
                </a:lnTo>
                <a:lnTo>
                  <a:pt x="118917" y="10385"/>
                </a:lnTo>
                <a:lnTo>
                  <a:pt x="118525" y="10764"/>
                </a:lnTo>
                <a:lnTo>
                  <a:pt x="118140" y="11150"/>
                </a:lnTo>
                <a:lnTo>
                  <a:pt x="117762" y="11542"/>
                </a:lnTo>
                <a:lnTo>
                  <a:pt x="117391" y="11942"/>
                </a:lnTo>
                <a:lnTo>
                  <a:pt x="117028" y="12348"/>
                </a:lnTo>
                <a:lnTo>
                  <a:pt x="116672" y="12761"/>
                </a:lnTo>
                <a:lnTo>
                  <a:pt x="116323" y="13180"/>
                </a:lnTo>
                <a:lnTo>
                  <a:pt x="115981" y="13607"/>
                </a:lnTo>
                <a:lnTo>
                  <a:pt x="115647" y="14040"/>
                </a:lnTo>
                <a:lnTo>
                  <a:pt x="115319" y="14479"/>
                </a:lnTo>
                <a:lnTo>
                  <a:pt x="114999" y="14926"/>
                </a:lnTo>
                <a:lnTo>
                  <a:pt x="114686" y="15379"/>
                </a:lnTo>
                <a:lnTo>
                  <a:pt x="114381" y="15839"/>
                </a:lnTo>
                <a:lnTo>
                  <a:pt x="114082" y="16305"/>
                </a:lnTo>
                <a:lnTo>
                  <a:pt x="113791" y="16779"/>
                </a:lnTo>
                <a:lnTo>
                  <a:pt x="113507" y="17259"/>
                </a:lnTo>
                <a:lnTo>
                  <a:pt x="113232" y="17745"/>
                </a:lnTo>
                <a:lnTo>
                  <a:pt x="112969" y="18240"/>
                </a:lnTo>
                <a:lnTo>
                  <a:pt x="112718" y="18741"/>
                </a:lnTo>
                <a:lnTo>
                  <a:pt x="112478" y="19250"/>
                </a:lnTo>
                <a:lnTo>
                  <a:pt x="112251" y="19765"/>
                </a:lnTo>
                <a:lnTo>
                  <a:pt x="112034" y="20288"/>
                </a:lnTo>
                <a:lnTo>
                  <a:pt x="111830" y="20819"/>
                </a:lnTo>
                <a:lnTo>
                  <a:pt x="111637" y="21356"/>
                </a:lnTo>
                <a:lnTo>
                  <a:pt x="111456" y="21901"/>
                </a:lnTo>
                <a:lnTo>
                  <a:pt x="111286" y="22452"/>
                </a:lnTo>
                <a:lnTo>
                  <a:pt x="111129" y="23012"/>
                </a:lnTo>
                <a:lnTo>
                  <a:pt x="110983" y="23578"/>
                </a:lnTo>
                <a:lnTo>
                  <a:pt x="110848" y="24151"/>
                </a:lnTo>
                <a:lnTo>
                  <a:pt x="110726" y="24732"/>
                </a:lnTo>
                <a:lnTo>
                  <a:pt x="110615" y="25320"/>
                </a:lnTo>
                <a:lnTo>
                  <a:pt x="110515" y="25915"/>
                </a:lnTo>
                <a:lnTo>
                  <a:pt x="110428" y="26517"/>
                </a:lnTo>
                <a:lnTo>
                  <a:pt x="110352" y="27127"/>
                </a:lnTo>
                <a:lnTo>
                  <a:pt x="110287" y="27743"/>
                </a:lnTo>
                <a:lnTo>
                  <a:pt x="110235" y="28367"/>
                </a:lnTo>
                <a:lnTo>
                  <a:pt x="110194" y="28998"/>
                </a:lnTo>
                <a:lnTo>
                  <a:pt x="110165" y="29637"/>
                </a:lnTo>
                <a:lnTo>
                  <a:pt x="110147" y="30282"/>
                </a:lnTo>
                <a:lnTo>
                  <a:pt x="110141" y="30935"/>
                </a:lnTo>
                <a:lnTo>
                  <a:pt x="110146" y="31516"/>
                </a:lnTo>
                <a:lnTo>
                  <a:pt x="110160" y="32090"/>
                </a:lnTo>
                <a:lnTo>
                  <a:pt x="110183" y="32657"/>
                </a:lnTo>
                <a:lnTo>
                  <a:pt x="110215" y="33217"/>
                </a:lnTo>
                <a:lnTo>
                  <a:pt x="110256" y="33769"/>
                </a:lnTo>
                <a:lnTo>
                  <a:pt x="110307" y="34314"/>
                </a:lnTo>
                <a:lnTo>
                  <a:pt x="110367" y="34852"/>
                </a:lnTo>
                <a:lnTo>
                  <a:pt x="110436" y="35383"/>
                </a:lnTo>
                <a:lnTo>
                  <a:pt x="110514" y="35906"/>
                </a:lnTo>
                <a:lnTo>
                  <a:pt x="110601" y="36423"/>
                </a:lnTo>
                <a:lnTo>
                  <a:pt x="110698" y="36932"/>
                </a:lnTo>
                <a:lnTo>
                  <a:pt x="110803" y="37434"/>
                </a:lnTo>
                <a:lnTo>
                  <a:pt x="110918" y="37928"/>
                </a:lnTo>
                <a:lnTo>
                  <a:pt x="111043" y="38416"/>
                </a:lnTo>
                <a:lnTo>
                  <a:pt x="111176" y="38896"/>
                </a:lnTo>
                <a:lnTo>
                  <a:pt x="111318" y="39369"/>
                </a:lnTo>
                <a:lnTo>
                  <a:pt x="111470" y="39835"/>
                </a:lnTo>
                <a:lnTo>
                  <a:pt x="111631" y="40293"/>
                </a:lnTo>
                <a:lnTo>
                  <a:pt x="111801" y="40745"/>
                </a:lnTo>
                <a:lnTo>
                  <a:pt x="111981" y="41189"/>
                </a:lnTo>
                <a:lnTo>
                  <a:pt x="112169" y="41626"/>
                </a:lnTo>
                <a:lnTo>
                  <a:pt x="112367" y="42056"/>
                </a:lnTo>
                <a:lnTo>
                  <a:pt x="112574" y="42479"/>
                </a:lnTo>
                <a:lnTo>
                  <a:pt x="112790" y="42894"/>
                </a:lnTo>
                <a:lnTo>
                  <a:pt x="113014" y="43303"/>
                </a:lnTo>
                <a:lnTo>
                  <a:pt x="113243" y="43706"/>
                </a:lnTo>
                <a:lnTo>
                  <a:pt x="113478" y="44104"/>
                </a:lnTo>
                <a:lnTo>
                  <a:pt x="113719" y="44495"/>
                </a:lnTo>
                <a:lnTo>
                  <a:pt x="113966" y="44881"/>
                </a:lnTo>
                <a:lnTo>
                  <a:pt x="114218" y="45262"/>
                </a:lnTo>
                <a:lnTo>
                  <a:pt x="114476" y="45636"/>
                </a:lnTo>
                <a:lnTo>
                  <a:pt x="114740" y="46005"/>
                </a:lnTo>
                <a:lnTo>
                  <a:pt x="115010" y="46368"/>
                </a:lnTo>
                <a:lnTo>
                  <a:pt x="115285" y="46726"/>
                </a:lnTo>
                <a:lnTo>
                  <a:pt x="115566" y="47078"/>
                </a:lnTo>
                <a:lnTo>
                  <a:pt x="115852" y="47424"/>
                </a:lnTo>
                <a:lnTo>
                  <a:pt x="116145" y="47764"/>
                </a:lnTo>
                <a:lnTo>
                  <a:pt x="116443" y="48099"/>
                </a:lnTo>
                <a:lnTo>
                  <a:pt x="116747" y="48428"/>
                </a:lnTo>
                <a:lnTo>
                  <a:pt x="117056" y="48751"/>
                </a:lnTo>
                <a:lnTo>
                  <a:pt x="117371" y="49068"/>
                </a:lnTo>
                <a:lnTo>
                  <a:pt x="117692" y="49380"/>
                </a:lnTo>
                <a:lnTo>
                  <a:pt x="118019" y="49686"/>
                </a:lnTo>
                <a:lnTo>
                  <a:pt x="118351" y="49987"/>
                </a:lnTo>
                <a:lnTo>
                  <a:pt x="118689" y="50281"/>
                </a:lnTo>
                <a:lnTo>
                  <a:pt x="119033" y="50570"/>
                </a:lnTo>
                <a:lnTo>
                  <a:pt x="119382" y="50853"/>
                </a:lnTo>
                <a:lnTo>
                  <a:pt x="119738" y="51131"/>
                </a:lnTo>
                <a:lnTo>
                  <a:pt x="120098" y="51403"/>
                </a:lnTo>
                <a:lnTo>
                  <a:pt x="120462" y="51671"/>
                </a:lnTo>
                <a:lnTo>
                  <a:pt x="120830" y="51935"/>
                </a:lnTo>
                <a:lnTo>
                  <a:pt x="121202" y="52195"/>
                </a:lnTo>
                <a:lnTo>
                  <a:pt x="121578" y="52450"/>
                </a:lnTo>
                <a:lnTo>
                  <a:pt x="121957" y="52702"/>
                </a:lnTo>
                <a:lnTo>
                  <a:pt x="122341" y="52949"/>
                </a:lnTo>
                <a:lnTo>
                  <a:pt x="122729" y="53191"/>
                </a:lnTo>
                <a:lnTo>
                  <a:pt x="123121" y="53430"/>
                </a:lnTo>
                <a:lnTo>
                  <a:pt x="123517" y="53664"/>
                </a:lnTo>
                <a:lnTo>
                  <a:pt x="123917" y="53894"/>
                </a:lnTo>
                <a:lnTo>
                  <a:pt x="124320" y="54120"/>
                </a:lnTo>
                <a:lnTo>
                  <a:pt x="124728" y="54342"/>
                </a:lnTo>
                <a:lnTo>
                  <a:pt x="125140" y="54559"/>
                </a:lnTo>
                <a:lnTo>
                  <a:pt x="125556" y="54772"/>
                </a:lnTo>
                <a:lnTo>
                  <a:pt x="125975" y="54981"/>
                </a:lnTo>
                <a:lnTo>
                  <a:pt x="126399" y="55186"/>
                </a:lnTo>
                <a:lnTo>
                  <a:pt x="126827" y="55386"/>
                </a:lnTo>
                <a:lnTo>
                  <a:pt x="127258" y="55583"/>
                </a:lnTo>
                <a:lnTo>
                  <a:pt x="127694" y="55775"/>
                </a:lnTo>
                <a:lnTo>
                  <a:pt x="128133" y="55962"/>
                </a:lnTo>
                <a:lnTo>
                  <a:pt x="128577" y="56146"/>
                </a:lnTo>
                <a:lnTo>
                  <a:pt x="129024" y="56325"/>
                </a:lnTo>
                <a:lnTo>
                  <a:pt x="129476" y="56501"/>
                </a:lnTo>
                <a:lnTo>
                  <a:pt x="129930" y="56672"/>
                </a:lnTo>
                <a:lnTo>
                  <a:pt x="130385" y="56842"/>
                </a:lnTo>
                <a:lnTo>
                  <a:pt x="130841" y="57010"/>
                </a:lnTo>
                <a:lnTo>
                  <a:pt x="131299" y="57175"/>
                </a:lnTo>
                <a:lnTo>
                  <a:pt x="131757" y="57338"/>
                </a:lnTo>
                <a:lnTo>
                  <a:pt x="132216" y="57498"/>
                </a:lnTo>
                <a:lnTo>
                  <a:pt x="132676" y="57657"/>
                </a:lnTo>
                <a:lnTo>
                  <a:pt x="133137" y="57813"/>
                </a:lnTo>
                <a:lnTo>
                  <a:pt x="133599" y="57967"/>
                </a:lnTo>
                <a:lnTo>
                  <a:pt x="134062" y="58119"/>
                </a:lnTo>
                <a:lnTo>
                  <a:pt x="134526" y="58269"/>
                </a:lnTo>
                <a:lnTo>
                  <a:pt x="134991" y="58416"/>
                </a:lnTo>
                <a:lnTo>
                  <a:pt x="135457" y="58561"/>
                </a:lnTo>
                <a:lnTo>
                  <a:pt x="135924" y="58704"/>
                </a:lnTo>
                <a:lnTo>
                  <a:pt x="136392" y="58845"/>
                </a:lnTo>
                <a:lnTo>
                  <a:pt x="136861" y="58983"/>
                </a:lnTo>
                <a:lnTo>
                  <a:pt x="137331" y="59119"/>
                </a:lnTo>
                <a:lnTo>
                  <a:pt x="137802" y="59253"/>
                </a:lnTo>
                <a:lnTo>
                  <a:pt x="138274" y="59385"/>
                </a:lnTo>
                <a:lnTo>
                  <a:pt x="138747" y="59515"/>
                </a:lnTo>
                <a:lnTo>
                  <a:pt x="139220" y="59642"/>
                </a:lnTo>
                <a:lnTo>
                  <a:pt x="139695" y="59767"/>
                </a:lnTo>
                <a:lnTo>
                  <a:pt x="140171" y="59890"/>
                </a:lnTo>
                <a:lnTo>
                  <a:pt x="140648" y="60010"/>
                </a:lnTo>
                <a:lnTo>
                  <a:pt x="141113" y="60141"/>
                </a:lnTo>
                <a:lnTo>
                  <a:pt x="141578" y="60271"/>
                </a:lnTo>
                <a:lnTo>
                  <a:pt x="142042" y="60399"/>
                </a:lnTo>
                <a:lnTo>
                  <a:pt x="142506" y="60527"/>
                </a:lnTo>
                <a:lnTo>
                  <a:pt x="142969" y="60654"/>
                </a:lnTo>
                <a:lnTo>
                  <a:pt x="143432" y="60779"/>
                </a:lnTo>
                <a:lnTo>
                  <a:pt x="143894" y="60904"/>
                </a:lnTo>
                <a:lnTo>
                  <a:pt x="144356" y="61028"/>
                </a:lnTo>
                <a:lnTo>
                  <a:pt x="144817" y="61151"/>
                </a:lnTo>
                <a:lnTo>
                  <a:pt x="145278" y="61272"/>
                </a:lnTo>
                <a:lnTo>
                  <a:pt x="145738" y="61393"/>
                </a:lnTo>
                <a:lnTo>
                  <a:pt x="146198" y="61513"/>
                </a:lnTo>
                <a:lnTo>
                  <a:pt x="146657" y="61632"/>
                </a:lnTo>
                <a:lnTo>
                  <a:pt x="147116" y="61749"/>
                </a:lnTo>
                <a:lnTo>
                  <a:pt x="147574" y="61866"/>
                </a:lnTo>
                <a:lnTo>
                  <a:pt x="148032" y="61982"/>
                </a:lnTo>
                <a:lnTo>
                  <a:pt x="148489" y="62097"/>
                </a:lnTo>
                <a:lnTo>
                  <a:pt x="148946" y="62211"/>
                </a:lnTo>
                <a:lnTo>
                  <a:pt x="149402" y="62324"/>
                </a:lnTo>
                <a:lnTo>
                  <a:pt x="149858" y="62436"/>
                </a:lnTo>
                <a:lnTo>
                  <a:pt x="150313" y="62547"/>
                </a:lnTo>
                <a:lnTo>
                  <a:pt x="150768" y="62656"/>
                </a:lnTo>
                <a:lnTo>
                  <a:pt x="151222" y="62765"/>
                </a:lnTo>
                <a:lnTo>
                  <a:pt x="151676" y="62873"/>
                </a:lnTo>
                <a:lnTo>
                  <a:pt x="152127" y="62982"/>
                </a:lnTo>
                <a:lnTo>
                  <a:pt x="152575" y="63091"/>
                </a:lnTo>
                <a:lnTo>
                  <a:pt x="153019" y="63202"/>
                </a:lnTo>
                <a:lnTo>
                  <a:pt x="153459" y="63315"/>
                </a:lnTo>
                <a:lnTo>
                  <a:pt x="153894" y="63429"/>
                </a:lnTo>
                <a:lnTo>
                  <a:pt x="154326" y="63545"/>
                </a:lnTo>
                <a:lnTo>
                  <a:pt x="154754" y="63662"/>
                </a:lnTo>
                <a:lnTo>
                  <a:pt x="155178" y="63781"/>
                </a:lnTo>
                <a:lnTo>
                  <a:pt x="155597" y="63901"/>
                </a:lnTo>
                <a:lnTo>
                  <a:pt x="156013" y="64023"/>
                </a:lnTo>
                <a:lnTo>
                  <a:pt x="156425" y="64146"/>
                </a:lnTo>
                <a:lnTo>
                  <a:pt x="156833" y="64270"/>
                </a:lnTo>
                <a:lnTo>
                  <a:pt x="157237" y="64397"/>
                </a:lnTo>
                <a:lnTo>
                  <a:pt x="157637" y="64524"/>
                </a:lnTo>
                <a:lnTo>
                  <a:pt x="158033" y="64653"/>
                </a:lnTo>
                <a:lnTo>
                  <a:pt x="158424" y="64784"/>
                </a:lnTo>
                <a:lnTo>
                  <a:pt x="158812" y="64916"/>
                </a:lnTo>
                <a:lnTo>
                  <a:pt x="159196" y="65050"/>
                </a:lnTo>
                <a:lnTo>
                  <a:pt x="159576" y="65185"/>
                </a:lnTo>
                <a:lnTo>
                  <a:pt x="159952" y="65321"/>
                </a:lnTo>
                <a:lnTo>
                  <a:pt x="160324" y="65459"/>
                </a:lnTo>
                <a:lnTo>
                  <a:pt x="160692" y="65599"/>
                </a:lnTo>
                <a:lnTo>
                  <a:pt x="161056" y="65740"/>
                </a:lnTo>
                <a:lnTo>
                  <a:pt x="161416" y="65883"/>
                </a:lnTo>
                <a:lnTo>
                  <a:pt x="161772" y="66027"/>
                </a:lnTo>
                <a:lnTo>
                  <a:pt x="162121" y="66175"/>
                </a:lnTo>
                <a:lnTo>
                  <a:pt x="162465" y="66326"/>
                </a:lnTo>
                <a:lnTo>
                  <a:pt x="162803" y="66479"/>
                </a:lnTo>
                <a:lnTo>
                  <a:pt x="163135" y="66636"/>
                </a:lnTo>
                <a:lnTo>
                  <a:pt x="163462" y="66795"/>
                </a:lnTo>
                <a:lnTo>
                  <a:pt x="163783" y="66958"/>
                </a:lnTo>
                <a:lnTo>
                  <a:pt x="164098" y="67124"/>
                </a:lnTo>
                <a:lnTo>
                  <a:pt x="164407" y="67292"/>
                </a:lnTo>
                <a:lnTo>
                  <a:pt x="164711" y="67464"/>
                </a:lnTo>
                <a:lnTo>
                  <a:pt x="165009" y="67638"/>
                </a:lnTo>
                <a:lnTo>
                  <a:pt x="165301" y="67816"/>
                </a:lnTo>
                <a:lnTo>
                  <a:pt x="165588" y="67996"/>
                </a:lnTo>
                <a:lnTo>
                  <a:pt x="165868" y="68180"/>
                </a:lnTo>
                <a:lnTo>
                  <a:pt x="166143" y="68366"/>
                </a:lnTo>
                <a:lnTo>
                  <a:pt x="166413" y="68556"/>
                </a:lnTo>
                <a:lnTo>
                  <a:pt x="166676" y="68748"/>
                </a:lnTo>
                <a:lnTo>
                  <a:pt x="166934" y="68944"/>
                </a:lnTo>
                <a:lnTo>
                  <a:pt x="167187" y="69142"/>
                </a:lnTo>
                <a:lnTo>
                  <a:pt x="167433" y="69344"/>
                </a:lnTo>
                <a:lnTo>
                  <a:pt x="167674" y="69548"/>
                </a:lnTo>
                <a:lnTo>
                  <a:pt x="167909" y="69755"/>
                </a:lnTo>
                <a:lnTo>
                  <a:pt x="168138" y="69966"/>
                </a:lnTo>
                <a:lnTo>
                  <a:pt x="168362" y="70179"/>
                </a:lnTo>
                <a:lnTo>
                  <a:pt x="168578" y="70397"/>
                </a:lnTo>
                <a:lnTo>
                  <a:pt x="168785" y="70620"/>
                </a:lnTo>
                <a:lnTo>
                  <a:pt x="168983" y="70848"/>
                </a:lnTo>
                <a:lnTo>
                  <a:pt x="169172" y="71082"/>
                </a:lnTo>
                <a:lnTo>
                  <a:pt x="169351" y="71321"/>
                </a:lnTo>
                <a:lnTo>
                  <a:pt x="169522" y="71566"/>
                </a:lnTo>
                <a:lnTo>
                  <a:pt x="169683" y="71817"/>
                </a:lnTo>
                <a:lnTo>
                  <a:pt x="169834" y="72072"/>
                </a:lnTo>
                <a:lnTo>
                  <a:pt x="169977" y="72334"/>
                </a:lnTo>
                <a:lnTo>
                  <a:pt x="170111" y="72600"/>
                </a:lnTo>
                <a:lnTo>
                  <a:pt x="170235" y="72873"/>
                </a:lnTo>
                <a:lnTo>
                  <a:pt x="170350" y="73150"/>
                </a:lnTo>
                <a:lnTo>
                  <a:pt x="170456" y="73434"/>
                </a:lnTo>
                <a:lnTo>
                  <a:pt x="170552" y="73722"/>
                </a:lnTo>
                <a:lnTo>
                  <a:pt x="170640" y="74016"/>
                </a:lnTo>
                <a:lnTo>
                  <a:pt x="170718" y="74316"/>
                </a:lnTo>
                <a:lnTo>
                  <a:pt x="170787" y="74621"/>
                </a:lnTo>
                <a:lnTo>
                  <a:pt x="170847" y="74932"/>
                </a:lnTo>
                <a:lnTo>
                  <a:pt x="170898" y="75248"/>
                </a:lnTo>
                <a:lnTo>
                  <a:pt x="170939" y="75569"/>
                </a:lnTo>
                <a:lnTo>
                  <a:pt x="170971" y="75897"/>
                </a:lnTo>
                <a:lnTo>
                  <a:pt x="170994" y="76229"/>
                </a:lnTo>
                <a:lnTo>
                  <a:pt x="171008" y="76567"/>
                </a:lnTo>
                <a:lnTo>
                  <a:pt x="171013" y="76910"/>
                </a:lnTo>
                <a:lnTo>
                  <a:pt x="171009" y="77230"/>
                </a:lnTo>
                <a:lnTo>
                  <a:pt x="170999" y="77545"/>
                </a:lnTo>
                <a:lnTo>
                  <a:pt x="170981" y="77856"/>
                </a:lnTo>
                <a:lnTo>
                  <a:pt x="170957" y="78161"/>
                </a:lnTo>
                <a:lnTo>
                  <a:pt x="170926" y="78462"/>
                </a:lnTo>
                <a:lnTo>
                  <a:pt x="170887" y="78759"/>
                </a:lnTo>
                <a:lnTo>
                  <a:pt x="170842" y="79050"/>
                </a:lnTo>
                <a:lnTo>
                  <a:pt x="170790" y="79337"/>
                </a:lnTo>
                <a:lnTo>
                  <a:pt x="170731" y="79619"/>
                </a:lnTo>
                <a:lnTo>
                  <a:pt x="170664" y="79896"/>
                </a:lnTo>
                <a:lnTo>
                  <a:pt x="170591" y="80169"/>
                </a:lnTo>
                <a:lnTo>
                  <a:pt x="170511" y="80437"/>
                </a:lnTo>
                <a:lnTo>
                  <a:pt x="170424" y="80700"/>
                </a:lnTo>
                <a:lnTo>
                  <a:pt x="170330" y="80958"/>
                </a:lnTo>
                <a:lnTo>
                  <a:pt x="170229" y="81212"/>
                </a:lnTo>
                <a:lnTo>
                  <a:pt x="170121" y="81461"/>
                </a:lnTo>
                <a:lnTo>
                  <a:pt x="170006" y="81705"/>
                </a:lnTo>
                <a:lnTo>
                  <a:pt x="169884" y="81945"/>
                </a:lnTo>
                <a:lnTo>
                  <a:pt x="169755" y="82180"/>
                </a:lnTo>
                <a:lnTo>
                  <a:pt x="169619" y="82410"/>
                </a:lnTo>
                <a:lnTo>
                  <a:pt x="169477" y="82635"/>
                </a:lnTo>
                <a:lnTo>
                  <a:pt x="169327" y="82856"/>
                </a:lnTo>
                <a:lnTo>
                  <a:pt x="169170" y="83072"/>
                </a:lnTo>
                <a:lnTo>
                  <a:pt x="169006" y="83283"/>
                </a:lnTo>
                <a:lnTo>
                  <a:pt x="168838" y="83490"/>
                </a:lnTo>
                <a:lnTo>
                  <a:pt x="168665" y="83694"/>
                </a:lnTo>
                <a:lnTo>
                  <a:pt x="168490" y="83893"/>
                </a:lnTo>
                <a:lnTo>
                  <a:pt x="168310" y="84089"/>
                </a:lnTo>
                <a:lnTo>
                  <a:pt x="168128" y="84281"/>
                </a:lnTo>
                <a:lnTo>
                  <a:pt x="167942" y="84469"/>
                </a:lnTo>
                <a:lnTo>
                  <a:pt x="167752" y="84654"/>
                </a:lnTo>
                <a:lnTo>
                  <a:pt x="167559" y="84835"/>
                </a:lnTo>
                <a:lnTo>
                  <a:pt x="167362" y="85012"/>
                </a:lnTo>
                <a:lnTo>
                  <a:pt x="167162" y="85186"/>
                </a:lnTo>
                <a:lnTo>
                  <a:pt x="166958" y="85355"/>
                </a:lnTo>
                <a:lnTo>
                  <a:pt x="166751" y="85521"/>
                </a:lnTo>
                <a:lnTo>
                  <a:pt x="166540" y="85683"/>
                </a:lnTo>
                <a:lnTo>
                  <a:pt x="166326" y="85842"/>
                </a:lnTo>
                <a:lnTo>
                  <a:pt x="166109" y="85997"/>
                </a:lnTo>
                <a:lnTo>
                  <a:pt x="165888" y="86148"/>
                </a:lnTo>
                <a:lnTo>
                  <a:pt x="165663" y="86295"/>
                </a:lnTo>
                <a:lnTo>
                  <a:pt x="165435" y="86439"/>
                </a:lnTo>
                <a:lnTo>
                  <a:pt x="165203" y="86578"/>
                </a:lnTo>
                <a:lnTo>
                  <a:pt x="164968" y="86714"/>
                </a:lnTo>
                <a:lnTo>
                  <a:pt x="164730" y="86847"/>
                </a:lnTo>
                <a:lnTo>
                  <a:pt x="164488" y="86975"/>
                </a:lnTo>
                <a:lnTo>
                  <a:pt x="164242" y="87100"/>
                </a:lnTo>
                <a:lnTo>
                  <a:pt x="163993" y="87221"/>
                </a:lnTo>
                <a:lnTo>
                  <a:pt x="163742" y="87339"/>
                </a:lnTo>
                <a:lnTo>
                  <a:pt x="163489" y="87454"/>
                </a:lnTo>
                <a:lnTo>
                  <a:pt x="163234" y="87565"/>
                </a:lnTo>
                <a:lnTo>
                  <a:pt x="162979" y="87673"/>
                </a:lnTo>
                <a:lnTo>
                  <a:pt x="162721" y="87778"/>
                </a:lnTo>
                <a:lnTo>
                  <a:pt x="162463" y="87879"/>
                </a:lnTo>
                <a:lnTo>
                  <a:pt x="162202" y="87977"/>
                </a:lnTo>
                <a:lnTo>
                  <a:pt x="161940" y="88073"/>
                </a:lnTo>
                <a:lnTo>
                  <a:pt x="161677" y="88164"/>
                </a:lnTo>
                <a:lnTo>
                  <a:pt x="161412" y="88253"/>
                </a:lnTo>
                <a:lnTo>
                  <a:pt x="161146" y="88339"/>
                </a:lnTo>
                <a:lnTo>
                  <a:pt x="160878" y="88421"/>
                </a:lnTo>
                <a:lnTo>
                  <a:pt x="160609" y="88500"/>
                </a:lnTo>
                <a:lnTo>
                  <a:pt x="160338" y="88575"/>
                </a:lnTo>
                <a:lnTo>
                  <a:pt x="160066" y="88648"/>
                </a:lnTo>
                <a:lnTo>
                  <a:pt x="159792" y="88717"/>
                </a:lnTo>
                <a:lnTo>
                  <a:pt x="159517" y="88783"/>
                </a:lnTo>
                <a:lnTo>
                  <a:pt x="159240" y="88846"/>
                </a:lnTo>
                <a:lnTo>
                  <a:pt x="158962" y="88906"/>
                </a:lnTo>
                <a:lnTo>
                  <a:pt x="158682" y="88962"/>
                </a:lnTo>
                <a:lnTo>
                  <a:pt x="158401" y="89015"/>
                </a:lnTo>
                <a:lnTo>
                  <a:pt x="158118" y="89065"/>
                </a:lnTo>
                <a:lnTo>
                  <a:pt x="157834" y="89112"/>
                </a:lnTo>
                <a:lnTo>
                  <a:pt x="157548" y="89156"/>
                </a:lnTo>
                <a:lnTo>
                  <a:pt x="157262" y="89196"/>
                </a:lnTo>
                <a:lnTo>
                  <a:pt x="156978" y="89236"/>
                </a:lnTo>
                <a:lnTo>
                  <a:pt x="156695" y="89273"/>
                </a:lnTo>
                <a:lnTo>
                  <a:pt x="156414" y="89309"/>
                </a:lnTo>
                <a:lnTo>
                  <a:pt x="156134" y="89342"/>
                </a:lnTo>
                <a:lnTo>
                  <a:pt x="155856" y="89375"/>
                </a:lnTo>
                <a:lnTo>
                  <a:pt x="155579" y="89405"/>
                </a:lnTo>
                <a:lnTo>
                  <a:pt x="155304" y="89434"/>
                </a:lnTo>
                <a:lnTo>
                  <a:pt x="155030" y="89461"/>
                </a:lnTo>
                <a:lnTo>
                  <a:pt x="154758" y="89486"/>
                </a:lnTo>
                <a:lnTo>
                  <a:pt x="154487" y="89509"/>
                </a:lnTo>
                <a:lnTo>
                  <a:pt x="154218" y="89531"/>
                </a:lnTo>
                <a:lnTo>
                  <a:pt x="153950" y="89551"/>
                </a:lnTo>
                <a:lnTo>
                  <a:pt x="153684" y="89569"/>
                </a:lnTo>
                <a:lnTo>
                  <a:pt x="153419" y="89586"/>
                </a:lnTo>
                <a:lnTo>
                  <a:pt x="153156" y="89600"/>
                </a:lnTo>
                <a:lnTo>
                  <a:pt x="152894" y="89613"/>
                </a:lnTo>
                <a:lnTo>
                  <a:pt x="152634" y="89625"/>
                </a:lnTo>
                <a:lnTo>
                  <a:pt x="152375" y="89634"/>
                </a:lnTo>
                <a:lnTo>
                  <a:pt x="152118" y="89642"/>
                </a:lnTo>
                <a:lnTo>
                  <a:pt x="151862" y="89648"/>
                </a:lnTo>
                <a:lnTo>
                  <a:pt x="151607" y="89653"/>
                </a:lnTo>
                <a:lnTo>
                  <a:pt x="151355" y="89655"/>
                </a:lnTo>
                <a:lnTo>
                  <a:pt x="151103" y="89656"/>
                </a:lnTo>
                <a:lnTo>
                  <a:pt x="150734" y="89654"/>
                </a:lnTo>
                <a:lnTo>
                  <a:pt x="150365" y="89649"/>
                </a:lnTo>
                <a:lnTo>
                  <a:pt x="149997" y="89639"/>
                </a:lnTo>
                <a:lnTo>
                  <a:pt x="149631" y="89626"/>
                </a:lnTo>
                <a:lnTo>
                  <a:pt x="149265" y="89609"/>
                </a:lnTo>
                <a:lnTo>
                  <a:pt x="148901" y="89589"/>
                </a:lnTo>
                <a:lnTo>
                  <a:pt x="148537" y="89565"/>
                </a:lnTo>
                <a:lnTo>
                  <a:pt x="148174" y="89537"/>
                </a:lnTo>
                <a:lnTo>
                  <a:pt x="147813" y="89505"/>
                </a:lnTo>
                <a:lnTo>
                  <a:pt x="147452" y="89470"/>
                </a:lnTo>
                <a:lnTo>
                  <a:pt x="147093" y="89431"/>
                </a:lnTo>
                <a:lnTo>
                  <a:pt x="146734" y="89388"/>
                </a:lnTo>
                <a:lnTo>
                  <a:pt x="146376" y="89341"/>
                </a:lnTo>
                <a:lnTo>
                  <a:pt x="146020" y="89291"/>
                </a:lnTo>
                <a:lnTo>
                  <a:pt x="145664" y="89237"/>
                </a:lnTo>
                <a:lnTo>
                  <a:pt x="145309" y="89179"/>
                </a:lnTo>
                <a:lnTo>
                  <a:pt x="144956" y="89118"/>
                </a:lnTo>
                <a:lnTo>
                  <a:pt x="144603" y="89052"/>
                </a:lnTo>
                <a:lnTo>
                  <a:pt x="144251" y="88984"/>
                </a:lnTo>
                <a:lnTo>
                  <a:pt x="143901" y="88911"/>
                </a:lnTo>
                <a:lnTo>
                  <a:pt x="143551" y="88834"/>
                </a:lnTo>
                <a:lnTo>
                  <a:pt x="143202" y="88754"/>
                </a:lnTo>
                <a:lnTo>
                  <a:pt x="142855" y="88671"/>
                </a:lnTo>
                <a:lnTo>
                  <a:pt x="142508" y="88583"/>
                </a:lnTo>
                <a:lnTo>
                  <a:pt x="142164" y="88491"/>
                </a:lnTo>
                <a:lnTo>
                  <a:pt x="141823" y="88396"/>
                </a:lnTo>
                <a:lnTo>
                  <a:pt x="141486" y="88296"/>
                </a:lnTo>
                <a:lnTo>
                  <a:pt x="141154" y="88193"/>
                </a:lnTo>
                <a:lnTo>
                  <a:pt x="140824" y="88085"/>
                </a:lnTo>
                <a:lnTo>
                  <a:pt x="140499" y="87974"/>
                </a:lnTo>
                <a:lnTo>
                  <a:pt x="140177" y="87858"/>
                </a:lnTo>
                <a:lnTo>
                  <a:pt x="139859" y="87739"/>
                </a:lnTo>
                <a:lnTo>
                  <a:pt x="139544" y="87616"/>
                </a:lnTo>
                <a:lnTo>
                  <a:pt x="139234" y="87488"/>
                </a:lnTo>
                <a:lnTo>
                  <a:pt x="138927" y="87357"/>
                </a:lnTo>
                <a:lnTo>
                  <a:pt x="138624" y="87221"/>
                </a:lnTo>
                <a:lnTo>
                  <a:pt x="138324" y="87082"/>
                </a:lnTo>
                <a:lnTo>
                  <a:pt x="138029" y="86939"/>
                </a:lnTo>
                <a:lnTo>
                  <a:pt x="137737" y="86792"/>
                </a:lnTo>
                <a:lnTo>
                  <a:pt x="137448" y="86640"/>
                </a:lnTo>
                <a:lnTo>
                  <a:pt x="137164" y="86485"/>
                </a:lnTo>
                <a:lnTo>
                  <a:pt x="136883" y="86326"/>
                </a:lnTo>
                <a:lnTo>
                  <a:pt x="136606" y="86163"/>
                </a:lnTo>
                <a:lnTo>
                  <a:pt x="136332" y="85996"/>
                </a:lnTo>
                <a:lnTo>
                  <a:pt x="136063" y="85825"/>
                </a:lnTo>
                <a:lnTo>
                  <a:pt x="135797" y="85649"/>
                </a:lnTo>
                <a:lnTo>
                  <a:pt x="135535" y="85470"/>
                </a:lnTo>
                <a:lnTo>
                  <a:pt x="135276" y="85287"/>
                </a:lnTo>
                <a:lnTo>
                  <a:pt x="135022" y="85100"/>
                </a:lnTo>
                <a:lnTo>
                  <a:pt x="134771" y="84908"/>
                </a:lnTo>
                <a:lnTo>
                  <a:pt x="134525" y="84711"/>
                </a:lnTo>
                <a:lnTo>
                  <a:pt x="134284" y="84509"/>
                </a:lnTo>
                <a:lnTo>
                  <a:pt x="134046" y="84303"/>
                </a:lnTo>
                <a:lnTo>
                  <a:pt x="133813" y="84092"/>
                </a:lnTo>
                <a:lnTo>
                  <a:pt x="133583" y="83876"/>
                </a:lnTo>
                <a:lnTo>
                  <a:pt x="133359" y="83656"/>
                </a:lnTo>
                <a:lnTo>
                  <a:pt x="133138" y="83431"/>
                </a:lnTo>
                <a:lnTo>
                  <a:pt x="132921" y="83201"/>
                </a:lnTo>
                <a:lnTo>
                  <a:pt x="132709" y="82966"/>
                </a:lnTo>
                <a:lnTo>
                  <a:pt x="132501" y="82727"/>
                </a:lnTo>
                <a:lnTo>
                  <a:pt x="132297" y="82483"/>
                </a:lnTo>
                <a:lnTo>
                  <a:pt x="132098" y="82234"/>
                </a:lnTo>
                <a:lnTo>
                  <a:pt x="131903" y="81981"/>
                </a:lnTo>
                <a:lnTo>
                  <a:pt x="131711" y="81723"/>
                </a:lnTo>
                <a:lnTo>
                  <a:pt x="131525" y="81460"/>
                </a:lnTo>
                <a:lnTo>
                  <a:pt x="131342" y="81192"/>
                </a:lnTo>
                <a:lnTo>
                  <a:pt x="131164" y="80920"/>
                </a:lnTo>
                <a:lnTo>
                  <a:pt x="130989" y="80643"/>
                </a:lnTo>
                <a:lnTo>
                  <a:pt x="130819" y="80361"/>
                </a:lnTo>
                <a:lnTo>
                  <a:pt x="130654" y="80074"/>
                </a:lnTo>
                <a:lnTo>
                  <a:pt x="130492" y="79783"/>
                </a:lnTo>
                <a:lnTo>
                  <a:pt x="130335" y="79487"/>
                </a:lnTo>
                <a:lnTo>
                  <a:pt x="130183" y="79186"/>
                </a:lnTo>
                <a:lnTo>
                  <a:pt x="130037" y="78879"/>
                </a:lnTo>
                <a:lnTo>
                  <a:pt x="129898" y="78567"/>
                </a:lnTo>
                <a:lnTo>
                  <a:pt x="129766" y="78249"/>
                </a:lnTo>
                <a:lnTo>
                  <a:pt x="129640" y="77926"/>
                </a:lnTo>
                <a:lnTo>
                  <a:pt x="129520" y="77598"/>
                </a:lnTo>
                <a:lnTo>
                  <a:pt x="129407" y="77264"/>
                </a:lnTo>
                <a:lnTo>
                  <a:pt x="129300" y="76924"/>
                </a:lnTo>
                <a:lnTo>
                  <a:pt x="129200" y="76579"/>
                </a:lnTo>
                <a:lnTo>
                  <a:pt x="129106" y="76229"/>
                </a:lnTo>
                <a:lnTo>
                  <a:pt x="129019" y="75873"/>
                </a:lnTo>
                <a:lnTo>
                  <a:pt x="128938" y="75512"/>
                </a:lnTo>
                <a:lnTo>
                  <a:pt x="128864" y="75145"/>
                </a:lnTo>
                <a:lnTo>
                  <a:pt x="128796" y="74773"/>
                </a:lnTo>
                <a:lnTo>
                  <a:pt x="128735" y="74395"/>
                </a:lnTo>
                <a:lnTo>
                  <a:pt x="128680" y="74012"/>
                </a:lnTo>
                <a:lnTo>
                  <a:pt x="128631" y="73623"/>
                </a:lnTo>
                <a:lnTo>
                  <a:pt x="128589" y="73229"/>
                </a:lnTo>
                <a:lnTo>
                  <a:pt x="128554" y="72830"/>
                </a:lnTo>
                <a:lnTo>
                  <a:pt x="128525" y="72424"/>
                </a:lnTo>
                <a:lnTo>
                  <a:pt x="128502" y="72014"/>
                </a:lnTo>
                <a:lnTo>
                  <a:pt x="128486" y="71598"/>
                </a:lnTo>
                <a:lnTo>
                  <a:pt x="128476" y="71177"/>
                </a:lnTo>
                <a:lnTo>
                  <a:pt x="128473" y="70750"/>
                </a:lnTo>
                <a:lnTo>
                  <a:pt x="106704" y="70750"/>
                </a:lnTo>
                <a:lnTo>
                  <a:pt x="106698" y="71533"/>
                </a:lnTo>
                <a:lnTo>
                  <a:pt x="106705" y="72307"/>
                </a:lnTo>
                <a:lnTo>
                  <a:pt x="106726" y="73072"/>
                </a:lnTo>
                <a:close/>
                <a:moveTo>
                  <a:pt x="51992" y="49514"/>
                </a:moveTo>
                <a:lnTo>
                  <a:pt x="51992" y="66298"/>
                </a:lnTo>
                <a:lnTo>
                  <a:pt x="74622" y="66298"/>
                </a:lnTo>
                <a:lnTo>
                  <a:pt x="74530" y="67180"/>
                </a:lnTo>
                <a:lnTo>
                  <a:pt x="74420" y="68045"/>
                </a:lnTo>
                <a:lnTo>
                  <a:pt x="74292" y="68893"/>
                </a:lnTo>
                <a:lnTo>
                  <a:pt x="74147" y="69722"/>
                </a:lnTo>
                <a:lnTo>
                  <a:pt x="73984" y="70535"/>
                </a:lnTo>
                <a:lnTo>
                  <a:pt x="73803" y="71329"/>
                </a:lnTo>
                <a:lnTo>
                  <a:pt x="73605" y="72106"/>
                </a:lnTo>
                <a:lnTo>
                  <a:pt x="73389" y="72866"/>
                </a:lnTo>
                <a:lnTo>
                  <a:pt x="73155" y="73608"/>
                </a:lnTo>
                <a:lnTo>
                  <a:pt x="72904" y="74332"/>
                </a:lnTo>
                <a:lnTo>
                  <a:pt x="72635" y="75039"/>
                </a:lnTo>
                <a:lnTo>
                  <a:pt x="72348" y="75728"/>
                </a:lnTo>
                <a:lnTo>
                  <a:pt x="72044" y="76399"/>
                </a:lnTo>
                <a:lnTo>
                  <a:pt x="71722" y="77053"/>
                </a:lnTo>
                <a:lnTo>
                  <a:pt x="71383" y="77689"/>
                </a:lnTo>
                <a:lnTo>
                  <a:pt x="71026" y="78308"/>
                </a:lnTo>
                <a:lnTo>
                  <a:pt x="70651" y="78909"/>
                </a:lnTo>
                <a:lnTo>
                  <a:pt x="70258" y="79493"/>
                </a:lnTo>
                <a:lnTo>
                  <a:pt x="69848" y="80059"/>
                </a:lnTo>
                <a:lnTo>
                  <a:pt x="69420" y="80607"/>
                </a:lnTo>
                <a:lnTo>
                  <a:pt x="68975" y="81138"/>
                </a:lnTo>
                <a:lnTo>
                  <a:pt x="68512" y="81652"/>
                </a:lnTo>
                <a:lnTo>
                  <a:pt x="68031" y="82147"/>
                </a:lnTo>
                <a:lnTo>
                  <a:pt x="67533" y="82625"/>
                </a:lnTo>
                <a:lnTo>
                  <a:pt x="67017" y="83085"/>
                </a:lnTo>
                <a:lnTo>
                  <a:pt x="66483" y="83525"/>
                </a:lnTo>
                <a:lnTo>
                  <a:pt x="65932" y="83945"/>
                </a:lnTo>
                <a:lnTo>
                  <a:pt x="65363" y="84346"/>
                </a:lnTo>
                <a:lnTo>
                  <a:pt x="64776" y="84728"/>
                </a:lnTo>
                <a:lnTo>
                  <a:pt x="64172" y="85089"/>
                </a:lnTo>
                <a:lnTo>
                  <a:pt x="63550" y="85432"/>
                </a:lnTo>
                <a:lnTo>
                  <a:pt x="62910" y="85754"/>
                </a:lnTo>
                <a:lnTo>
                  <a:pt x="62253" y="86057"/>
                </a:lnTo>
                <a:lnTo>
                  <a:pt x="61578" y="86341"/>
                </a:lnTo>
                <a:lnTo>
                  <a:pt x="60885" y="86605"/>
                </a:lnTo>
                <a:lnTo>
                  <a:pt x="60175" y="86849"/>
                </a:lnTo>
                <a:lnTo>
                  <a:pt x="59447" y="87074"/>
                </a:lnTo>
                <a:lnTo>
                  <a:pt x="58701" y="87280"/>
                </a:lnTo>
                <a:lnTo>
                  <a:pt x="57938" y="87465"/>
                </a:lnTo>
                <a:lnTo>
                  <a:pt x="57157" y="87632"/>
                </a:lnTo>
                <a:lnTo>
                  <a:pt x="56359" y="87778"/>
                </a:lnTo>
                <a:lnTo>
                  <a:pt x="55542" y="87905"/>
                </a:lnTo>
                <a:lnTo>
                  <a:pt x="54708" y="88013"/>
                </a:lnTo>
                <a:lnTo>
                  <a:pt x="53857" y="88101"/>
                </a:lnTo>
                <a:lnTo>
                  <a:pt x="52988" y="88169"/>
                </a:lnTo>
                <a:lnTo>
                  <a:pt x="52101" y="88218"/>
                </a:lnTo>
                <a:lnTo>
                  <a:pt x="51196" y="88248"/>
                </a:lnTo>
                <a:lnTo>
                  <a:pt x="50274" y="88257"/>
                </a:lnTo>
                <a:lnTo>
                  <a:pt x="49646" y="88252"/>
                </a:lnTo>
                <a:lnTo>
                  <a:pt x="49025" y="88237"/>
                </a:lnTo>
                <a:lnTo>
                  <a:pt x="48412" y="88212"/>
                </a:lnTo>
                <a:lnTo>
                  <a:pt x="47808" y="88176"/>
                </a:lnTo>
                <a:lnTo>
                  <a:pt x="47211" y="88130"/>
                </a:lnTo>
                <a:lnTo>
                  <a:pt x="46622" y="88074"/>
                </a:lnTo>
                <a:lnTo>
                  <a:pt x="46041" y="88008"/>
                </a:lnTo>
                <a:lnTo>
                  <a:pt x="45469" y="87931"/>
                </a:lnTo>
                <a:lnTo>
                  <a:pt x="44904" y="87845"/>
                </a:lnTo>
                <a:lnTo>
                  <a:pt x="44347" y="87748"/>
                </a:lnTo>
                <a:lnTo>
                  <a:pt x="43798" y="87641"/>
                </a:lnTo>
                <a:lnTo>
                  <a:pt x="43257" y="87524"/>
                </a:lnTo>
                <a:lnTo>
                  <a:pt x="42724" y="87397"/>
                </a:lnTo>
                <a:lnTo>
                  <a:pt x="42198" y="87259"/>
                </a:lnTo>
                <a:lnTo>
                  <a:pt x="41681" y="87112"/>
                </a:lnTo>
                <a:lnTo>
                  <a:pt x="41172" y="86954"/>
                </a:lnTo>
                <a:lnTo>
                  <a:pt x="40671" y="86786"/>
                </a:lnTo>
                <a:lnTo>
                  <a:pt x="40177" y="86608"/>
                </a:lnTo>
                <a:lnTo>
                  <a:pt x="39692" y="86419"/>
                </a:lnTo>
                <a:lnTo>
                  <a:pt x="39215" y="86221"/>
                </a:lnTo>
                <a:lnTo>
                  <a:pt x="38745" y="86012"/>
                </a:lnTo>
                <a:lnTo>
                  <a:pt x="38284" y="85793"/>
                </a:lnTo>
                <a:lnTo>
                  <a:pt x="37830" y="85564"/>
                </a:lnTo>
                <a:lnTo>
                  <a:pt x="37384" y="85324"/>
                </a:lnTo>
                <a:lnTo>
                  <a:pt x="36946" y="85077"/>
                </a:lnTo>
                <a:lnTo>
                  <a:pt x="36515" y="84822"/>
                </a:lnTo>
                <a:lnTo>
                  <a:pt x="36091" y="84561"/>
                </a:lnTo>
                <a:lnTo>
                  <a:pt x="35673" y="84293"/>
                </a:lnTo>
                <a:lnTo>
                  <a:pt x="35263" y="84019"/>
                </a:lnTo>
                <a:lnTo>
                  <a:pt x="34860" y="83737"/>
                </a:lnTo>
                <a:lnTo>
                  <a:pt x="34463" y="83449"/>
                </a:lnTo>
                <a:lnTo>
                  <a:pt x="34074" y="83155"/>
                </a:lnTo>
                <a:lnTo>
                  <a:pt x="33691" y="82853"/>
                </a:lnTo>
                <a:lnTo>
                  <a:pt x="33316" y="82545"/>
                </a:lnTo>
                <a:lnTo>
                  <a:pt x="32947" y="82231"/>
                </a:lnTo>
                <a:lnTo>
                  <a:pt x="32586" y="81909"/>
                </a:lnTo>
                <a:lnTo>
                  <a:pt x="32231" y="81581"/>
                </a:lnTo>
                <a:lnTo>
                  <a:pt x="31883" y="81246"/>
                </a:lnTo>
                <a:lnTo>
                  <a:pt x="31543" y="80905"/>
                </a:lnTo>
                <a:lnTo>
                  <a:pt x="31209" y="80556"/>
                </a:lnTo>
                <a:lnTo>
                  <a:pt x="30882" y="80201"/>
                </a:lnTo>
                <a:lnTo>
                  <a:pt x="30562" y="79840"/>
                </a:lnTo>
                <a:lnTo>
                  <a:pt x="30249" y="79471"/>
                </a:lnTo>
                <a:lnTo>
                  <a:pt x="29943" y="79096"/>
                </a:lnTo>
                <a:lnTo>
                  <a:pt x="29644" y="78714"/>
                </a:lnTo>
                <a:lnTo>
                  <a:pt x="29352" y="78326"/>
                </a:lnTo>
                <a:lnTo>
                  <a:pt x="29067" y="77931"/>
                </a:lnTo>
                <a:lnTo>
                  <a:pt x="28789" y="77529"/>
                </a:lnTo>
                <a:lnTo>
                  <a:pt x="28518" y="77121"/>
                </a:lnTo>
                <a:lnTo>
                  <a:pt x="28253" y="76710"/>
                </a:lnTo>
                <a:lnTo>
                  <a:pt x="27994" y="76294"/>
                </a:lnTo>
                <a:lnTo>
                  <a:pt x="27741" y="75874"/>
                </a:lnTo>
                <a:lnTo>
                  <a:pt x="27494" y="75449"/>
                </a:lnTo>
                <a:lnTo>
                  <a:pt x="27254" y="75021"/>
                </a:lnTo>
                <a:lnTo>
                  <a:pt x="27020" y="74588"/>
                </a:lnTo>
                <a:lnTo>
                  <a:pt x="26792" y="74151"/>
                </a:lnTo>
                <a:lnTo>
                  <a:pt x="26571" y="73710"/>
                </a:lnTo>
                <a:lnTo>
                  <a:pt x="26355" y="73264"/>
                </a:lnTo>
                <a:lnTo>
                  <a:pt x="26146" y="72815"/>
                </a:lnTo>
                <a:lnTo>
                  <a:pt x="25943" y="72361"/>
                </a:lnTo>
                <a:lnTo>
                  <a:pt x="25746" y="71903"/>
                </a:lnTo>
                <a:lnTo>
                  <a:pt x="25556" y="71441"/>
                </a:lnTo>
                <a:lnTo>
                  <a:pt x="25371" y="70974"/>
                </a:lnTo>
                <a:lnTo>
                  <a:pt x="25193" y="70503"/>
                </a:lnTo>
                <a:lnTo>
                  <a:pt x="25021" y="70029"/>
                </a:lnTo>
                <a:lnTo>
                  <a:pt x="24856" y="69549"/>
                </a:lnTo>
                <a:lnTo>
                  <a:pt x="24696" y="69066"/>
                </a:lnTo>
                <a:lnTo>
                  <a:pt x="24543" y="68579"/>
                </a:lnTo>
                <a:lnTo>
                  <a:pt x="24396" y="68087"/>
                </a:lnTo>
                <a:lnTo>
                  <a:pt x="24255" y="67591"/>
                </a:lnTo>
                <a:lnTo>
                  <a:pt x="24120" y="67091"/>
                </a:lnTo>
                <a:lnTo>
                  <a:pt x="23992" y="66586"/>
                </a:lnTo>
                <a:lnTo>
                  <a:pt x="23869" y="66079"/>
                </a:lnTo>
                <a:lnTo>
                  <a:pt x="23752" y="65571"/>
                </a:lnTo>
                <a:lnTo>
                  <a:pt x="23640" y="65061"/>
                </a:lnTo>
                <a:lnTo>
                  <a:pt x="23532" y="64550"/>
                </a:lnTo>
                <a:lnTo>
                  <a:pt x="23431" y="64038"/>
                </a:lnTo>
                <a:lnTo>
                  <a:pt x="23334" y="63524"/>
                </a:lnTo>
                <a:lnTo>
                  <a:pt x="23243" y="63009"/>
                </a:lnTo>
                <a:lnTo>
                  <a:pt x="23157" y="62493"/>
                </a:lnTo>
                <a:lnTo>
                  <a:pt x="23076" y="61976"/>
                </a:lnTo>
                <a:lnTo>
                  <a:pt x="23000" y="61458"/>
                </a:lnTo>
                <a:lnTo>
                  <a:pt x="22929" y="60938"/>
                </a:lnTo>
                <a:lnTo>
                  <a:pt x="22864" y="60417"/>
                </a:lnTo>
                <a:lnTo>
                  <a:pt x="22804" y="59895"/>
                </a:lnTo>
                <a:lnTo>
                  <a:pt x="22749" y="59371"/>
                </a:lnTo>
                <a:lnTo>
                  <a:pt x="22700" y="58846"/>
                </a:lnTo>
                <a:lnTo>
                  <a:pt x="22655" y="58321"/>
                </a:lnTo>
                <a:lnTo>
                  <a:pt x="22616" y="57793"/>
                </a:lnTo>
                <a:lnTo>
                  <a:pt x="22582" y="57265"/>
                </a:lnTo>
                <a:lnTo>
                  <a:pt x="22554" y="56735"/>
                </a:lnTo>
                <a:lnTo>
                  <a:pt x="22530" y="56204"/>
                </a:lnTo>
                <a:lnTo>
                  <a:pt x="22512" y="55672"/>
                </a:lnTo>
                <a:lnTo>
                  <a:pt x="22499" y="55139"/>
                </a:lnTo>
                <a:lnTo>
                  <a:pt x="22491" y="54604"/>
                </a:lnTo>
                <a:lnTo>
                  <a:pt x="22488" y="54068"/>
                </a:lnTo>
                <a:lnTo>
                  <a:pt x="22491" y="53509"/>
                </a:lnTo>
                <a:lnTo>
                  <a:pt x="22499" y="52951"/>
                </a:lnTo>
                <a:lnTo>
                  <a:pt x="22512" y="52394"/>
                </a:lnTo>
                <a:lnTo>
                  <a:pt x="22530" y="51839"/>
                </a:lnTo>
                <a:lnTo>
                  <a:pt x="22554" y="51286"/>
                </a:lnTo>
                <a:lnTo>
                  <a:pt x="22582" y="50734"/>
                </a:lnTo>
                <a:lnTo>
                  <a:pt x="22616" y="50183"/>
                </a:lnTo>
                <a:lnTo>
                  <a:pt x="22655" y="49634"/>
                </a:lnTo>
                <a:lnTo>
                  <a:pt x="22700" y="49087"/>
                </a:lnTo>
                <a:lnTo>
                  <a:pt x="22749" y="48540"/>
                </a:lnTo>
                <a:lnTo>
                  <a:pt x="22804" y="47996"/>
                </a:lnTo>
                <a:lnTo>
                  <a:pt x="22864" y="47453"/>
                </a:lnTo>
                <a:lnTo>
                  <a:pt x="22929" y="46911"/>
                </a:lnTo>
                <a:lnTo>
                  <a:pt x="23000" y="46371"/>
                </a:lnTo>
                <a:lnTo>
                  <a:pt x="23076" y="45832"/>
                </a:lnTo>
                <a:lnTo>
                  <a:pt x="23157" y="45295"/>
                </a:lnTo>
                <a:lnTo>
                  <a:pt x="23243" y="44760"/>
                </a:lnTo>
                <a:lnTo>
                  <a:pt x="23334" y="44225"/>
                </a:lnTo>
                <a:lnTo>
                  <a:pt x="23431" y="43693"/>
                </a:lnTo>
                <a:lnTo>
                  <a:pt x="23532" y="43161"/>
                </a:lnTo>
                <a:lnTo>
                  <a:pt x="23640" y="42632"/>
                </a:lnTo>
                <a:lnTo>
                  <a:pt x="23752" y="42104"/>
                </a:lnTo>
                <a:lnTo>
                  <a:pt x="23869" y="41577"/>
                </a:lnTo>
                <a:lnTo>
                  <a:pt x="23992" y="41052"/>
                </a:lnTo>
                <a:lnTo>
                  <a:pt x="24120" y="40529"/>
                </a:lnTo>
                <a:lnTo>
                  <a:pt x="24255" y="40012"/>
                </a:lnTo>
                <a:lnTo>
                  <a:pt x="24396" y="39499"/>
                </a:lnTo>
                <a:lnTo>
                  <a:pt x="24543" y="38991"/>
                </a:lnTo>
                <a:lnTo>
                  <a:pt x="24696" y="38488"/>
                </a:lnTo>
                <a:lnTo>
                  <a:pt x="24856" y="37989"/>
                </a:lnTo>
                <a:lnTo>
                  <a:pt x="25021" y="37496"/>
                </a:lnTo>
                <a:lnTo>
                  <a:pt x="25193" y="37007"/>
                </a:lnTo>
                <a:lnTo>
                  <a:pt x="25371" y="36522"/>
                </a:lnTo>
                <a:lnTo>
                  <a:pt x="25556" y="36042"/>
                </a:lnTo>
                <a:lnTo>
                  <a:pt x="25746" y="35568"/>
                </a:lnTo>
                <a:lnTo>
                  <a:pt x="25943" y="35097"/>
                </a:lnTo>
                <a:lnTo>
                  <a:pt x="26146" y="34632"/>
                </a:lnTo>
                <a:lnTo>
                  <a:pt x="26355" y="34171"/>
                </a:lnTo>
                <a:lnTo>
                  <a:pt x="26571" y="33715"/>
                </a:lnTo>
                <a:lnTo>
                  <a:pt x="26792" y="33264"/>
                </a:lnTo>
                <a:lnTo>
                  <a:pt x="27020" y="32817"/>
                </a:lnTo>
                <a:lnTo>
                  <a:pt x="27254" y="32375"/>
                </a:lnTo>
                <a:lnTo>
                  <a:pt x="27494" y="31938"/>
                </a:lnTo>
                <a:lnTo>
                  <a:pt x="27741" y="31505"/>
                </a:lnTo>
                <a:lnTo>
                  <a:pt x="27994" y="31078"/>
                </a:lnTo>
                <a:lnTo>
                  <a:pt x="28253" y="30655"/>
                </a:lnTo>
                <a:lnTo>
                  <a:pt x="28518" y="30236"/>
                </a:lnTo>
                <a:lnTo>
                  <a:pt x="28789" y="29823"/>
                </a:lnTo>
                <a:lnTo>
                  <a:pt x="29067" y="29415"/>
                </a:lnTo>
                <a:lnTo>
                  <a:pt x="29352" y="29014"/>
                </a:lnTo>
                <a:lnTo>
                  <a:pt x="29644" y="28620"/>
                </a:lnTo>
                <a:lnTo>
                  <a:pt x="29943" y="28233"/>
                </a:lnTo>
                <a:lnTo>
                  <a:pt x="30248" y="27853"/>
                </a:lnTo>
                <a:lnTo>
                  <a:pt x="30561" y="27480"/>
                </a:lnTo>
                <a:lnTo>
                  <a:pt x="30881" y="27114"/>
                </a:lnTo>
                <a:lnTo>
                  <a:pt x="31208" y="26755"/>
                </a:lnTo>
                <a:lnTo>
                  <a:pt x="31541" y="26403"/>
                </a:lnTo>
                <a:lnTo>
                  <a:pt x="31882" y="26058"/>
                </a:lnTo>
                <a:lnTo>
                  <a:pt x="32229" y="25720"/>
                </a:lnTo>
                <a:lnTo>
                  <a:pt x="32584" y="25388"/>
                </a:lnTo>
                <a:lnTo>
                  <a:pt x="32946" y="25064"/>
                </a:lnTo>
                <a:lnTo>
                  <a:pt x="33314" y="24747"/>
                </a:lnTo>
                <a:lnTo>
                  <a:pt x="33690" y="24436"/>
                </a:lnTo>
                <a:lnTo>
                  <a:pt x="34072" y="24133"/>
                </a:lnTo>
                <a:lnTo>
                  <a:pt x="34461" y="23836"/>
                </a:lnTo>
                <a:lnTo>
                  <a:pt x="34858" y="23547"/>
                </a:lnTo>
                <a:lnTo>
                  <a:pt x="35261" y="23264"/>
                </a:lnTo>
                <a:lnTo>
                  <a:pt x="35671" y="22988"/>
                </a:lnTo>
                <a:lnTo>
                  <a:pt x="36089" y="22720"/>
                </a:lnTo>
                <a:lnTo>
                  <a:pt x="36513" y="22458"/>
                </a:lnTo>
                <a:lnTo>
                  <a:pt x="36944" y="22203"/>
                </a:lnTo>
                <a:lnTo>
                  <a:pt x="37382" y="21955"/>
                </a:lnTo>
                <a:lnTo>
                  <a:pt x="37828" y="21716"/>
                </a:lnTo>
                <a:lnTo>
                  <a:pt x="38281" y="21487"/>
                </a:lnTo>
                <a:lnTo>
                  <a:pt x="38743" y="21268"/>
                </a:lnTo>
                <a:lnTo>
                  <a:pt x="39212" y="21059"/>
                </a:lnTo>
                <a:lnTo>
                  <a:pt x="39690" y="20860"/>
                </a:lnTo>
                <a:lnTo>
                  <a:pt x="40175" y="20672"/>
                </a:lnTo>
                <a:lnTo>
                  <a:pt x="40669" y="20494"/>
                </a:lnTo>
                <a:lnTo>
                  <a:pt x="41170" y="20326"/>
                </a:lnTo>
                <a:lnTo>
                  <a:pt x="41679" y="20168"/>
                </a:lnTo>
                <a:lnTo>
                  <a:pt x="42197" y="20020"/>
                </a:lnTo>
                <a:lnTo>
                  <a:pt x="42722" y="19883"/>
                </a:lnTo>
                <a:lnTo>
                  <a:pt x="43255" y="19755"/>
                </a:lnTo>
                <a:lnTo>
                  <a:pt x="43796" y="19638"/>
                </a:lnTo>
                <a:lnTo>
                  <a:pt x="44345" y="19531"/>
                </a:lnTo>
                <a:lnTo>
                  <a:pt x="44902" y="19435"/>
                </a:lnTo>
                <a:lnTo>
                  <a:pt x="45467" y="19348"/>
                </a:lnTo>
                <a:lnTo>
                  <a:pt x="46040" y="19272"/>
                </a:lnTo>
                <a:lnTo>
                  <a:pt x="46621" y="19205"/>
                </a:lnTo>
                <a:lnTo>
                  <a:pt x="47210" y="19149"/>
                </a:lnTo>
                <a:lnTo>
                  <a:pt x="47807" y="19104"/>
                </a:lnTo>
                <a:lnTo>
                  <a:pt x="48412" y="19068"/>
                </a:lnTo>
                <a:lnTo>
                  <a:pt x="49025" y="19043"/>
                </a:lnTo>
                <a:lnTo>
                  <a:pt x="49645" y="19027"/>
                </a:lnTo>
                <a:lnTo>
                  <a:pt x="50274" y="19022"/>
                </a:lnTo>
                <a:lnTo>
                  <a:pt x="50950" y="19030"/>
                </a:lnTo>
                <a:lnTo>
                  <a:pt x="51618" y="19052"/>
                </a:lnTo>
                <a:lnTo>
                  <a:pt x="52277" y="19089"/>
                </a:lnTo>
                <a:lnTo>
                  <a:pt x="52927" y="19142"/>
                </a:lnTo>
                <a:lnTo>
                  <a:pt x="53570" y="19209"/>
                </a:lnTo>
                <a:lnTo>
                  <a:pt x="54203" y="19291"/>
                </a:lnTo>
                <a:lnTo>
                  <a:pt x="54829" y="19388"/>
                </a:lnTo>
                <a:lnTo>
                  <a:pt x="55445" y="19500"/>
                </a:lnTo>
                <a:lnTo>
                  <a:pt x="56054" y="19626"/>
                </a:lnTo>
                <a:lnTo>
                  <a:pt x="56654" y="19768"/>
                </a:lnTo>
                <a:lnTo>
                  <a:pt x="57245" y="19925"/>
                </a:lnTo>
                <a:lnTo>
                  <a:pt x="57828" y="20096"/>
                </a:lnTo>
                <a:lnTo>
                  <a:pt x="58403" y="20283"/>
                </a:lnTo>
                <a:lnTo>
                  <a:pt x="58969" y="20484"/>
                </a:lnTo>
                <a:lnTo>
                  <a:pt x="59527" y="20701"/>
                </a:lnTo>
                <a:lnTo>
                  <a:pt x="60076" y="20932"/>
                </a:lnTo>
                <a:lnTo>
                  <a:pt x="60616" y="21178"/>
                </a:lnTo>
                <a:lnTo>
                  <a:pt x="61149" y="21439"/>
                </a:lnTo>
                <a:lnTo>
                  <a:pt x="61673" y="21715"/>
                </a:lnTo>
                <a:lnTo>
                  <a:pt x="62188" y="22006"/>
                </a:lnTo>
                <a:lnTo>
                  <a:pt x="62695" y="22312"/>
                </a:lnTo>
                <a:lnTo>
                  <a:pt x="63193" y="22633"/>
                </a:lnTo>
                <a:lnTo>
                  <a:pt x="63683" y="22968"/>
                </a:lnTo>
                <a:lnTo>
                  <a:pt x="64165" y="23319"/>
                </a:lnTo>
                <a:lnTo>
                  <a:pt x="64636" y="23684"/>
                </a:lnTo>
                <a:lnTo>
                  <a:pt x="65094" y="24065"/>
                </a:lnTo>
                <a:lnTo>
                  <a:pt x="65539" y="24460"/>
                </a:lnTo>
                <a:lnTo>
                  <a:pt x="65972" y="24870"/>
                </a:lnTo>
                <a:lnTo>
                  <a:pt x="66391" y="25296"/>
                </a:lnTo>
                <a:lnTo>
                  <a:pt x="66797" y="25736"/>
                </a:lnTo>
                <a:lnTo>
                  <a:pt x="67191" y="26191"/>
                </a:lnTo>
                <a:lnTo>
                  <a:pt x="67571" y="26661"/>
                </a:lnTo>
                <a:lnTo>
                  <a:pt x="67939" y="27145"/>
                </a:lnTo>
                <a:lnTo>
                  <a:pt x="68293" y="27645"/>
                </a:lnTo>
                <a:lnTo>
                  <a:pt x="68635" y="28160"/>
                </a:lnTo>
                <a:lnTo>
                  <a:pt x="68964" y="28690"/>
                </a:lnTo>
                <a:lnTo>
                  <a:pt x="69279" y="29234"/>
                </a:lnTo>
                <a:lnTo>
                  <a:pt x="69582" y="29794"/>
                </a:lnTo>
                <a:lnTo>
                  <a:pt x="69872" y="30368"/>
                </a:lnTo>
                <a:lnTo>
                  <a:pt x="70149" y="30957"/>
                </a:lnTo>
                <a:lnTo>
                  <a:pt x="70413" y="31561"/>
                </a:lnTo>
                <a:lnTo>
                  <a:pt x="70664" y="32181"/>
                </a:lnTo>
                <a:lnTo>
                  <a:pt x="70902" y="32815"/>
                </a:lnTo>
                <a:lnTo>
                  <a:pt x="71128" y="33464"/>
                </a:lnTo>
                <a:lnTo>
                  <a:pt x="71340" y="34127"/>
                </a:lnTo>
                <a:lnTo>
                  <a:pt x="71539" y="34806"/>
                </a:lnTo>
                <a:lnTo>
                  <a:pt x="71726" y="35500"/>
                </a:lnTo>
                <a:lnTo>
                  <a:pt x="71899" y="36209"/>
                </a:lnTo>
                <a:lnTo>
                  <a:pt x="93384" y="36209"/>
                </a:lnTo>
                <a:lnTo>
                  <a:pt x="93308" y="35484"/>
                </a:lnTo>
                <a:lnTo>
                  <a:pt x="93220" y="34767"/>
                </a:lnTo>
                <a:lnTo>
                  <a:pt x="93123" y="34056"/>
                </a:lnTo>
                <a:lnTo>
                  <a:pt x="93015" y="33353"/>
                </a:lnTo>
                <a:lnTo>
                  <a:pt x="92896" y="32656"/>
                </a:lnTo>
                <a:lnTo>
                  <a:pt x="92767" y="31966"/>
                </a:lnTo>
                <a:lnTo>
                  <a:pt x="92627" y="31284"/>
                </a:lnTo>
                <a:lnTo>
                  <a:pt x="92477" y="30608"/>
                </a:lnTo>
                <a:lnTo>
                  <a:pt x="92317" y="29939"/>
                </a:lnTo>
                <a:lnTo>
                  <a:pt x="92146" y="29278"/>
                </a:lnTo>
                <a:lnTo>
                  <a:pt x="91965" y="28623"/>
                </a:lnTo>
                <a:lnTo>
                  <a:pt x="91773" y="27975"/>
                </a:lnTo>
                <a:lnTo>
                  <a:pt x="91571" y="27334"/>
                </a:lnTo>
                <a:lnTo>
                  <a:pt x="91358" y="26700"/>
                </a:lnTo>
                <a:lnTo>
                  <a:pt x="91135" y="26073"/>
                </a:lnTo>
                <a:lnTo>
                  <a:pt x="90902" y="25453"/>
                </a:lnTo>
                <a:lnTo>
                  <a:pt x="90658" y="24840"/>
                </a:lnTo>
                <a:lnTo>
                  <a:pt x="90403" y="24234"/>
                </a:lnTo>
                <a:lnTo>
                  <a:pt x="90138" y="23635"/>
                </a:lnTo>
                <a:lnTo>
                  <a:pt x="89863" y="23043"/>
                </a:lnTo>
                <a:lnTo>
                  <a:pt x="89577" y="22458"/>
                </a:lnTo>
                <a:lnTo>
                  <a:pt x="89281" y="21880"/>
                </a:lnTo>
                <a:lnTo>
                  <a:pt x="88974" y="21309"/>
                </a:lnTo>
                <a:lnTo>
                  <a:pt x="88657" y="20744"/>
                </a:lnTo>
                <a:lnTo>
                  <a:pt x="88332" y="20187"/>
                </a:lnTo>
                <a:lnTo>
                  <a:pt x="87999" y="19638"/>
                </a:lnTo>
                <a:lnTo>
                  <a:pt x="87658" y="19096"/>
                </a:lnTo>
                <a:lnTo>
                  <a:pt x="87311" y="18561"/>
                </a:lnTo>
                <a:lnTo>
                  <a:pt x="86956" y="18034"/>
                </a:lnTo>
                <a:lnTo>
                  <a:pt x="86594" y="17514"/>
                </a:lnTo>
                <a:lnTo>
                  <a:pt x="86225" y="17002"/>
                </a:lnTo>
                <a:lnTo>
                  <a:pt x="85849" y="16498"/>
                </a:lnTo>
                <a:lnTo>
                  <a:pt x="85465" y="16000"/>
                </a:lnTo>
                <a:lnTo>
                  <a:pt x="85075" y="15511"/>
                </a:lnTo>
                <a:lnTo>
                  <a:pt x="84677" y="15028"/>
                </a:lnTo>
                <a:lnTo>
                  <a:pt x="84272" y="14553"/>
                </a:lnTo>
                <a:lnTo>
                  <a:pt x="83859" y="14086"/>
                </a:lnTo>
                <a:lnTo>
                  <a:pt x="83440" y="13626"/>
                </a:lnTo>
                <a:lnTo>
                  <a:pt x="83013" y="13174"/>
                </a:lnTo>
                <a:lnTo>
                  <a:pt x="82579" y="12729"/>
                </a:lnTo>
                <a:lnTo>
                  <a:pt x="82138" y="12292"/>
                </a:lnTo>
                <a:lnTo>
                  <a:pt x="81689" y="11862"/>
                </a:lnTo>
                <a:lnTo>
                  <a:pt x="81233" y="11439"/>
                </a:lnTo>
                <a:lnTo>
                  <a:pt x="80771" y="11024"/>
                </a:lnTo>
                <a:lnTo>
                  <a:pt x="80300" y="10617"/>
                </a:lnTo>
                <a:lnTo>
                  <a:pt x="79823" y="10217"/>
                </a:lnTo>
                <a:lnTo>
                  <a:pt x="79339" y="9824"/>
                </a:lnTo>
                <a:lnTo>
                  <a:pt x="78847" y="9439"/>
                </a:lnTo>
                <a:lnTo>
                  <a:pt x="78349" y="9061"/>
                </a:lnTo>
                <a:lnTo>
                  <a:pt x="77846" y="8691"/>
                </a:lnTo>
                <a:lnTo>
                  <a:pt x="77338" y="8329"/>
                </a:lnTo>
                <a:lnTo>
                  <a:pt x="76826" y="7974"/>
                </a:lnTo>
                <a:lnTo>
                  <a:pt x="76308" y="7628"/>
                </a:lnTo>
                <a:lnTo>
                  <a:pt x="75785" y="7288"/>
                </a:lnTo>
                <a:lnTo>
                  <a:pt x="75257" y="6957"/>
                </a:lnTo>
                <a:lnTo>
                  <a:pt x="74725" y="6633"/>
                </a:lnTo>
                <a:lnTo>
                  <a:pt x="74187" y="6317"/>
                </a:lnTo>
                <a:lnTo>
                  <a:pt x="73645" y="6009"/>
                </a:lnTo>
                <a:lnTo>
                  <a:pt x="73097" y="5708"/>
                </a:lnTo>
                <a:lnTo>
                  <a:pt x="72545" y="5415"/>
                </a:lnTo>
                <a:lnTo>
                  <a:pt x="71987" y="5130"/>
                </a:lnTo>
                <a:lnTo>
                  <a:pt x="71425" y="4852"/>
                </a:lnTo>
                <a:lnTo>
                  <a:pt x="70857" y="4582"/>
                </a:lnTo>
                <a:lnTo>
                  <a:pt x="70285" y="4320"/>
                </a:lnTo>
                <a:lnTo>
                  <a:pt x="69707" y="4066"/>
                </a:lnTo>
                <a:lnTo>
                  <a:pt x="69125" y="3819"/>
                </a:lnTo>
                <a:lnTo>
                  <a:pt x="68538" y="3580"/>
                </a:lnTo>
                <a:lnTo>
                  <a:pt x="67945" y="3349"/>
                </a:lnTo>
                <a:lnTo>
                  <a:pt x="67348" y="3125"/>
                </a:lnTo>
                <a:lnTo>
                  <a:pt x="66746" y="2909"/>
                </a:lnTo>
                <a:lnTo>
                  <a:pt x="66139" y="2701"/>
                </a:lnTo>
                <a:lnTo>
                  <a:pt x="65526" y="2500"/>
                </a:lnTo>
                <a:lnTo>
                  <a:pt x="64911" y="2308"/>
                </a:lnTo>
                <a:lnTo>
                  <a:pt x="64294" y="2123"/>
                </a:lnTo>
                <a:lnTo>
                  <a:pt x="63675" y="1947"/>
                </a:lnTo>
                <a:lnTo>
                  <a:pt x="63054" y="1779"/>
                </a:lnTo>
                <a:lnTo>
                  <a:pt x="62431" y="1619"/>
                </a:lnTo>
                <a:lnTo>
                  <a:pt x="61807" y="1468"/>
                </a:lnTo>
                <a:lnTo>
                  <a:pt x="61181" y="1324"/>
                </a:lnTo>
                <a:lnTo>
                  <a:pt x="60554" y="1189"/>
                </a:lnTo>
                <a:lnTo>
                  <a:pt x="59924" y="1062"/>
                </a:lnTo>
                <a:lnTo>
                  <a:pt x="59293" y="943"/>
                </a:lnTo>
                <a:lnTo>
                  <a:pt x="58660" y="832"/>
                </a:lnTo>
                <a:lnTo>
                  <a:pt x="58025" y="730"/>
                </a:lnTo>
                <a:lnTo>
                  <a:pt x="57389" y="636"/>
                </a:lnTo>
                <a:lnTo>
                  <a:pt x="56751" y="550"/>
                </a:lnTo>
                <a:lnTo>
                  <a:pt x="56111" y="472"/>
                </a:lnTo>
                <a:lnTo>
                  <a:pt x="55469" y="402"/>
                </a:lnTo>
                <a:lnTo>
                  <a:pt x="54826" y="341"/>
                </a:lnTo>
                <a:lnTo>
                  <a:pt x="54181" y="287"/>
                </a:lnTo>
                <a:lnTo>
                  <a:pt x="53534" y="242"/>
                </a:lnTo>
                <a:lnTo>
                  <a:pt x="52886" y="205"/>
                </a:lnTo>
                <a:lnTo>
                  <a:pt x="52235" y="177"/>
                </a:lnTo>
                <a:lnTo>
                  <a:pt x="51583" y="156"/>
                </a:lnTo>
                <a:lnTo>
                  <a:pt x="50930" y="144"/>
                </a:lnTo>
                <a:lnTo>
                  <a:pt x="50274" y="140"/>
                </a:lnTo>
                <a:lnTo>
                  <a:pt x="49300" y="147"/>
                </a:lnTo>
                <a:lnTo>
                  <a:pt x="48333" y="169"/>
                </a:lnTo>
                <a:lnTo>
                  <a:pt x="47375" y="205"/>
                </a:lnTo>
                <a:lnTo>
                  <a:pt x="46425" y="255"/>
                </a:lnTo>
                <a:lnTo>
                  <a:pt x="45483" y="320"/>
                </a:lnTo>
                <a:lnTo>
                  <a:pt x="44550" y="399"/>
                </a:lnTo>
                <a:lnTo>
                  <a:pt x="43624" y="493"/>
                </a:lnTo>
                <a:lnTo>
                  <a:pt x="42707" y="601"/>
                </a:lnTo>
                <a:lnTo>
                  <a:pt x="41798" y="723"/>
                </a:lnTo>
                <a:lnTo>
                  <a:pt x="40897" y="860"/>
                </a:lnTo>
                <a:lnTo>
                  <a:pt x="40005" y="1011"/>
                </a:lnTo>
                <a:lnTo>
                  <a:pt x="39120" y="1177"/>
                </a:lnTo>
                <a:lnTo>
                  <a:pt x="38244" y="1357"/>
                </a:lnTo>
                <a:lnTo>
                  <a:pt x="37376" y="1551"/>
                </a:lnTo>
                <a:lnTo>
                  <a:pt x="36516" y="1760"/>
                </a:lnTo>
                <a:lnTo>
                  <a:pt x="35665" y="1983"/>
                </a:lnTo>
                <a:lnTo>
                  <a:pt x="34821" y="2221"/>
                </a:lnTo>
                <a:lnTo>
                  <a:pt x="33986" y="2473"/>
                </a:lnTo>
                <a:lnTo>
                  <a:pt x="33159" y="2740"/>
                </a:lnTo>
                <a:lnTo>
                  <a:pt x="32340" y="3020"/>
                </a:lnTo>
                <a:lnTo>
                  <a:pt x="31530" y="3316"/>
                </a:lnTo>
                <a:lnTo>
                  <a:pt x="30727" y="3625"/>
                </a:lnTo>
                <a:lnTo>
                  <a:pt x="29933" y="3949"/>
                </a:lnTo>
                <a:lnTo>
                  <a:pt x="29147" y="4288"/>
                </a:lnTo>
                <a:lnTo>
                  <a:pt x="28371" y="4639"/>
                </a:lnTo>
                <a:lnTo>
                  <a:pt x="27604" y="5001"/>
                </a:lnTo>
                <a:lnTo>
                  <a:pt x="26848" y="5374"/>
                </a:lnTo>
                <a:lnTo>
                  <a:pt x="26102" y="5758"/>
                </a:lnTo>
                <a:lnTo>
                  <a:pt x="25366" y="6153"/>
                </a:lnTo>
                <a:lnTo>
                  <a:pt x="24641" y="6559"/>
                </a:lnTo>
                <a:lnTo>
                  <a:pt x="23925" y="6975"/>
                </a:lnTo>
                <a:lnTo>
                  <a:pt x="23220" y="7403"/>
                </a:lnTo>
                <a:lnTo>
                  <a:pt x="22525" y="7842"/>
                </a:lnTo>
                <a:lnTo>
                  <a:pt x="21840" y="8291"/>
                </a:lnTo>
                <a:lnTo>
                  <a:pt x="21165" y="8752"/>
                </a:lnTo>
                <a:lnTo>
                  <a:pt x="20501" y="9223"/>
                </a:lnTo>
                <a:lnTo>
                  <a:pt x="19846" y="9706"/>
                </a:lnTo>
                <a:lnTo>
                  <a:pt x="19202" y="10199"/>
                </a:lnTo>
                <a:lnTo>
                  <a:pt x="18568" y="10703"/>
                </a:lnTo>
                <a:lnTo>
                  <a:pt x="17944" y="11218"/>
                </a:lnTo>
                <a:lnTo>
                  <a:pt x="17331" y="11744"/>
                </a:lnTo>
                <a:lnTo>
                  <a:pt x="16727" y="12281"/>
                </a:lnTo>
                <a:lnTo>
                  <a:pt x="16134" y="12829"/>
                </a:lnTo>
                <a:lnTo>
                  <a:pt x="15551" y="13388"/>
                </a:lnTo>
                <a:lnTo>
                  <a:pt x="14978" y="13958"/>
                </a:lnTo>
                <a:lnTo>
                  <a:pt x="14415" y="14539"/>
                </a:lnTo>
                <a:lnTo>
                  <a:pt x="13863" y="15130"/>
                </a:lnTo>
                <a:lnTo>
                  <a:pt x="13320" y="15733"/>
                </a:lnTo>
                <a:lnTo>
                  <a:pt x="12788" y="16345"/>
                </a:lnTo>
                <a:lnTo>
                  <a:pt x="12267" y="16966"/>
                </a:lnTo>
                <a:lnTo>
                  <a:pt x="11756" y="17596"/>
                </a:lnTo>
                <a:lnTo>
                  <a:pt x="11256" y="18234"/>
                </a:lnTo>
                <a:lnTo>
                  <a:pt x="10765" y="18881"/>
                </a:lnTo>
                <a:lnTo>
                  <a:pt x="10286" y="19537"/>
                </a:lnTo>
                <a:lnTo>
                  <a:pt x="9817" y="20202"/>
                </a:lnTo>
                <a:lnTo>
                  <a:pt x="9358" y="20875"/>
                </a:lnTo>
                <a:lnTo>
                  <a:pt x="8910" y="21557"/>
                </a:lnTo>
                <a:lnTo>
                  <a:pt x="8472" y="22247"/>
                </a:lnTo>
                <a:lnTo>
                  <a:pt x="8044" y="22946"/>
                </a:lnTo>
                <a:lnTo>
                  <a:pt x="7627" y="23654"/>
                </a:lnTo>
                <a:lnTo>
                  <a:pt x="7221" y="24371"/>
                </a:lnTo>
                <a:lnTo>
                  <a:pt x="6825" y="25096"/>
                </a:lnTo>
                <a:lnTo>
                  <a:pt x="6439" y="25830"/>
                </a:lnTo>
                <a:lnTo>
                  <a:pt x="6064" y="26573"/>
                </a:lnTo>
                <a:lnTo>
                  <a:pt x="5699" y="27324"/>
                </a:lnTo>
                <a:lnTo>
                  <a:pt x="5345" y="28084"/>
                </a:lnTo>
                <a:lnTo>
                  <a:pt x="5001" y="28853"/>
                </a:lnTo>
                <a:lnTo>
                  <a:pt x="4667" y="29631"/>
                </a:lnTo>
                <a:lnTo>
                  <a:pt x="4344" y="30417"/>
                </a:lnTo>
                <a:lnTo>
                  <a:pt x="4032" y="31212"/>
                </a:lnTo>
                <a:lnTo>
                  <a:pt x="3729" y="32015"/>
                </a:lnTo>
                <a:lnTo>
                  <a:pt x="3438" y="32828"/>
                </a:lnTo>
                <a:lnTo>
                  <a:pt x="3157" y="33647"/>
                </a:lnTo>
                <a:lnTo>
                  <a:pt x="2889" y="34472"/>
                </a:lnTo>
                <a:lnTo>
                  <a:pt x="2632" y="35303"/>
                </a:lnTo>
                <a:lnTo>
                  <a:pt x="2387" y="36140"/>
                </a:lnTo>
                <a:lnTo>
                  <a:pt x="2155" y="36982"/>
                </a:lnTo>
                <a:lnTo>
                  <a:pt x="1934" y="37830"/>
                </a:lnTo>
                <a:lnTo>
                  <a:pt x="1725" y="38684"/>
                </a:lnTo>
                <a:lnTo>
                  <a:pt x="1528" y="39543"/>
                </a:lnTo>
                <a:lnTo>
                  <a:pt x="1343" y="40408"/>
                </a:lnTo>
                <a:lnTo>
                  <a:pt x="1170" y="41279"/>
                </a:lnTo>
                <a:lnTo>
                  <a:pt x="1009" y="42156"/>
                </a:lnTo>
                <a:lnTo>
                  <a:pt x="859" y="43038"/>
                </a:lnTo>
                <a:lnTo>
                  <a:pt x="722" y="43926"/>
                </a:lnTo>
                <a:lnTo>
                  <a:pt x="597" y="44820"/>
                </a:lnTo>
                <a:lnTo>
                  <a:pt x="483" y="45719"/>
                </a:lnTo>
                <a:lnTo>
                  <a:pt x="382" y="46624"/>
                </a:lnTo>
                <a:lnTo>
                  <a:pt x="292" y="47535"/>
                </a:lnTo>
                <a:lnTo>
                  <a:pt x="215" y="48452"/>
                </a:lnTo>
                <a:lnTo>
                  <a:pt x="149" y="49374"/>
                </a:lnTo>
                <a:lnTo>
                  <a:pt x="95" y="50302"/>
                </a:lnTo>
                <a:lnTo>
                  <a:pt x="54" y="51235"/>
                </a:lnTo>
                <a:lnTo>
                  <a:pt x="24" y="52175"/>
                </a:lnTo>
                <a:lnTo>
                  <a:pt x="6" y="53120"/>
                </a:lnTo>
                <a:lnTo>
                  <a:pt x="0" y="54070"/>
                </a:lnTo>
                <a:lnTo>
                  <a:pt x="6" y="54998"/>
                </a:lnTo>
                <a:lnTo>
                  <a:pt x="24" y="55920"/>
                </a:lnTo>
                <a:lnTo>
                  <a:pt x="54" y="56837"/>
                </a:lnTo>
                <a:lnTo>
                  <a:pt x="95" y="57748"/>
                </a:lnTo>
                <a:lnTo>
                  <a:pt x="149" y="58655"/>
                </a:lnTo>
                <a:lnTo>
                  <a:pt x="215" y="59556"/>
                </a:lnTo>
                <a:lnTo>
                  <a:pt x="292" y="60452"/>
                </a:lnTo>
                <a:lnTo>
                  <a:pt x="382" y="61343"/>
                </a:lnTo>
                <a:lnTo>
                  <a:pt x="483" y="62228"/>
                </a:lnTo>
                <a:lnTo>
                  <a:pt x="597" y="63108"/>
                </a:lnTo>
                <a:lnTo>
                  <a:pt x="722" y="63983"/>
                </a:lnTo>
                <a:lnTo>
                  <a:pt x="859" y="64853"/>
                </a:lnTo>
                <a:lnTo>
                  <a:pt x="1009" y="65718"/>
                </a:lnTo>
                <a:lnTo>
                  <a:pt x="1170" y="66577"/>
                </a:lnTo>
                <a:lnTo>
                  <a:pt x="1343" y="67432"/>
                </a:lnTo>
                <a:lnTo>
                  <a:pt x="1528" y="68281"/>
                </a:lnTo>
                <a:lnTo>
                  <a:pt x="1725" y="69124"/>
                </a:lnTo>
                <a:lnTo>
                  <a:pt x="1934" y="69963"/>
                </a:lnTo>
                <a:lnTo>
                  <a:pt x="2155" y="70796"/>
                </a:lnTo>
                <a:lnTo>
                  <a:pt x="2387" y="71624"/>
                </a:lnTo>
                <a:lnTo>
                  <a:pt x="2632" y="72447"/>
                </a:lnTo>
                <a:lnTo>
                  <a:pt x="2889" y="73265"/>
                </a:lnTo>
                <a:lnTo>
                  <a:pt x="3157" y="74077"/>
                </a:lnTo>
                <a:lnTo>
                  <a:pt x="3438" y="74885"/>
                </a:lnTo>
                <a:lnTo>
                  <a:pt x="3729" y="75685"/>
                </a:lnTo>
                <a:lnTo>
                  <a:pt x="4032" y="76476"/>
                </a:lnTo>
                <a:lnTo>
                  <a:pt x="4344" y="77259"/>
                </a:lnTo>
                <a:lnTo>
                  <a:pt x="4667" y="78034"/>
                </a:lnTo>
                <a:lnTo>
                  <a:pt x="5001" y="78799"/>
                </a:lnTo>
                <a:lnTo>
                  <a:pt x="5345" y="79556"/>
                </a:lnTo>
                <a:lnTo>
                  <a:pt x="5699" y="80304"/>
                </a:lnTo>
                <a:lnTo>
                  <a:pt x="6064" y="81043"/>
                </a:lnTo>
                <a:lnTo>
                  <a:pt x="6439" y="81774"/>
                </a:lnTo>
                <a:lnTo>
                  <a:pt x="6825" y="82496"/>
                </a:lnTo>
                <a:lnTo>
                  <a:pt x="7221" y="83210"/>
                </a:lnTo>
                <a:lnTo>
                  <a:pt x="7627" y="83914"/>
                </a:lnTo>
                <a:lnTo>
                  <a:pt x="8044" y="84610"/>
                </a:lnTo>
                <a:lnTo>
                  <a:pt x="8472" y="85298"/>
                </a:lnTo>
                <a:lnTo>
                  <a:pt x="8910" y="85976"/>
                </a:lnTo>
                <a:lnTo>
                  <a:pt x="9358" y="86646"/>
                </a:lnTo>
                <a:lnTo>
                  <a:pt x="9817" y="87307"/>
                </a:lnTo>
                <a:lnTo>
                  <a:pt x="10286" y="87960"/>
                </a:lnTo>
                <a:lnTo>
                  <a:pt x="10765" y="88604"/>
                </a:lnTo>
                <a:lnTo>
                  <a:pt x="11256" y="89239"/>
                </a:lnTo>
                <a:lnTo>
                  <a:pt x="11756" y="89866"/>
                </a:lnTo>
                <a:lnTo>
                  <a:pt x="12267" y="90483"/>
                </a:lnTo>
                <a:lnTo>
                  <a:pt x="12788" y="91092"/>
                </a:lnTo>
                <a:lnTo>
                  <a:pt x="13320" y="91693"/>
                </a:lnTo>
                <a:lnTo>
                  <a:pt x="13863" y="92284"/>
                </a:lnTo>
                <a:lnTo>
                  <a:pt x="14415" y="92864"/>
                </a:lnTo>
                <a:lnTo>
                  <a:pt x="14977" y="93433"/>
                </a:lnTo>
                <a:lnTo>
                  <a:pt x="15550" y="93992"/>
                </a:lnTo>
                <a:lnTo>
                  <a:pt x="16133" y="94540"/>
                </a:lnTo>
                <a:lnTo>
                  <a:pt x="16726" y="95077"/>
                </a:lnTo>
                <a:lnTo>
                  <a:pt x="17330" y="95604"/>
                </a:lnTo>
                <a:lnTo>
                  <a:pt x="17943" y="96120"/>
                </a:lnTo>
                <a:lnTo>
                  <a:pt x="18567" y="96625"/>
                </a:lnTo>
                <a:lnTo>
                  <a:pt x="19201" y="97120"/>
                </a:lnTo>
                <a:lnTo>
                  <a:pt x="19845" y="97604"/>
                </a:lnTo>
                <a:lnTo>
                  <a:pt x="20500" y="98077"/>
                </a:lnTo>
                <a:lnTo>
                  <a:pt x="21164" y="98540"/>
                </a:lnTo>
                <a:lnTo>
                  <a:pt x="21839" y="98992"/>
                </a:lnTo>
                <a:lnTo>
                  <a:pt x="22524" y="99433"/>
                </a:lnTo>
                <a:lnTo>
                  <a:pt x="23219" y="99864"/>
                </a:lnTo>
                <a:lnTo>
                  <a:pt x="23924" y="100283"/>
                </a:lnTo>
                <a:lnTo>
                  <a:pt x="24640" y="100693"/>
                </a:lnTo>
                <a:lnTo>
                  <a:pt x="25366" y="101091"/>
                </a:lnTo>
                <a:lnTo>
                  <a:pt x="26102" y="101479"/>
                </a:lnTo>
                <a:lnTo>
                  <a:pt x="26848" y="101856"/>
                </a:lnTo>
                <a:lnTo>
                  <a:pt x="27604" y="102223"/>
                </a:lnTo>
                <a:lnTo>
                  <a:pt x="28371" y="102579"/>
                </a:lnTo>
                <a:lnTo>
                  <a:pt x="29147" y="102924"/>
                </a:lnTo>
                <a:lnTo>
                  <a:pt x="29933" y="103257"/>
                </a:lnTo>
                <a:lnTo>
                  <a:pt x="30727" y="103575"/>
                </a:lnTo>
                <a:lnTo>
                  <a:pt x="31530" y="103879"/>
                </a:lnTo>
                <a:lnTo>
                  <a:pt x="32340" y="104169"/>
                </a:lnTo>
                <a:lnTo>
                  <a:pt x="33159" y="104445"/>
                </a:lnTo>
                <a:lnTo>
                  <a:pt x="33986" y="104707"/>
                </a:lnTo>
                <a:lnTo>
                  <a:pt x="34821" y="104955"/>
                </a:lnTo>
                <a:lnTo>
                  <a:pt x="35665" y="105188"/>
                </a:lnTo>
                <a:lnTo>
                  <a:pt x="36516" y="105408"/>
                </a:lnTo>
                <a:lnTo>
                  <a:pt x="37376" y="105613"/>
                </a:lnTo>
                <a:lnTo>
                  <a:pt x="38244" y="105804"/>
                </a:lnTo>
                <a:lnTo>
                  <a:pt x="39120" y="105981"/>
                </a:lnTo>
                <a:lnTo>
                  <a:pt x="40005" y="106144"/>
                </a:lnTo>
                <a:lnTo>
                  <a:pt x="40897" y="106292"/>
                </a:lnTo>
                <a:lnTo>
                  <a:pt x="41798" y="106427"/>
                </a:lnTo>
                <a:lnTo>
                  <a:pt x="42707" y="106547"/>
                </a:lnTo>
                <a:lnTo>
                  <a:pt x="43624" y="106653"/>
                </a:lnTo>
                <a:lnTo>
                  <a:pt x="44550" y="106745"/>
                </a:lnTo>
                <a:lnTo>
                  <a:pt x="45483" y="106823"/>
                </a:lnTo>
                <a:lnTo>
                  <a:pt x="46425" y="106887"/>
                </a:lnTo>
                <a:lnTo>
                  <a:pt x="47375" y="106936"/>
                </a:lnTo>
                <a:lnTo>
                  <a:pt x="48333" y="106972"/>
                </a:lnTo>
                <a:lnTo>
                  <a:pt x="49300" y="106993"/>
                </a:lnTo>
                <a:lnTo>
                  <a:pt x="50274" y="107000"/>
                </a:lnTo>
                <a:lnTo>
                  <a:pt x="50895" y="106994"/>
                </a:lnTo>
                <a:lnTo>
                  <a:pt x="51515" y="106978"/>
                </a:lnTo>
                <a:lnTo>
                  <a:pt x="52134" y="106952"/>
                </a:lnTo>
                <a:lnTo>
                  <a:pt x="52753" y="106914"/>
                </a:lnTo>
                <a:lnTo>
                  <a:pt x="53371" y="106866"/>
                </a:lnTo>
                <a:lnTo>
                  <a:pt x="53989" y="106808"/>
                </a:lnTo>
                <a:lnTo>
                  <a:pt x="54607" y="106738"/>
                </a:lnTo>
                <a:lnTo>
                  <a:pt x="55224" y="106658"/>
                </a:lnTo>
                <a:lnTo>
                  <a:pt x="55840" y="106567"/>
                </a:lnTo>
                <a:lnTo>
                  <a:pt x="56456" y="106466"/>
                </a:lnTo>
                <a:lnTo>
                  <a:pt x="57071" y="106354"/>
                </a:lnTo>
                <a:lnTo>
                  <a:pt x="57686" y="106231"/>
                </a:lnTo>
                <a:lnTo>
                  <a:pt x="58301" y="106098"/>
                </a:lnTo>
                <a:lnTo>
                  <a:pt x="58914" y="105953"/>
                </a:lnTo>
                <a:lnTo>
                  <a:pt x="59528" y="105799"/>
                </a:lnTo>
                <a:lnTo>
                  <a:pt x="60141" y="105633"/>
                </a:lnTo>
                <a:lnTo>
                  <a:pt x="60753" y="105457"/>
                </a:lnTo>
                <a:lnTo>
                  <a:pt x="61365" y="105270"/>
                </a:lnTo>
                <a:lnTo>
                  <a:pt x="61976" y="105073"/>
                </a:lnTo>
                <a:lnTo>
                  <a:pt x="62587" y="104864"/>
                </a:lnTo>
                <a:lnTo>
                  <a:pt x="63198" y="104646"/>
                </a:lnTo>
                <a:lnTo>
                  <a:pt x="63808" y="104416"/>
                </a:lnTo>
                <a:lnTo>
                  <a:pt x="64417" y="104176"/>
                </a:lnTo>
                <a:lnTo>
                  <a:pt x="65026" y="103925"/>
                </a:lnTo>
                <a:lnTo>
                  <a:pt x="65632" y="103660"/>
                </a:lnTo>
                <a:lnTo>
                  <a:pt x="66234" y="103380"/>
                </a:lnTo>
                <a:lnTo>
                  <a:pt x="66832" y="103083"/>
                </a:lnTo>
                <a:lnTo>
                  <a:pt x="67425" y="102770"/>
                </a:lnTo>
                <a:lnTo>
                  <a:pt x="68013" y="102441"/>
                </a:lnTo>
                <a:lnTo>
                  <a:pt x="68597" y="102096"/>
                </a:lnTo>
                <a:lnTo>
                  <a:pt x="69177" y="101734"/>
                </a:lnTo>
                <a:lnTo>
                  <a:pt x="69752" y="101357"/>
                </a:lnTo>
                <a:lnTo>
                  <a:pt x="70323" y="100963"/>
                </a:lnTo>
                <a:lnTo>
                  <a:pt x="70889" y="100554"/>
                </a:lnTo>
                <a:lnTo>
                  <a:pt x="71451" y="100128"/>
                </a:lnTo>
                <a:lnTo>
                  <a:pt x="72008" y="99686"/>
                </a:lnTo>
                <a:lnTo>
                  <a:pt x="72561" y="99227"/>
                </a:lnTo>
                <a:lnTo>
                  <a:pt x="73109" y="98753"/>
                </a:lnTo>
                <a:lnTo>
                  <a:pt x="73653" y="98263"/>
                </a:lnTo>
                <a:lnTo>
                  <a:pt x="74192" y="97756"/>
                </a:lnTo>
                <a:lnTo>
                  <a:pt x="74727" y="97233"/>
                </a:lnTo>
                <a:lnTo>
                  <a:pt x="75258" y="96694"/>
                </a:lnTo>
                <a:lnTo>
                  <a:pt x="75784" y="96139"/>
                </a:lnTo>
                <a:lnTo>
                  <a:pt x="76305" y="95568"/>
                </a:lnTo>
                <a:lnTo>
                  <a:pt x="76822" y="94981"/>
                </a:lnTo>
                <a:lnTo>
                  <a:pt x="77335" y="94378"/>
                </a:lnTo>
                <a:lnTo>
                  <a:pt x="77843" y="93758"/>
                </a:lnTo>
                <a:lnTo>
                  <a:pt x="78346" y="93122"/>
                </a:lnTo>
                <a:lnTo>
                  <a:pt x="80639" y="104723"/>
                </a:lnTo>
                <a:lnTo>
                  <a:pt x="94960" y="104723"/>
                </a:lnTo>
                <a:lnTo>
                  <a:pt x="94960" y="49514"/>
                </a:lnTo>
                <a:lnTo>
                  <a:pt x="51992" y="49514"/>
                </a:lnTo>
                <a:close/>
                <a:moveTo>
                  <a:pt x="228588" y="85880"/>
                </a:moveTo>
                <a:lnTo>
                  <a:pt x="228588" y="60843"/>
                </a:lnTo>
                <a:lnTo>
                  <a:pt x="278145" y="60843"/>
                </a:lnTo>
                <a:lnTo>
                  <a:pt x="278145" y="43359"/>
                </a:lnTo>
                <a:lnTo>
                  <a:pt x="228588" y="43359"/>
                </a:lnTo>
                <a:lnTo>
                  <a:pt x="228588" y="21400"/>
                </a:lnTo>
                <a:lnTo>
                  <a:pt x="282584" y="21400"/>
                </a:lnTo>
                <a:lnTo>
                  <a:pt x="282584" y="2518"/>
                </a:lnTo>
                <a:lnTo>
                  <a:pt x="206101" y="2518"/>
                </a:lnTo>
                <a:lnTo>
                  <a:pt x="206101" y="104762"/>
                </a:lnTo>
                <a:lnTo>
                  <a:pt x="283729" y="104762"/>
                </a:lnTo>
                <a:lnTo>
                  <a:pt x="283729" y="85880"/>
                </a:lnTo>
                <a:lnTo>
                  <a:pt x="228588" y="85880"/>
                </a:lnTo>
                <a:close/>
                <a:moveTo>
                  <a:pt x="567893" y="68116"/>
                </a:moveTo>
                <a:lnTo>
                  <a:pt x="568687" y="68111"/>
                </a:lnTo>
                <a:lnTo>
                  <a:pt x="569472" y="68097"/>
                </a:lnTo>
                <a:lnTo>
                  <a:pt x="570247" y="68073"/>
                </a:lnTo>
                <a:lnTo>
                  <a:pt x="571011" y="68039"/>
                </a:lnTo>
                <a:lnTo>
                  <a:pt x="571766" y="67995"/>
                </a:lnTo>
                <a:lnTo>
                  <a:pt x="572511" y="67942"/>
                </a:lnTo>
                <a:lnTo>
                  <a:pt x="573246" y="67879"/>
                </a:lnTo>
                <a:lnTo>
                  <a:pt x="573971" y="67806"/>
                </a:lnTo>
                <a:lnTo>
                  <a:pt x="574686" y="67723"/>
                </a:lnTo>
                <a:lnTo>
                  <a:pt x="575391" y="67631"/>
                </a:lnTo>
                <a:lnTo>
                  <a:pt x="576086" y="67529"/>
                </a:lnTo>
                <a:lnTo>
                  <a:pt x="576771" y="67418"/>
                </a:lnTo>
                <a:lnTo>
                  <a:pt x="577447" y="67297"/>
                </a:lnTo>
                <a:lnTo>
                  <a:pt x="578112" y="67166"/>
                </a:lnTo>
                <a:lnTo>
                  <a:pt x="578767" y="67025"/>
                </a:lnTo>
                <a:lnTo>
                  <a:pt x="579413" y="66875"/>
                </a:lnTo>
                <a:lnTo>
                  <a:pt x="580048" y="66715"/>
                </a:lnTo>
                <a:lnTo>
                  <a:pt x="580674" y="66545"/>
                </a:lnTo>
                <a:lnTo>
                  <a:pt x="581289" y="66366"/>
                </a:lnTo>
                <a:lnTo>
                  <a:pt x="581895" y="66177"/>
                </a:lnTo>
                <a:lnTo>
                  <a:pt x="582491" y="65978"/>
                </a:lnTo>
                <a:lnTo>
                  <a:pt x="583076" y="65769"/>
                </a:lnTo>
                <a:lnTo>
                  <a:pt x="583652" y="65551"/>
                </a:lnTo>
                <a:lnTo>
                  <a:pt x="584218" y="65323"/>
                </a:lnTo>
                <a:lnTo>
                  <a:pt x="584775" y="65087"/>
                </a:lnTo>
                <a:lnTo>
                  <a:pt x="585323" y="64845"/>
                </a:lnTo>
                <a:lnTo>
                  <a:pt x="585862" y="64597"/>
                </a:lnTo>
                <a:lnTo>
                  <a:pt x="586393" y="64342"/>
                </a:lnTo>
                <a:lnTo>
                  <a:pt x="586915" y="64082"/>
                </a:lnTo>
                <a:lnTo>
                  <a:pt x="587428" y="63815"/>
                </a:lnTo>
                <a:lnTo>
                  <a:pt x="587933" y="63542"/>
                </a:lnTo>
                <a:lnTo>
                  <a:pt x="588428" y="63262"/>
                </a:lnTo>
                <a:lnTo>
                  <a:pt x="588915" y="62977"/>
                </a:lnTo>
                <a:lnTo>
                  <a:pt x="589394" y="62685"/>
                </a:lnTo>
                <a:lnTo>
                  <a:pt x="589863" y="62387"/>
                </a:lnTo>
                <a:lnTo>
                  <a:pt x="590324" y="62083"/>
                </a:lnTo>
                <a:lnTo>
                  <a:pt x="590777" y="61772"/>
                </a:lnTo>
                <a:lnTo>
                  <a:pt x="591220" y="61456"/>
                </a:lnTo>
                <a:lnTo>
                  <a:pt x="591655" y="61133"/>
                </a:lnTo>
                <a:lnTo>
                  <a:pt x="592081" y="60804"/>
                </a:lnTo>
                <a:lnTo>
                  <a:pt x="592498" y="60468"/>
                </a:lnTo>
                <a:lnTo>
                  <a:pt x="592907" y="60127"/>
                </a:lnTo>
                <a:lnTo>
                  <a:pt x="593307" y="59779"/>
                </a:lnTo>
                <a:lnTo>
                  <a:pt x="593698" y="59425"/>
                </a:lnTo>
                <a:lnTo>
                  <a:pt x="594081" y="59065"/>
                </a:lnTo>
                <a:lnTo>
                  <a:pt x="594455" y="58699"/>
                </a:lnTo>
                <a:lnTo>
                  <a:pt x="594820" y="58326"/>
                </a:lnTo>
                <a:lnTo>
                  <a:pt x="595176" y="57947"/>
                </a:lnTo>
                <a:lnTo>
                  <a:pt x="595524" y="57563"/>
                </a:lnTo>
                <a:lnTo>
                  <a:pt x="595865" y="57174"/>
                </a:lnTo>
                <a:lnTo>
                  <a:pt x="596197" y="56780"/>
                </a:lnTo>
                <a:lnTo>
                  <a:pt x="596521" y="56382"/>
                </a:lnTo>
                <a:lnTo>
                  <a:pt x="596838" y="55979"/>
                </a:lnTo>
                <a:lnTo>
                  <a:pt x="597146" y="55571"/>
                </a:lnTo>
                <a:lnTo>
                  <a:pt x="597446" y="55158"/>
                </a:lnTo>
                <a:lnTo>
                  <a:pt x="597739" y="54741"/>
                </a:lnTo>
                <a:lnTo>
                  <a:pt x="598023" y="54319"/>
                </a:lnTo>
                <a:lnTo>
                  <a:pt x="598300" y="53892"/>
                </a:lnTo>
                <a:lnTo>
                  <a:pt x="598568" y="53460"/>
                </a:lnTo>
                <a:lnTo>
                  <a:pt x="598829" y="53024"/>
                </a:lnTo>
                <a:lnTo>
                  <a:pt x="599082" y="52583"/>
                </a:lnTo>
                <a:lnTo>
                  <a:pt x="599326" y="52137"/>
                </a:lnTo>
                <a:lnTo>
                  <a:pt x="599563" y="51687"/>
                </a:lnTo>
                <a:lnTo>
                  <a:pt x="599792" y="51232"/>
                </a:lnTo>
                <a:lnTo>
                  <a:pt x="600012" y="50772"/>
                </a:lnTo>
                <a:lnTo>
                  <a:pt x="600225" y="50307"/>
                </a:lnTo>
                <a:lnTo>
                  <a:pt x="600430" y="49838"/>
                </a:lnTo>
                <a:lnTo>
                  <a:pt x="600627" y="49364"/>
                </a:lnTo>
                <a:lnTo>
                  <a:pt x="600816" y="48885"/>
                </a:lnTo>
                <a:lnTo>
                  <a:pt x="600997" y="48401"/>
                </a:lnTo>
                <a:lnTo>
                  <a:pt x="601170" y="47913"/>
                </a:lnTo>
                <a:lnTo>
                  <a:pt x="601335" y="47420"/>
                </a:lnTo>
                <a:lnTo>
                  <a:pt x="601492" y="46924"/>
                </a:lnTo>
                <a:lnTo>
                  <a:pt x="601644" y="46428"/>
                </a:lnTo>
                <a:lnTo>
                  <a:pt x="601788" y="45931"/>
                </a:lnTo>
                <a:lnTo>
                  <a:pt x="601926" y="45433"/>
                </a:lnTo>
                <a:lnTo>
                  <a:pt x="602057" y="44934"/>
                </a:lnTo>
                <a:lnTo>
                  <a:pt x="602181" y="44434"/>
                </a:lnTo>
                <a:lnTo>
                  <a:pt x="602298" y="43934"/>
                </a:lnTo>
                <a:lnTo>
                  <a:pt x="602409" y="43433"/>
                </a:lnTo>
                <a:lnTo>
                  <a:pt x="602513" y="42932"/>
                </a:lnTo>
                <a:lnTo>
                  <a:pt x="602611" y="42429"/>
                </a:lnTo>
                <a:lnTo>
                  <a:pt x="602701" y="41926"/>
                </a:lnTo>
                <a:lnTo>
                  <a:pt x="602785" y="41422"/>
                </a:lnTo>
                <a:lnTo>
                  <a:pt x="602862" y="40917"/>
                </a:lnTo>
                <a:lnTo>
                  <a:pt x="602933" y="40412"/>
                </a:lnTo>
                <a:lnTo>
                  <a:pt x="602997" y="39906"/>
                </a:lnTo>
                <a:lnTo>
                  <a:pt x="603054" y="39399"/>
                </a:lnTo>
                <a:lnTo>
                  <a:pt x="603104" y="38891"/>
                </a:lnTo>
                <a:lnTo>
                  <a:pt x="603148" y="38383"/>
                </a:lnTo>
                <a:lnTo>
                  <a:pt x="603185" y="37874"/>
                </a:lnTo>
                <a:lnTo>
                  <a:pt x="603215" y="37364"/>
                </a:lnTo>
                <a:lnTo>
                  <a:pt x="603239" y="36853"/>
                </a:lnTo>
                <a:lnTo>
                  <a:pt x="603255" y="36342"/>
                </a:lnTo>
                <a:lnTo>
                  <a:pt x="603265" y="35830"/>
                </a:lnTo>
                <a:lnTo>
                  <a:pt x="603269" y="35317"/>
                </a:lnTo>
                <a:lnTo>
                  <a:pt x="603265" y="34792"/>
                </a:lnTo>
                <a:lnTo>
                  <a:pt x="603255" y="34269"/>
                </a:lnTo>
                <a:lnTo>
                  <a:pt x="603239" y="33748"/>
                </a:lnTo>
                <a:lnTo>
                  <a:pt x="603215" y="33228"/>
                </a:lnTo>
                <a:lnTo>
                  <a:pt x="603185" y="32709"/>
                </a:lnTo>
                <a:lnTo>
                  <a:pt x="603148" y="32192"/>
                </a:lnTo>
                <a:lnTo>
                  <a:pt x="603104" y="31677"/>
                </a:lnTo>
                <a:lnTo>
                  <a:pt x="603054" y="31163"/>
                </a:lnTo>
                <a:lnTo>
                  <a:pt x="602997" y="30650"/>
                </a:lnTo>
                <a:lnTo>
                  <a:pt x="602933" y="30139"/>
                </a:lnTo>
                <a:lnTo>
                  <a:pt x="602862" y="29630"/>
                </a:lnTo>
                <a:lnTo>
                  <a:pt x="602785" y="29122"/>
                </a:lnTo>
                <a:lnTo>
                  <a:pt x="602701" y="28615"/>
                </a:lnTo>
                <a:lnTo>
                  <a:pt x="602611" y="28110"/>
                </a:lnTo>
                <a:lnTo>
                  <a:pt x="602513" y="27607"/>
                </a:lnTo>
                <a:lnTo>
                  <a:pt x="602409" y="27104"/>
                </a:lnTo>
                <a:lnTo>
                  <a:pt x="602298" y="26604"/>
                </a:lnTo>
                <a:lnTo>
                  <a:pt x="602181" y="26105"/>
                </a:lnTo>
                <a:lnTo>
                  <a:pt x="602057" y="25607"/>
                </a:lnTo>
                <a:lnTo>
                  <a:pt x="601926" y="25111"/>
                </a:lnTo>
                <a:lnTo>
                  <a:pt x="601788" y="24617"/>
                </a:lnTo>
                <a:lnTo>
                  <a:pt x="601644" y="24123"/>
                </a:lnTo>
                <a:lnTo>
                  <a:pt x="601492" y="23632"/>
                </a:lnTo>
                <a:lnTo>
                  <a:pt x="601335" y="23142"/>
                </a:lnTo>
                <a:lnTo>
                  <a:pt x="601170" y="22655"/>
                </a:lnTo>
                <a:lnTo>
                  <a:pt x="600997" y="22172"/>
                </a:lnTo>
                <a:lnTo>
                  <a:pt x="600816" y="21694"/>
                </a:lnTo>
                <a:lnTo>
                  <a:pt x="600627" y="21220"/>
                </a:lnTo>
                <a:lnTo>
                  <a:pt x="600430" y="20751"/>
                </a:lnTo>
                <a:lnTo>
                  <a:pt x="600225" y="20286"/>
                </a:lnTo>
                <a:lnTo>
                  <a:pt x="600012" y="19826"/>
                </a:lnTo>
                <a:lnTo>
                  <a:pt x="599792" y="19370"/>
                </a:lnTo>
                <a:lnTo>
                  <a:pt x="599563" y="18919"/>
                </a:lnTo>
                <a:lnTo>
                  <a:pt x="599326" y="18472"/>
                </a:lnTo>
                <a:lnTo>
                  <a:pt x="599082" y="18030"/>
                </a:lnTo>
                <a:lnTo>
                  <a:pt x="598829" y="17592"/>
                </a:lnTo>
                <a:lnTo>
                  <a:pt x="598568" y="17158"/>
                </a:lnTo>
                <a:lnTo>
                  <a:pt x="598300" y="16729"/>
                </a:lnTo>
                <a:lnTo>
                  <a:pt x="598023" y="16305"/>
                </a:lnTo>
                <a:lnTo>
                  <a:pt x="597739" y="15885"/>
                </a:lnTo>
                <a:lnTo>
                  <a:pt x="597446" y="15470"/>
                </a:lnTo>
                <a:lnTo>
                  <a:pt x="597146" y="15059"/>
                </a:lnTo>
                <a:lnTo>
                  <a:pt x="596838" y="14652"/>
                </a:lnTo>
                <a:lnTo>
                  <a:pt x="596521" y="14250"/>
                </a:lnTo>
                <a:lnTo>
                  <a:pt x="596197" y="13852"/>
                </a:lnTo>
                <a:lnTo>
                  <a:pt x="595865" y="13459"/>
                </a:lnTo>
                <a:lnTo>
                  <a:pt x="595524" y="13071"/>
                </a:lnTo>
                <a:lnTo>
                  <a:pt x="595176" y="12687"/>
                </a:lnTo>
                <a:lnTo>
                  <a:pt x="594820" y="12308"/>
                </a:lnTo>
                <a:lnTo>
                  <a:pt x="594455" y="11935"/>
                </a:lnTo>
                <a:lnTo>
                  <a:pt x="594081" y="11569"/>
                </a:lnTo>
                <a:lnTo>
                  <a:pt x="593698" y="11209"/>
                </a:lnTo>
                <a:lnTo>
                  <a:pt x="593307" y="10855"/>
                </a:lnTo>
                <a:lnTo>
                  <a:pt x="592907" y="10507"/>
                </a:lnTo>
                <a:lnTo>
                  <a:pt x="592499" y="10165"/>
                </a:lnTo>
                <a:lnTo>
                  <a:pt x="592081" y="9830"/>
                </a:lnTo>
                <a:lnTo>
                  <a:pt x="591655" y="9501"/>
                </a:lnTo>
                <a:lnTo>
                  <a:pt x="591220" y="9178"/>
                </a:lnTo>
                <a:lnTo>
                  <a:pt x="590777" y="8862"/>
                </a:lnTo>
                <a:lnTo>
                  <a:pt x="590325" y="8551"/>
                </a:lnTo>
                <a:lnTo>
                  <a:pt x="589864" y="8247"/>
                </a:lnTo>
                <a:lnTo>
                  <a:pt x="589395" y="7949"/>
                </a:lnTo>
                <a:lnTo>
                  <a:pt x="588916" y="7657"/>
                </a:lnTo>
                <a:lnTo>
                  <a:pt x="588429" y="7372"/>
                </a:lnTo>
                <a:lnTo>
                  <a:pt x="587934" y="7092"/>
                </a:lnTo>
                <a:lnTo>
                  <a:pt x="587429" y="6819"/>
                </a:lnTo>
                <a:lnTo>
                  <a:pt x="586916" y="6552"/>
                </a:lnTo>
                <a:lnTo>
                  <a:pt x="586394" y="6291"/>
                </a:lnTo>
                <a:lnTo>
                  <a:pt x="585864" y="6037"/>
                </a:lnTo>
                <a:lnTo>
                  <a:pt x="585325" y="5789"/>
                </a:lnTo>
                <a:lnTo>
                  <a:pt x="584777" y="5547"/>
                </a:lnTo>
                <a:lnTo>
                  <a:pt x="584220" y="5311"/>
                </a:lnTo>
                <a:lnTo>
                  <a:pt x="583654" y="5083"/>
                </a:lnTo>
                <a:lnTo>
                  <a:pt x="583079" y="4865"/>
                </a:lnTo>
                <a:lnTo>
                  <a:pt x="582493" y="4656"/>
                </a:lnTo>
                <a:lnTo>
                  <a:pt x="581897" y="4457"/>
                </a:lnTo>
                <a:lnTo>
                  <a:pt x="581291" y="4268"/>
                </a:lnTo>
                <a:lnTo>
                  <a:pt x="580676" y="4089"/>
                </a:lnTo>
                <a:lnTo>
                  <a:pt x="580050" y="3919"/>
                </a:lnTo>
                <a:lnTo>
                  <a:pt x="579415" y="3759"/>
                </a:lnTo>
                <a:lnTo>
                  <a:pt x="578769" y="3609"/>
                </a:lnTo>
                <a:lnTo>
                  <a:pt x="578114" y="3468"/>
                </a:lnTo>
                <a:lnTo>
                  <a:pt x="577448" y="3337"/>
                </a:lnTo>
                <a:lnTo>
                  <a:pt x="576773" y="3216"/>
                </a:lnTo>
                <a:lnTo>
                  <a:pt x="576088" y="3104"/>
                </a:lnTo>
                <a:lnTo>
                  <a:pt x="575392" y="3003"/>
                </a:lnTo>
                <a:lnTo>
                  <a:pt x="574687" y="2910"/>
                </a:lnTo>
                <a:lnTo>
                  <a:pt x="573972" y="2828"/>
                </a:lnTo>
                <a:lnTo>
                  <a:pt x="573247" y="2755"/>
                </a:lnTo>
                <a:lnTo>
                  <a:pt x="572512" y="2692"/>
                </a:lnTo>
                <a:lnTo>
                  <a:pt x="571767" y="2639"/>
                </a:lnTo>
                <a:lnTo>
                  <a:pt x="571012" y="2595"/>
                </a:lnTo>
                <a:lnTo>
                  <a:pt x="570247" y="2561"/>
                </a:lnTo>
                <a:lnTo>
                  <a:pt x="569472" y="2537"/>
                </a:lnTo>
                <a:lnTo>
                  <a:pt x="568688" y="2522"/>
                </a:lnTo>
                <a:lnTo>
                  <a:pt x="567893" y="2518"/>
                </a:lnTo>
                <a:lnTo>
                  <a:pt x="521773" y="2518"/>
                </a:lnTo>
                <a:lnTo>
                  <a:pt x="521773" y="104762"/>
                </a:lnTo>
                <a:lnTo>
                  <a:pt x="544259" y="104762"/>
                </a:lnTo>
                <a:lnTo>
                  <a:pt x="544259" y="68116"/>
                </a:lnTo>
                <a:lnTo>
                  <a:pt x="567893" y="68116"/>
                </a:lnTo>
                <a:close/>
                <a:moveTo>
                  <a:pt x="562375" y="20005"/>
                </a:moveTo>
                <a:lnTo>
                  <a:pt x="562695" y="20010"/>
                </a:lnTo>
                <a:lnTo>
                  <a:pt x="563013" y="20017"/>
                </a:lnTo>
                <a:lnTo>
                  <a:pt x="563331" y="20026"/>
                </a:lnTo>
                <a:lnTo>
                  <a:pt x="563648" y="20037"/>
                </a:lnTo>
                <a:lnTo>
                  <a:pt x="563964" y="20050"/>
                </a:lnTo>
                <a:lnTo>
                  <a:pt x="564279" y="20065"/>
                </a:lnTo>
                <a:lnTo>
                  <a:pt x="564593" y="20082"/>
                </a:lnTo>
                <a:lnTo>
                  <a:pt x="564906" y="20101"/>
                </a:lnTo>
                <a:lnTo>
                  <a:pt x="565217" y="20122"/>
                </a:lnTo>
                <a:lnTo>
                  <a:pt x="565528" y="20144"/>
                </a:lnTo>
                <a:lnTo>
                  <a:pt x="565838" y="20169"/>
                </a:lnTo>
                <a:lnTo>
                  <a:pt x="566147" y="20196"/>
                </a:lnTo>
                <a:lnTo>
                  <a:pt x="566455" y="20225"/>
                </a:lnTo>
                <a:lnTo>
                  <a:pt x="566762" y="20256"/>
                </a:lnTo>
                <a:lnTo>
                  <a:pt x="567067" y="20289"/>
                </a:lnTo>
                <a:lnTo>
                  <a:pt x="567372" y="20323"/>
                </a:lnTo>
                <a:lnTo>
                  <a:pt x="567676" y="20360"/>
                </a:lnTo>
                <a:lnTo>
                  <a:pt x="567979" y="20399"/>
                </a:lnTo>
                <a:lnTo>
                  <a:pt x="568281" y="20440"/>
                </a:lnTo>
                <a:lnTo>
                  <a:pt x="568581" y="20482"/>
                </a:lnTo>
                <a:lnTo>
                  <a:pt x="568881" y="20527"/>
                </a:lnTo>
                <a:lnTo>
                  <a:pt x="569180" y="20574"/>
                </a:lnTo>
                <a:lnTo>
                  <a:pt x="569477" y="20623"/>
                </a:lnTo>
                <a:lnTo>
                  <a:pt x="569771" y="20677"/>
                </a:lnTo>
                <a:lnTo>
                  <a:pt x="570062" y="20734"/>
                </a:lnTo>
                <a:lnTo>
                  <a:pt x="570349" y="20795"/>
                </a:lnTo>
                <a:lnTo>
                  <a:pt x="570634" y="20859"/>
                </a:lnTo>
                <a:lnTo>
                  <a:pt x="570916" y="20927"/>
                </a:lnTo>
                <a:lnTo>
                  <a:pt x="571195" y="20999"/>
                </a:lnTo>
                <a:lnTo>
                  <a:pt x="571471" y="21075"/>
                </a:lnTo>
                <a:lnTo>
                  <a:pt x="571744" y="21154"/>
                </a:lnTo>
                <a:lnTo>
                  <a:pt x="572014" y="21237"/>
                </a:lnTo>
                <a:lnTo>
                  <a:pt x="572281" y="21324"/>
                </a:lnTo>
                <a:lnTo>
                  <a:pt x="572545" y="21415"/>
                </a:lnTo>
                <a:lnTo>
                  <a:pt x="572806" y="21509"/>
                </a:lnTo>
                <a:lnTo>
                  <a:pt x="573064" y="21607"/>
                </a:lnTo>
                <a:lnTo>
                  <a:pt x="573319" y="21709"/>
                </a:lnTo>
                <a:lnTo>
                  <a:pt x="573571" y="21814"/>
                </a:lnTo>
                <a:lnTo>
                  <a:pt x="573820" y="21923"/>
                </a:lnTo>
                <a:lnTo>
                  <a:pt x="574067" y="22036"/>
                </a:lnTo>
                <a:lnTo>
                  <a:pt x="574310" y="22153"/>
                </a:lnTo>
                <a:lnTo>
                  <a:pt x="574550" y="22273"/>
                </a:lnTo>
                <a:lnTo>
                  <a:pt x="574787" y="22397"/>
                </a:lnTo>
                <a:lnTo>
                  <a:pt x="575021" y="22525"/>
                </a:lnTo>
                <a:lnTo>
                  <a:pt x="575253" y="22657"/>
                </a:lnTo>
                <a:lnTo>
                  <a:pt x="575481" y="22792"/>
                </a:lnTo>
                <a:lnTo>
                  <a:pt x="575706" y="22932"/>
                </a:lnTo>
                <a:lnTo>
                  <a:pt x="575927" y="23076"/>
                </a:lnTo>
                <a:lnTo>
                  <a:pt x="576145" y="23225"/>
                </a:lnTo>
                <a:lnTo>
                  <a:pt x="576359" y="23378"/>
                </a:lnTo>
                <a:lnTo>
                  <a:pt x="576569" y="23537"/>
                </a:lnTo>
                <a:lnTo>
                  <a:pt x="576775" y="23700"/>
                </a:lnTo>
                <a:lnTo>
                  <a:pt x="576978" y="23868"/>
                </a:lnTo>
                <a:lnTo>
                  <a:pt x="577176" y="24040"/>
                </a:lnTo>
                <a:lnTo>
                  <a:pt x="577372" y="24218"/>
                </a:lnTo>
                <a:lnTo>
                  <a:pt x="577563" y="24400"/>
                </a:lnTo>
                <a:lnTo>
                  <a:pt x="577751" y="24587"/>
                </a:lnTo>
                <a:lnTo>
                  <a:pt x="577934" y="24778"/>
                </a:lnTo>
                <a:lnTo>
                  <a:pt x="578115" y="24974"/>
                </a:lnTo>
                <a:lnTo>
                  <a:pt x="578291" y="25175"/>
                </a:lnTo>
                <a:lnTo>
                  <a:pt x="578464" y="25381"/>
                </a:lnTo>
                <a:lnTo>
                  <a:pt x="578633" y="25591"/>
                </a:lnTo>
                <a:lnTo>
                  <a:pt x="578798" y="25807"/>
                </a:lnTo>
                <a:lnTo>
                  <a:pt x="578959" y="26026"/>
                </a:lnTo>
                <a:lnTo>
                  <a:pt x="579117" y="26251"/>
                </a:lnTo>
                <a:lnTo>
                  <a:pt x="579271" y="26480"/>
                </a:lnTo>
                <a:lnTo>
                  <a:pt x="579421" y="26714"/>
                </a:lnTo>
                <a:lnTo>
                  <a:pt x="579568" y="26953"/>
                </a:lnTo>
                <a:lnTo>
                  <a:pt x="579710" y="27197"/>
                </a:lnTo>
                <a:lnTo>
                  <a:pt x="579849" y="27445"/>
                </a:lnTo>
                <a:lnTo>
                  <a:pt x="579984" y="27699"/>
                </a:lnTo>
                <a:lnTo>
                  <a:pt x="580113" y="27959"/>
                </a:lnTo>
                <a:lnTo>
                  <a:pt x="580236" y="28225"/>
                </a:lnTo>
                <a:lnTo>
                  <a:pt x="580353" y="28498"/>
                </a:lnTo>
                <a:lnTo>
                  <a:pt x="580465" y="28778"/>
                </a:lnTo>
                <a:lnTo>
                  <a:pt x="580570" y="29064"/>
                </a:lnTo>
                <a:lnTo>
                  <a:pt x="580671" y="29356"/>
                </a:lnTo>
                <a:lnTo>
                  <a:pt x="580765" y="29655"/>
                </a:lnTo>
                <a:lnTo>
                  <a:pt x="580854" y="29961"/>
                </a:lnTo>
                <a:lnTo>
                  <a:pt x="580937" y="30272"/>
                </a:lnTo>
                <a:lnTo>
                  <a:pt x="581014" y="30591"/>
                </a:lnTo>
                <a:lnTo>
                  <a:pt x="581085" y="30915"/>
                </a:lnTo>
                <a:lnTo>
                  <a:pt x="581151" y="31247"/>
                </a:lnTo>
                <a:lnTo>
                  <a:pt x="581211" y="31584"/>
                </a:lnTo>
                <a:lnTo>
                  <a:pt x="581266" y="31929"/>
                </a:lnTo>
                <a:lnTo>
                  <a:pt x="581314" y="32279"/>
                </a:lnTo>
                <a:lnTo>
                  <a:pt x="581357" y="32636"/>
                </a:lnTo>
                <a:lnTo>
                  <a:pt x="581394" y="33000"/>
                </a:lnTo>
                <a:lnTo>
                  <a:pt x="581426" y="33370"/>
                </a:lnTo>
                <a:lnTo>
                  <a:pt x="581452" y="33746"/>
                </a:lnTo>
                <a:lnTo>
                  <a:pt x="581472" y="34129"/>
                </a:lnTo>
                <a:lnTo>
                  <a:pt x="581486" y="34519"/>
                </a:lnTo>
                <a:lnTo>
                  <a:pt x="581494" y="34915"/>
                </a:lnTo>
                <a:lnTo>
                  <a:pt x="581497" y="35317"/>
                </a:lnTo>
                <a:lnTo>
                  <a:pt x="581494" y="35719"/>
                </a:lnTo>
                <a:lnTo>
                  <a:pt x="581486" y="36115"/>
                </a:lnTo>
                <a:lnTo>
                  <a:pt x="581472" y="36505"/>
                </a:lnTo>
                <a:lnTo>
                  <a:pt x="581452" y="36888"/>
                </a:lnTo>
                <a:lnTo>
                  <a:pt x="581426" y="37264"/>
                </a:lnTo>
                <a:lnTo>
                  <a:pt x="581394" y="37634"/>
                </a:lnTo>
                <a:lnTo>
                  <a:pt x="581357" y="37998"/>
                </a:lnTo>
                <a:lnTo>
                  <a:pt x="581314" y="38355"/>
                </a:lnTo>
                <a:lnTo>
                  <a:pt x="581266" y="38706"/>
                </a:lnTo>
                <a:lnTo>
                  <a:pt x="581211" y="39050"/>
                </a:lnTo>
                <a:lnTo>
                  <a:pt x="581151" y="39388"/>
                </a:lnTo>
                <a:lnTo>
                  <a:pt x="581085" y="39719"/>
                </a:lnTo>
                <a:lnTo>
                  <a:pt x="581014" y="40044"/>
                </a:lnTo>
                <a:lnTo>
                  <a:pt x="580937" y="40362"/>
                </a:lnTo>
                <a:lnTo>
                  <a:pt x="580854" y="40674"/>
                </a:lnTo>
                <a:lnTo>
                  <a:pt x="580765" y="40980"/>
                </a:lnTo>
                <a:lnTo>
                  <a:pt x="580671" y="41279"/>
                </a:lnTo>
                <a:lnTo>
                  <a:pt x="580570" y="41571"/>
                </a:lnTo>
                <a:lnTo>
                  <a:pt x="580465" y="41857"/>
                </a:lnTo>
                <a:lnTo>
                  <a:pt x="580353" y="42137"/>
                </a:lnTo>
                <a:lnTo>
                  <a:pt x="580236" y="42410"/>
                </a:lnTo>
                <a:lnTo>
                  <a:pt x="580113" y="42677"/>
                </a:lnTo>
                <a:lnTo>
                  <a:pt x="579984" y="42937"/>
                </a:lnTo>
                <a:lnTo>
                  <a:pt x="579849" y="43191"/>
                </a:lnTo>
                <a:lnTo>
                  <a:pt x="579710" y="43439"/>
                </a:lnTo>
                <a:lnTo>
                  <a:pt x="579568" y="43683"/>
                </a:lnTo>
                <a:lnTo>
                  <a:pt x="579421" y="43921"/>
                </a:lnTo>
                <a:lnTo>
                  <a:pt x="579271" y="44155"/>
                </a:lnTo>
                <a:lnTo>
                  <a:pt x="579117" y="44384"/>
                </a:lnTo>
                <a:lnTo>
                  <a:pt x="578959" y="44609"/>
                </a:lnTo>
                <a:lnTo>
                  <a:pt x="578798" y="44828"/>
                </a:lnTo>
                <a:lnTo>
                  <a:pt x="578633" y="45043"/>
                </a:lnTo>
                <a:lnTo>
                  <a:pt x="578464" y="45254"/>
                </a:lnTo>
                <a:lnTo>
                  <a:pt x="578291" y="45459"/>
                </a:lnTo>
                <a:lnTo>
                  <a:pt x="578115" y="45660"/>
                </a:lnTo>
                <a:lnTo>
                  <a:pt x="577934" y="45856"/>
                </a:lnTo>
                <a:lnTo>
                  <a:pt x="577751" y="46048"/>
                </a:lnTo>
                <a:lnTo>
                  <a:pt x="577563" y="46234"/>
                </a:lnTo>
                <a:lnTo>
                  <a:pt x="577372" y="46416"/>
                </a:lnTo>
                <a:lnTo>
                  <a:pt x="577176" y="46594"/>
                </a:lnTo>
                <a:lnTo>
                  <a:pt x="576978" y="46766"/>
                </a:lnTo>
                <a:lnTo>
                  <a:pt x="576775" y="46934"/>
                </a:lnTo>
                <a:lnTo>
                  <a:pt x="576569" y="47097"/>
                </a:lnTo>
                <a:lnTo>
                  <a:pt x="576359" y="47255"/>
                </a:lnTo>
                <a:lnTo>
                  <a:pt x="576145" y="47409"/>
                </a:lnTo>
                <a:lnTo>
                  <a:pt x="575927" y="47558"/>
                </a:lnTo>
                <a:lnTo>
                  <a:pt x="575706" y="47702"/>
                </a:lnTo>
                <a:lnTo>
                  <a:pt x="575481" y="47842"/>
                </a:lnTo>
                <a:lnTo>
                  <a:pt x="575253" y="47977"/>
                </a:lnTo>
                <a:lnTo>
                  <a:pt x="575021" y="48109"/>
                </a:lnTo>
                <a:lnTo>
                  <a:pt x="574787" y="48236"/>
                </a:lnTo>
                <a:lnTo>
                  <a:pt x="574550" y="48361"/>
                </a:lnTo>
                <a:lnTo>
                  <a:pt x="574310" y="48481"/>
                </a:lnTo>
                <a:lnTo>
                  <a:pt x="574067" y="48598"/>
                </a:lnTo>
                <a:lnTo>
                  <a:pt x="573820" y="48710"/>
                </a:lnTo>
                <a:lnTo>
                  <a:pt x="573571" y="48820"/>
                </a:lnTo>
                <a:lnTo>
                  <a:pt x="573319" y="48925"/>
                </a:lnTo>
                <a:lnTo>
                  <a:pt x="573064" y="49027"/>
                </a:lnTo>
                <a:lnTo>
                  <a:pt x="572806" y="49125"/>
                </a:lnTo>
                <a:lnTo>
                  <a:pt x="572545" y="49219"/>
                </a:lnTo>
                <a:lnTo>
                  <a:pt x="572281" y="49310"/>
                </a:lnTo>
                <a:lnTo>
                  <a:pt x="572014" y="49397"/>
                </a:lnTo>
                <a:lnTo>
                  <a:pt x="571744" y="49480"/>
                </a:lnTo>
                <a:lnTo>
                  <a:pt x="571471" y="49559"/>
                </a:lnTo>
                <a:lnTo>
                  <a:pt x="571195" y="49635"/>
                </a:lnTo>
                <a:lnTo>
                  <a:pt x="570916" y="49707"/>
                </a:lnTo>
                <a:lnTo>
                  <a:pt x="570634" y="49775"/>
                </a:lnTo>
                <a:lnTo>
                  <a:pt x="570349" y="49839"/>
                </a:lnTo>
                <a:lnTo>
                  <a:pt x="570062" y="49900"/>
                </a:lnTo>
                <a:lnTo>
                  <a:pt x="569771" y="49957"/>
                </a:lnTo>
                <a:lnTo>
                  <a:pt x="569477" y="50010"/>
                </a:lnTo>
                <a:lnTo>
                  <a:pt x="569180" y="50060"/>
                </a:lnTo>
                <a:lnTo>
                  <a:pt x="568881" y="50107"/>
                </a:lnTo>
                <a:lnTo>
                  <a:pt x="568581" y="50151"/>
                </a:lnTo>
                <a:lnTo>
                  <a:pt x="568281" y="50194"/>
                </a:lnTo>
                <a:lnTo>
                  <a:pt x="567979" y="50235"/>
                </a:lnTo>
                <a:lnTo>
                  <a:pt x="567676" y="50274"/>
                </a:lnTo>
                <a:lnTo>
                  <a:pt x="567372" y="50311"/>
                </a:lnTo>
                <a:lnTo>
                  <a:pt x="567067" y="50345"/>
                </a:lnTo>
                <a:lnTo>
                  <a:pt x="566762" y="50378"/>
                </a:lnTo>
                <a:lnTo>
                  <a:pt x="566455" y="50409"/>
                </a:lnTo>
                <a:lnTo>
                  <a:pt x="566147" y="50438"/>
                </a:lnTo>
                <a:lnTo>
                  <a:pt x="565838" y="50465"/>
                </a:lnTo>
                <a:lnTo>
                  <a:pt x="565528" y="50489"/>
                </a:lnTo>
                <a:lnTo>
                  <a:pt x="565217" y="50512"/>
                </a:lnTo>
                <a:lnTo>
                  <a:pt x="564906" y="50533"/>
                </a:lnTo>
                <a:lnTo>
                  <a:pt x="564593" y="50552"/>
                </a:lnTo>
                <a:lnTo>
                  <a:pt x="564279" y="50569"/>
                </a:lnTo>
                <a:lnTo>
                  <a:pt x="563964" y="50584"/>
                </a:lnTo>
                <a:lnTo>
                  <a:pt x="563648" y="50597"/>
                </a:lnTo>
                <a:lnTo>
                  <a:pt x="563331" y="50608"/>
                </a:lnTo>
                <a:lnTo>
                  <a:pt x="563013" y="50617"/>
                </a:lnTo>
                <a:lnTo>
                  <a:pt x="562695" y="50624"/>
                </a:lnTo>
                <a:lnTo>
                  <a:pt x="562375" y="50629"/>
                </a:lnTo>
                <a:lnTo>
                  <a:pt x="562054" y="50632"/>
                </a:lnTo>
                <a:lnTo>
                  <a:pt x="561732" y="50633"/>
                </a:lnTo>
                <a:lnTo>
                  <a:pt x="544259" y="50633"/>
                </a:lnTo>
                <a:lnTo>
                  <a:pt x="544259" y="20001"/>
                </a:lnTo>
                <a:lnTo>
                  <a:pt x="561732" y="20001"/>
                </a:lnTo>
                <a:lnTo>
                  <a:pt x="562054" y="20002"/>
                </a:lnTo>
                <a:lnTo>
                  <a:pt x="562375" y="20005"/>
                </a:lnTo>
                <a:close/>
                <a:moveTo>
                  <a:pt x="444433" y="70938"/>
                </a:moveTo>
                <a:lnTo>
                  <a:pt x="444438" y="70524"/>
                </a:lnTo>
                <a:lnTo>
                  <a:pt x="444446" y="70112"/>
                </a:lnTo>
                <a:lnTo>
                  <a:pt x="444459" y="69702"/>
                </a:lnTo>
                <a:lnTo>
                  <a:pt x="444474" y="69295"/>
                </a:lnTo>
                <a:lnTo>
                  <a:pt x="444494" y="68891"/>
                </a:lnTo>
                <a:lnTo>
                  <a:pt x="444516" y="68489"/>
                </a:lnTo>
                <a:lnTo>
                  <a:pt x="444542" y="68090"/>
                </a:lnTo>
                <a:lnTo>
                  <a:pt x="444572" y="67693"/>
                </a:lnTo>
                <a:lnTo>
                  <a:pt x="444605" y="67298"/>
                </a:lnTo>
                <a:lnTo>
                  <a:pt x="444642" y="66906"/>
                </a:lnTo>
                <a:lnTo>
                  <a:pt x="444682" y="66516"/>
                </a:lnTo>
                <a:lnTo>
                  <a:pt x="444725" y="66129"/>
                </a:lnTo>
                <a:lnTo>
                  <a:pt x="444772" y="65745"/>
                </a:lnTo>
                <a:lnTo>
                  <a:pt x="444823" y="65363"/>
                </a:lnTo>
                <a:lnTo>
                  <a:pt x="444877" y="64983"/>
                </a:lnTo>
                <a:lnTo>
                  <a:pt x="444934" y="64606"/>
                </a:lnTo>
                <a:lnTo>
                  <a:pt x="444995" y="64232"/>
                </a:lnTo>
                <a:lnTo>
                  <a:pt x="445060" y="63859"/>
                </a:lnTo>
                <a:lnTo>
                  <a:pt x="445127" y="63490"/>
                </a:lnTo>
                <a:lnTo>
                  <a:pt x="445199" y="63123"/>
                </a:lnTo>
                <a:lnTo>
                  <a:pt x="445274" y="62758"/>
                </a:lnTo>
                <a:lnTo>
                  <a:pt x="445352" y="62396"/>
                </a:lnTo>
                <a:lnTo>
                  <a:pt x="445434" y="62036"/>
                </a:lnTo>
                <a:lnTo>
                  <a:pt x="445520" y="61680"/>
                </a:lnTo>
                <a:lnTo>
                  <a:pt x="445611" y="61327"/>
                </a:lnTo>
                <a:lnTo>
                  <a:pt x="445706" y="60978"/>
                </a:lnTo>
                <a:lnTo>
                  <a:pt x="445806" y="60632"/>
                </a:lnTo>
                <a:lnTo>
                  <a:pt x="445911" y="60291"/>
                </a:lnTo>
                <a:lnTo>
                  <a:pt x="446020" y="59953"/>
                </a:lnTo>
                <a:lnTo>
                  <a:pt x="446135" y="59619"/>
                </a:lnTo>
                <a:lnTo>
                  <a:pt x="446254" y="59288"/>
                </a:lnTo>
                <a:lnTo>
                  <a:pt x="446377" y="58962"/>
                </a:lnTo>
                <a:lnTo>
                  <a:pt x="446506" y="58639"/>
                </a:lnTo>
                <a:lnTo>
                  <a:pt x="446639" y="58320"/>
                </a:lnTo>
                <a:lnTo>
                  <a:pt x="446777" y="58004"/>
                </a:lnTo>
                <a:lnTo>
                  <a:pt x="446919" y="57692"/>
                </a:lnTo>
                <a:lnTo>
                  <a:pt x="447067" y="57384"/>
                </a:lnTo>
                <a:lnTo>
                  <a:pt x="447219" y="57080"/>
                </a:lnTo>
                <a:lnTo>
                  <a:pt x="447376" y="56780"/>
                </a:lnTo>
                <a:lnTo>
                  <a:pt x="447537" y="56483"/>
                </a:lnTo>
                <a:lnTo>
                  <a:pt x="447703" y="56190"/>
                </a:lnTo>
                <a:lnTo>
                  <a:pt x="447874" y="55900"/>
                </a:lnTo>
                <a:lnTo>
                  <a:pt x="448050" y="55615"/>
                </a:lnTo>
                <a:lnTo>
                  <a:pt x="448230" y="55333"/>
                </a:lnTo>
                <a:lnTo>
                  <a:pt x="448415" y="55055"/>
                </a:lnTo>
                <a:lnTo>
                  <a:pt x="448605" y="54780"/>
                </a:lnTo>
                <a:lnTo>
                  <a:pt x="448800" y="54510"/>
                </a:lnTo>
                <a:lnTo>
                  <a:pt x="448999" y="54243"/>
                </a:lnTo>
                <a:lnTo>
                  <a:pt x="449204" y="53981"/>
                </a:lnTo>
                <a:lnTo>
                  <a:pt x="449414" y="53724"/>
                </a:lnTo>
                <a:lnTo>
                  <a:pt x="449629" y="53472"/>
                </a:lnTo>
                <a:lnTo>
                  <a:pt x="449849" y="53225"/>
                </a:lnTo>
                <a:lnTo>
                  <a:pt x="450075" y="52982"/>
                </a:lnTo>
                <a:lnTo>
                  <a:pt x="450306" y="52744"/>
                </a:lnTo>
                <a:lnTo>
                  <a:pt x="450542" y="52510"/>
                </a:lnTo>
                <a:lnTo>
                  <a:pt x="450783" y="52282"/>
                </a:lnTo>
                <a:lnTo>
                  <a:pt x="451029" y="52058"/>
                </a:lnTo>
                <a:lnTo>
                  <a:pt x="451281" y="51839"/>
                </a:lnTo>
                <a:lnTo>
                  <a:pt x="451538" y="51624"/>
                </a:lnTo>
                <a:lnTo>
                  <a:pt x="451800" y="51415"/>
                </a:lnTo>
                <a:lnTo>
                  <a:pt x="452067" y="51210"/>
                </a:lnTo>
                <a:lnTo>
                  <a:pt x="452340" y="51009"/>
                </a:lnTo>
                <a:lnTo>
                  <a:pt x="452618" y="50814"/>
                </a:lnTo>
                <a:lnTo>
                  <a:pt x="452901" y="50623"/>
                </a:lnTo>
                <a:lnTo>
                  <a:pt x="453189" y="50437"/>
                </a:lnTo>
                <a:lnTo>
                  <a:pt x="453482" y="50256"/>
                </a:lnTo>
                <a:lnTo>
                  <a:pt x="453781" y="50079"/>
                </a:lnTo>
                <a:lnTo>
                  <a:pt x="454085" y="49907"/>
                </a:lnTo>
                <a:lnTo>
                  <a:pt x="454394" y="49740"/>
                </a:lnTo>
                <a:lnTo>
                  <a:pt x="454709" y="49577"/>
                </a:lnTo>
                <a:lnTo>
                  <a:pt x="455028" y="49420"/>
                </a:lnTo>
                <a:lnTo>
                  <a:pt x="455353" y="49268"/>
                </a:lnTo>
                <a:lnTo>
                  <a:pt x="455685" y="49122"/>
                </a:lnTo>
                <a:lnTo>
                  <a:pt x="456022" y="48983"/>
                </a:lnTo>
                <a:lnTo>
                  <a:pt x="456365" y="48850"/>
                </a:lnTo>
                <a:lnTo>
                  <a:pt x="456714" y="48724"/>
                </a:lnTo>
                <a:lnTo>
                  <a:pt x="457070" y="48604"/>
                </a:lnTo>
                <a:lnTo>
                  <a:pt x="457431" y="48491"/>
                </a:lnTo>
                <a:lnTo>
                  <a:pt x="457798" y="48384"/>
                </a:lnTo>
                <a:lnTo>
                  <a:pt x="458171" y="48284"/>
                </a:lnTo>
                <a:lnTo>
                  <a:pt x="458550" y="48190"/>
                </a:lnTo>
                <a:lnTo>
                  <a:pt x="458935" y="48102"/>
                </a:lnTo>
                <a:lnTo>
                  <a:pt x="459326" y="48022"/>
                </a:lnTo>
                <a:lnTo>
                  <a:pt x="459723" y="47947"/>
                </a:lnTo>
                <a:lnTo>
                  <a:pt x="460126" y="47879"/>
                </a:lnTo>
                <a:lnTo>
                  <a:pt x="460534" y="47818"/>
                </a:lnTo>
                <a:lnTo>
                  <a:pt x="460949" y="47763"/>
                </a:lnTo>
                <a:lnTo>
                  <a:pt x="461370" y="47714"/>
                </a:lnTo>
                <a:lnTo>
                  <a:pt x="461797" y="47672"/>
                </a:lnTo>
                <a:lnTo>
                  <a:pt x="462229" y="47636"/>
                </a:lnTo>
                <a:lnTo>
                  <a:pt x="462668" y="47607"/>
                </a:lnTo>
                <a:lnTo>
                  <a:pt x="463113" y="47585"/>
                </a:lnTo>
                <a:lnTo>
                  <a:pt x="463563" y="47568"/>
                </a:lnTo>
                <a:lnTo>
                  <a:pt x="464020" y="47559"/>
                </a:lnTo>
                <a:lnTo>
                  <a:pt x="464482" y="47555"/>
                </a:lnTo>
                <a:lnTo>
                  <a:pt x="464638" y="47556"/>
                </a:lnTo>
                <a:lnTo>
                  <a:pt x="464794" y="47557"/>
                </a:lnTo>
                <a:lnTo>
                  <a:pt x="464950" y="47559"/>
                </a:lnTo>
                <a:lnTo>
                  <a:pt x="465107" y="47561"/>
                </a:lnTo>
                <a:lnTo>
                  <a:pt x="465264" y="47565"/>
                </a:lnTo>
                <a:lnTo>
                  <a:pt x="465422" y="47569"/>
                </a:lnTo>
                <a:lnTo>
                  <a:pt x="465581" y="47574"/>
                </a:lnTo>
                <a:lnTo>
                  <a:pt x="465739" y="47580"/>
                </a:lnTo>
                <a:lnTo>
                  <a:pt x="465899" y="47586"/>
                </a:lnTo>
                <a:lnTo>
                  <a:pt x="466059" y="47593"/>
                </a:lnTo>
                <a:lnTo>
                  <a:pt x="466219" y="47601"/>
                </a:lnTo>
                <a:lnTo>
                  <a:pt x="466380" y="47610"/>
                </a:lnTo>
                <a:lnTo>
                  <a:pt x="466541" y="47619"/>
                </a:lnTo>
                <a:lnTo>
                  <a:pt x="466703" y="47629"/>
                </a:lnTo>
                <a:lnTo>
                  <a:pt x="466865" y="47640"/>
                </a:lnTo>
                <a:lnTo>
                  <a:pt x="467028" y="47652"/>
                </a:lnTo>
                <a:lnTo>
                  <a:pt x="467191" y="47664"/>
                </a:lnTo>
                <a:lnTo>
                  <a:pt x="467355" y="47677"/>
                </a:lnTo>
                <a:lnTo>
                  <a:pt x="467520" y="47691"/>
                </a:lnTo>
                <a:lnTo>
                  <a:pt x="467684" y="47706"/>
                </a:lnTo>
                <a:lnTo>
                  <a:pt x="467850" y="47721"/>
                </a:lnTo>
                <a:lnTo>
                  <a:pt x="468015" y="47737"/>
                </a:lnTo>
                <a:lnTo>
                  <a:pt x="468182" y="47754"/>
                </a:lnTo>
                <a:lnTo>
                  <a:pt x="468348" y="47772"/>
                </a:lnTo>
                <a:lnTo>
                  <a:pt x="468515" y="47790"/>
                </a:lnTo>
                <a:lnTo>
                  <a:pt x="468679" y="47808"/>
                </a:lnTo>
                <a:lnTo>
                  <a:pt x="468841" y="47827"/>
                </a:lnTo>
                <a:lnTo>
                  <a:pt x="469001" y="47845"/>
                </a:lnTo>
                <a:lnTo>
                  <a:pt x="469159" y="47864"/>
                </a:lnTo>
                <a:lnTo>
                  <a:pt x="469316" y="47883"/>
                </a:lnTo>
                <a:lnTo>
                  <a:pt x="469470" y="47903"/>
                </a:lnTo>
                <a:lnTo>
                  <a:pt x="469622" y="47923"/>
                </a:lnTo>
                <a:lnTo>
                  <a:pt x="469772" y="47943"/>
                </a:lnTo>
                <a:lnTo>
                  <a:pt x="469920" y="47963"/>
                </a:lnTo>
                <a:lnTo>
                  <a:pt x="470067" y="47983"/>
                </a:lnTo>
                <a:lnTo>
                  <a:pt x="470211" y="48004"/>
                </a:lnTo>
                <a:lnTo>
                  <a:pt x="470353" y="48025"/>
                </a:lnTo>
                <a:lnTo>
                  <a:pt x="470493" y="48046"/>
                </a:lnTo>
                <a:lnTo>
                  <a:pt x="470632" y="48068"/>
                </a:lnTo>
                <a:lnTo>
                  <a:pt x="470768" y="48089"/>
                </a:lnTo>
                <a:lnTo>
                  <a:pt x="470902" y="48111"/>
                </a:lnTo>
                <a:lnTo>
                  <a:pt x="471034" y="48134"/>
                </a:lnTo>
                <a:lnTo>
                  <a:pt x="471165" y="48156"/>
                </a:lnTo>
                <a:lnTo>
                  <a:pt x="471293" y="48179"/>
                </a:lnTo>
                <a:lnTo>
                  <a:pt x="471419" y="48202"/>
                </a:lnTo>
                <a:lnTo>
                  <a:pt x="471544" y="48225"/>
                </a:lnTo>
                <a:lnTo>
                  <a:pt x="471666" y="48249"/>
                </a:lnTo>
                <a:lnTo>
                  <a:pt x="471786" y="48272"/>
                </a:lnTo>
                <a:lnTo>
                  <a:pt x="471786" y="29388"/>
                </a:lnTo>
                <a:lnTo>
                  <a:pt x="471584" y="29329"/>
                </a:lnTo>
                <a:lnTo>
                  <a:pt x="471383" y="29274"/>
                </a:lnTo>
                <a:lnTo>
                  <a:pt x="471184" y="29220"/>
                </a:lnTo>
                <a:lnTo>
                  <a:pt x="470987" y="29169"/>
                </a:lnTo>
                <a:lnTo>
                  <a:pt x="470790" y="29121"/>
                </a:lnTo>
                <a:lnTo>
                  <a:pt x="470596" y="29075"/>
                </a:lnTo>
                <a:lnTo>
                  <a:pt x="470403" y="29032"/>
                </a:lnTo>
                <a:lnTo>
                  <a:pt x="470211" y="28991"/>
                </a:lnTo>
                <a:lnTo>
                  <a:pt x="470021" y="28952"/>
                </a:lnTo>
                <a:lnTo>
                  <a:pt x="469832" y="28916"/>
                </a:lnTo>
                <a:lnTo>
                  <a:pt x="469645" y="28883"/>
                </a:lnTo>
                <a:lnTo>
                  <a:pt x="469459" y="28852"/>
                </a:lnTo>
                <a:lnTo>
                  <a:pt x="469275" y="28823"/>
                </a:lnTo>
                <a:lnTo>
                  <a:pt x="469092" y="28797"/>
                </a:lnTo>
                <a:lnTo>
                  <a:pt x="468911" y="28774"/>
                </a:lnTo>
                <a:lnTo>
                  <a:pt x="468731" y="28753"/>
                </a:lnTo>
                <a:lnTo>
                  <a:pt x="468553" y="28734"/>
                </a:lnTo>
                <a:lnTo>
                  <a:pt x="468376" y="28718"/>
                </a:lnTo>
                <a:lnTo>
                  <a:pt x="468201" y="28704"/>
                </a:lnTo>
                <a:lnTo>
                  <a:pt x="468027" y="28693"/>
                </a:lnTo>
                <a:lnTo>
                  <a:pt x="467855" y="28684"/>
                </a:lnTo>
                <a:lnTo>
                  <a:pt x="467684" y="28678"/>
                </a:lnTo>
                <a:lnTo>
                  <a:pt x="467515" y="28674"/>
                </a:lnTo>
                <a:lnTo>
                  <a:pt x="467347" y="28673"/>
                </a:lnTo>
                <a:lnTo>
                  <a:pt x="467026" y="28675"/>
                </a:lnTo>
                <a:lnTo>
                  <a:pt x="466705" y="28681"/>
                </a:lnTo>
                <a:lnTo>
                  <a:pt x="466385" y="28691"/>
                </a:lnTo>
                <a:lnTo>
                  <a:pt x="466066" y="28705"/>
                </a:lnTo>
                <a:lnTo>
                  <a:pt x="465748" y="28723"/>
                </a:lnTo>
                <a:lnTo>
                  <a:pt x="465431" y="28745"/>
                </a:lnTo>
                <a:lnTo>
                  <a:pt x="465116" y="28771"/>
                </a:lnTo>
                <a:lnTo>
                  <a:pt x="464801" y="28800"/>
                </a:lnTo>
                <a:lnTo>
                  <a:pt x="464487" y="28834"/>
                </a:lnTo>
                <a:lnTo>
                  <a:pt x="464174" y="28872"/>
                </a:lnTo>
                <a:lnTo>
                  <a:pt x="463862" y="28914"/>
                </a:lnTo>
                <a:lnTo>
                  <a:pt x="463551" y="28959"/>
                </a:lnTo>
                <a:lnTo>
                  <a:pt x="463242" y="29009"/>
                </a:lnTo>
                <a:lnTo>
                  <a:pt x="462933" y="29063"/>
                </a:lnTo>
                <a:lnTo>
                  <a:pt x="462625" y="29120"/>
                </a:lnTo>
                <a:lnTo>
                  <a:pt x="462318" y="29182"/>
                </a:lnTo>
                <a:lnTo>
                  <a:pt x="462012" y="29248"/>
                </a:lnTo>
                <a:lnTo>
                  <a:pt x="461707" y="29317"/>
                </a:lnTo>
                <a:lnTo>
                  <a:pt x="461404" y="29391"/>
                </a:lnTo>
                <a:lnTo>
                  <a:pt x="461101" y="29468"/>
                </a:lnTo>
                <a:lnTo>
                  <a:pt x="460799" y="29550"/>
                </a:lnTo>
                <a:lnTo>
                  <a:pt x="460498" y="29635"/>
                </a:lnTo>
                <a:lnTo>
                  <a:pt x="460198" y="29725"/>
                </a:lnTo>
                <a:lnTo>
                  <a:pt x="459899" y="29818"/>
                </a:lnTo>
                <a:lnTo>
                  <a:pt x="459602" y="29915"/>
                </a:lnTo>
                <a:lnTo>
                  <a:pt x="459306" y="30015"/>
                </a:lnTo>
                <a:lnTo>
                  <a:pt x="459011" y="30119"/>
                </a:lnTo>
                <a:lnTo>
                  <a:pt x="458718" y="30225"/>
                </a:lnTo>
                <a:lnTo>
                  <a:pt x="458426" y="30335"/>
                </a:lnTo>
                <a:lnTo>
                  <a:pt x="458136" y="30448"/>
                </a:lnTo>
                <a:lnTo>
                  <a:pt x="457848" y="30564"/>
                </a:lnTo>
                <a:lnTo>
                  <a:pt x="457561" y="30684"/>
                </a:lnTo>
                <a:lnTo>
                  <a:pt x="457275" y="30806"/>
                </a:lnTo>
                <a:lnTo>
                  <a:pt x="456991" y="30932"/>
                </a:lnTo>
                <a:lnTo>
                  <a:pt x="456708" y="31062"/>
                </a:lnTo>
                <a:lnTo>
                  <a:pt x="456427" y="31194"/>
                </a:lnTo>
                <a:lnTo>
                  <a:pt x="456147" y="31330"/>
                </a:lnTo>
                <a:lnTo>
                  <a:pt x="455869" y="31469"/>
                </a:lnTo>
                <a:lnTo>
                  <a:pt x="455592" y="31611"/>
                </a:lnTo>
                <a:lnTo>
                  <a:pt x="455317" y="31756"/>
                </a:lnTo>
                <a:lnTo>
                  <a:pt x="455043" y="31905"/>
                </a:lnTo>
                <a:lnTo>
                  <a:pt x="454771" y="32057"/>
                </a:lnTo>
                <a:lnTo>
                  <a:pt x="454500" y="32212"/>
                </a:lnTo>
                <a:lnTo>
                  <a:pt x="454231" y="32370"/>
                </a:lnTo>
                <a:lnTo>
                  <a:pt x="453963" y="32531"/>
                </a:lnTo>
                <a:lnTo>
                  <a:pt x="453696" y="32696"/>
                </a:lnTo>
                <a:lnTo>
                  <a:pt x="453432" y="32864"/>
                </a:lnTo>
                <a:lnTo>
                  <a:pt x="453168" y="33035"/>
                </a:lnTo>
                <a:lnTo>
                  <a:pt x="452907" y="33210"/>
                </a:lnTo>
                <a:lnTo>
                  <a:pt x="452648" y="33387"/>
                </a:lnTo>
                <a:lnTo>
                  <a:pt x="452392" y="33567"/>
                </a:lnTo>
                <a:lnTo>
                  <a:pt x="452138" y="33751"/>
                </a:lnTo>
                <a:lnTo>
                  <a:pt x="451886" y="33937"/>
                </a:lnTo>
                <a:lnTo>
                  <a:pt x="451637" y="34126"/>
                </a:lnTo>
                <a:lnTo>
                  <a:pt x="451391" y="34318"/>
                </a:lnTo>
                <a:lnTo>
                  <a:pt x="451147" y="34513"/>
                </a:lnTo>
                <a:lnTo>
                  <a:pt x="450905" y="34712"/>
                </a:lnTo>
                <a:lnTo>
                  <a:pt x="450667" y="34913"/>
                </a:lnTo>
                <a:lnTo>
                  <a:pt x="450430" y="35117"/>
                </a:lnTo>
                <a:lnTo>
                  <a:pt x="450196" y="35324"/>
                </a:lnTo>
                <a:lnTo>
                  <a:pt x="449965" y="35534"/>
                </a:lnTo>
                <a:lnTo>
                  <a:pt x="449736" y="35747"/>
                </a:lnTo>
                <a:lnTo>
                  <a:pt x="449509" y="35963"/>
                </a:lnTo>
                <a:lnTo>
                  <a:pt x="449285" y="36182"/>
                </a:lnTo>
                <a:lnTo>
                  <a:pt x="449063" y="36404"/>
                </a:lnTo>
                <a:lnTo>
                  <a:pt x="448844" y="36629"/>
                </a:lnTo>
                <a:lnTo>
                  <a:pt x="448628" y="36857"/>
                </a:lnTo>
                <a:lnTo>
                  <a:pt x="448414" y="37088"/>
                </a:lnTo>
                <a:lnTo>
                  <a:pt x="448202" y="37322"/>
                </a:lnTo>
                <a:lnTo>
                  <a:pt x="447993" y="37559"/>
                </a:lnTo>
                <a:lnTo>
                  <a:pt x="447786" y="37799"/>
                </a:lnTo>
                <a:lnTo>
                  <a:pt x="447582" y="38042"/>
                </a:lnTo>
                <a:lnTo>
                  <a:pt x="447381" y="38287"/>
                </a:lnTo>
                <a:lnTo>
                  <a:pt x="447183" y="38534"/>
                </a:lnTo>
                <a:lnTo>
                  <a:pt x="446989" y="38783"/>
                </a:lnTo>
                <a:lnTo>
                  <a:pt x="446799" y="39034"/>
                </a:lnTo>
                <a:lnTo>
                  <a:pt x="446611" y="39286"/>
                </a:lnTo>
                <a:lnTo>
                  <a:pt x="446427" y="39540"/>
                </a:lnTo>
                <a:lnTo>
                  <a:pt x="446247" y="39796"/>
                </a:lnTo>
                <a:lnTo>
                  <a:pt x="446070" y="40053"/>
                </a:lnTo>
                <a:lnTo>
                  <a:pt x="445897" y="40312"/>
                </a:lnTo>
                <a:lnTo>
                  <a:pt x="445727" y="40573"/>
                </a:lnTo>
                <a:lnTo>
                  <a:pt x="445561" y="40836"/>
                </a:lnTo>
                <a:lnTo>
                  <a:pt x="445398" y="41100"/>
                </a:lnTo>
                <a:lnTo>
                  <a:pt x="445238" y="41366"/>
                </a:lnTo>
                <a:lnTo>
                  <a:pt x="445082" y="41634"/>
                </a:lnTo>
                <a:lnTo>
                  <a:pt x="444930" y="41904"/>
                </a:lnTo>
                <a:lnTo>
                  <a:pt x="444781" y="42175"/>
                </a:lnTo>
                <a:lnTo>
                  <a:pt x="444635" y="42448"/>
                </a:lnTo>
                <a:lnTo>
                  <a:pt x="444493" y="42723"/>
                </a:lnTo>
                <a:lnTo>
                  <a:pt x="444355" y="43000"/>
                </a:lnTo>
                <a:lnTo>
                  <a:pt x="444220" y="43278"/>
                </a:lnTo>
                <a:lnTo>
                  <a:pt x="444088" y="43558"/>
                </a:lnTo>
                <a:lnTo>
                  <a:pt x="443960" y="43840"/>
                </a:lnTo>
                <a:lnTo>
                  <a:pt x="443835" y="44123"/>
                </a:lnTo>
                <a:lnTo>
                  <a:pt x="443714" y="44408"/>
                </a:lnTo>
                <a:lnTo>
                  <a:pt x="443428" y="44408"/>
                </a:lnTo>
                <a:lnTo>
                  <a:pt x="443428" y="30660"/>
                </a:lnTo>
                <a:lnTo>
                  <a:pt x="424093" y="30660"/>
                </a:lnTo>
                <a:lnTo>
                  <a:pt x="424093" y="104762"/>
                </a:lnTo>
                <a:lnTo>
                  <a:pt x="444431" y="104762"/>
                </a:lnTo>
                <a:lnTo>
                  <a:pt x="444431" y="71355"/>
                </a:lnTo>
                <a:lnTo>
                  <a:pt x="444433" y="70938"/>
                </a:lnTo>
                <a:close/>
                <a:moveTo>
                  <a:pt x="635496" y="70938"/>
                </a:moveTo>
                <a:lnTo>
                  <a:pt x="635502" y="70524"/>
                </a:lnTo>
                <a:lnTo>
                  <a:pt x="635510" y="70112"/>
                </a:lnTo>
                <a:lnTo>
                  <a:pt x="635523" y="69702"/>
                </a:lnTo>
                <a:lnTo>
                  <a:pt x="635538" y="69295"/>
                </a:lnTo>
                <a:lnTo>
                  <a:pt x="635557" y="68891"/>
                </a:lnTo>
                <a:lnTo>
                  <a:pt x="635580" y="68489"/>
                </a:lnTo>
                <a:lnTo>
                  <a:pt x="635606" y="68090"/>
                </a:lnTo>
                <a:lnTo>
                  <a:pt x="635636" y="67693"/>
                </a:lnTo>
                <a:lnTo>
                  <a:pt x="635669" y="67298"/>
                </a:lnTo>
                <a:lnTo>
                  <a:pt x="635705" y="66906"/>
                </a:lnTo>
                <a:lnTo>
                  <a:pt x="635745" y="66516"/>
                </a:lnTo>
                <a:lnTo>
                  <a:pt x="635789" y="66129"/>
                </a:lnTo>
                <a:lnTo>
                  <a:pt x="635836" y="65745"/>
                </a:lnTo>
                <a:lnTo>
                  <a:pt x="635887" y="65363"/>
                </a:lnTo>
                <a:lnTo>
                  <a:pt x="635941" y="64983"/>
                </a:lnTo>
                <a:lnTo>
                  <a:pt x="635998" y="64606"/>
                </a:lnTo>
                <a:lnTo>
                  <a:pt x="636059" y="64232"/>
                </a:lnTo>
                <a:lnTo>
                  <a:pt x="636123" y="63859"/>
                </a:lnTo>
                <a:lnTo>
                  <a:pt x="636191" y="63490"/>
                </a:lnTo>
                <a:lnTo>
                  <a:pt x="636263" y="63123"/>
                </a:lnTo>
                <a:lnTo>
                  <a:pt x="636338" y="62758"/>
                </a:lnTo>
                <a:lnTo>
                  <a:pt x="636416" y="62396"/>
                </a:lnTo>
                <a:lnTo>
                  <a:pt x="636498" y="62036"/>
                </a:lnTo>
                <a:lnTo>
                  <a:pt x="636584" y="61680"/>
                </a:lnTo>
                <a:lnTo>
                  <a:pt x="636674" y="61327"/>
                </a:lnTo>
                <a:lnTo>
                  <a:pt x="636770" y="60978"/>
                </a:lnTo>
                <a:lnTo>
                  <a:pt x="636870" y="60632"/>
                </a:lnTo>
                <a:lnTo>
                  <a:pt x="636975" y="60291"/>
                </a:lnTo>
                <a:lnTo>
                  <a:pt x="637084" y="59953"/>
                </a:lnTo>
                <a:lnTo>
                  <a:pt x="637199" y="59619"/>
                </a:lnTo>
                <a:lnTo>
                  <a:pt x="637318" y="59288"/>
                </a:lnTo>
                <a:lnTo>
                  <a:pt x="637441" y="58962"/>
                </a:lnTo>
                <a:lnTo>
                  <a:pt x="637570" y="58639"/>
                </a:lnTo>
                <a:lnTo>
                  <a:pt x="637703" y="58320"/>
                </a:lnTo>
                <a:lnTo>
                  <a:pt x="637841" y="58004"/>
                </a:lnTo>
                <a:lnTo>
                  <a:pt x="637983" y="57692"/>
                </a:lnTo>
                <a:lnTo>
                  <a:pt x="638131" y="57384"/>
                </a:lnTo>
                <a:lnTo>
                  <a:pt x="638283" y="57080"/>
                </a:lnTo>
                <a:lnTo>
                  <a:pt x="638439" y="56780"/>
                </a:lnTo>
                <a:lnTo>
                  <a:pt x="638601" y="56483"/>
                </a:lnTo>
                <a:lnTo>
                  <a:pt x="638767" y="56190"/>
                </a:lnTo>
                <a:lnTo>
                  <a:pt x="638938" y="55900"/>
                </a:lnTo>
                <a:lnTo>
                  <a:pt x="639114" y="55615"/>
                </a:lnTo>
                <a:lnTo>
                  <a:pt x="639294" y="55333"/>
                </a:lnTo>
                <a:lnTo>
                  <a:pt x="639479" y="55055"/>
                </a:lnTo>
                <a:lnTo>
                  <a:pt x="639669" y="54780"/>
                </a:lnTo>
                <a:lnTo>
                  <a:pt x="639863" y="54510"/>
                </a:lnTo>
                <a:lnTo>
                  <a:pt x="640063" y="54243"/>
                </a:lnTo>
                <a:lnTo>
                  <a:pt x="640268" y="53981"/>
                </a:lnTo>
                <a:lnTo>
                  <a:pt x="640478" y="53724"/>
                </a:lnTo>
                <a:lnTo>
                  <a:pt x="640693" y="53472"/>
                </a:lnTo>
                <a:lnTo>
                  <a:pt x="640913" y="53225"/>
                </a:lnTo>
                <a:lnTo>
                  <a:pt x="641139" y="52982"/>
                </a:lnTo>
                <a:lnTo>
                  <a:pt x="641369" y="52744"/>
                </a:lnTo>
                <a:lnTo>
                  <a:pt x="641605" y="52510"/>
                </a:lnTo>
                <a:lnTo>
                  <a:pt x="641847" y="52282"/>
                </a:lnTo>
                <a:lnTo>
                  <a:pt x="642093" y="52058"/>
                </a:lnTo>
                <a:lnTo>
                  <a:pt x="642345" y="51839"/>
                </a:lnTo>
                <a:lnTo>
                  <a:pt x="642602" y="51624"/>
                </a:lnTo>
                <a:lnTo>
                  <a:pt x="642864" y="51415"/>
                </a:lnTo>
                <a:lnTo>
                  <a:pt x="643131" y="51210"/>
                </a:lnTo>
                <a:lnTo>
                  <a:pt x="643404" y="51009"/>
                </a:lnTo>
                <a:lnTo>
                  <a:pt x="643682" y="50814"/>
                </a:lnTo>
                <a:lnTo>
                  <a:pt x="643965" y="50623"/>
                </a:lnTo>
                <a:lnTo>
                  <a:pt x="644253" y="50437"/>
                </a:lnTo>
                <a:lnTo>
                  <a:pt x="644546" y="50256"/>
                </a:lnTo>
                <a:lnTo>
                  <a:pt x="644845" y="50079"/>
                </a:lnTo>
                <a:lnTo>
                  <a:pt x="645149" y="49907"/>
                </a:lnTo>
                <a:lnTo>
                  <a:pt x="645458" y="49740"/>
                </a:lnTo>
                <a:lnTo>
                  <a:pt x="645772" y="49577"/>
                </a:lnTo>
                <a:lnTo>
                  <a:pt x="646092" y="49420"/>
                </a:lnTo>
                <a:lnTo>
                  <a:pt x="646417" y="49268"/>
                </a:lnTo>
                <a:lnTo>
                  <a:pt x="646749" y="49122"/>
                </a:lnTo>
                <a:lnTo>
                  <a:pt x="647086" y="48983"/>
                </a:lnTo>
                <a:lnTo>
                  <a:pt x="647429" y="48850"/>
                </a:lnTo>
                <a:lnTo>
                  <a:pt x="647778" y="48724"/>
                </a:lnTo>
                <a:lnTo>
                  <a:pt x="648133" y="48604"/>
                </a:lnTo>
                <a:lnTo>
                  <a:pt x="648495" y="48491"/>
                </a:lnTo>
                <a:lnTo>
                  <a:pt x="648862" y="48384"/>
                </a:lnTo>
                <a:lnTo>
                  <a:pt x="649235" y="48284"/>
                </a:lnTo>
                <a:lnTo>
                  <a:pt x="649614" y="48190"/>
                </a:lnTo>
                <a:lnTo>
                  <a:pt x="649999" y="48102"/>
                </a:lnTo>
                <a:lnTo>
                  <a:pt x="650390" y="48022"/>
                </a:lnTo>
                <a:lnTo>
                  <a:pt x="650787" y="47947"/>
                </a:lnTo>
                <a:lnTo>
                  <a:pt x="651189" y="47879"/>
                </a:lnTo>
                <a:lnTo>
                  <a:pt x="651598" y="47818"/>
                </a:lnTo>
                <a:lnTo>
                  <a:pt x="652013" y="47763"/>
                </a:lnTo>
                <a:lnTo>
                  <a:pt x="652434" y="47714"/>
                </a:lnTo>
                <a:lnTo>
                  <a:pt x="652861" y="47672"/>
                </a:lnTo>
                <a:lnTo>
                  <a:pt x="653293" y="47636"/>
                </a:lnTo>
                <a:lnTo>
                  <a:pt x="653732" y="47607"/>
                </a:lnTo>
                <a:lnTo>
                  <a:pt x="654177" y="47585"/>
                </a:lnTo>
                <a:lnTo>
                  <a:pt x="654627" y="47568"/>
                </a:lnTo>
                <a:lnTo>
                  <a:pt x="655084" y="47559"/>
                </a:lnTo>
                <a:lnTo>
                  <a:pt x="655546" y="47555"/>
                </a:lnTo>
                <a:lnTo>
                  <a:pt x="655702" y="47556"/>
                </a:lnTo>
                <a:lnTo>
                  <a:pt x="655858" y="47557"/>
                </a:lnTo>
                <a:lnTo>
                  <a:pt x="656014" y="47559"/>
                </a:lnTo>
                <a:lnTo>
                  <a:pt x="656171" y="47561"/>
                </a:lnTo>
                <a:lnTo>
                  <a:pt x="656328" y="47565"/>
                </a:lnTo>
                <a:lnTo>
                  <a:pt x="656486" y="47569"/>
                </a:lnTo>
                <a:lnTo>
                  <a:pt x="656644" y="47574"/>
                </a:lnTo>
                <a:lnTo>
                  <a:pt x="656803" y="47580"/>
                </a:lnTo>
                <a:lnTo>
                  <a:pt x="656963" y="47586"/>
                </a:lnTo>
                <a:lnTo>
                  <a:pt x="657123" y="47593"/>
                </a:lnTo>
                <a:lnTo>
                  <a:pt x="657283" y="47601"/>
                </a:lnTo>
                <a:lnTo>
                  <a:pt x="657444" y="47610"/>
                </a:lnTo>
                <a:lnTo>
                  <a:pt x="657605" y="47619"/>
                </a:lnTo>
                <a:lnTo>
                  <a:pt x="657767" y="47629"/>
                </a:lnTo>
                <a:lnTo>
                  <a:pt x="657929" y="47640"/>
                </a:lnTo>
                <a:lnTo>
                  <a:pt x="658092" y="47652"/>
                </a:lnTo>
                <a:lnTo>
                  <a:pt x="658255" y="47664"/>
                </a:lnTo>
                <a:lnTo>
                  <a:pt x="658419" y="47677"/>
                </a:lnTo>
                <a:lnTo>
                  <a:pt x="658583" y="47691"/>
                </a:lnTo>
                <a:lnTo>
                  <a:pt x="658748" y="47706"/>
                </a:lnTo>
                <a:lnTo>
                  <a:pt x="658913" y="47721"/>
                </a:lnTo>
                <a:lnTo>
                  <a:pt x="659079" y="47737"/>
                </a:lnTo>
                <a:lnTo>
                  <a:pt x="659246" y="47754"/>
                </a:lnTo>
                <a:lnTo>
                  <a:pt x="659412" y="47772"/>
                </a:lnTo>
                <a:lnTo>
                  <a:pt x="659578" y="47790"/>
                </a:lnTo>
                <a:lnTo>
                  <a:pt x="659743" y="47808"/>
                </a:lnTo>
                <a:lnTo>
                  <a:pt x="659905" y="47827"/>
                </a:lnTo>
                <a:lnTo>
                  <a:pt x="660065" y="47845"/>
                </a:lnTo>
                <a:lnTo>
                  <a:pt x="660223" y="47864"/>
                </a:lnTo>
                <a:lnTo>
                  <a:pt x="660379" y="47883"/>
                </a:lnTo>
                <a:lnTo>
                  <a:pt x="660534" y="47903"/>
                </a:lnTo>
                <a:lnTo>
                  <a:pt x="660686" y="47923"/>
                </a:lnTo>
                <a:lnTo>
                  <a:pt x="660836" y="47943"/>
                </a:lnTo>
                <a:lnTo>
                  <a:pt x="660984" y="47963"/>
                </a:lnTo>
                <a:lnTo>
                  <a:pt x="661131" y="47983"/>
                </a:lnTo>
                <a:lnTo>
                  <a:pt x="661275" y="48004"/>
                </a:lnTo>
                <a:lnTo>
                  <a:pt x="661417" y="48025"/>
                </a:lnTo>
                <a:lnTo>
                  <a:pt x="661557" y="48046"/>
                </a:lnTo>
                <a:lnTo>
                  <a:pt x="661696" y="48068"/>
                </a:lnTo>
                <a:lnTo>
                  <a:pt x="661832" y="48089"/>
                </a:lnTo>
                <a:lnTo>
                  <a:pt x="661966" y="48111"/>
                </a:lnTo>
                <a:lnTo>
                  <a:pt x="662098" y="48134"/>
                </a:lnTo>
                <a:lnTo>
                  <a:pt x="662229" y="48156"/>
                </a:lnTo>
                <a:lnTo>
                  <a:pt x="662357" y="48179"/>
                </a:lnTo>
                <a:lnTo>
                  <a:pt x="662483" y="48202"/>
                </a:lnTo>
                <a:lnTo>
                  <a:pt x="662607" y="48225"/>
                </a:lnTo>
                <a:lnTo>
                  <a:pt x="662730" y="48249"/>
                </a:lnTo>
                <a:lnTo>
                  <a:pt x="662850" y="48272"/>
                </a:lnTo>
                <a:lnTo>
                  <a:pt x="662850" y="29388"/>
                </a:lnTo>
                <a:lnTo>
                  <a:pt x="662648" y="29329"/>
                </a:lnTo>
                <a:lnTo>
                  <a:pt x="662447" y="29274"/>
                </a:lnTo>
                <a:lnTo>
                  <a:pt x="662248" y="29220"/>
                </a:lnTo>
                <a:lnTo>
                  <a:pt x="662050" y="29169"/>
                </a:lnTo>
                <a:lnTo>
                  <a:pt x="661854" y="29121"/>
                </a:lnTo>
                <a:lnTo>
                  <a:pt x="661660" y="29075"/>
                </a:lnTo>
                <a:lnTo>
                  <a:pt x="661466" y="29032"/>
                </a:lnTo>
                <a:lnTo>
                  <a:pt x="661275" y="28991"/>
                </a:lnTo>
                <a:lnTo>
                  <a:pt x="661085" y="28952"/>
                </a:lnTo>
                <a:lnTo>
                  <a:pt x="660896" y="28916"/>
                </a:lnTo>
                <a:lnTo>
                  <a:pt x="660709" y="28883"/>
                </a:lnTo>
                <a:lnTo>
                  <a:pt x="660523" y="28852"/>
                </a:lnTo>
                <a:lnTo>
                  <a:pt x="660339" y="28823"/>
                </a:lnTo>
                <a:lnTo>
                  <a:pt x="660156" y="28797"/>
                </a:lnTo>
                <a:lnTo>
                  <a:pt x="659975" y="28774"/>
                </a:lnTo>
                <a:lnTo>
                  <a:pt x="659795" y="28753"/>
                </a:lnTo>
                <a:lnTo>
                  <a:pt x="659617" y="28734"/>
                </a:lnTo>
                <a:lnTo>
                  <a:pt x="659440" y="28718"/>
                </a:lnTo>
                <a:lnTo>
                  <a:pt x="659265" y="28704"/>
                </a:lnTo>
                <a:lnTo>
                  <a:pt x="659091" y="28693"/>
                </a:lnTo>
                <a:lnTo>
                  <a:pt x="658919" y="28684"/>
                </a:lnTo>
                <a:lnTo>
                  <a:pt x="658748" y="28678"/>
                </a:lnTo>
                <a:lnTo>
                  <a:pt x="658579" y="28674"/>
                </a:lnTo>
                <a:lnTo>
                  <a:pt x="658411" y="28673"/>
                </a:lnTo>
                <a:lnTo>
                  <a:pt x="658090" y="28675"/>
                </a:lnTo>
                <a:lnTo>
                  <a:pt x="657769" y="28681"/>
                </a:lnTo>
                <a:lnTo>
                  <a:pt x="657449" y="28691"/>
                </a:lnTo>
                <a:lnTo>
                  <a:pt x="657130" y="28705"/>
                </a:lnTo>
                <a:lnTo>
                  <a:pt x="656812" y="28723"/>
                </a:lnTo>
                <a:lnTo>
                  <a:pt x="656495" y="28745"/>
                </a:lnTo>
                <a:lnTo>
                  <a:pt x="656179" y="28771"/>
                </a:lnTo>
                <a:lnTo>
                  <a:pt x="655865" y="28800"/>
                </a:lnTo>
                <a:lnTo>
                  <a:pt x="655551" y="28834"/>
                </a:lnTo>
                <a:lnTo>
                  <a:pt x="655238" y="28872"/>
                </a:lnTo>
                <a:lnTo>
                  <a:pt x="654926" y="28914"/>
                </a:lnTo>
                <a:lnTo>
                  <a:pt x="654615" y="28959"/>
                </a:lnTo>
                <a:lnTo>
                  <a:pt x="654305" y="29009"/>
                </a:lnTo>
                <a:lnTo>
                  <a:pt x="653997" y="29063"/>
                </a:lnTo>
                <a:lnTo>
                  <a:pt x="653689" y="29120"/>
                </a:lnTo>
                <a:lnTo>
                  <a:pt x="653382" y="29182"/>
                </a:lnTo>
                <a:lnTo>
                  <a:pt x="653076" y="29248"/>
                </a:lnTo>
                <a:lnTo>
                  <a:pt x="652771" y="29317"/>
                </a:lnTo>
                <a:lnTo>
                  <a:pt x="652467" y="29391"/>
                </a:lnTo>
                <a:lnTo>
                  <a:pt x="652165" y="29468"/>
                </a:lnTo>
                <a:lnTo>
                  <a:pt x="651863" y="29550"/>
                </a:lnTo>
                <a:lnTo>
                  <a:pt x="651562" y="29635"/>
                </a:lnTo>
                <a:lnTo>
                  <a:pt x="651262" y="29725"/>
                </a:lnTo>
                <a:lnTo>
                  <a:pt x="650963" y="29818"/>
                </a:lnTo>
                <a:lnTo>
                  <a:pt x="650666" y="29915"/>
                </a:lnTo>
                <a:lnTo>
                  <a:pt x="650370" y="30015"/>
                </a:lnTo>
                <a:lnTo>
                  <a:pt x="650075" y="30119"/>
                </a:lnTo>
                <a:lnTo>
                  <a:pt x="649782" y="30225"/>
                </a:lnTo>
                <a:lnTo>
                  <a:pt x="649490" y="30335"/>
                </a:lnTo>
                <a:lnTo>
                  <a:pt x="649200" y="30448"/>
                </a:lnTo>
                <a:lnTo>
                  <a:pt x="648912" y="30564"/>
                </a:lnTo>
                <a:lnTo>
                  <a:pt x="648624" y="30684"/>
                </a:lnTo>
                <a:lnTo>
                  <a:pt x="648339" y="30806"/>
                </a:lnTo>
                <a:lnTo>
                  <a:pt x="648055" y="30932"/>
                </a:lnTo>
                <a:lnTo>
                  <a:pt x="647772" y="31062"/>
                </a:lnTo>
                <a:lnTo>
                  <a:pt x="647491" y="31194"/>
                </a:lnTo>
                <a:lnTo>
                  <a:pt x="647211" y="31330"/>
                </a:lnTo>
                <a:lnTo>
                  <a:pt x="646933" y="31469"/>
                </a:lnTo>
                <a:lnTo>
                  <a:pt x="646656" y="31611"/>
                </a:lnTo>
                <a:lnTo>
                  <a:pt x="646381" y="31756"/>
                </a:lnTo>
                <a:lnTo>
                  <a:pt x="646107" y="31905"/>
                </a:lnTo>
                <a:lnTo>
                  <a:pt x="645835" y="32057"/>
                </a:lnTo>
                <a:lnTo>
                  <a:pt x="645564" y="32212"/>
                </a:lnTo>
                <a:lnTo>
                  <a:pt x="645295" y="32370"/>
                </a:lnTo>
                <a:lnTo>
                  <a:pt x="645027" y="32531"/>
                </a:lnTo>
                <a:lnTo>
                  <a:pt x="644760" y="32696"/>
                </a:lnTo>
                <a:lnTo>
                  <a:pt x="644495" y="32864"/>
                </a:lnTo>
                <a:lnTo>
                  <a:pt x="644232" y="33035"/>
                </a:lnTo>
                <a:lnTo>
                  <a:pt x="643971" y="33210"/>
                </a:lnTo>
                <a:lnTo>
                  <a:pt x="643712" y="33387"/>
                </a:lnTo>
                <a:lnTo>
                  <a:pt x="643455" y="33567"/>
                </a:lnTo>
                <a:lnTo>
                  <a:pt x="643202" y="33751"/>
                </a:lnTo>
                <a:lnTo>
                  <a:pt x="642950" y="33937"/>
                </a:lnTo>
                <a:lnTo>
                  <a:pt x="642701" y="34126"/>
                </a:lnTo>
                <a:lnTo>
                  <a:pt x="642455" y="34318"/>
                </a:lnTo>
                <a:lnTo>
                  <a:pt x="642211" y="34513"/>
                </a:lnTo>
                <a:lnTo>
                  <a:pt x="641969" y="34712"/>
                </a:lnTo>
                <a:lnTo>
                  <a:pt x="641730" y="34913"/>
                </a:lnTo>
                <a:lnTo>
                  <a:pt x="641494" y="35117"/>
                </a:lnTo>
                <a:lnTo>
                  <a:pt x="641260" y="35324"/>
                </a:lnTo>
                <a:lnTo>
                  <a:pt x="641028" y="35534"/>
                </a:lnTo>
                <a:lnTo>
                  <a:pt x="640799" y="35747"/>
                </a:lnTo>
                <a:lnTo>
                  <a:pt x="640573" y="35963"/>
                </a:lnTo>
                <a:lnTo>
                  <a:pt x="640349" y="36182"/>
                </a:lnTo>
                <a:lnTo>
                  <a:pt x="640127" y="36404"/>
                </a:lnTo>
                <a:lnTo>
                  <a:pt x="639908" y="36629"/>
                </a:lnTo>
                <a:lnTo>
                  <a:pt x="639692" y="36857"/>
                </a:lnTo>
                <a:lnTo>
                  <a:pt x="639478" y="37088"/>
                </a:lnTo>
                <a:lnTo>
                  <a:pt x="639266" y="37322"/>
                </a:lnTo>
                <a:lnTo>
                  <a:pt x="639057" y="37559"/>
                </a:lnTo>
                <a:lnTo>
                  <a:pt x="638850" y="37799"/>
                </a:lnTo>
                <a:lnTo>
                  <a:pt x="638646" y="38042"/>
                </a:lnTo>
                <a:lnTo>
                  <a:pt x="638445" y="38287"/>
                </a:lnTo>
                <a:lnTo>
                  <a:pt x="638247" y="38534"/>
                </a:lnTo>
                <a:lnTo>
                  <a:pt x="638053" y="38783"/>
                </a:lnTo>
                <a:lnTo>
                  <a:pt x="637862" y="39034"/>
                </a:lnTo>
                <a:lnTo>
                  <a:pt x="637675" y="39286"/>
                </a:lnTo>
                <a:lnTo>
                  <a:pt x="637491" y="39540"/>
                </a:lnTo>
                <a:lnTo>
                  <a:pt x="637311" y="39796"/>
                </a:lnTo>
                <a:lnTo>
                  <a:pt x="637134" y="40053"/>
                </a:lnTo>
                <a:lnTo>
                  <a:pt x="636961" y="40312"/>
                </a:lnTo>
                <a:lnTo>
                  <a:pt x="636791" y="40573"/>
                </a:lnTo>
                <a:lnTo>
                  <a:pt x="636625" y="40836"/>
                </a:lnTo>
                <a:lnTo>
                  <a:pt x="636462" y="41100"/>
                </a:lnTo>
                <a:lnTo>
                  <a:pt x="636302" y="41366"/>
                </a:lnTo>
                <a:lnTo>
                  <a:pt x="636146" y="41634"/>
                </a:lnTo>
                <a:lnTo>
                  <a:pt x="635994" y="41904"/>
                </a:lnTo>
                <a:lnTo>
                  <a:pt x="635845" y="42175"/>
                </a:lnTo>
                <a:lnTo>
                  <a:pt x="635699" y="42448"/>
                </a:lnTo>
                <a:lnTo>
                  <a:pt x="635557" y="42723"/>
                </a:lnTo>
                <a:lnTo>
                  <a:pt x="635419" y="43000"/>
                </a:lnTo>
                <a:lnTo>
                  <a:pt x="635284" y="43278"/>
                </a:lnTo>
                <a:lnTo>
                  <a:pt x="635152" y="43558"/>
                </a:lnTo>
                <a:lnTo>
                  <a:pt x="635024" y="43840"/>
                </a:lnTo>
                <a:lnTo>
                  <a:pt x="634899" y="44123"/>
                </a:lnTo>
                <a:lnTo>
                  <a:pt x="634778" y="44408"/>
                </a:lnTo>
                <a:lnTo>
                  <a:pt x="634492" y="44408"/>
                </a:lnTo>
                <a:lnTo>
                  <a:pt x="634492" y="30660"/>
                </a:lnTo>
                <a:lnTo>
                  <a:pt x="615157" y="30660"/>
                </a:lnTo>
                <a:lnTo>
                  <a:pt x="615157" y="104762"/>
                </a:lnTo>
                <a:lnTo>
                  <a:pt x="635495" y="104762"/>
                </a:lnTo>
                <a:lnTo>
                  <a:pt x="635495" y="71355"/>
                </a:lnTo>
                <a:lnTo>
                  <a:pt x="635496" y="70938"/>
                </a:lnTo>
                <a:close/>
                <a:moveTo>
                  <a:pt x="334365" y="70758"/>
                </a:moveTo>
                <a:lnTo>
                  <a:pt x="334408" y="71472"/>
                </a:lnTo>
                <a:lnTo>
                  <a:pt x="334460" y="72181"/>
                </a:lnTo>
                <a:lnTo>
                  <a:pt x="334521" y="72883"/>
                </a:lnTo>
                <a:lnTo>
                  <a:pt x="334592" y="73579"/>
                </a:lnTo>
                <a:lnTo>
                  <a:pt x="334672" y="74270"/>
                </a:lnTo>
                <a:lnTo>
                  <a:pt x="334762" y="74954"/>
                </a:lnTo>
                <a:lnTo>
                  <a:pt x="334861" y="75633"/>
                </a:lnTo>
                <a:lnTo>
                  <a:pt x="334970" y="76305"/>
                </a:lnTo>
                <a:lnTo>
                  <a:pt x="335088" y="76972"/>
                </a:lnTo>
                <a:lnTo>
                  <a:pt x="335215" y="77632"/>
                </a:lnTo>
                <a:lnTo>
                  <a:pt x="335352" y="78287"/>
                </a:lnTo>
                <a:lnTo>
                  <a:pt x="335499" y="78935"/>
                </a:lnTo>
                <a:lnTo>
                  <a:pt x="335655" y="79578"/>
                </a:lnTo>
                <a:lnTo>
                  <a:pt x="335820" y="80214"/>
                </a:lnTo>
                <a:lnTo>
                  <a:pt x="335995" y="80845"/>
                </a:lnTo>
                <a:lnTo>
                  <a:pt x="336179" y="81470"/>
                </a:lnTo>
                <a:lnTo>
                  <a:pt x="336373" y="82088"/>
                </a:lnTo>
                <a:lnTo>
                  <a:pt x="336576" y="82701"/>
                </a:lnTo>
                <a:lnTo>
                  <a:pt x="336788" y="83308"/>
                </a:lnTo>
                <a:lnTo>
                  <a:pt x="337010" y="83908"/>
                </a:lnTo>
                <a:lnTo>
                  <a:pt x="337241" y="84502"/>
                </a:lnTo>
                <a:lnTo>
                  <a:pt x="337480" y="85089"/>
                </a:lnTo>
                <a:lnTo>
                  <a:pt x="337726" y="85669"/>
                </a:lnTo>
                <a:lnTo>
                  <a:pt x="337981" y="86241"/>
                </a:lnTo>
                <a:lnTo>
                  <a:pt x="338244" y="86807"/>
                </a:lnTo>
                <a:lnTo>
                  <a:pt x="338514" y="87365"/>
                </a:lnTo>
                <a:lnTo>
                  <a:pt x="338793" y="87916"/>
                </a:lnTo>
                <a:lnTo>
                  <a:pt x="339079" y="88459"/>
                </a:lnTo>
                <a:lnTo>
                  <a:pt x="339373" y="88996"/>
                </a:lnTo>
                <a:lnTo>
                  <a:pt x="339676" y="89525"/>
                </a:lnTo>
                <a:lnTo>
                  <a:pt x="339986" y="90047"/>
                </a:lnTo>
                <a:lnTo>
                  <a:pt x="340304" y="90561"/>
                </a:lnTo>
                <a:lnTo>
                  <a:pt x="340631" y="91069"/>
                </a:lnTo>
                <a:lnTo>
                  <a:pt x="340965" y="91569"/>
                </a:lnTo>
                <a:lnTo>
                  <a:pt x="341307" y="92062"/>
                </a:lnTo>
                <a:lnTo>
                  <a:pt x="341657" y="92548"/>
                </a:lnTo>
                <a:lnTo>
                  <a:pt x="342015" y="93027"/>
                </a:lnTo>
                <a:lnTo>
                  <a:pt x="342381" y="93498"/>
                </a:lnTo>
                <a:lnTo>
                  <a:pt x="342755" y="93962"/>
                </a:lnTo>
                <a:lnTo>
                  <a:pt x="343137" y="94419"/>
                </a:lnTo>
                <a:lnTo>
                  <a:pt x="343527" y="94869"/>
                </a:lnTo>
                <a:lnTo>
                  <a:pt x="343925" y="95312"/>
                </a:lnTo>
                <a:lnTo>
                  <a:pt x="344331" y="95747"/>
                </a:lnTo>
                <a:lnTo>
                  <a:pt x="344745" y="96175"/>
                </a:lnTo>
                <a:lnTo>
                  <a:pt x="345166" y="96596"/>
                </a:lnTo>
                <a:lnTo>
                  <a:pt x="345594" y="97008"/>
                </a:lnTo>
                <a:lnTo>
                  <a:pt x="346029" y="97411"/>
                </a:lnTo>
                <a:lnTo>
                  <a:pt x="346472" y="97807"/>
                </a:lnTo>
                <a:lnTo>
                  <a:pt x="346921" y="98194"/>
                </a:lnTo>
                <a:lnTo>
                  <a:pt x="347377" y="98574"/>
                </a:lnTo>
                <a:lnTo>
                  <a:pt x="347840" y="98944"/>
                </a:lnTo>
                <a:lnTo>
                  <a:pt x="348310" y="99307"/>
                </a:lnTo>
                <a:lnTo>
                  <a:pt x="348787" y="99662"/>
                </a:lnTo>
                <a:lnTo>
                  <a:pt x="349270" y="100008"/>
                </a:lnTo>
                <a:lnTo>
                  <a:pt x="349761" y="100346"/>
                </a:lnTo>
                <a:lnTo>
                  <a:pt x="350259" y="100676"/>
                </a:lnTo>
                <a:lnTo>
                  <a:pt x="350764" y="100998"/>
                </a:lnTo>
                <a:lnTo>
                  <a:pt x="351276" y="101311"/>
                </a:lnTo>
                <a:lnTo>
                  <a:pt x="351794" y="101617"/>
                </a:lnTo>
                <a:lnTo>
                  <a:pt x="352320" y="101914"/>
                </a:lnTo>
                <a:lnTo>
                  <a:pt x="352853" y="102203"/>
                </a:lnTo>
                <a:lnTo>
                  <a:pt x="353392" y="102483"/>
                </a:lnTo>
                <a:lnTo>
                  <a:pt x="353939" y="102756"/>
                </a:lnTo>
                <a:lnTo>
                  <a:pt x="354492" y="103020"/>
                </a:lnTo>
                <a:lnTo>
                  <a:pt x="355053" y="103276"/>
                </a:lnTo>
                <a:lnTo>
                  <a:pt x="355620" y="103524"/>
                </a:lnTo>
                <a:lnTo>
                  <a:pt x="356194" y="103763"/>
                </a:lnTo>
                <a:lnTo>
                  <a:pt x="356776" y="103995"/>
                </a:lnTo>
                <a:lnTo>
                  <a:pt x="357364" y="104217"/>
                </a:lnTo>
                <a:lnTo>
                  <a:pt x="357957" y="104430"/>
                </a:lnTo>
                <a:lnTo>
                  <a:pt x="358557" y="104634"/>
                </a:lnTo>
                <a:lnTo>
                  <a:pt x="359163" y="104828"/>
                </a:lnTo>
                <a:lnTo>
                  <a:pt x="359775" y="105012"/>
                </a:lnTo>
                <a:lnTo>
                  <a:pt x="360393" y="105187"/>
                </a:lnTo>
                <a:lnTo>
                  <a:pt x="361016" y="105353"/>
                </a:lnTo>
                <a:lnTo>
                  <a:pt x="361646" y="105509"/>
                </a:lnTo>
                <a:lnTo>
                  <a:pt x="362282" y="105656"/>
                </a:lnTo>
                <a:lnTo>
                  <a:pt x="362923" y="105793"/>
                </a:lnTo>
                <a:lnTo>
                  <a:pt x="363571" y="105920"/>
                </a:lnTo>
                <a:lnTo>
                  <a:pt x="364224" y="106039"/>
                </a:lnTo>
                <a:lnTo>
                  <a:pt x="364884" y="106148"/>
                </a:lnTo>
                <a:lnTo>
                  <a:pt x="365549" y="106247"/>
                </a:lnTo>
                <a:lnTo>
                  <a:pt x="366220" y="106337"/>
                </a:lnTo>
                <a:lnTo>
                  <a:pt x="366898" y="106417"/>
                </a:lnTo>
                <a:lnTo>
                  <a:pt x="367581" y="106488"/>
                </a:lnTo>
                <a:lnTo>
                  <a:pt x="368270" y="106550"/>
                </a:lnTo>
                <a:lnTo>
                  <a:pt x="368965" y="106602"/>
                </a:lnTo>
                <a:lnTo>
                  <a:pt x="369666" y="106644"/>
                </a:lnTo>
                <a:lnTo>
                  <a:pt x="370374" y="106677"/>
                </a:lnTo>
                <a:lnTo>
                  <a:pt x="371087" y="106701"/>
                </a:lnTo>
                <a:lnTo>
                  <a:pt x="371806" y="106715"/>
                </a:lnTo>
                <a:lnTo>
                  <a:pt x="372531" y="106720"/>
                </a:lnTo>
                <a:lnTo>
                  <a:pt x="373256" y="106715"/>
                </a:lnTo>
                <a:lnTo>
                  <a:pt x="373975" y="106701"/>
                </a:lnTo>
                <a:lnTo>
                  <a:pt x="374689" y="106677"/>
                </a:lnTo>
                <a:lnTo>
                  <a:pt x="375397" y="106644"/>
                </a:lnTo>
                <a:lnTo>
                  <a:pt x="376100" y="106602"/>
                </a:lnTo>
                <a:lnTo>
                  <a:pt x="376796" y="106550"/>
                </a:lnTo>
                <a:lnTo>
                  <a:pt x="377487" y="106488"/>
                </a:lnTo>
                <a:lnTo>
                  <a:pt x="378172" y="106417"/>
                </a:lnTo>
                <a:lnTo>
                  <a:pt x="378852" y="106337"/>
                </a:lnTo>
                <a:lnTo>
                  <a:pt x="379526" y="106247"/>
                </a:lnTo>
                <a:lnTo>
                  <a:pt x="380194" y="106148"/>
                </a:lnTo>
                <a:lnTo>
                  <a:pt x="380856" y="106039"/>
                </a:lnTo>
                <a:lnTo>
                  <a:pt x="381513" y="105920"/>
                </a:lnTo>
                <a:lnTo>
                  <a:pt x="382164" y="105793"/>
                </a:lnTo>
                <a:lnTo>
                  <a:pt x="382809" y="105656"/>
                </a:lnTo>
                <a:lnTo>
                  <a:pt x="383448" y="105509"/>
                </a:lnTo>
                <a:lnTo>
                  <a:pt x="384082" y="105353"/>
                </a:lnTo>
                <a:lnTo>
                  <a:pt x="384710" y="105187"/>
                </a:lnTo>
                <a:lnTo>
                  <a:pt x="385332" y="105012"/>
                </a:lnTo>
                <a:lnTo>
                  <a:pt x="385949" y="104828"/>
                </a:lnTo>
                <a:lnTo>
                  <a:pt x="386559" y="104634"/>
                </a:lnTo>
                <a:lnTo>
                  <a:pt x="387165" y="104430"/>
                </a:lnTo>
                <a:lnTo>
                  <a:pt x="387764" y="104217"/>
                </a:lnTo>
                <a:lnTo>
                  <a:pt x="388358" y="103995"/>
                </a:lnTo>
                <a:lnTo>
                  <a:pt x="388945" y="103763"/>
                </a:lnTo>
                <a:lnTo>
                  <a:pt x="389525" y="103524"/>
                </a:lnTo>
                <a:lnTo>
                  <a:pt x="390098" y="103276"/>
                </a:lnTo>
                <a:lnTo>
                  <a:pt x="390663" y="103020"/>
                </a:lnTo>
                <a:lnTo>
                  <a:pt x="391222" y="102756"/>
                </a:lnTo>
                <a:lnTo>
                  <a:pt x="391773" y="102483"/>
                </a:lnTo>
                <a:lnTo>
                  <a:pt x="392317" y="102203"/>
                </a:lnTo>
                <a:lnTo>
                  <a:pt x="392853" y="101914"/>
                </a:lnTo>
                <a:lnTo>
                  <a:pt x="393383" y="101617"/>
                </a:lnTo>
                <a:lnTo>
                  <a:pt x="393905" y="101311"/>
                </a:lnTo>
                <a:lnTo>
                  <a:pt x="394420" y="100998"/>
                </a:lnTo>
                <a:lnTo>
                  <a:pt x="394928" y="100676"/>
                </a:lnTo>
                <a:lnTo>
                  <a:pt x="395429" y="100346"/>
                </a:lnTo>
                <a:lnTo>
                  <a:pt x="395922" y="100008"/>
                </a:lnTo>
                <a:lnTo>
                  <a:pt x="396409" y="99662"/>
                </a:lnTo>
                <a:lnTo>
                  <a:pt x="396888" y="99307"/>
                </a:lnTo>
                <a:lnTo>
                  <a:pt x="397360" y="98944"/>
                </a:lnTo>
                <a:lnTo>
                  <a:pt x="397824" y="98574"/>
                </a:lnTo>
                <a:lnTo>
                  <a:pt x="398282" y="98194"/>
                </a:lnTo>
                <a:lnTo>
                  <a:pt x="398732" y="97807"/>
                </a:lnTo>
                <a:lnTo>
                  <a:pt x="399175" y="97411"/>
                </a:lnTo>
                <a:lnTo>
                  <a:pt x="399611" y="97008"/>
                </a:lnTo>
                <a:lnTo>
                  <a:pt x="400039" y="96596"/>
                </a:lnTo>
                <a:lnTo>
                  <a:pt x="400461" y="96175"/>
                </a:lnTo>
                <a:lnTo>
                  <a:pt x="400874" y="95747"/>
                </a:lnTo>
                <a:lnTo>
                  <a:pt x="401280" y="95312"/>
                </a:lnTo>
                <a:lnTo>
                  <a:pt x="401678" y="94869"/>
                </a:lnTo>
                <a:lnTo>
                  <a:pt x="402068" y="94419"/>
                </a:lnTo>
                <a:lnTo>
                  <a:pt x="402450" y="93962"/>
                </a:lnTo>
                <a:lnTo>
                  <a:pt x="402824" y="93498"/>
                </a:lnTo>
                <a:lnTo>
                  <a:pt x="403190" y="93027"/>
                </a:lnTo>
                <a:lnTo>
                  <a:pt x="403548" y="92548"/>
                </a:lnTo>
                <a:lnTo>
                  <a:pt x="403898" y="92062"/>
                </a:lnTo>
                <a:lnTo>
                  <a:pt x="404241" y="91569"/>
                </a:lnTo>
                <a:lnTo>
                  <a:pt x="404575" y="91069"/>
                </a:lnTo>
                <a:lnTo>
                  <a:pt x="404901" y="90561"/>
                </a:lnTo>
                <a:lnTo>
                  <a:pt x="405219" y="90047"/>
                </a:lnTo>
                <a:lnTo>
                  <a:pt x="405530" y="89525"/>
                </a:lnTo>
                <a:lnTo>
                  <a:pt x="405832" y="88996"/>
                </a:lnTo>
                <a:lnTo>
                  <a:pt x="406126" y="88459"/>
                </a:lnTo>
                <a:lnTo>
                  <a:pt x="406413" y="87916"/>
                </a:lnTo>
                <a:lnTo>
                  <a:pt x="406691" y="87365"/>
                </a:lnTo>
                <a:lnTo>
                  <a:pt x="406962" y="86807"/>
                </a:lnTo>
                <a:lnTo>
                  <a:pt x="407224" y="86241"/>
                </a:lnTo>
                <a:lnTo>
                  <a:pt x="407479" y="85669"/>
                </a:lnTo>
                <a:lnTo>
                  <a:pt x="407726" y="85089"/>
                </a:lnTo>
                <a:lnTo>
                  <a:pt x="407964" y="84502"/>
                </a:lnTo>
                <a:lnTo>
                  <a:pt x="408195" y="83908"/>
                </a:lnTo>
                <a:lnTo>
                  <a:pt x="408417" y="83308"/>
                </a:lnTo>
                <a:lnTo>
                  <a:pt x="408630" y="82701"/>
                </a:lnTo>
                <a:lnTo>
                  <a:pt x="408833" y="82088"/>
                </a:lnTo>
                <a:lnTo>
                  <a:pt x="409026" y="81470"/>
                </a:lnTo>
                <a:lnTo>
                  <a:pt x="409211" y="80845"/>
                </a:lnTo>
                <a:lnTo>
                  <a:pt x="409385" y="80214"/>
                </a:lnTo>
                <a:lnTo>
                  <a:pt x="409551" y="79578"/>
                </a:lnTo>
                <a:lnTo>
                  <a:pt x="409707" y="78935"/>
                </a:lnTo>
                <a:lnTo>
                  <a:pt x="409853" y="78287"/>
                </a:lnTo>
                <a:lnTo>
                  <a:pt x="409990" y="77632"/>
                </a:lnTo>
                <a:lnTo>
                  <a:pt x="410118" y="76972"/>
                </a:lnTo>
                <a:lnTo>
                  <a:pt x="410236" y="76305"/>
                </a:lnTo>
                <a:lnTo>
                  <a:pt x="410344" y="75633"/>
                </a:lnTo>
                <a:lnTo>
                  <a:pt x="410444" y="74954"/>
                </a:lnTo>
                <a:lnTo>
                  <a:pt x="410533" y="74270"/>
                </a:lnTo>
                <a:lnTo>
                  <a:pt x="410614" y="73579"/>
                </a:lnTo>
                <a:lnTo>
                  <a:pt x="410684" y="72883"/>
                </a:lnTo>
                <a:lnTo>
                  <a:pt x="410746" y="72181"/>
                </a:lnTo>
                <a:lnTo>
                  <a:pt x="410798" y="71472"/>
                </a:lnTo>
                <a:lnTo>
                  <a:pt x="410840" y="70758"/>
                </a:lnTo>
                <a:lnTo>
                  <a:pt x="410873" y="70038"/>
                </a:lnTo>
                <a:lnTo>
                  <a:pt x="410897" y="69311"/>
                </a:lnTo>
                <a:lnTo>
                  <a:pt x="410911" y="68579"/>
                </a:lnTo>
                <a:lnTo>
                  <a:pt x="410916" y="67841"/>
                </a:lnTo>
                <a:lnTo>
                  <a:pt x="410911" y="67102"/>
                </a:lnTo>
                <a:lnTo>
                  <a:pt x="410897" y="66370"/>
                </a:lnTo>
                <a:lnTo>
                  <a:pt x="410873" y="65643"/>
                </a:lnTo>
                <a:lnTo>
                  <a:pt x="410840" y="64922"/>
                </a:lnTo>
                <a:lnTo>
                  <a:pt x="410798" y="64206"/>
                </a:lnTo>
                <a:lnTo>
                  <a:pt x="410746" y="63497"/>
                </a:lnTo>
                <a:lnTo>
                  <a:pt x="410684" y="62793"/>
                </a:lnTo>
                <a:lnTo>
                  <a:pt x="410614" y="62094"/>
                </a:lnTo>
                <a:lnTo>
                  <a:pt x="410533" y="61402"/>
                </a:lnTo>
                <a:lnTo>
                  <a:pt x="410444" y="60715"/>
                </a:lnTo>
                <a:lnTo>
                  <a:pt x="410344" y="60034"/>
                </a:lnTo>
                <a:lnTo>
                  <a:pt x="410236" y="59359"/>
                </a:lnTo>
                <a:lnTo>
                  <a:pt x="410118" y="58689"/>
                </a:lnTo>
                <a:lnTo>
                  <a:pt x="409990" y="58025"/>
                </a:lnTo>
                <a:lnTo>
                  <a:pt x="409853" y="57367"/>
                </a:lnTo>
                <a:lnTo>
                  <a:pt x="409707" y="56714"/>
                </a:lnTo>
                <a:lnTo>
                  <a:pt x="409551" y="56068"/>
                </a:lnTo>
                <a:lnTo>
                  <a:pt x="409385" y="55427"/>
                </a:lnTo>
                <a:lnTo>
                  <a:pt x="409211" y="54792"/>
                </a:lnTo>
                <a:lnTo>
                  <a:pt x="409026" y="54162"/>
                </a:lnTo>
                <a:lnTo>
                  <a:pt x="408833" y="53538"/>
                </a:lnTo>
                <a:lnTo>
                  <a:pt x="408630" y="52920"/>
                </a:lnTo>
                <a:lnTo>
                  <a:pt x="408417" y="52308"/>
                </a:lnTo>
                <a:lnTo>
                  <a:pt x="408195" y="51701"/>
                </a:lnTo>
                <a:lnTo>
                  <a:pt x="407964" y="51101"/>
                </a:lnTo>
                <a:lnTo>
                  <a:pt x="407726" y="50508"/>
                </a:lnTo>
                <a:lnTo>
                  <a:pt x="407479" y="49923"/>
                </a:lnTo>
                <a:lnTo>
                  <a:pt x="407224" y="49345"/>
                </a:lnTo>
                <a:lnTo>
                  <a:pt x="406962" y="48775"/>
                </a:lnTo>
                <a:lnTo>
                  <a:pt x="406691" y="48212"/>
                </a:lnTo>
                <a:lnTo>
                  <a:pt x="406413" y="47657"/>
                </a:lnTo>
                <a:lnTo>
                  <a:pt x="406126" y="47109"/>
                </a:lnTo>
                <a:lnTo>
                  <a:pt x="405832" y="46569"/>
                </a:lnTo>
                <a:lnTo>
                  <a:pt x="405530" y="46036"/>
                </a:lnTo>
                <a:lnTo>
                  <a:pt x="405219" y="45511"/>
                </a:lnTo>
                <a:lnTo>
                  <a:pt x="404901" y="44993"/>
                </a:lnTo>
                <a:lnTo>
                  <a:pt x="404575" y="44483"/>
                </a:lnTo>
                <a:lnTo>
                  <a:pt x="404241" y="43980"/>
                </a:lnTo>
                <a:lnTo>
                  <a:pt x="403898" y="43484"/>
                </a:lnTo>
                <a:lnTo>
                  <a:pt x="403548" y="42996"/>
                </a:lnTo>
                <a:lnTo>
                  <a:pt x="403190" y="42516"/>
                </a:lnTo>
                <a:lnTo>
                  <a:pt x="402824" y="42043"/>
                </a:lnTo>
                <a:lnTo>
                  <a:pt x="402450" y="41577"/>
                </a:lnTo>
                <a:lnTo>
                  <a:pt x="402068" y="41119"/>
                </a:lnTo>
                <a:lnTo>
                  <a:pt x="401678" y="40669"/>
                </a:lnTo>
                <a:lnTo>
                  <a:pt x="401280" y="40226"/>
                </a:lnTo>
                <a:lnTo>
                  <a:pt x="400874" y="39790"/>
                </a:lnTo>
                <a:lnTo>
                  <a:pt x="400461" y="39362"/>
                </a:lnTo>
                <a:lnTo>
                  <a:pt x="400039" y="38942"/>
                </a:lnTo>
                <a:lnTo>
                  <a:pt x="399611" y="38529"/>
                </a:lnTo>
                <a:lnTo>
                  <a:pt x="399175" y="38125"/>
                </a:lnTo>
                <a:lnTo>
                  <a:pt x="398732" y="37728"/>
                </a:lnTo>
                <a:lnTo>
                  <a:pt x="398282" y="37339"/>
                </a:lnTo>
                <a:lnTo>
                  <a:pt x="397824" y="36959"/>
                </a:lnTo>
                <a:lnTo>
                  <a:pt x="397360" y="36586"/>
                </a:lnTo>
                <a:lnTo>
                  <a:pt x="396888" y="36221"/>
                </a:lnTo>
                <a:lnTo>
                  <a:pt x="396409" y="35864"/>
                </a:lnTo>
                <a:lnTo>
                  <a:pt x="395922" y="35516"/>
                </a:lnTo>
                <a:lnTo>
                  <a:pt x="395429" y="35175"/>
                </a:lnTo>
                <a:lnTo>
                  <a:pt x="394928" y="34842"/>
                </a:lnTo>
                <a:lnTo>
                  <a:pt x="394420" y="34517"/>
                </a:lnTo>
                <a:lnTo>
                  <a:pt x="393905" y="34200"/>
                </a:lnTo>
                <a:lnTo>
                  <a:pt x="393383" y="33892"/>
                </a:lnTo>
                <a:lnTo>
                  <a:pt x="392853" y="33591"/>
                </a:lnTo>
                <a:lnTo>
                  <a:pt x="392317" y="33298"/>
                </a:lnTo>
                <a:lnTo>
                  <a:pt x="391773" y="33013"/>
                </a:lnTo>
                <a:lnTo>
                  <a:pt x="391222" y="32736"/>
                </a:lnTo>
                <a:lnTo>
                  <a:pt x="390663" y="32467"/>
                </a:lnTo>
                <a:lnTo>
                  <a:pt x="390098" y="32206"/>
                </a:lnTo>
                <a:lnTo>
                  <a:pt x="389525" y="31953"/>
                </a:lnTo>
                <a:lnTo>
                  <a:pt x="388945" y="31708"/>
                </a:lnTo>
                <a:lnTo>
                  <a:pt x="388358" y="31471"/>
                </a:lnTo>
                <a:lnTo>
                  <a:pt x="387764" y="31242"/>
                </a:lnTo>
                <a:lnTo>
                  <a:pt x="387165" y="31024"/>
                </a:lnTo>
                <a:lnTo>
                  <a:pt x="386559" y="30815"/>
                </a:lnTo>
                <a:lnTo>
                  <a:pt x="385949" y="30616"/>
                </a:lnTo>
                <a:lnTo>
                  <a:pt x="385332" y="30426"/>
                </a:lnTo>
                <a:lnTo>
                  <a:pt x="384710" y="30247"/>
                </a:lnTo>
                <a:lnTo>
                  <a:pt x="384082" y="30077"/>
                </a:lnTo>
                <a:lnTo>
                  <a:pt x="383448" y="29916"/>
                </a:lnTo>
                <a:lnTo>
                  <a:pt x="382809" y="29766"/>
                </a:lnTo>
                <a:lnTo>
                  <a:pt x="382164" y="29625"/>
                </a:lnTo>
                <a:lnTo>
                  <a:pt x="381513" y="29494"/>
                </a:lnTo>
                <a:lnTo>
                  <a:pt x="380856" y="29372"/>
                </a:lnTo>
                <a:lnTo>
                  <a:pt x="380194" y="29261"/>
                </a:lnTo>
                <a:lnTo>
                  <a:pt x="379526" y="29159"/>
                </a:lnTo>
                <a:lnTo>
                  <a:pt x="378852" y="29067"/>
                </a:lnTo>
                <a:lnTo>
                  <a:pt x="378172" y="28984"/>
                </a:lnTo>
                <a:lnTo>
                  <a:pt x="377487" y="28911"/>
                </a:lnTo>
                <a:lnTo>
                  <a:pt x="376796" y="28848"/>
                </a:lnTo>
                <a:lnTo>
                  <a:pt x="376100" y="28795"/>
                </a:lnTo>
                <a:lnTo>
                  <a:pt x="375397" y="28751"/>
                </a:lnTo>
                <a:lnTo>
                  <a:pt x="374689" y="28717"/>
                </a:lnTo>
                <a:lnTo>
                  <a:pt x="373975" y="28693"/>
                </a:lnTo>
                <a:lnTo>
                  <a:pt x="373256" y="28678"/>
                </a:lnTo>
                <a:lnTo>
                  <a:pt x="372531" y="28673"/>
                </a:lnTo>
                <a:lnTo>
                  <a:pt x="371806" y="28678"/>
                </a:lnTo>
                <a:lnTo>
                  <a:pt x="371087" y="28693"/>
                </a:lnTo>
                <a:lnTo>
                  <a:pt x="370374" y="28717"/>
                </a:lnTo>
                <a:lnTo>
                  <a:pt x="369666" y="28751"/>
                </a:lnTo>
                <a:lnTo>
                  <a:pt x="368965" y="28795"/>
                </a:lnTo>
                <a:lnTo>
                  <a:pt x="368270" y="28848"/>
                </a:lnTo>
                <a:lnTo>
                  <a:pt x="367581" y="28911"/>
                </a:lnTo>
                <a:lnTo>
                  <a:pt x="366898" y="28984"/>
                </a:lnTo>
                <a:lnTo>
                  <a:pt x="366220" y="29067"/>
                </a:lnTo>
                <a:lnTo>
                  <a:pt x="365549" y="29159"/>
                </a:lnTo>
                <a:lnTo>
                  <a:pt x="364884" y="29261"/>
                </a:lnTo>
                <a:lnTo>
                  <a:pt x="364224" y="29372"/>
                </a:lnTo>
                <a:lnTo>
                  <a:pt x="363571" y="29494"/>
                </a:lnTo>
                <a:lnTo>
                  <a:pt x="362923" y="29625"/>
                </a:lnTo>
                <a:lnTo>
                  <a:pt x="362282" y="29766"/>
                </a:lnTo>
                <a:lnTo>
                  <a:pt x="361646" y="29916"/>
                </a:lnTo>
                <a:lnTo>
                  <a:pt x="361016" y="30077"/>
                </a:lnTo>
                <a:lnTo>
                  <a:pt x="360393" y="30247"/>
                </a:lnTo>
                <a:lnTo>
                  <a:pt x="359775" y="30426"/>
                </a:lnTo>
                <a:lnTo>
                  <a:pt x="359163" y="30616"/>
                </a:lnTo>
                <a:lnTo>
                  <a:pt x="358557" y="30815"/>
                </a:lnTo>
                <a:lnTo>
                  <a:pt x="357957" y="31024"/>
                </a:lnTo>
                <a:lnTo>
                  <a:pt x="357364" y="31242"/>
                </a:lnTo>
                <a:lnTo>
                  <a:pt x="356776" y="31471"/>
                </a:lnTo>
                <a:lnTo>
                  <a:pt x="356194" y="31708"/>
                </a:lnTo>
                <a:lnTo>
                  <a:pt x="355620" y="31953"/>
                </a:lnTo>
                <a:lnTo>
                  <a:pt x="355053" y="32206"/>
                </a:lnTo>
                <a:lnTo>
                  <a:pt x="354492" y="32467"/>
                </a:lnTo>
                <a:lnTo>
                  <a:pt x="353939" y="32736"/>
                </a:lnTo>
                <a:lnTo>
                  <a:pt x="353392" y="33013"/>
                </a:lnTo>
                <a:lnTo>
                  <a:pt x="352853" y="33298"/>
                </a:lnTo>
                <a:lnTo>
                  <a:pt x="352320" y="33591"/>
                </a:lnTo>
                <a:lnTo>
                  <a:pt x="351794" y="33892"/>
                </a:lnTo>
                <a:lnTo>
                  <a:pt x="351276" y="34200"/>
                </a:lnTo>
                <a:lnTo>
                  <a:pt x="350764" y="34517"/>
                </a:lnTo>
                <a:lnTo>
                  <a:pt x="350259" y="34842"/>
                </a:lnTo>
                <a:lnTo>
                  <a:pt x="349761" y="35175"/>
                </a:lnTo>
                <a:lnTo>
                  <a:pt x="349270" y="35516"/>
                </a:lnTo>
                <a:lnTo>
                  <a:pt x="348787" y="35864"/>
                </a:lnTo>
                <a:lnTo>
                  <a:pt x="348310" y="36221"/>
                </a:lnTo>
                <a:lnTo>
                  <a:pt x="347840" y="36586"/>
                </a:lnTo>
                <a:lnTo>
                  <a:pt x="347377" y="36959"/>
                </a:lnTo>
                <a:lnTo>
                  <a:pt x="346921" y="37339"/>
                </a:lnTo>
                <a:lnTo>
                  <a:pt x="346472" y="37728"/>
                </a:lnTo>
                <a:lnTo>
                  <a:pt x="346029" y="38125"/>
                </a:lnTo>
                <a:lnTo>
                  <a:pt x="345594" y="38529"/>
                </a:lnTo>
                <a:lnTo>
                  <a:pt x="345166" y="38942"/>
                </a:lnTo>
                <a:lnTo>
                  <a:pt x="344745" y="39362"/>
                </a:lnTo>
                <a:lnTo>
                  <a:pt x="344331" y="39790"/>
                </a:lnTo>
                <a:lnTo>
                  <a:pt x="343925" y="40226"/>
                </a:lnTo>
                <a:lnTo>
                  <a:pt x="343527" y="40669"/>
                </a:lnTo>
                <a:lnTo>
                  <a:pt x="343137" y="41119"/>
                </a:lnTo>
                <a:lnTo>
                  <a:pt x="342755" y="41577"/>
                </a:lnTo>
                <a:lnTo>
                  <a:pt x="342381" y="42043"/>
                </a:lnTo>
                <a:lnTo>
                  <a:pt x="342015" y="42516"/>
                </a:lnTo>
                <a:lnTo>
                  <a:pt x="341657" y="42996"/>
                </a:lnTo>
                <a:lnTo>
                  <a:pt x="341307" y="43484"/>
                </a:lnTo>
                <a:lnTo>
                  <a:pt x="340965" y="43980"/>
                </a:lnTo>
                <a:lnTo>
                  <a:pt x="340631" y="44483"/>
                </a:lnTo>
                <a:lnTo>
                  <a:pt x="340304" y="44993"/>
                </a:lnTo>
                <a:lnTo>
                  <a:pt x="339986" y="45511"/>
                </a:lnTo>
                <a:lnTo>
                  <a:pt x="339676" y="46036"/>
                </a:lnTo>
                <a:lnTo>
                  <a:pt x="339373" y="46569"/>
                </a:lnTo>
                <a:lnTo>
                  <a:pt x="339079" y="47109"/>
                </a:lnTo>
                <a:lnTo>
                  <a:pt x="338793" y="47657"/>
                </a:lnTo>
                <a:lnTo>
                  <a:pt x="338514" y="48212"/>
                </a:lnTo>
                <a:lnTo>
                  <a:pt x="338244" y="48775"/>
                </a:lnTo>
                <a:lnTo>
                  <a:pt x="337981" y="49345"/>
                </a:lnTo>
                <a:lnTo>
                  <a:pt x="337726" y="49923"/>
                </a:lnTo>
                <a:lnTo>
                  <a:pt x="337480" y="50508"/>
                </a:lnTo>
                <a:lnTo>
                  <a:pt x="337241" y="51101"/>
                </a:lnTo>
                <a:lnTo>
                  <a:pt x="337010" y="51701"/>
                </a:lnTo>
                <a:lnTo>
                  <a:pt x="336788" y="52308"/>
                </a:lnTo>
                <a:lnTo>
                  <a:pt x="336576" y="52920"/>
                </a:lnTo>
                <a:lnTo>
                  <a:pt x="336373" y="53538"/>
                </a:lnTo>
                <a:lnTo>
                  <a:pt x="336179" y="54162"/>
                </a:lnTo>
                <a:lnTo>
                  <a:pt x="335995" y="54792"/>
                </a:lnTo>
                <a:lnTo>
                  <a:pt x="335820" y="55427"/>
                </a:lnTo>
                <a:lnTo>
                  <a:pt x="335655" y="56068"/>
                </a:lnTo>
                <a:lnTo>
                  <a:pt x="335499" y="56714"/>
                </a:lnTo>
                <a:lnTo>
                  <a:pt x="335352" y="57367"/>
                </a:lnTo>
                <a:lnTo>
                  <a:pt x="335215" y="58025"/>
                </a:lnTo>
                <a:lnTo>
                  <a:pt x="335088" y="58689"/>
                </a:lnTo>
                <a:lnTo>
                  <a:pt x="334970" y="59359"/>
                </a:lnTo>
                <a:lnTo>
                  <a:pt x="334861" y="60034"/>
                </a:lnTo>
                <a:lnTo>
                  <a:pt x="334762" y="60715"/>
                </a:lnTo>
                <a:lnTo>
                  <a:pt x="334672" y="61402"/>
                </a:lnTo>
                <a:lnTo>
                  <a:pt x="334592" y="62094"/>
                </a:lnTo>
                <a:lnTo>
                  <a:pt x="334521" y="62793"/>
                </a:lnTo>
                <a:lnTo>
                  <a:pt x="334460" y="63497"/>
                </a:lnTo>
                <a:lnTo>
                  <a:pt x="334408" y="64206"/>
                </a:lnTo>
                <a:lnTo>
                  <a:pt x="334365" y="64922"/>
                </a:lnTo>
                <a:lnTo>
                  <a:pt x="334332" y="65643"/>
                </a:lnTo>
                <a:lnTo>
                  <a:pt x="334308" y="66370"/>
                </a:lnTo>
                <a:lnTo>
                  <a:pt x="334294" y="67102"/>
                </a:lnTo>
                <a:lnTo>
                  <a:pt x="334289" y="67841"/>
                </a:lnTo>
                <a:lnTo>
                  <a:pt x="334294" y="68579"/>
                </a:lnTo>
                <a:lnTo>
                  <a:pt x="334308" y="69311"/>
                </a:lnTo>
                <a:lnTo>
                  <a:pt x="334332" y="70038"/>
                </a:lnTo>
                <a:lnTo>
                  <a:pt x="334365" y="70758"/>
                </a:lnTo>
                <a:close/>
                <a:moveTo>
                  <a:pt x="354651" y="66362"/>
                </a:moveTo>
                <a:lnTo>
                  <a:pt x="354665" y="65995"/>
                </a:lnTo>
                <a:lnTo>
                  <a:pt x="354681" y="65627"/>
                </a:lnTo>
                <a:lnTo>
                  <a:pt x="354700" y="65260"/>
                </a:lnTo>
                <a:lnTo>
                  <a:pt x="354723" y="64894"/>
                </a:lnTo>
                <a:lnTo>
                  <a:pt x="354748" y="64528"/>
                </a:lnTo>
                <a:lnTo>
                  <a:pt x="354776" y="64163"/>
                </a:lnTo>
                <a:lnTo>
                  <a:pt x="354808" y="63798"/>
                </a:lnTo>
                <a:lnTo>
                  <a:pt x="354842" y="63434"/>
                </a:lnTo>
                <a:lnTo>
                  <a:pt x="354879" y="63070"/>
                </a:lnTo>
                <a:lnTo>
                  <a:pt x="354920" y="62707"/>
                </a:lnTo>
                <a:lnTo>
                  <a:pt x="354963" y="62344"/>
                </a:lnTo>
                <a:lnTo>
                  <a:pt x="355009" y="61982"/>
                </a:lnTo>
                <a:lnTo>
                  <a:pt x="355058" y="61620"/>
                </a:lnTo>
                <a:lnTo>
                  <a:pt x="355110" y="61259"/>
                </a:lnTo>
                <a:lnTo>
                  <a:pt x="355166" y="60898"/>
                </a:lnTo>
                <a:lnTo>
                  <a:pt x="355224" y="60537"/>
                </a:lnTo>
                <a:lnTo>
                  <a:pt x="355285" y="60178"/>
                </a:lnTo>
                <a:lnTo>
                  <a:pt x="355349" y="59818"/>
                </a:lnTo>
                <a:lnTo>
                  <a:pt x="355416" y="59460"/>
                </a:lnTo>
                <a:lnTo>
                  <a:pt x="355486" y="59101"/>
                </a:lnTo>
                <a:lnTo>
                  <a:pt x="355560" y="58745"/>
                </a:lnTo>
                <a:lnTo>
                  <a:pt x="355638" y="58392"/>
                </a:lnTo>
                <a:lnTo>
                  <a:pt x="355720" y="58042"/>
                </a:lnTo>
                <a:lnTo>
                  <a:pt x="355806" y="57696"/>
                </a:lnTo>
                <a:lnTo>
                  <a:pt x="355897" y="57354"/>
                </a:lnTo>
                <a:lnTo>
                  <a:pt x="355992" y="57015"/>
                </a:lnTo>
                <a:lnTo>
                  <a:pt x="356091" y="56679"/>
                </a:lnTo>
                <a:lnTo>
                  <a:pt x="356194" y="56347"/>
                </a:lnTo>
                <a:lnTo>
                  <a:pt x="356302" y="56019"/>
                </a:lnTo>
                <a:lnTo>
                  <a:pt x="356413" y="55693"/>
                </a:lnTo>
                <a:lnTo>
                  <a:pt x="356529" y="55372"/>
                </a:lnTo>
                <a:lnTo>
                  <a:pt x="356649" y="55054"/>
                </a:lnTo>
                <a:lnTo>
                  <a:pt x="356774" y="54739"/>
                </a:lnTo>
                <a:lnTo>
                  <a:pt x="356902" y="54428"/>
                </a:lnTo>
                <a:lnTo>
                  <a:pt x="357035" y="54120"/>
                </a:lnTo>
                <a:lnTo>
                  <a:pt x="357172" y="53816"/>
                </a:lnTo>
                <a:lnTo>
                  <a:pt x="357314" y="53516"/>
                </a:lnTo>
                <a:lnTo>
                  <a:pt x="357459" y="53219"/>
                </a:lnTo>
                <a:lnTo>
                  <a:pt x="357609" y="52925"/>
                </a:lnTo>
                <a:lnTo>
                  <a:pt x="357763" y="52635"/>
                </a:lnTo>
                <a:lnTo>
                  <a:pt x="357921" y="52348"/>
                </a:lnTo>
                <a:lnTo>
                  <a:pt x="358084" y="52065"/>
                </a:lnTo>
                <a:lnTo>
                  <a:pt x="358250" y="51785"/>
                </a:lnTo>
                <a:lnTo>
                  <a:pt x="358421" y="51509"/>
                </a:lnTo>
                <a:lnTo>
                  <a:pt x="358597" y="51236"/>
                </a:lnTo>
                <a:lnTo>
                  <a:pt x="358777" y="50968"/>
                </a:lnTo>
                <a:lnTo>
                  <a:pt x="358962" y="50704"/>
                </a:lnTo>
                <a:lnTo>
                  <a:pt x="359152" y="50444"/>
                </a:lnTo>
                <a:lnTo>
                  <a:pt x="359346" y="50189"/>
                </a:lnTo>
                <a:lnTo>
                  <a:pt x="359545" y="49937"/>
                </a:lnTo>
                <a:lnTo>
                  <a:pt x="359749" y="49690"/>
                </a:lnTo>
                <a:lnTo>
                  <a:pt x="359958" y="49447"/>
                </a:lnTo>
                <a:lnTo>
                  <a:pt x="360171" y="49209"/>
                </a:lnTo>
                <a:lnTo>
                  <a:pt x="360389" y="48974"/>
                </a:lnTo>
                <a:lnTo>
                  <a:pt x="360612" y="48744"/>
                </a:lnTo>
                <a:lnTo>
                  <a:pt x="360839" y="48518"/>
                </a:lnTo>
                <a:lnTo>
                  <a:pt x="361072" y="48296"/>
                </a:lnTo>
                <a:lnTo>
                  <a:pt x="361309" y="48079"/>
                </a:lnTo>
                <a:lnTo>
                  <a:pt x="361550" y="47866"/>
                </a:lnTo>
                <a:lnTo>
                  <a:pt x="361797" y="47657"/>
                </a:lnTo>
                <a:lnTo>
                  <a:pt x="362048" y="47452"/>
                </a:lnTo>
                <a:lnTo>
                  <a:pt x="362303" y="47251"/>
                </a:lnTo>
                <a:lnTo>
                  <a:pt x="362564" y="47055"/>
                </a:lnTo>
                <a:lnTo>
                  <a:pt x="362829" y="46863"/>
                </a:lnTo>
                <a:lnTo>
                  <a:pt x="363099" y="46675"/>
                </a:lnTo>
                <a:lnTo>
                  <a:pt x="363374" y="46492"/>
                </a:lnTo>
                <a:lnTo>
                  <a:pt x="363653" y="46312"/>
                </a:lnTo>
                <a:lnTo>
                  <a:pt x="363937" y="46137"/>
                </a:lnTo>
                <a:lnTo>
                  <a:pt x="364227" y="45968"/>
                </a:lnTo>
                <a:lnTo>
                  <a:pt x="364522" y="45805"/>
                </a:lnTo>
                <a:lnTo>
                  <a:pt x="364824" y="45650"/>
                </a:lnTo>
                <a:lnTo>
                  <a:pt x="365131" y="45502"/>
                </a:lnTo>
                <a:lnTo>
                  <a:pt x="365444" y="45361"/>
                </a:lnTo>
                <a:lnTo>
                  <a:pt x="365764" y="45228"/>
                </a:lnTo>
                <a:lnTo>
                  <a:pt x="366089" y="45102"/>
                </a:lnTo>
                <a:lnTo>
                  <a:pt x="366420" y="44982"/>
                </a:lnTo>
                <a:lnTo>
                  <a:pt x="366757" y="44871"/>
                </a:lnTo>
                <a:lnTo>
                  <a:pt x="367100" y="44766"/>
                </a:lnTo>
                <a:lnTo>
                  <a:pt x="367449" y="44669"/>
                </a:lnTo>
                <a:lnTo>
                  <a:pt x="367805" y="44578"/>
                </a:lnTo>
                <a:lnTo>
                  <a:pt x="368166" y="44495"/>
                </a:lnTo>
                <a:lnTo>
                  <a:pt x="368533" y="44420"/>
                </a:lnTo>
                <a:lnTo>
                  <a:pt x="368906" y="44351"/>
                </a:lnTo>
                <a:lnTo>
                  <a:pt x="369284" y="44290"/>
                </a:lnTo>
                <a:lnTo>
                  <a:pt x="369669" y="44236"/>
                </a:lnTo>
                <a:lnTo>
                  <a:pt x="370060" y="44189"/>
                </a:lnTo>
                <a:lnTo>
                  <a:pt x="370457" y="44149"/>
                </a:lnTo>
                <a:lnTo>
                  <a:pt x="370860" y="44116"/>
                </a:lnTo>
                <a:lnTo>
                  <a:pt x="371269" y="44091"/>
                </a:lnTo>
                <a:lnTo>
                  <a:pt x="371683" y="44073"/>
                </a:lnTo>
                <a:lnTo>
                  <a:pt x="372104" y="44062"/>
                </a:lnTo>
                <a:lnTo>
                  <a:pt x="372531" y="44059"/>
                </a:lnTo>
                <a:lnTo>
                  <a:pt x="372958" y="44062"/>
                </a:lnTo>
                <a:lnTo>
                  <a:pt x="373379" y="44073"/>
                </a:lnTo>
                <a:lnTo>
                  <a:pt x="373794" y="44091"/>
                </a:lnTo>
                <a:lnTo>
                  <a:pt x="374204" y="44116"/>
                </a:lnTo>
                <a:lnTo>
                  <a:pt x="374608" y="44149"/>
                </a:lnTo>
                <a:lnTo>
                  <a:pt x="375006" y="44189"/>
                </a:lnTo>
                <a:lnTo>
                  <a:pt x="375399" y="44236"/>
                </a:lnTo>
                <a:lnTo>
                  <a:pt x="375786" y="44290"/>
                </a:lnTo>
                <a:lnTo>
                  <a:pt x="376167" y="44351"/>
                </a:lnTo>
                <a:lnTo>
                  <a:pt x="376542" y="44420"/>
                </a:lnTo>
                <a:lnTo>
                  <a:pt x="376912" y="44495"/>
                </a:lnTo>
                <a:lnTo>
                  <a:pt x="377276" y="44578"/>
                </a:lnTo>
                <a:lnTo>
                  <a:pt x="377634" y="44669"/>
                </a:lnTo>
                <a:lnTo>
                  <a:pt x="377986" y="44766"/>
                </a:lnTo>
                <a:lnTo>
                  <a:pt x="378333" y="44871"/>
                </a:lnTo>
                <a:lnTo>
                  <a:pt x="378674" y="44982"/>
                </a:lnTo>
                <a:lnTo>
                  <a:pt x="379009" y="45102"/>
                </a:lnTo>
                <a:lnTo>
                  <a:pt x="379339" y="45228"/>
                </a:lnTo>
                <a:lnTo>
                  <a:pt x="379663" y="45361"/>
                </a:lnTo>
                <a:lnTo>
                  <a:pt x="379981" y="45502"/>
                </a:lnTo>
                <a:lnTo>
                  <a:pt x="380293" y="45650"/>
                </a:lnTo>
                <a:lnTo>
                  <a:pt x="380600" y="45805"/>
                </a:lnTo>
                <a:lnTo>
                  <a:pt x="380901" y="45968"/>
                </a:lnTo>
                <a:lnTo>
                  <a:pt x="381196" y="46137"/>
                </a:lnTo>
                <a:lnTo>
                  <a:pt x="381486" y="46312"/>
                </a:lnTo>
                <a:lnTo>
                  <a:pt x="381771" y="46492"/>
                </a:lnTo>
                <a:lnTo>
                  <a:pt x="382051" y="46675"/>
                </a:lnTo>
                <a:lnTo>
                  <a:pt x="382326" y="46863"/>
                </a:lnTo>
                <a:lnTo>
                  <a:pt x="382596" y="47055"/>
                </a:lnTo>
                <a:lnTo>
                  <a:pt x="382861" y="47251"/>
                </a:lnTo>
                <a:lnTo>
                  <a:pt x="383121" y="47452"/>
                </a:lnTo>
                <a:lnTo>
                  <a:pt x="383376" y="47657"/>
                </a:lnTo>
                <a:lnTo>
                  <a:pt x="383627" y="47866"/>
                </a:lnTo>
                <a:lnTo>
                  <a:pt x="383872" y="48079"/>
                </a:lnTo>
                <a:lnTo>
                  <a:pt x="384112" y="48296"/>
                </a:lnTo>
                <a:lnTo>
                  <a:pt x="384347" y="48518"/>
                </a:lnTo>
                <a:lnTo>
                  <a:pt x="384578" y="48744"/>
                </a:lnTo>
                <a:lnTo>
                  <a:pt x="384803" y="48974"/>
                </a:lnTo>
                <a:lnTo>
                  <a:pt x="385023" y="49209"/>
                </a:lnTo>
                <a:lnTo>
                  <a:pt x="385238" y="49447"/>
                </a:lnTo>
                <a:lnTo>
                  <a:pt x="385449" y="49690"/>
                </a:lnTo>
                <a:lnTo>
                  <a:pt x="385654" y="49937"/>
                </a:lnTo>
                <a:lnTo>
                  <a:pt x="385855" y="50189"/>
                </a:lnTo>
                <a:lnTo>
                  <a:pt x="386050" y="50444"/>
                </a:lnTo>
                <a:lnTo>
                  <a:pt x="386240" y="50704"/>
                </a:lnTo>
                <a:lnTo>
                  <a:pt x="386426" y="50968"/>
                </a:lnTo>
                <a:lnTo>
                  <a:pt x="386606" y="51236"/>
                </a:lnTo>
                <a:lnTo>
                  <a:pt x="386782" y="51509"/>
                </a:lnTo>
                <a:lnTo>
                  <a:pt x="386953" y="51785"/>
                </a:lnTo>
                <a:lnTo>
                  <a:pt x="387120" y="52065"/>
                </a:lnTo>
                <a:lnTo>
                  <a:pt x="387282" y="52348"/>
                </a:lnTo>
                <a:lnTo>
                  <a:pt x="387441" y="52635"/>
                </a:lnTo>
                <a:lnTo>
                  <a:pt x="387595" y="52925"/>
                </a:lnTo>
                <a:lnTo>
                  <a:pt x="387745" y="53219"/>
                </a:lnTo>
                <a:lnTo>
                  <a:pt x="387891" y="53516"/>
                </a:lnTo>
                <a:lnTo>
                  <a:pt x="388032" y="53816"/>
                </a:lnTo>
                <a:lnTo>
                  <a:pt x="388169" y="54120"/>
                </a:lnTo>
                <a:lnTo>
                  <a:pt x="388302" y="54428"/>
                </a:lnTo>
                <a:lnTo>
                  <a:pt x="388431" y="54739"/>
                </a:lnTo>
                <a:lnTo>
                  <a:pt x="388555" y="55054"/>
                </a:lnTo>
                <a:lnTo>
                  <a:pt x="388676" y="55372"/>
                </a:lnTo>
                <a:lnTo>
                  <a:pt x="388792" y="55693"/>
                </a:lnTo>
                <a:lnTo>
                  <a:pt x="388904" y="56019"/>
                </a:lnTo>
                <a:lnTo>
                  <a:pt x="389011" y="56347"/>
                </a:lnTo>
                <a:lnTo>
                  <a:pt x="389114" y="56679"/>
                </a:lnTo>
                <a:lnTo>
                  <a:pt x="389214" y="57015"/>
                </a:lnTo>
                <a:lnTo>
                  <a:pt x="389308" y="57354"/>
                </a:lnTo>
                <a:lnTo>
                  <a:pt x="389399" y="57696"/>
                </a:lnTo>
                <a:lnTo>
                  <a:pt x="389485" y="58042"/>
                </a:lnTo>
                <a:lnTo>
                  <a:pt x="389568" y="58392"/>
                </a:lnTo>
                <a:lnTo>
                  <a:pt x="389645" y="58745"/>
                </a:lnTo>
                <a:lnTo>
                  <a:pt x="389719" y="59101"/>
                </a:lnTo>
                <a:lnTo>
                  <a:pt x="389789" y="59460"/>
                </a:lnTo>
                <a:lnTo>
                  <a:pt x="389856" y="59818"/>
                </a:lnTo>
                <a:lnTo>
                  <a:pt x="389920" y="60178"/>
                </a:lnTo>
                <a:lnTo>
                  <a:pt x="389982" y="60537"/>
                </a:lnTo>
                <a:lnTo>
                  <a:pt x="390040" y="60898"/>
                </a:lnTo>
                <a:lnTo>
                  <a:pt x="390095" y="61259"/>
                </a:lnTo>
                <a:lnTo>
                  <a:pt x="390147" y="61620"/>
                </a:lnTo>
                <a:lnTo>
                  <a:pt x="390196" y="61982"/>
                </a:lnTo>
                <a:lnTo>
                  <a:pt x="390243" y="62344"/>
                </a:lnTo>
                <a:lnTo>
                  <a:pt x="390286" y="62707"/>
                </a:lnTo>
                <a:lnTo>
                  <a:pt x="390326" y="63070"/>
                </a:lnTo>
                <a:lnTo>
                  <a:pt x="390363" y="63434"/>
                </a:lnTo>
                <a:lnTo>
                  <a:pt x="390398" y="63798"/>
                </a:lnTo>
                <a:lnTo>
                  <a:pt x="390429" y="64163"/>
                </a:lnTo>
                <a:lnTo>
                  <a:pt x="390457" y="64528"/>
                </a:lnTo>
                <a:lnTo>
                  <a:pt x="390483" y="64894"/>
                </a:lnTo>
                <a:lnTo>
                  <a:pt x="390505" y="65260"/>
                </a:lnTo>
                <a:lnTo>
                  <a:pt x="390524" y="65627"/>
                </a:lnTo>
                <a:lnTo>
                  <a:pt x="390541" y="65995"/>
                </a:lnTo>
                <a:lnTo>
                  <a:pt x="390554" y="66362"/>
                </a:lnTo>
                <a:lnTo>
                  <a:pt x="390565" y="66731"/>
                </a:lnTo>
                <a:lnTo>
                  <a:pt x="390572" y="67100"/>
                </a:lnTo>
                <a:lnTo>
                  <a:pt x="390577" y="67469"/>
                </a:lnTo>
                <a:lnTo>
                  <a:pt x="390578" y="67839"/>
                </a:lnTo>
                <a:lnTo>
                  <a:pt x="390577" y="68208"/>
                </a:lnTo>
                <a:lnTo>
                  <a:pt x="390572" y="68577"/>
                </a:lnTo>
                <a:lnTo>
                  <a:pt x="390565" y="68946"/>
                </a:lnTo>
                <a:lnTo>
                  <a:pt x="390554" y="69313"/>
                </a:lnTo>
                <a:lnTo>
                  <a:pt x="390541" y="69680"/>
                </a:lnTo>
                <a:lnTo>
                  <a:pt x="390524" y="70046"/>
                </a:lnTo>
                <a:lnTo>
                  <a:pt x="390505" y="70411"/>
                </a:lnTo>
                <a:lnTo>
                  <a:pt x="390483" y="70775"/>
                </a:lnTo>
                <a:lnTo>
                  <a:pt x="390457" y="71139"/>
                </a:lnTo>
                <a:lnTo>
                  <a:pt x="390429" y="71502"/>
                </a:lnTo>
                <a:lnTo>
                  <a:pt x="390398" y="71864"/>
                </a:lnTo>
                <a:lnTo>
                  <a:pt x="390363" y="72226"/>
                </a:lnTo>
                <a:lnTo>
                  <a:pt x="390326" y="72587"/>
                </a:lnTo>
                <a:lnTo>
                  <a:pt x="390286" y="72947"/>
                </a:lnTo>
                <a:lnTo>
                  <a:pt x="390243" y="73306"/>
                </a:lnTo>
                <a:lnTo>
                  <a:pt x="390196" y="73665"/>
                </a:lnTo>
                <a:lnTo>
                  <a:pt x="390147" y="74022"/>
                </a:lnTo>
                <a:lnTo>
                  <a:pt x="390095" y="74379"/>
                </a:lnTo>
                <a:lnTo>
                  <a:pt x="390040" y="74736"/>
                </a:lnTo>
                <a:lnTo>
                  <a:pt x="389982" y="75091"/>
                </a:lnTo>
                <a:lnTo>
                  <a:pt x="389920" y="75446"/>
                </a:lnTo>
                <a:lnTo>
                  <a:pt x="389856" y="75800"/>
                </a:lnTo>
                <a:lnTo>
                  <a:pt x="389789" y="76154"/>
                </a:lnTo>
                <a:lnTo>
                  <a:pt x="389719" y="76506"/>
                </a:lnTo>
                <a:lnTo>
                  <a:pt x="389645" y="76857"/>
                </a:lnTo>
                <a:lnTo>
                  <a:pt x="389568" y="77204"/>
                </a:lnTo>
                <a:lnTo>
                  <a:pt x="389485" y="77549"/>
                </a:lnTo>
                <a:lnTo>
                  <a:pt x="389399" y="77891"/>
                </a:lnTo>
                <a:lnTo>
                  <a:pt x="389308" y="78229"/>
                </a:lnTo>
                <a:lnTo>
                  <a:pt x="389214" y="78565"/>
                </a:lnTo>
                <a:lnTo>
                  <a:pt x="389114" y="78898"/>
                </a:lnTo>
                <a:lnTo>
                  <a:pt x="389011" y="79227"/>
                </a:lnTo>
                <a:lnTo>
                  <a:pt x="388904" y="79554"/>
                </a:lnTo>
                <a:lnTo>
                  <a:pt x="388792" y="79878"/>
                </a:lnTo>
                <a:lnTo>
                  <a:pt x="388676" y="80199"/>
                </a:lnTo>
                <a:lnTo>
                  <a:pt x="388555" y="80516"/>
                </a:lnTo>
                <a:lnTo>
                  <a:pt x="388431" y="80831"/>
                </a:lnTo>
                <a:lnTo>
                  <a:pt x="388302" y="81143"/>
                </a:lnTo>
                <a:lnTo>
                  <a:pt x="388169" y="81452"/>
                </a:lnTo>
                <a:lnTo>
                  <a:pt x="388032" y="81758"/>
                </a:lnTo>
                <a:lnTo>
                  <a:pt x="387891" y="82061"/>
                </a:lnTo>
                <a:lnTo>
                  <a:pt x="387745" y="82361"/>
                </a:lnTo>
                <a:lnTo>
                  <a:pt x="387595" y="82658"/>
                </a:lnTo>
                <a:lnTo>
                  <a:pt x="387441" y="82952"/>
                </a:lnTo>
                <a:lnTo>
                  <a:pt x="387282" y="83243"/>
                </a:lnTo>
                <a:lnTo>
                  <a:pt x="387120" y="83531"/>
                </a:lnTo>
                <a:lnTo>
                  <a:pt x="386953" y="83816"/>
                </a:lnTo>
                <a:lnTo>
                  <a:pt x="386782" y="84098"/>
                </a:lnTo>
                <a:lnTo>
                  <a:pt x="386606" y="84377"/>
                </a:lnTo>
                <a:lnTo>
                  <a:pt x="386426" y="84650"/>
                </a:lnTo>
                <a:lnTo>
                  <a:pt x="386240" y="84919"/>
                </a:lnTo>
                <a:lnTo>
                  <a:pt x="386050" y="85183"/>
                </a:lnTo>
                <a:lnTo>
                  <a:pt x="385855" y="85442"/>
                </a:lnTo>
                <a:lnTo>
                  <a:pt x="385654" y="85696"/>
                </a:lnTo>
                <a:lnTo>
                  <a:pt x="385449" y="85946"/>
                </a:lnTo>
                <a:lnTo>
                  <a:pt x="385238" y="86191"/>
                </a:lnTo>
                <a:lnTo>
                  <a:pt x="385023" y="86431"/>
                </a:lnTo>
                <a:lnTo>
                  <a:pt x="384803" y="86667"/>
                </a:lnTo>
                <a:lnTo>
                  <a:pt x="384578" y="86898"/>
                </a:lnTo>
                <a:lnTo>
                  <a:pt x="384347" y="87124"/>
                </a:lnTo>
                <a:lnTo>
                  <a:pt x="384112" y="87346"/>
                </a:lnTo>
                <a:lnTo>
                  <a:pt x="383872" y="87562"/>
                </a:lnTo>
                <a:lnTo>
                  <a:pt x="383627" y="87774"/>
                </a:lnTo>
                <a:lnTo>
                  <a:pt x="383376" y="87982"/>
                </a:lnTo>
                <a:lnTo>
                  <a:pt x="383121" y="88184"/>
                </a:lnTo>
                <a:lnTo>
                  <a:pt x="382861" y="88382"/>
                </a:lnTo>
                <a:lnTo>
                  <a:pt x="382596" y="88575"/>
                </a:lnTo>
                <a:lnTo>
                  <a:pt x="382326" y="88764"/>
                </a:lnTo>
                <a:lnTo>
                  <a:pt x="382051" y="88947"/>
                </a:lnTo>
                <a:lnTo>
                  <a:pt x="381771" y="89126"/>
                </a:lnTo>
                <a:lnTo>
                  <a:pt x="381486" y="89301"/>
                </a:lnTo>
                <a:lnTo>
                  <a:pt x="381196" y="89470"/>
                </a:lnTo>
                <a:lnTo>
                  <a:pt x="380901" y="89634"/>
                </a:lnTo>
                <a:lnTo>
                  <a:pt x="380600" y="89790"/>
                </a:lnTo>
                <a:lnTo>
                  <a:pt x="380293" y="89940"/>
                </a:lnTo>
                <a:lnTo>
                  <a:pt x="379981" y="90083"/>
                </a:lnTo>
                <a:lnTo>
                  <a:pt x="379663" y="90218"/>
                </a:lnTo>
                <a:lnTo>
                  <a:pt x="379339" y="90347"/>
                </a:lnTo>
                <a:lnTo>
                  <a:pt x="379009" y="90469"/>
                </a:lnTo>
                <a:lnTo>
                  <a:pt x="378674" y="90584"/>
                </a:lnTo>
                <a:lnTo>
                  <a:pt x="378333" y="90692"/>
                </a:lnTo>
                <a:lnTo>
                  <a:pt x="377986" y="90792"/>
                </a:lnTo>
                <a:lnTo>
                  <a:pt x="377634" y="90886"/>
                </a:lnTo>
                <a:lnTo>
                  <a:pt x="377276" y="90973"/>
                </a:lnTo>
                <a:lnTo>
                  <a:pt x="376912" y="91053"/>
                </a:lnTo>
                <a:lnTo>
                  <a:pt x="376542" y="91126"/>
                </a:lnTo>
                <a:lnTo>
                  <a:pt x="376167" y="91193"/>
                </a:lnTo>
                <a:lnTo>
                  <a:pt x="375786" y="91252"/>
                </a:lnTo>
                <a:lnTo>
                  <a:pt x="375399" y="91304"/>
                </a:lnTo>
                <a:lnTo>
                  <a:pt x="375006" y="91349"/>
                </a:lnTo>
                <a:lnTo>
                  <a:pt x="374608" y="91387"/>
                </a:lnTo>
                <a:lnTo>
                  <a:pt x="374204" y="91419"/>
                </a:lnTo>
                <a:lnTo>
                  <a:pt x="373794" y="91443"/>
                </a:lnTo>
                <a:lnTo>
                  <a:pt x="373379" y="91460"/>
                </a:lnTo>
                <a:lnTo>
                  <a:pt x="372958" y="91471"/>
                </a:lnTo>
                <a:lnTo>
                  <a:pt x="372531" y="91474"/>
                </a:lnTo>
                <a:lnTo>
                  <a:pt x="372104" y="91471"/>
                </a:lnTo>
                <a:lnTo>
                  <a:pt x="371683" y="91460"/>
                </a:lnTo>
                <a:lnTo>
                  <a:pt x="371269" y="91443"/>
                </a:lnTo>
                <a:lnTo>
                  <a:pt x="370860" y="91419"/>
                </a:lnTo>
                <a:lnTo>
                  <a:pt x="370457" y="91387"/>
                </a:lnTo>
                <a:lnTo>
                  <a:pt x="370060" y="91349"/>
                </a:lnTo>
                <a:lnTo>
                  <a:pt x="369669" y="91304"/>
                </a:lnTo>
                <a:lnTo>
                  <a:pt x="369284" y="91252"/>
                </a:lnTo>
                <a:lnTo>
                  <a:pt x="368906" y="91193"/>
                </a:lnTo>
                <a:lnTo>
                  <a:pt x="368533" y="91126"/>
                </a:lnTo>
                <a:lnTo>
                  <a:pt x="368166" y="91053"/>
                </a:lnTo>
                <a:lnTo>
                  <a:pt x="367805" y="90973"/>
                </a:lnTo>
                <a:lnTo>
                  <a:pt x="367449" y="90886"/>
                </a:lnTo>
                <a:lnTo>
                  <a:pt x="367100" y="90792"/>
                </a:lnTo>
                <a:lnTo>
                  <a:pt x="366757" y="90692"/>
                </a:lnTo>
                <a:lnTo>
                  <a:pt x="366420" y="90584"/>
                </a:lnTo>
                <a:lnTo>
                  <a:pt x="366089" y="90469"/>
                </a:lnTo>
                <a:lnTo>
                  <a:pt x="365764" y="90347"/>
                </a:lnTo>
                <a:lnTo>
                  <a:pt x="365444" y="90218"/>
                </a:lnTo>
                <a:lnTo>
                  <a:pt x="365131" y="90083"/>
                </a:lnTo>
                <a:lnTo>
                  <a:pt x="364824" y="89940"/>
                </a:lnTo>
                <a:lnTo>
                  <a:pt x="364522" y="89790"/>
                </a:lnTo>
                <a:lnTo>
                  <a:pt x="364227" y="89634"/>
                </a:lnTo>
                <a:lnTo>
                  <a:pt x="363937" y="89470"/>
                </a:lnTo>
                <a:lnTo>
                  <a:pt x="363653" y="89301"/>
                </a:lnTo>
                <a:lnTo>
                  <a:pt x="363374" y="89126"/>
                </a:lnTo>
                <a:lnTo>
                  <a:pt x="363099" y="88947"/>
                </a:lnTo>
                <a:lnTo>
                  <a:pt x="362829" y="88764"/>
                </a:lnTo>
                <a:lnTo>
                  <a:pt x="362564" y="88575"/>
                </a:lnTo>
                <a:lnTo>
                  <a:pt x="362303" y="88382"/>
                </a:lnTo>
                <a:lnTo>
                  <a:pt x="362048" y="88184"/>
                </a:lnTo>
                <a:lnTo>
                  <a:pt x="361797" y="87982"/>
                </a:lnTo>
                <a:lnTo>
                  <a:pt x="361550" y="87774"/>
                </a:lnTo>
                <a:lnTo>
                  <a:pt x="361309" y="87562"/>
                </a:lnTo>
                <a:lnTo>
                  <a:pt x="361072" y="87346"/>
                </a:lnTo>
                <a:lnTo>
                  <a:pt x="360839" y="87124"/>
                </a:lnTo>
                <a:lnTo>
                  <a:pt x="360612" y="86898"/>
                </a:lnTo>
                <a:lnTo>
                  <a:pt x="360389" y="86667"/>
                </a:lnTo>
                <a:lnTo>
                  <a:pt x="360171" y="86431"/>
                </a:lnTo>
                <a:lnTo>
                  <a:pt x="359958" y="86191"/>
                </a:lnTo>
                <a:lnTo>
                  <a:pt x="359749" y="85946"/>
                </a:lnTo>
                <a:lnTo>
                  <a:pt x="359545" y="85696"/>
                </a:lnTo>
                <a:lnTo>
                  <a:pt x="359346" y="85442"/>
                </a:lnTo>
                <a:lnTo>
                  <a:pt x="359152" y="85183"/>
                </a:lnTo>
                <a:lnTo>
                  <a:pt x="358962" y="84919"/>
                </a:lnTo>
                <a:lnTo>
                  <a:pt x="358777" y="84650"/>
                </a:lnTo>
                <a:lnTo>
                  <a:pt x="358597" y="84377"/>
                </a:lnTo>
                <a:lnTo>
                  <a:pt x="358421" y="84098"/>
                </a:lnTo>
                <a:lnTo>
                  <a:pt x="358250" y="83816"/>
                </a:lnTo>
                <a:lnTo>
                  <a:pt x="358084" y="83531"/>
                </a:lnTo>
                <a:lnTo>
                  <a:pt x="357921" y="83243"/>
                </a:lnTo>
                <a:lnTo>
                  <a:pt x="357763" y="82952"/>
                </a:lnTo>
                <a:lnTo>
                  <a:pt x="357609" y="82658"/>
                </a:lnTo>
                <a:lnTo>
                  <a:pt x="357459" y="82361"/>
                </a:lnTo>
                <a:lnTo>
                  <a:pt x="357314" y="82061"/>
                </a:lnTo>
                <a:lnTo>
                  <a:pt x="357172" y="81758"/>
                </a:lnTo>
                <a:lnTo>
                  <a:pt x="357035" y="81452"/>
                </a:lnTo>
                <a:lnTo>
                  <a:pt x="356902" y="81143"/>
                </a:lnTo>
                <a:lnTo>
                  <a:pt x="356774" y="80831"/>
                </a:lnTo>
                <a:lnTo>
                  <a:pt x="356649" y="80516"/>
                </a:lnTo>
                <a:lnTo>
                  <a:pt x="356529" y="80199"/>
                </a:lnTo>
                <a:lnTo>
                  <a:pt x="356413" y="79878"/>
                </a:lnTo>
                <a:lnTo>
                  <a:pt x="356302" y="79554"/>
                </a:lnTo>
                <a:lnTo>
                  <a:pt x="356194" y="79227"/>
                </a:lnTo>
                <a:lnTo>
                  <a:pt x="356091" y="78898"/>
                </a:lnTo>
                <a:lnTo>
                  <a:pt x="355992" y="78565"/>
                </a:lnTo>
                <a:lnTo>
                  <a:pt x="355897" y="78229"/>
                </a:lnTo>
                <a:lnTo>
                  <a:pt x="355806" y="77891"/>
                </a:lnTo>
                <a:lnTo>
                  <a:pt x="355720" y="77549"/>
                </a:lnTo>
                <a:lnTo>
                  <a:pt x="355638" y="77204"/>
                </a:lnTo>
                <a:lnTo>
                  <a:pt x="355560" y="76857"/>
                </a:lnTo>
                <a:lnTo>
                  <a:pt x="355486" y="76506"/>
                </a:lnTo>
                <a:lnTo>
                  <a:pt x="355416" y="76154"/>
                </a:lnTo>
                <a:lnTo>
                  <a:pt x="355349" y="75800"/>
                </a:lnTo>
                <a:lnTo>
                  <a:pt x="355285" y="75446"/>
                </a:lnTo>
                <a:lnTo>
                  <a:pt x="355224" y="75091"/>
                </a:lnTo>
                <a:lnTo>
                  <a:pt x="355166" y="74736"/>
                </a:lnTo>
                <a:lnTo>
                  <a:pt x="355110" y="74379"/>
                </a:lnTo>
                <a:lnTo>
                  <a:pt x="355058" y="74022"/>
                </a:lnTo>
                <a:lnTo>
                  <a:pt x="355009" y="73665"/>
                </a:lnTo>
                <a:lnTo>
                  <a:pt x="354963" y="73306"/>
                </a:lnTo>
                <a:lnTo>
                  <a:pt x="354920" y="72947"/>
                </a:lnTo>
                <a:lnTo>
                  <a:pt x="354879" y="72587"/>
                </a:lnTo>
                <a:lnTo>
                  <a:pt x="354842" y="72226"/>
                </a:lnTo>
                <a:lnTo>
                  <a:pt x="354808" y="71864"/>
                </a:lnTo>
                <a:lnTo>
                  <a:pt x="354776" y="71502"/>
                </a:lnTo>
                <a:lnTo>
                  <a:pt x="354748" y="71139"/>
                </a:lnTo>
                <a:lnTo>
                  <a:pt x="354723" y="70775"/>
                </a:lnTo>
                <a:lnTo>
                  <a:pt x="354700" y="70411"/>
                </a:lnTo>
                <a:lnTo>
                  <a:pt x="354681" y="70046"/>
                </a:lnTo>
                <a:lnTo>
                  <a:pt x="354665" y="69680"/>
                </a:lnTo>
                <a:lnTo>
                  <a:pt x="354651" y="69313"/>
                </a:lnTo>
                <a:lnTo>
                  <a:pt x="354641" y="68946"/>
                </a:lnTo>
                <a:lnTo>
                  <a:pt x="354633" y="68577"/>
                </a:lnTo>
                <a:lnTo>
                  <a:pt x="354629" y="68208"/>
                </a:lnTo>
                <a:lnTo>
                  <a:pt x="354627" y="67839"/>
                </a:lnTo>
                <a:lnTo>
                  <a:pt x="354629" y="67469"/>
                </a:lnTo>
                <a:lnTo>
                  <a:pt x="354633" y="67100"/>
                </a:lnTo>
                <a:lnTo>
                  <a:pt x="354641" y="66731"/>
                </a:lnTo>
                <a:lnTo>
                  <a:pt x="354651" y="66362"/>
                </a:lnTo>
                <a:close/>
                <a:moveTo>
                  <a:pt x="666118" y="71472"/>
                </a:moveTo>
                <a:lnTo>
                  <a:pt x="666170" y="72181"/>
                </a:lnTo>
                <a:lnTo>
                  <a:pt x="666232" y="72883"/>
                </a:lnTo>
                <a:lnTo>
                  <a:pt x="666303" y="73579"/>
                </a:lnTo>
                <a:lnTo>
                  <a:pt x="666383" y="74270"/>
                </a:lnTo>
                <a:lnTo>
                  <a:pt x="666473" y="74954"/>
                </a:lnTo>
                <a:lnTo>
                  <a:pt x="666572" y="75633"/>
                </a:lnTo>
                <a:lnTo>
                  <a:pt x="666681" y="76305"/>
                </a:lnTo>
                <a:lnTo>
                  <a:pt x="666799" y="76972"/>
                </a:lnTo>
                <a:lnTo>
                  <a:pt x="666926" y="77632"/>
                </a:lnTo>
                <a:lnTo>
                  <a:pt x="667063" y="78287"/>
                </a:lnTo>
                <a:lnTo>
                  <a:pt x="667210" y="78935"/>
                </a:lnTo>
                <a:lnTo>
                  <a:pt x="667366" y="79578"/>
                </a:lnTo>
                <a:lnTo>
                  <a:pt x="667531" y="80214"/>
                </a:lnTo>
                <a:lnTo>
                  <a:pt x="667706" y="80845"/>
                </a:lnTo>
                <a:lnTo>
                  <a:pt x="667890" y="81470"/>
                </a:lnTo>
                <a:lnTo>
                  <a:pt x="668084" y="82088"/>
                </a:lnTo>
                <a:lnTo>
                  <a:pt x="668287" y="82701"/>
                </a:lnTo>
                <a:lnTo>
                  <a:pt x="668499" y="83308"/>
                </a:lnTo>
                <a:lnTo>
                  <a:pt x="668721" y="83908"/>
                </a:lnTo>
                <a:lnTo>
                  <a:pt x="668952" y="84502"/>
                </a:lnTo>
                <a:lnTo>
                  <a:pt x="669191" y="85089"/>
                </a:lnTo>
                <a:lnTo>
                  <a:pt x="669437" y="85669"/>
                </a:lnTo>
                <a:lnTo>
                  <a:pt x="669692" y="86241"/>
                </a:lnTo>
                <a:lnTo>
                  <a:pt x="669954" y="86807"/>
                </a:lnTo>
                <a:lnTo>
                  <a:pt x="670225" y="87365"/>
                </a:lnTo>
                <a:lnTo>
                  <a:pt x="670503" y="87916"/>
                </a:lnTo>
                <a:lnTo>
                  <a:pt x="670790" y="88459"/>
                </a:lnTo>
                <a:lnTo>
                  <a:pt x="671084" y="88996"/>
                </a:lnTo>
                <a:lnTo>
                  <a:pt x="671387" y="89525"/>
                </a:lnTo>
                <a:lnTo>
                  <a:pt x="671697" y="90047"/>
                </a:lnTo>
                <a:lnTo>
                  <a:pt x="672015" y="90561"/>
                </a:lnTo>
                <a:lnTo>
                  <a:pt x="672342" y="91069"/>
                </a:lnTo>
                <a:lnTo>
                  <a:pt x="672676" y="91569"/>
                </a:lnTo>
                <a:lnTo>
                  <a:pt x="673018" y="92062"/>
                </a:lnTo>
                <a:lnTo>
                  <a:pt x="673368" y="92548"/>
                </a:lnTo>
                <a:lnTo>
                  <a:pt x="673726" y="93027"/>
                </a:lnTo>
                <a:lnTo>
                  <a:pt x="674092" y="93498"/>
                </a:lnTo>
                <a:lnTo>
                  <a:pt x="674466" y="93962"/>
                </a:lnTo>
                <a:lnTo>
                  <a:pt x="674848" y="94419"/>
                </a:lnTo>
                <a:lnTo>
                  <a:pt x="675238" y="94869"/>
                </a:lnTo>
                <a:lnTo>
                  <a:pt x="675636" y="95312"/>
                </a:lnTo>
                <a:lnTo>
                  <a:pt x="676042" y="95747"/>
                </a:lnTo>
                <a:lnTo>
                  <a:pt x="676456" y="96175"/>
                </a:lnTo>
                <a:lnTo>
                  <a:pt x="676877" y="96596"/>
                </a:lnTo>
                <a:lnTo>
                  <a:pt x="677305" y="97008"/>
                </a:lnTo>
                <a:lnTo>
                  <a:pt x="677740" y="97411"/>
                </a:lnTo>
                <a:lnTo>
                  <a:pt x="678182" y="97807"/>
                </a:lnTo>
                <a:lnTo>
                  <a:pt x="678632" y="98194"/>
                </a:lnTo>
                <a:lnTo>
                  <a:pt x="679088" y="98574"/>
                </a:lnTo>
                <a:lnTo>
                  <a:pt x="679551" y="98944"/>
                </a:lnTo>
                <a:lnTo>
                  <a:pt x="680021" y="99307"/>
                </a:lnTo>
                <a:lnTo>
                  <a:pt x="680497" y="99662"/>
                </a:lnTo>
                <a:lnTo>
                  <a:pt x="680981" y="100008"/>
                </a:lnTo>
                <a:lnTo>
                  <a:pt x="681472" y="100346"/>
                </a:lnTo>
                <a:lnTo>
                  <a:pt x="681970" y="100676"/>
                </a:lnTo>
                <a:lnTo>
                  <a:pt x="682475" y="100998"/>
                </a:lnTo>
                <a:lnTo>
                  <a:pt x="682987" y="101311"/>
                </a:lnTo>
                <a:lnTo>
                  <a:pt x="683505" y="101617"/>
                </a:lnTo>
                <a:lnTo>
                  <a:pt x="684031" y="101914"/>
                </a:lnTo>
                <a:lnTo>
                  <a:pt x="684563" y="102203"/>
                </a:lnTo>
                <a:lnTo>
                  <a:pt x="685103" y="102483"/>
                </a:lnTo>
                <a:lnTo>
                  <a:pt x="685650" y="102756"/>
                </a:lnTo>
                <a:lnTo>
                  <a:pt x="686203" y="103020"/>
                </a:lnTo>
                <a:lnTo>
                  <a:pt x="686763" y="103276"/>
                </a:lnTo>
                <a:lnTo>
                  <a:pt x="687331" y="103524"/>
                </a:lnTo>
                <a:lnTo>
                  <a:pt x="687905" y="103763"/>
                </a:lnTo>
                <a:lnTo>
                  <a:pt x="688487" y="103995"/>
                </a:lnTo>
                <a:lnTo>
                  <a:pt x="689074" y="104217"/>
                </a:lnTo>
                <a:lnTo>
                  <a:pt x="689668" y="104430"/>
                </a:lnTo>
                <a:lnTo>
                  <a:pt x="690268" y="104634"/>
                </a:lnTo>
                <a:lnTo>
                  <a:pt x="690874" y="104828"/>
                </a:lnTo>
                <a:lnTo>
                  <a:pt x="691486" y="105012"/>
                </a:lnTo>
                <a:lnTo>
                  <a:pt x="692104" y="105187"/>
                </a:lnTo>
                <a:lnTo>
                  <a:pt x="692727" y="105353"/>
                </a:lnTo>
                <a:lnTo>
                  <a:pt x="693357" y="105509"/>
                </a:lnTo>
                <a:lnTo>
                  <a:pt x="693993" y="105656"/>
                </a:lnTo>
                <a:lnTo>
                  <a:pt x="694634" y="105793"/>
                </a:lnTo>
                <a:lnTo>
                  <a:pt x="695282" y="105920"/>
                </a:lnTo>
                <a:lnTo>
                  <a:pt x="695935" y="106039"/>
                </a:lnTo>
                <a:lnTo>
                  <a:pt x="696595" y="106148"/>
                </a:lnTo>
                <a:lnTo>
                  <a:pt x="697260" y="106247"/>
                </a:lnTo>
                <a:lnTo>
                  <a:pt x="697931" y="106337"/>
                </a:lnTo>
                <a:lnTo>
                  <a:pt x="698609" y="106417"/>
                </a:lnTo>
                <a:lnTo>
                  <a:pt x="699292" y="106488"/>
                </a:lnTo>
                <a:lnTo>
                  <a:pt x="699981" y="106550"/>
                </a:lnTo>
                <a:lnTo>
                  <a:pt x="700676" y="106602"/>
                </a:lnTo>
                <a:lnTo>
                  <a:pt x="701377" y="106644"/>
                </a:lnTo>
                <a:lnTo>
                  <a:pt x="702084" y="106677"/>
                </a:lnTo>
                <a:lnTo>
                  <a:pt x="702797" y="106701"/>
                </a:lnTo>
                <a:lnTo>
                  <a:pt x="703516" y="106715"/>
                </a:lnTo>
                <a:lnTo>
                  <a:pt x="704241" y="106720"/>
                </a:lnTo>
                <a:lnTo>
                  <a:pt x="704967" y="106715"/>
                </a:lnTo>
                <a:lnTo>
                  <a:pt x="705686" y="106701"/>
                </a:lnTo>
                <a:lnTo>
                  <a:pt x="706400" y="106677"/>
                </a:lnTo>
                <a:lnTo>
                  <a:pt x="707108" y="106644"/>
                </a:lnTo>
                <a:lnTo>
                  <a:pt x="707811" y="106602"/>
                </a:lnTo>
                <a:lnTo>
                  <a:pt x="708507" y="106550"/>
                </a:lnTo>
                <a:lnTo>
                  <a:pt x="709198" y="106488"/>
                </a:lnTo>
                <a:lnTo>
                  <a:pt x="709883" y="106417"/>
                </a:lnTo>
                <a:lnTo>
                  <a:pt x="710563" y="106337"/>
                </a:lnTo>
                <a:lnTo>
                  <a:pt x="711237" y="106247"/>
                </a:lnTo>
                <a:lnTo>
                  <a:pt x="711905" y="106148"/>
                </a:lnTo>
                <a:lnTo>
                  <a:pt x="712567" y="106039"/>
                </a:lnTo>
                <a:lnTo>
                  <a:pt x="713224" y="105920"/>
                </a:lnTo>
                <a:lnTo>
                  <a:pt x="713874" y="105793"/>
                </a:lnTo>
                <a:lnTo>
                  <a:pt x="714520" y="105656"/>
                </a:lnTo>
                <a:lnTo>
                  <a:pt x="715159" y="105509"/>
                </a:lnTo>
                <a:lnTo>
                  <a:pt x="715793" y="105353"/>
                </a:lnTo>
                <a:lnTo>
                  <a:pt x="716421" y="105187"/>
                </a:lnTo>
                <a:lnTo>
                  <a:pt x="717043" y="105012"/>
                </a:lnTo>
                <a:lnTo>
                  <a:pt x="717660" y="104828"/>
                </a:lnTo>
                <a:lnTo>
                  <a:pt x="718270" y="104634"/>
                </a:lnTo>
                <a:lnTo>
                  <a:pt x="718875" y="104430"/>
                </a:lnTo>
                <a:lnTo>
                  <a:pt x="719475" y="104217"/>
                </a:lnTo>
                <a:lnTo>
                  <a:pt x="720069" y="103995"/>
                </a:lnTo>
                <a:lnTo>
                  <a:pt x="720656" y="103763"/>
                </a:lnTo>
                <a:lnTo>
                  <a:pt x="721236" y="103524"/>
                </a:lnTo>
                <a:lnTo>
                  <a:pt x="721808" y="103276"/>
                </a:lnTo>
                <a:lnTo>
                  <a:pt x="722374" y="103020"/>
                </a:lnTo>
                <a:lnTo>
                  <a:pt x="722932" y="102756"/>
                </a:lnTo>
                <a:lnTo>
                  <a:pt x="723484" y="102483"/>
                </a:lnTo>
                <a:lnTo>
                  <a:pt x="724027" y="102203"/>
                </a:lnTo>
                <a:lnTo>
                  <a:pt x="724564" y="101914"/>
                </a:lnTo>
                <a:lnTo>
                  <a:pt x="725094" y="101617"/>
                </a:lnTo>
                <a:lnTo>
                  <a:pt x="725616" y="101311"/>
                </a:lnTo>
                <a:lnTo>
                  <a:pt x="726131" y="100998"/>
                </a:lnTo>
                <a:lnTo>
                  <a:pt x="726639" y="100676"/>
                </a:lnTo>
                <a:lnTo>
                  <a:pt x="727140" y="100346"/>
                </a:lnTo>
                <a:lnTo>
                  <a:pt x="727633" y="100008"/>
                </a:lnTo>
                <a:lnTo>
                  <a:pt x="728120" y="99662"/>
                </a:lnTo>
                <a:lnTo>
                  <a:pt x="728599" y="99307"/>
                </a:lnTo>
                <a:lnTo>
                  <a:pt x="729070" y="98944"/>
                </a:lnTo>
                <a:lnTo>
                  <a:pt x="729535" y="98574"/>
                </a:lnTo>
                <a:lnTo>
                  <a:pt x="729993" y="98194"/>
                </a:lnTo>
                <a:lnTo>
                  <a:pt x="730443" y="97807"/>
                </a:lnTo>
                <a:lnTo>
                  <a:pt x="730886" y="97411"/>
                </a:lnTo>
                <a:lnTo>
                  <a:pt x="731322" y="97008"/>
                </a:lnTo>
                <a:lnTo>
                  <a:pt x="731750" y="96596"/>
                </a:lnTo>
                <a:lnTo>
                  <a:pt x="732172" y="96175"/>
                </a:lnTo>
                <a:lnTo>
                  <a:pt x="732585" y="95747"/>
                </a:lnTo>
                <a:lnTo>
                  <a:pt x="732991" y="95312"/>
                </a:lnTo>
                <a:lnTo>
                  <a:pt x="733389" y="94869"/>
                </a:lnTo>
                <a:lnTo>
                  <a:pt x="733779" y="94419"/>
                </a:lnTo>
                <a:lnTo>
                  <a:pt x="734161" y="93962"/>
                </a:lnTo>
                <a:lnTo>
                  <a:pt x="734535" y="93498"/>
                </a:lnTo>
                <a:lnTo>
                  <a:pt x="734901" y="93027"/>
                </a:lnTo>
                <a:lnTo>
                  <a:pt x="735259" y="92548"/>
                </a:lnTo>
                <a:lnTo>
                  <a:pt x="735609" y="92062"/>
                </a:lnTo>
                <a:lnTo>
                  <a:pt x="735951" y="91569"/>
                </a:lnTo>
                <a:lnTo>
                  <a:pt x="736286" y="91069"/>
                </a:lnTo>
                <a:lnTo>
                  <a:pt x="736612" y="90561"/>
                </a:lnTo>
                <a:lnTo>
                  <a:pt x="736930" y="90047"/>
                </a:lnTo>
                <a:lnTo>
                  <a:pt x="737240" y="89525"/>
                </a:lnTo>
                <a:lnTo>
                  <a:pt x="737543" y="88996"/>
                </a:lnTo>
                <a:lnTo>
                  <a:pt x="737837" y="88459"/>
                </a:lnTo>
                <a:lnTo>
                  <a:pt x="738124" y="87916"/>
                </a:lnTo>
                <a:lnTo>
                  <a:pt x="738402" y="87365"/>
                </a:lnTo>
                <a:lnTo>
                  <a:pt x="738673" y="86807"/>
                </a:lnTo>
                <a:lnTo>
                  <a:pt x="738935" y="86241"/>
                </a:lnTo>
                <a:lnTo>
                  <a:pt x="739190" y="85669"/>
                </a:lnTo>
                <a:lnTo>
                  <a:pt x="739436" y="85089"/>
                </a:lnTo>
                <a:lnTo>
                  <a:pt x="739675" y="84502"/>
                </a:lnTo>
                <a:lnTo>
                  <a:pt x="739906" y="83908"/>
                </a:lnTo>
                <a:lnTo>
                  <a:pt x="740128" y="83308"/>
                </a:lnTo>
                <a:lnTo>
                  <a:pt x="740340" y="82701"/>
                </a:lnTo>
                <a:lnTo>
                  <a:pt x="740544" y="82088"/>
                </a:lnTo>
                <a:lnTo>
                  <a:pt x="740737" y="81470"/>
                </a:lnTo>
                <a:lnTo>
                  <a:pt x="740921" y="80845"/>
                </a:lnTo>
                <a:lnTo>
                  <a:pt x="741096" y="80214"/>
                </a:lnTo>
                <a:lnTo>
                  <a:pt x="741262" y="79578"/>
                </a:lnTo>
                <a:lnTo>
                  <a:pt x="741417" y="78935"/>
                </a:lnTo>
                <a:lnTo>
                  <a:pt x="741564" y="78287"/>
                </a:lnTo>
                <a:lnTo>
                  <a:pt x="741701" y="77632"/>
                </a:lnTo>
                <a:lnTo>
                  <a:pt x="741828" y="76972"/>
                </a:lnTo>
                <a:lnTo>
                  <a:pt x="741947" y="76305"/>
                </a:lnTo>
                <a:lnTo>
                  <a:pt x="742055" y="75633"/>
                </a:lnTo>
                <a:lnTo>
                  <a:pt x="742154" y="74954"/>
                </a:lnTo>
                <a:lnTo>
                  <a:pt x="742244" y="74270"/>
                </a:lnTo>
                <a:lnTo>
                  <a:pt x="742324" y="73579"/>
                </a:lnTo>
                <a:lnTo>
                  <a:pt x="742395" y="72883"/>
                </a:lnTo>
                <a:lnTo>
                  <a:pt x="742457" y="72181"/>
                </a:lnTo>
                <a:lnTo>
                  <a:pt x="742509" y="71472"/>
                </a:lnTo>
                <a:lnTo>
                  <a:pt x="742551" y="70758"/>
                </a:lnTo>
                <a:lnTo>
                  <a:pt x="742584" y="70038"/>
                </a:lnTo>
                <a:lnTo>
                  <a:pt x="742608" y="69311"/>
                </a:lnTo>
                <a:lnTo>
                  <a:pt x="742622" y="68579"/>
                </a:lnTo>
                <a:lnTo>
                  <a:pt x="742627" y="67841"/>
                </a:lnTo>
                <a:lnTo>
                  <a:pt x="742622" y="67102"/>
                </a:lnTo>
                <a:lnTo>
                  <a:pt x="742608" y="66370"/>
                </a:lnTo>
                <a:lnTo>
                  <a:pt x="742584" y="65643"/>
                </a:lnTo>
                <a:lnTo>
                  <a:pt x="742551" y="64922"/>
                </a:lnTo>
                <a:lnTo>
                  <a:pt x="742509" y="64206"/>
                </a:lnTo>
                <a:lnTo>
                  <a:pt x="742457" y="63497"/>
                </a:lnTo>
                <a:lnTo>
                  <a:pt x="742395" y="62793"/>
                </a:lnTo>
                <a:lnTo>
                  <a:pt x="742324" y="62094"/>
                </a:lnTo>
                <a:lnTo>
                  <a:pt x="742244" y="61402"/>
                </a:lnTo>
                <a:lnTo>
                  <a:pt x="742154" y="60715"/>
                </a:lnTo>
                <a:lnTo>
                  <a:pt x="742055" y="60034"/>
                </a:lnTo>
                <a:lnTo>
                  <a:pt x="741947" y="59359"/>
                </a:lnTo>
                <a:lnTo>
                  <a:pt x="741828" y="58689"/>
                </a:lnTo>
                <a:lnTo>
                  <a:pt x="741701" y="58025"/>
                </a:lnTo>
                <a:lnTo>
                  <a:pt x="741564" y="57367"/>
                </a:lnTo>
                <a:lnTo>
                  <a:pt x="741417" y="56714"/>
                </a:lnTo>
                <a:lnTo>
                  <a:pt x="741262" y="56068"/>
                </a:lnTo>
                <a:lnTo>
                  <a:pt x="741096" y="55427"/>
                </a:lnTo>
                <a:lnTo>
                  <a:pt x="740921" y="54792"/>
                </a:lnTo>
                <a:lnTo>
                  <a:pt x="740737" y="54162"/>
                </a:lnTo>
                <a:lnTo>
                  <a:pt x="740544" y="53538"/>
                </a:lnTo>
                <a:lnTo>
                  <a:pt x="740340" y="52920"/>
                </a:lnTo>
                <a:lnTo>
                  <a:pt x="740128" y="52308"/>
                </a:lnTo>
                <a:lnTo>
                  <a:pt x="739906" y="51701"/>
                </a:lnTo>
                <a:lnTo>
                  <a:pt x="739675" y="51101"/>
                </a:lnTo>
                <a:lnTo>
                  <a:pt x="739436" y="50508"/>
                </a:lnTo>
                <a:lnTo>
                  <a:pt x="739190" y="49923"/>
                </a:lnTo>
                <a:lnTo>
                  <a:pt x="738935" y="49345"/>
                </a:lnTo>
                <a:lnTo>
                  <a:pt x="738673" y="48775"/>
                </a:lnTo>
                <a:lnTo>
                  <a:pt x="738402" y="48212"/>
                </a:lnTo>
                <a:lnTo>
                  <a:pt x="738124" y="47657"/>
                </a:lnTo>
                <a:lnTo>
                  <a:pt x="737837" y="47109"/>
                </a:lnTo>
                <a:lnTo>
                  <a:pt x="737543" y="46569"/>
                </a:lnTo>
                <a:lnTo>
                  <a:pt x="737240" y="46036"/>
                </a:lnTo>
                <a:lnTo>
                  <a:pt x="736930" y="45511"/>
                </a:lnTo>
                <a:lnTo>
                  <a:pt x="736612" y="44993"/>
                </a:lnTo>
                <a:lnTo>
                  <a:pt x="736286" y="44483"/>
                </a:lnTo>
                <a:lnTo>
                  <a:pt x="735951" y="43980"/>
                </a:lnTo>
                <a:lnTo>
                  <a:pt x="735609" y="43484"/>
                </a:lnTo>
                <a:lnTo>
                  <a:pt x="735259" y="42996"/>
                </a:lnTo>
                <a:lnTo>
                  <a:pt x="734901" y="42516"/>
                </a:lnTo>
                <a:lnTo>
                  <a:pt x="734535" y="42043"/>
                </a:lnTo>
                <a:lnTo>
                  <a:pt x="734161" y="41577"/>
                </a:lnTo>
                <a:lnTo>
                  <a:pt x="733779" y="41119"/>
                </a:lnTo>
                <a:lnTo>
                  <a:pt x="733389" y="40669"/>
                </a:lnTo>
                <a:lnTo>
                  <a:pt x="732991" y="40226"/>
                </a:lnTo>
                <a:lnTo>
                  <a:pt x="732585" y="39790"/>
                </a:lnTo>
                <a:lnTo>
                  <a:pt x="732172" y="39362"/>
                </a:lnTo>
                <a:lnTo>
                  <a:pt x="731750" y="38942"/>
                </a:lnTo>
                <a:lnTo>
                  <a:pt x="731322" y="38529"/>
                </a:lnTo>
                <a:lnTo>
                  <a:pt x="730886" y="38125"/>
                </a:lnTo>
                <a:lnTo>
                  <a:pt x="730443" y="37728"/>
                </a:lnTo>
                <a:lnTo>
                  <a:pt x="729993" y="37339"/>
                </a:lnTo>
                <a:lnTo>
                  <a:pt x="729535" y="36959"/>
                </a:lnTo>
                <a:lnTo>
                  <a:pt x="729070" y="36586"/>
                </a:lnTo>
                <a:lnTo>
                  <a:pt x="728599" y="36221"/>
                </a:lnTo>
                <a:lnTo>
                  <a:pt x="728120" y="35864"/>
                </a:lnTo>
                <a:lnTo>
                  <a:pt x="727633" y="35516"/>
                </a:lnTo>
                <a:lnTo>
                  <a:pt x="727140" y="35175"/>
                </a:lnTo>
                <a:lnTo>
                  <a:pt x="726639" y="34842"/>
                </a:lnTo>
                <a:lnTo>
                  <a:pt x="726131" y="34517"/>
                </a:lnTo>
                <a:lnTo>
                  <a:pt x="725616" y="34200"/>
                </a:lnTo>
                <a:lnTo>
                  <a:pt x="725094" y="33892"/>
                </a:lnTo>
                <a:lnTo>
                  <a:pt x="724564" y="33591"/>
                </a:lnTo>
                <a:lnTo>
                  <a:pt x="724027" y="33298"/>
                </a:lnTo>
                <a:lnTo>
                  <a:pt x="723484" y="33013"/>
                </a:lnTo>
                <a:lnTo>
                  <a:pt x="722932" y="32736"/>
                </a:lnTo>
                <a:lnTo>
                  <a:pt x="722374" y="32467"/>
                </a:lnTo>
                <a:lnTo>
                  <a:pt x="721808" y="32206"/>
                </a:lnTo>
                <a:lnTo>
                  <a:pt x="721236" y="31953"/>
                </a:lnTo>
                <a:lnTo>
                  <a:pt x="720656" y="31708"/>
                </a:lnTo>
                <a:lnTo>
                  <a:pt x="720069" y="31471"/>
                </a:lnTo>
                <a:lnTo>
                  <a:pt x="719475" y="31242"/>
                </a:lnTo>
                <a:lnTo>
                  <a:pt x="718875" y="31024"/>
                </a:lnTo>
                <a:lnTo>
                  <a:pt x="718270" y="30815"/>
                </a:lnTo>
                <a:lnTo>
                  <a:pt x="717660" y="30616"/>
                </a:lnTo>
                <a:lnTo>
                  <a:pt x="717043" y="30426"/>
                </a:lnTo>
                <a:lnTo>
                  <a:pt x="716421" y="30247"/>
                </a:lnTo>
                <a:lnTo>
                  <a:pt x="715793" y="30077"/>
                </a:lnTo>
                <a:lnTo>
                  <a:pt x="715159" y="29916"/>
                </a:lnTo>
                <a:lnTo>
                  <a:pt x="714520" y="29766"/>
                </a:lnTo>
                <a:lnTo>
                  <a:pt x="713874" y="29625"/>
                </a:lnTo>
                <a:lnTo>
                  <a:pt x="713224" y="29494"/>
                </a:lnTo>
                <a:lnTo>
                  <a:pt x="712567" y="29372"/>
                </a:lnTo>
                <a:lnTo>
                  <a:pt x="711905" y="29261"/>
                </a:lnTo>
                <a:lnTo>
                  <a:pt x="711237" y="29159"/>
                </a:lnTo>
                <a:lnTo>
                  <a:pt x="710563" y="29067"/>
                </a:lnTo>
                <a:lnTo>
                  <a:pt x="709883" y="28984"/>
                </a:lnTo>
                <a:lnTo>
                  <a:pt x="709198" y="28911"/>
                </a:lnTo>
                <a:lnTo>
                  <a:pt x="708507" y="28848"/>
                </a:lnTo>
                <a:lnTo>
                  <a:pt x="707811" y="28795"/>
                </a:lnTo>
                <a:lnTo>
                  <a:pt x="707108" y="28751"/>
                </a:lnTo>
                <a:lnTo>
                  <a:pt x="706400" y="28717"/>
                </a:lnTo>
                <a:lnTo>
                  <a:pt x="705686" y="28693"/>
                </a:lnTo>
                <a:lnTo>
                  <a:pt x="704967" y="28678"/>
                </a:lnTo>
                <a:lnTo>
                  <a:pt x="704241" y="28673"/>
                </a:lnTo>
                <a:lnTo>
                  <a:pt x="703516" y="28678"/>
                </a:lnTo>
                <a:lnTo>
                  <a:pt x="702797" y="28693"/>
                </a:lnTo>
                <a:lnTo>
                  <a:pt x="702084" y="28717"/>
                </a:lnTo>
                <a:lnTo>
                  <a:pt x="701377" y="28751"/>
                </a:lnTo>
                <a:lnTo>
                  <a:pt x="700676" y="28795"/>
                </a:lnTo>
                <a:lnTo>
                  <a:pt x="699981" y="28848"/>
                </a:lnTo>
                <a:lnTo>
                  <a:pt x="699292" y="28911"/>
                </a:lnTo>
                <a:lnTo>
                  <a:pt x="698609" y="28984"/>
                </a:lnTo>
                <a:lnTo>
                  <a:pt x="697931" y="29067"/>
                </a:lnTo>
                <a:lnTo>
                  <a:pt x="697260" y="29159"/>
                </a:lnTo>
                <a:lnTo>
                  <a:pt x="696595" y="29261"/>
                </a:lnTo>
                <a:lnTo>
                  <a:pt x="695935" y="29372"/>
                </a:lnTo>
                <a:lnTo>
                  <a:pt x="695282" y="29494"/>
                </a:lnTo>
                <a:lnTo>
                  <a:pt x="694634" y="29625"/>
                </a:lnTo>
                <a:lnTo>
                  <a:pt x="693993" y="29766"/>
                </a:lnTo>
                <a:lnTo>
                  <a:pt x="693357" y="29916"/>
                </a:lnTo>
                <a:lnTo>
                  <a:pt x="692727" y="30077"/>
                </a:lnTo>
                <a:lnTo>
                  <a:pt x="692104" y="30247"/>
                </a:lnTo>
                <a:lnTo>
                  <a:pt x="691486" y="30426"/>
                </a:lnTo>
                <a:lnTo>
                  <a:pt x="690874" y="30616"/>
                </a:lnTo>
                <a:lnTo>
                  <a:pt x="690268" y="30815"/>
                </a:lnTo>
                <a:lnTo>
                  <a:pt x="689668" y="31024"/>
                </a:lnTo>
                <a:lnTo>
                  <a:pt x="689074" y="31242"/>
                </a:lnTo>
                <a:lnTo>
                  <a:pt x="688487" y="31471"/>
                </a:lnTo>
                <a:lnTo>
                  <a:pt x="687905" y="31708"/>
                </a:lnTo>
                <a:lnTo>
                  <a:pt x="687331" y="31953"/>
                </a:lnTo>
                <a:lnTo>
                  <a:pt x="686763" y="32206"/>
                </a:lnTo>
                <a:lnTo>
                  <a:pt x="686203" y="32467"/>
                </a:lnTo>
                <a:lnTo>
                  <a:pt x="685650" y="32736"/>
                </a:lnTo>
                <a:lnTo>
                  <a:pt x="685103" y="33013"/>
                </a:lnTo>
                <a:lnTo>
                  <a:pt x="684563" y="33298"/>
                </a:lnTo>
                <a:lnTo>
                  <a:pt x="684031" y="33591"/>
                </a:lnTo>
                <a:lnTo>
                  <a:pt x="683505" y="33892"/>
                </a:lnTo>
                <a:lnTo>
                  <a:pt x="682987" y="34200"/>
                </a:lnTo>
                <a:lnTo>
                  <a:pt x="682475" y="34517"/>
                </a:lnTo>
                <a:lnTo>
                  <a:pt x="681970" y="34842"/>
                </a:lnTo>
                <a:lnTo>
                  <a:pt x="681472" y="35175"/>
                </a:lnTo>
                <a:lnTo>
                  <a:pt x="680981" y="35516"/>
                </a:lnTo>
                <a:lnTo>
                  <a:pt x="680497" y="35864"/>
                </a:lnTo>
                <a:lnTo>
                  <a:pt x="680021" y="36221"/>
                </a:lnTo>
                <a:lnTo>
                  <a:pt x="679551" y="36586"/>
                </a:lnTo>
                <a:lnTo>
                  <a:pt x="679088" y="36959"/>
                </a:lnTo>
                <a:lnTo>
                  <a:pt x="678632" y="37339"/>
                </a:lnTo>
                <a:lnTo>
                  <a:pt x="678182" y="37728"/>
                </a:lnTo>
                <a:lnTo>
                  <a:pt x="677740" y="38125"/>
                </a:lnTo>
                <a:lnTo>
                  <a:pt x="677305" y="38529"/>
                </a:lnTo>
                <a:lnTo>
                  <a:pt x="676877" y="38942"/>
                </a:lnTo>
                <a:lnTo>
                  <a:pt x="676456" y="39362"/>
                </a:lnTo>
                <a:lnTo>
                  <a:pt x="676042" y="39790"/>
                </a:lnTo>
                <a:lnTo>
                  <a:pt x="675636" y="40226"/>
                </a:lnTo>
                <a:lnTo>
                  <a:pt x="675238" y="40669"/>
                </a:lnTo>
                <a:lnTo>
                  <a:pt x="674848" y="41119"/>
                </a:lnTo>
                <a:lnTo>
                  <a:pt x="674466" y="41577"/>
                </a:lnTo>
                <a:lnTo>
                  <a:pt x="674092" y="42043"/>
                </a:lnTo>
                <a:lnTo>
                  <a:pt x="673726" y="42516"/>
                </a:lnTo>
                <a:lnTo>
                  <a:pt x="673368" y="42996"/>
                </a:lnTo>
                <a:lnTo>
                  <a:pt x="673018" y="43484"/>
                </a:lnTo>
                <a:lnTo>
                  <a:pt x="672676" y="43980"/>
                </a:lnTo>
                <a:lnTo>
                  <a:pt x="672342" y="44483"/>
                </a:lnTo>
                <a:lnTo>
                  <a:pt x="672015" y="44993"/>
                </a:lnTo>
                <a:lnTo>
                  <a:pt x="671697" y="45511"/>
                </a:lnTo>
                <a:lnTo>
                  <a:pt x="671387" y="46036"/>
                </a:lnTo>
                <a:lnTo>
                  <a:pt x="671084" y="46569"/>
                </a:lnTo>
                <a:lnTo>
                  <a:pt x="670790" y="47109"/>
                </a:lnTo>
                <a:lnTo>
                  <a:pt x="670503" y="47657"/>
                </a:lnTo>
                <a:lnTo>
                  <a:pt x="670225" y="48212"/>
                </a:lnTo>
                <a:lnTo>
                  <a:pt x="669954" y="48775"/>
                </a:lnTo>
                <a:lnTo>
                  <a:pt x="669692" y="49345"/>
                </a:lnTo>
                <a:lnTo>
                  <a:pt x="669437" y="49923"/>
                </a:lnTo>
                <a:lnTo>
                  <a:pt x="669191" y="50508"/>
                </a:lnTo>
                <a:lnTo>
                  <a:pt x="668952" y="51101"/>
                </a:lnTo>
                <a:lnTo>
                  <a:pt x="668721" y="51701"/>
                </a:lnTo>
                <a:lnTo>
                  <a:pt x="668499" y="52308"/>
                </a:lnTo>
                <a:lnTo>
                  <a:pt x="668287" y="52920"/>
                </a:lnTo>
                <a:lnTo>
                  <a:pt x="668084" y="53538"/>
                </a:lnTo>
                <a:lnTo>
                  <a:pt x="667890" y="54162"/>
                </a:lnTo>
                <a:lnTo>
                  <a:pt x="667706" y="54792"/>
                </a:lnTo>
                <a:lnTo>
                  <a:pt x="667531" y="55427"/>
                </a:lnTo>
                <a:lnTo>
                  <a:pt x="667366" y="56068"/>
                </a:lnTo>
                <a:lnTo>
                  <a:pt x="667210" y="56714"/>
                </a:lnTo>
                <a:lnTo>
                  <a:pt x="667063" y="57367"/>
                </a:lnTo>
                <a:lnTo>
                  <a:pt x="666926" y="58025"/>
                </a:lnTo>
                <a:lnTo>
                  <a:pt x="666799" y="58689"/>
                </a:lnTo>
                <a:lnTo>
                  <a:pt x="666681" y="59359"/>
                </a:lnTo>
                <a:lnTo>
                  <a:pt x="666572" y="60034"/>
                </a:lnTo>
                <a:lnTo>
                  <a:pt x="666473" y="60715"/>
                </a:lnTo>
                <a:lnTo>
                  <a:pt x="666383" y="61402"/>
                </a:lnTo>
                <a:lnTo>
                  <a:pt x="666303" y="62094"/>
                </a:lnTo>
                <a:lnTo>
                  <a:pt x="666232" y="62793"/>
                </a:lnTo>
                <a:lnTo>
                  <a:pt x="666170" y="63497"/>
                </a:lnTo>
                <a:lnTo>
                  <a:pt x="666118" y="64206"/>
                </a:lnTo>
                <a:lnTo>
                  <a:pt x="666076" y="64922"/>
                </a:lnTo>
                <a:lnTo>
                  <a:pt x="666043" y="65643"/>
                </a:lnTo>
                <a:lnTo>
                  <a:pt x="666019" y="66370"/>
                </a:lnTo>
                <a:lnTo>
                  <a:pt x="666005" y="67102"/>
                </a:lnTo>
                <a:lnTo>
                  <a:pt x="666000" y="67841"/>
                </a:lnTo>
                <a:lnTo>
                  <a:pt x="666005" y="68579"/>
                </a:lnTo>
                <a:lnTo>
                  <a:pt x="666019" y="69311"/>
                </a:lnTo>
                <a:lnTo>
                  <a:pt x="666043" y="70038"/>
                </a:lnTo>
                <a:lnTo>
                  <a:pt x="666076" y="70758"/>
                </a:lnTo>
                <a:lnTo>
                  <a:pt x="666118" y="71472"/>
                </a:lnTo>
                <a:close/>
                <a:moveTo>
                  <a:pt x="686375" y="65995"/>
                </a:moveTo>
                <a:lnTo>
                  <a:pt x="686392" y="65627"/>
                </a:lnTo>
                <a:lnTo>
                  <a:pt x="686411" y="65260"/>
                </a:lnTo>
                <a:lnTo>
                  <a:pt x="686434" y="64894"/>
                </a:lnTo>
                <a:lnTo>
                  <a:pt x="686459" y="64528"/>
                </a:lnTo>
                <a:lnTo>
                  <a:pt x="686487" y="64163"/>
                </a:lnTo>
                <a:lnTo>
                  <a:pt x="686519" y="63798"/>
                </a:lnTo>
                <a:lnTo>
                  <a:pt x="686553" y="63434"/>
                </a:lnTo>
                <a:lnTo>
                  <a:pt x="686590" y="63070"/>
                </a:lnTo>
                <a:lnTo>
                  <a:pt x="686630" y="62707"/>
                </a:lnTo>
                <a:lnTo>
                  <a:pt x="686674" y="62344"/>
                </a:lnTo>
                <a:lnTo>
                  <a:pt x="686720" y="61982"/>
                </a:lnTo>
                <a:lnTo>
                  <a:pt x="686769" y="61620"/>
                </a:lnTo>
                <a:lnTo>
                  <a:pt x="686821" y="61259"/>
                </a:lnTo>
                <a:lnTo>
                  <a:pt x="686877" y="60898"/>
                </a:lnTo>
                <a:lnTo>
                  <a:pt x="686935" y="60537"/>
                </a:lnTo>
                <a:lnTo>
                  <a:pt x="686996" y="60178"/>
                </a:lnTo>
                <a:lnTo>
                  <a:pt x="687060" y="59818"/>
                </a:lnTo>
                <a:lnTo>
                  <a:pt x="687127" y="59460"/>
                </a:lnTo>
                <a:lnTo>
                  <a:pt x="687197" y="59101"/>
                </a:lnTo>
                <a:lnTo>
                  <a:pt x="687271" y="58745"/>
                </a:lnTo>
                <a:lnTo>
                  <a:pt x="687349" y="58392"/>
                </a:lnTo>
                <a:lnTo>
                  <a:pt x="687431" y="58042"/>
                </a:lnTo>
                <a:lnTo>
                  <a:pt x="687517" y="57696"/>
                </a:lnTo>
                <a:lnTo>
                  <a:pt x="687608" y="57354"/>
                </a:lnTo>
                <a:lnTo>
                  <a:pt x="687703" y="57015"/>
                </a:lnTo>
                <a:lnTo>
                  <a:pt x="687802" y="56679"/>
                </a:lnTo>
                <a:lnTo>
                  <a:pt x="687905" y="56347"/>
                </a:lnTo>
                <a:lnTo>
                  <a:pt x="688012" y="56019"/>
                </a:lnTo>
                <a:lnTo>
                  <a:pt x="688124" y="55693"/>
                </a:lnTo>
                <a:lnTo>
                  <a:pt x="688240" y="55372"/>
                </a:lnTo>
                <a:lnTo>
                  <a:pt x="688360" y="55054"/>
                </a:lnTo>
                <a:lnTo>
                  <a:pt x="688485" y="54739"/>
                </a:lnTo>
                <a:lnTo>
                  <a:pt x="688613" y="54428"/>
                </a:lnTo>
                <a:lnTo>
                  <a:pt x="688746" y="54120"/>
                </a:lnTo>
                <a:lnTo>
                  <a:pt x="688883" y="53816"/>
                </a:lnTo>
                <a:lnTo>
                  <a:pt x="689025" y="53516"/>
                </a:lnTo>
                <a:lnTo>
                  <a:pt x="689170" y="53219"/>
                </a:lnTo>
                <a:lnTo>
                  <a:pt x="689320" y="52925"/>
                </a:lnTo>
                <a:lnTo>
                  <a:pt x="689474" y="52635"/>
                </a:lnTo>
                <a:lnTo>
                  <a:pt x="689632" y="52348"/>
                </a:lnTo>
                <a:lnTo>
                  <a:pt x="689795" y="52065"/>
                </a:lnTo>
                <a:lnTo>
                  <a:pt x="689961" y="51785"/>
                </a:lnTo>
                <a:lnTo>
                  <a:pt x="690132" y="51509"/>
                </a:lnTo>
                <a:lnTo>
                  <a:pt x="690308" y="51236"/>
                </a:lnTo>
                <a:lnTo>
                  <a:pt x="690488" y="50968"/>
                </a:lnTo>
                <a:lnTo>
                  <a:pt x="690673" y="50704"/>
                </a:lnTo>
                <a:lnTo>
                  <a:pt x="690863" y="50444"/>
                </a:lnTo>
                <a:lnTo>
                  <a:pt x="691057" y="50189"/>
                </a:lnTo>
                <a:lnTo>
                  <a:pt x="691256" y="49937"/>
                </a:lnTo>
                <a:lnTo>
                  <a:pt x="691460" y="49690"/>
                </a:lnTo>
                <a:lnTo>
                  <a:pt x="691669" y="49447"/>
                </a:lnTo>
                <a:lnTo>
                  <a:pt x="691882" y="49209"/>
                </a:lnTo>
                <a:lnTo>
                  <a:pt x="692100" y="48974"/>
                </a:lnTo>
                <a:lnTo>
                  <a:pt x="692323" y="48744"/>
                </a:lnTo>
                <a:lnTo>
                  <a:pt x="692550" y="48518"/>
                </a:lnTo>
                <a:lnTo>
                  <a:pt x="692783" y="48296"/>
                </a:lnTo>
                <a:lnTo>
                  <a:pt x="693019" y="48079"/>
                </a:lnTo>
                <a:lnTo>
                  <a:pt x="693261" y="47866"/>
                </a:lnTo>
                <a:lnTo>
                  <a:pt x="693507" y="47657"/>
                </a:lnTo>
                <a:lnTo>
                  <a:pt x="693759" y="47452"/>
                </a:lnTo>
                <a:lnTo>
                  <a:pt x="694014" y="47251"/>
                </a:lnTo>
                <a:lnTo>
                  <a:pt x="694275" y="47055"/>
                </a:lnTo>
                <a:lnTo>
                  <a:pt x="694540" y="46863"/>
                </a:lnTo>
                <a:lnTo>
                  <a:pt x="694810" y="46675"/>
                </a:lnTo>
                <a:lnTo>
                  <a:pt x="695085" y="46492"/>
                </a:lnTo>
                <a:lnTo>
                  <a:pt x="695364" y="46312"/>
                </a:lnTo>
                <a:lnTo>
                  <a:pt x="695648" y="46137"/>
                </a:lnTo>
                <a:lnTo>
                  <a:pt x="695938" y="45968"/>
                </a:lnTo>
                <a:lnTo>
                  <a:pt x="696233" y="45805"/>
                </a:lnTo>
                <a:lnTo>
                  <a:pt x="696535" y="45650"/>
                </a:lnTo>
                <a:lnTo>
                  <a:pt x="696842" y="45502"/>
                </a:lnTo>
                <a:lnTo>
                  <a:pt x="697155" y="45361"/>
                </a:lnTo>
                <a:lnTo>
                  <a:pt x="697474" y="45228"/>
                </a:lnTo>
                <a:lnTo>
                  <a:pt x="697800" y="45102"/>
                </a:lnTo>
                <a:lnTo>
                  <a:pt x="698131" y="44982"/>
                </a:lnTo>
                <a:lnTo>
                  <a:pt x="698468" y="44871"/>
                </a:lnTo>
                <a:lnTo>
                  <a:pt x="698811" y="44766"/>
                </a:lnTo>
                <a:lnTo>
                  <a:pt x="699160" y="44669"/>
                </a:lnTo>
                <a:lnTo>
                  <a:pt x="699515" y="44578"/>
                </a:lnTo>
                <a:lnTo>
                  <a:pt x="699876" y="44495"/>
                </a:lnTo>
                <a:lnTo>
                  <a:pt x="700243" y="44420"/>
                </a:lnTo>
                <a:lnTo>
                  <a:pt x="700616" y="44351"/>
                </a:lnTo>
                <a:lnTo>
                  <a:pt x="700995" y="44290"/>
                </a:lnTo>
                <a:lnTo>
                  <a:pt x="701380" y="44236"/>
                </a:lnTo>
                <a:lnTo>
                  <a:pt x="701771" y="44189"/>
                </a:lnTo>
                <a:lnTo>
                  <a:pt x="702168" y="44149"/>
                </a:lnTo>
                <a:lnTo>
                  <a:pt x="702571" y="44116"/>
                </a:lnTo>
                <a:lnTo>
                  <a:pt x="702979" y="44091"/>
                </a:lnTo>
                <a:lnTo>
                  <a:pt x="703394" y="44073"/>
                </a:lnTo>
                <a:lnTo>
                  <a:pt x="703815" y="44062"/>
                </a:lnTo>
                <a:lnTo>
                  <a:pt x="704241" y="44059"/>
                </a:lnTo>
                <a:lnTo>
                  <a:pt x="704668" y="44062"/>
                </a:lnTo>
                <a:lnTo>
                  <a:pt x="705090" y="44073"/>
                </a:lnTo>
                <a:lnTo>
                  <a:pt x="705505" y="44091"/>
                </a:lnTo>
                <a:lnTo>
                  <a:pt x="705915" y="44116"/>
                </a:lnTo>
                <a:lnTo>
                  <a:pt x="706319" y="44149"/>
                </a:lnTo>
                <a:lnTo>
                  <a:pt x="706717" y="44189"/>
                </a:lnTo>
                <a:lnTo>
                  <a:pt x="707110" y="44236"/>
                </a:lnTo>
                <a:lnTo>
                  <a:pt x="707497" y="44290"/>
                </a:lnTo>
                <a:lnTo>
                  <a:pt x="707878" y="44351"/>
                </a:lnTo>
                <a:lnTo>
                  <a:pt x="708253" y="44420"/>
                </a:lnTo>
                <a:lnTo>
                  <a:pt x="708623" y="44495"/>
                </a:lnTo>
                <a:lnTo>
                  <a:pt x="708987" y="44578"/>
                </a:lnTo>
                <a:lnTo>
                  <a:pt x="709345" y="44669"/>
                </a:lnTo>
                <a:lnTo>
                  <a:pt x="709697" y="44766"/>
                </a:lnTo>
                <a:lnTo>
                  <a:pt x="710044" y="44871"/>
                </a:lnTo>
                <a:lnTo>
                  <a:pt x="710385" y="44982"/>
                </a:lnTo>
                <a:lnTo>
                  <a:pt x="710720" y="45102"/>
                </a:lnTo>
                <a:lnTo>
                  <a:pt x="711050" y="45228"/>
                </a:lnTo>
                <a:lnTo>
                  <a:pt x="711374" y="45361"/>
                </a:lnTo>
                <a:lnTo>
                  <a:pt x="711692" y="45502"/>
                </a:lnTo>
                <a:lnTo>
                  <a:pt x="712004" y="45650"/>
                </a:lnTo>
                <a:lnTo>
                  <a:pt x="712311" y="45805"/>
                </a:lnTo>
                <a:lnTo>
                  <a:pt x="712612" y="45968"/>
                </a:lnTo>
                <a:lnTo>
                  <a:pt x="712907" y="46137"/>
                </a:lnTo>
                <a:lnTo>
                  <a:pt x="713197" y="46312"/>
                </a:lnTo>
                <a:lnTo>
                  <a:pt x="713482" y="46492"/>
                </a:lnTo>
                <a:lnTo>
                  <a:pt x="713762" y="46675"/>
                </a:lnTo>
                <a:lnTo>
                  <a:pt x="714037" y="46863"/>
                </a:lnTo>
                <a:lnTo>
                  <a:pt x="714307" y="47055"/>
                </a:lnTo>
                <a:lnTo>
                  <a:pt x="714572" y="47251"/>
                </a:lnTo>
                <a:lnTo>
                  <a:pt x="714832" y="47452"/>
                </a:lnTo>
                <a:lnTo>
                  <a:pt x="715087" y="47657"/>
                </a:lnTo>
                <a:lnTo>
                  <a:pt x="715338" y="47866"/>
                </a:lnTo>
                <a:lnTo>
                  <a:pt x="715583" y="48079"/>
                </a:lnTo>
                <a:lnTo>
                  <a:pt x="715823" y="48296"/>
                </a:lnTo>
                <a:lnTo>
                  <a:pt x="716058" y="48518"/>
                </a:lnTo>
                <a:lnTo>
                  <a:pt x="716288" y="48744"/>
                </a:lnTo>
                <a:lnTo>
                  <a:pt x="716514" y="48974"/>
                </a:lnTo>
                <a:lnTo>
                  <a:pt x="716734" y="49209"/>
                </a:lnTo>
                <a:lnTo>
                  <a:pt x="716949" y="49447"/>
                </a:lnTo>
                <a:lnTo>
                  <a:pt x="717160" y="49690"/>
                </a:lnTo>
                <a:lnTo>
                  <a:pt x="717365" y="49937"/>
                </a:lnTo>
                <a:lnTo>
                  <a:pt x="717565" y="50189"/>
                </a:lnTo>
                <a:lnTo>
                  <a:pt x="717761" y="50444"/>
                </a:lnTo>
                <a:lnTo>
                  <a:pt x="717951" y="50704"/>
                </a:lnTo>
                <a:lnTo>
                  <a:pt x="718137" y="50968"/>
                </a:lnTo>
                <a:lnTo>
                  <a:pt x="718317" y="51236"/>
                </a:lnTo>
                <a:lnTo>
                  <a:pt x="718493" y="51509"/>
                </a:lnTo>
                <a:lnTo>
                  <a:pt x="718664" y="51785"/>
                </a:lnTo>
                <a:lnTo>
                  <a:pt x="718831" y="52065"/>
                </a:lnTo>
                <a:lnTo>
                  <a:pt x="718993" y="52348"/>
                </a:lnTo>
                <a:lnTo>
                  <a:pt x="719152" y="52635"/>
                </a:lnTo>
                <a:lnTo>
                  <a:pt x="719306" y="52925"/>
                </a:lnTo>
                <a:lnTo>
                  <a:pt x="719456" y="53219"/>
                </a:lnTo>
                <a:lnTo>
                  <a:pt x="719601" y="53516"/>
                </a:lnTo>
                <a:lnTo>
                  <a:pt x="719743" y="53816"/>
                </a:lnTo>
                <a:lnTo>
                  <a:pt x="719880" y="54120"/>
                </a:lnTo>
                <a:lnTo>
                  <a:pt x="720013" y="54428"/>
                </a:lnTo>
                <a:lnTo>
                  <a:pt x="720142" y="54739"/>
                </a:lnTo>
                <a:lnTo>
                  <a:pt x="720266" y="55054"/>
                </a:lnTo>
                <a:lnTo>
                  <a:pt x="720387" y="55372"/>
                </a:lnTo>
                <a:lnTo>
                  <a:pt x="720503" y="55693"/>
                </a:lnTo>
                <a:lnTo>
                  <a:pt x="720614" y="56019"/>
                </a:lnTo>
                <a:lnTo>
                  <a:pt x="720722" y="56347"/>
                </a:lnTo>
                <a:lnTo>
                  <a:pt x="720825" y="56679"/>
                </a:lnTo>
                <a:lnTo>
                  <a:pt x="720924" y="57015"/>
                </a:lnTo>
                <a:lnTo>
                  <a:pt x="721019" y="57354"/>
                </a:lnTo>
                <a:lnTo>
                  <a:pt x="721110" y="57696"/>
                </a:lnTo>
                <a:lnTo>
                  <a:pt x="721196" y="58042"/>
                </a:lnTo>
                <a:lnTo>
                  <a:pt x="721278" y="58392"/>
                </a:lnTo>
                <a:lnTo>
                  <a:pt x="721356" y="58745"/>
                </a:lnTo>
                <a:lnTo>
                  <a:pt x="721430" y="59101"/>
                </a:lnTo>
                <a:lnTo>
                  <a:pt x="721500" y="59460"/>
                </a:lnTo>
                <a:lnTo>
                  <a:pt x="721567" y="59818"/>
                </a:lnTo>
                <a:lnTo>
                  <a:pt x="721631" y="60178"/>
                </a:lnTo>
                <a:lnTo>
                  <a:pt x="721692" y="60537"/>
                </a:lnTo>
                <a:lnTo>
                  <a:pt x="721751" y="60898"/>
                </a:lnTo>
                <a:lnTo>
                  <a:pt x="721806" y="61259"/>
                </a:lnTo>
                <a:lnTo>
                  <a:pt x="721858" y="61620"/>
                </a:lnTo>
                <a:lnTo>
                  <a:pt x="721907" y="61982"/>
                </a:lnTo>
                <a:lnTo>
                  <a:pt x="721953" y="62344"/>
                </a:lnTo>
                <a:lnTo>
                  <a:pt x="721997" y="62707"/>
                </a:lnTo>
                <a:lnTo>
                  <a:pt x="722037" y="63070"/>
                </a:lnTo>
                <a:lnTo>
                  <a:pt x="722074" y="63434"/>
                </a:lnTo>
                <a:lnTo>
                  <a:pt x="722109" y="63798"/>
                </a:lnTo>
                <a:lnTo>
                  <a:pt x="722140" y="64163"/>
                </a:lnTo>
                <a:lnTo>
                  <a:pt x="722168" y="64528"/>
                </a:lnTo>
                <a:lnTo>
                  <a:pt x="722194" y="64894"/>
                </a:lnTo>
                <a:lnTo>
                  <a:pt x="722216" y="65260"/>
                </a:lnTo>
                <a:lnTo>
                  <a:pt x="722235" y="65627"/>
                </a:lnTo>
                <a:lnTo>
                  <a:pt x="722252" y="65995"/>
                </a:lnTo>
                <a:lnTo>
                  <a:pt x="722265" y="66362"/>
                </a:lnTo>
                <a:lnTo>
                  <a:pt x="722276" y="66731"/>
                </a:lnTo>
                <a:lnTo>
                  <a:pt x="722283" y="67100"/>
                </a:lnTo>
                <a:lnTo>
                  <a:pt x="722287" y="67469"/>
                </a:lnTo>
                <a:lnTo>
                  <a:pt x="722289" y="67839"/>
                </a:lnTo>
                <a:lnTo>
                  <a:pt x="722287" y="68208"/>
                </a:lnTo>
                <a:lnTo>
                  <a:pt x="722283" y="68577"/>
                </a:lnTo>
                <a:lnTo>
                  <a:pt x="722276" y="68946"/>
                </a:lnTo>
                <a:lnTo>
                  <a:pt x="722265" y="69313"/>
                </a:lnTo>
                <a:lnTo>
                  <a:pt x="722252" y="69680"/>
                </a:lnTo>
                <a:lnTo>
                  <a:pt x="722235" y="70046"/>
                </a:lnTo>
                <a:lnTo>
                  <a:pt x="722216" y="70411"/>
                </a:lnTo>
                <a:lnTo>
                  <a:pt x="722194" y="70775"/>
                </a:lnTo>
                <a:lnTo>
                  <a:pt x="722168" y="71139"/>
                </a:lnTo>
                <a:lnTo>
                  <a:pt x="722140" y="71502"/>
                </a:lnTo>
                <a:lnTo>
                  <a:pt x="722109" y="71864"/>
                </a:lnTo>
                <a:lnTo>
                  <a:pt x="722074" y="72226"/>
                </a:lnTo>
                <a:lnTo>
                  <a:pt x="722037" y="72587"/>
                </a:lnTo>
                <a:lnTo>
                  <a:pt x="721997" y="72947"/>
                </a:lnTo>
                <a:lnTo>
                  <a:pt x="721953" y="73306"/>
                </a:lnTo>
                <a:lnTo>
                  <a:pt x="721907" y="73665"/>
                </a:lnTo>
                <a:lnTo>
                  <a:pt x="721858" y="74022"/>
                </a:lnTo>
                <a:lnTo>
                  <a:pt x="721806" y="74379"/>
                </a:lnTo>
                <a:lnTo>
                  <a:pt x="721751" y="74736"/>
                </a:lnTo>
                <a:lnTo>
                  <a:pt x="721692" y="75091"/>
                </a:lnTo>
                <a:lnTo>
                  <a:pt x="721631" y="75446"/>
                </a:lnTo>
                <a:lnTo>
                  <a:pt x="721567" y="75800"/>
                </a:lnTo>
                <a:lnTo>
                  <a:pt x="721500" y="76154"/>
                </a:lnTo>
                <a:lnTo>
                  <a:pt x="721430" y="76506"/>
                </a:lnTo>
                <a:lnTo>
                  <a:pt x="721356" y="76857"/>
                </a:lnTo>
                <a:lnTo>
                  <a:pt x="721278" y="77204"/>
                </a:lnTo>
                <a:lnTo>
                  <a:pt x="721196" y="77549"/>
                </a:lnTo>
                <a:lnTo>
                  <a:pt x="721110" y="77891"/>
                </a:lnTo>
                <a:lnTo>
                  <a:pt x="721019" y="78229"/>
                </a:lnTo>
                <a:lnTo>
                  <a:pt x="720924" y="78565"/>
                </a:lnTo>
                <a:lnTo>
                  <a:pt x="720825" y="78898"/>
                </a:lnTo>
                <a:lnTo>
                  <a:pt x="720722" y="79227"/>
                </a:lnTo>
                <a:lnTo>
                  <a:pt x="720614" y="79554"/>
                </a:lnTo>
                <a:lnTo>
                  <a:pt x="720503" y="79878"/>
                </a:lnTo>
                <a:lnTo>
                  <a:pt x="720387" y="80199"/>
                </a:lnTo>
                <a:lnTo>
                  <a:pt x="720266" y="80516"/>
                </a:lnTo>
                <a:lnTo>
                  <a:pt x="720142" y="80831"/>
                </a:lnTo>
                <a:lnTo>
                  <a:pt x="720013" y="81143"/>
                </a:lnTo>
                <a:lnTo>
                  <a:pt x="719880" y="81452"/>
                </a:lnTo>
                <a:lnTo>
                  <a:pt x="719743" y="81758"/>
                </a:lnTo>
                <a:lnTo>
                  <a:pt x="719601" y="82061"/>
                </a:lnTo>
                <a:lnTo>
                  <a:pt x="719456" y="82361"/>
                </a:lnTo>
                <a:lnTo>
                  <a:pt x="719306" y="82658"/>
                </a:lnTo>
                <a:lnTo>
                  <a:pt x="719152" y="82952"/>
                </a:lnTo>
                <a:lnTo>
                  <a:pt x="718993" y="83243"/>
                </a:lnTo>
                <a:lnTo>
                  <a:pt x="718831" y="83531"/>
                </a:lnTo>
                <a:lnTo>
                  <a:pt x="718664" y="83816"/>
                </a:lnTo>
                <a:lnTo>
                  <a:pt x="718493" y="84098"/>
                </a:lnTo>
                <a:lnTo>
                  <a:pt x="718317" y="84377"/>
                </a:lnTo>
                <a:lnTo>
                  <a:pt x="718137" y="84650"/>
                </a:lnTo>
                <a:lnTo>
                  <a:pt x="717951" y="84919"/>
                </a:lnTo>
                <a:lnTo>
                  <a:pt x="717761" y="85183"/>
                </a:lnTo>
                <a:lnTo>
                  <a:pt x="717565" y="85442"/>
                </a:lnTo>
                <a:lnTo>
                  <a:pt x="717365" y="85696"/>
                </a:lnTo>
                <a:lnTo>
                  <a:pt x="717160" y="85946"/>
                </a:lnTo>
                <a:lnTo>
                  <a:pt x="716949" y="86191"/>
                </a:lnTo>
                <a:lnTo>
                  <a:pt x="716734" y="86431"/>
                </a:lnTo>
                <a:lnTo>
                  <a:pt x="716514" y="86667"/>
                </a:lnTo>
                <a:lnTo>
                  <a:pt x="716288" y="86898"/>
                </a:lnTo>
                <a:lnTo>
                  <a:pt x="716058" y="87124"/>
                </a:lnTo>
                <a:lnTo>
                  <a:pt x="715823" y="87346"/>
                </a:lnTo>
                <a:lnTo>
                  <a:pt x="715583" y="87562"/>
                </a:lnTo>
                <a:lnTo>
                  <a:pt x="715338" y="87774"/>
                </a:lnTo>
                <a:lnTo>
                  <a:pt x="715087" y="87982"/>
                </a:lnTo>
                <a:lnTo>
                  <a:pt x="714832" y="88184"/>
                </a:lnTo>
                <a:lnTo>
                  <a:pt x="714572" y="88382"/>
                </a:lnTo>
                <a:lnTo>
                  <a:pt x="714307" y="88575"/>
                </a:lnTo>
                <a:lnTo>
                  <a:pt x="714037" y="88764"/>
                </a:lnTo>
                <a:lnTo>
                  <a:pt x="713762" y="88947"/>
                </a:lnTo>
                <a:lnTo>
                  <a:pt x="713482" y="89126"/>
                </a:lnTo>
                <a:lnTo>
                  <a:pt x="713197" y="89301"/>
                </a:lnTo>
                <a:lnTo>
                  <a:pt x="712907" y="89470"/>
                </a:lnTo>
                <a:lnTo>
                  <a:pt x="712612" y="89634"/>
                </a:lnTo>
                <a:lnTo>
                  <a:pt x="712311" y="89790"/>
                </a:lnTo>
                <a:lnTo>
                  <a:pt x="712004" y="89940"/>
                </a:lnTo>
                <a:lnTo>
                  <a:pt x="711692" y="90083"/>
                </a:lnTo>
                <a:lnTo>
                  <a:pt x="711374" y="90218"/>
                </a:lnTo>
                <a:lnTo>
                  <a:pt x="711050" y="90347"/>
                </a:lnTo>
                <a:lnTo>
                  <a:pt x="710720" y="90469"/>
                </a:lnTo>
                <a:lnTo>
                  <a:pt x="710385" y="90584"/>
                </a:lnTo>
                <a:lnTo>
                  <a:pt x="710044" y="90692"/>
                </a:lnTo>
                <a:lnTo>
                  <a:pt x="709697" y="90792"/>
                </a:lnTo>
                <a:lnTo>
                  <a:pt x="709345" y="90886"/>
                </a:lnTo>
                <a:lnTo>
                  <a:pt x="708987" y="90973"/>
                </a:lnTo>
                <a:lnTo>
                  <a:pt x="708623" y="91053"/>
                </a:lnTo>
                <a:lnTo>
                  <a:pt x="708253" y="91126"/>
                </a:lnTo>
                <a:lnTo>
                  <a:pt x="707878" y="91193"/>
                </a:lnTo>
                <a:lnTo>
                  <a:pt x="707497" y="91252"/>
                </a:lnTo>
                <a:lnTo>
                  <a:pt x="707110" y="91304"/>
                </a:lnTo>
                <a:lnTo>
                  <a:pt x="706717" y="91349"/>
                </a:lnTo>
                <a:lnTo>
                  <a:pt x="706319" y="91387"/>
                </a:lnTo>
                <a:lnTo>
                  <a:pt x="705915" y="91419"/>
                </a:lnTo>
                <a:lnTo>
                  <a:pt x="705505" y="91443"/>
                </a:lnTo>
                <a:lnTo>
                  <a:pt x="705090" y="91460"/>
                </a:lnTo>
                <a:lnTo>
                  <a:pt x="704668" y="91471"/>
                </a:lnTo>
                <a:lnTo>
                  <a:pt x="704241" y="91474"/>
                </a:lnTo>
                <a:lnTo>
                  <a:pt x="703815" y="91471"/>
                </a:lnTo>
                <a:lnTo>
                  <a:pt x="703394" y="91460"/>
                </a:lnTo>
                <a:lnTo>
                  <a:pt x="702979" y="91443"/>
                </a:lnTo>
                <a:lnTo>
                  <a:pt x="702571" y="91419"/>
                </a:lnTo>
                <a:lnTo>
                  <a:pt x="702168" y="91387"/>
                </a:lnTo>
                <a:lnTo>
                  <a:pt x="701771" y="91349"/>
                </a:lnTo>
                <a:lnTo>
                  <a:pt x="701380" y="91304"/>
                </a:lnTo>
                <a:lnTo>
                  <a:pt x="700995" y="91252"/>
                </a:lnTo>
                <a:lnTo>
                  <a:pt x="700616" y="91193"/>
                </a:lnTo>
                <a:lnTo>
                  <a:pt x="700243" y="91126"/>
                </a:lnTo>
                <a:lnTo>
                  <a:pt x="699876" y="91053"/>
                </a:lnTo>
                <a:lnTo>
                  <a:pt x="699515" y="90973"/>
                </a:lnTo>
                <a:lnTo>
                  <a:pt x="699160" y="90886"/>
                </a:lnTo>
                <a:lnTo>
                  <a:pt x="698811" y="90792"/>
                </a:lnTo>
                <a:lnTo>
                  <a:pt x="698468" y="90692"/>
                </a:lnTo>
                <a:lnTo>
                  <a:pt x="698131" y="90584"/>
                </a:lnTo>
                <a:lnTo>
                  <a:pt x="697800" y="90469"/>
                </a:lnTo>
                <a:lnTo>
                  <a:pt x="697474" y="90347"/>
                </a:lnTo>
                <a:lnTo>
                  <a:pt x="697155" y="90218"/>
                </a:lnTo>
                <a:lnTo>
                  <a:pt x="696842" y="90083"/>
                </a:lnTo>
                <a:lnTo>
                  <a:pt x="696535" y="89940"/>
                </a:lnTo>
                <a:lnTo>
                  <a:pt x="696233" y="89790"/>
                </a:lnTo>
                <a:lnTo>
                  <a:pt x="695938" y="89634"/>
                </a:lnTo>
                <a:lnTo>
                  <a:pt x="695648" y="89470"/>
                </a:lnTo>
                <a:lnTo>
                  <a:pt x="695364" y="89301"/>
                </a:lnTo>
                <a:lnTo>
                  <a:pt x="695085" y="89126"/>
                </a:lnTo>
                <a:lnTo>
                  <a:pt x="694810" y="88947"/>
                </a:lnTo>
                <a:lnTo>
                  <a:pt x="694540" y="88764"/>
                </a:lnTo>
                <a:lnTo>
                  <a:pt x="694275" y="88575"/>
                </a:lnTo>
                <a:lnTo>
                  <a:pt x="694014" y="88382"/>
                </a:lnTo>
                <a:lnTo>
                  <a:pt x="693759" y="88184"/>
                </a:lnTo>
                <a:lnTo>
                  <a:pt x="693507" y="87982"/>
                </a:lnTo>
                <a:lnTo>
                  <a:pt x="693261" y="87774"/>
                </a:lnTo>
                <a:lnTo>
                  <a:pt x="693019" y="87562"/>
                </a:lnTo>
                <a:lnTo>
                  <a:pt x="692783" y="87346"/>
                </a:lnTo>
                <a:lnTo>
                  <a:pt x="692550" y="87124"/>
                </a:lnTo>
                <a:lnTo>
                  <a:pt x="692323" y="86898"/>
                </a:lnTo>
                <a:lnTo>
                  <a:pt x="692100" y="86667"/>
                </a:lnTo>
                <a:lnTo>
                  <a:pt x="691882" y="86431"/>
                </a:lnTo>
                <a:lnTo>
                  <a:pt x="691669" y="86191"/>
                </a:lnTo>
                <a:lnTo>
                  <a:pt x="691460" y="85946"/>
                </a:lnTo>
                <a:lnTo>
                  <a:pt x="691256" y="85696"/>
                </a:lnTo>
                <a:lnTo>
                  <a:pt x="691057" y="85442"/>
                </a:lnTo>
                <a:lnTo>
                  <a:pt x="690863" y="85183"/>
                </a:lnTo>
                <a:lnTo>
                  <a:pt x="690673" y="84919"/>
                </a:lnTo>
                <a:lnTo>
                  <a:pt x="690488" y="84650"/>
                </a:lnTo>
                <a:lnTo>
                  <a:pt x="690308" y="84377"/>
                </a:lnTo>
                <a:lnTo>
                  <a:pt x="690132" y="84098"/>
                </a:lnTo>
                <a:lnTo>
                  <a:pt x="689961" y="83816"/>
                </a:lnTo>
                <a:lnTo>
                  <a:pt x="689795" y="83531"/>
                </a:lnTo>
                <a:lnTo>
                  <a:pt x="689632" y="83243"/>
                </a:lnTo>
                <a:lnTo>
                  <a:pt x="689474" y="82952"/>
                </a:lnTo>
                <a:lnTo>
                  <a:pt x="689320" y="82658"/>
                </a:lnTo>
                <a:lnTo>
                  <a:pt x="689170" y="82361"/>
                </a:lnTo>
                <a:lnTo>
                  <a:pt x="689025" y="82061"/>
                </a:lnTo>
                <a:lnTo>
                  <a:pt x="688883" y="81758"/>
                </a:lnTo>
                <a:lnTo>
                  <a:pt x="688746" y="81452"/>
                </a:lnTo>
                <a:lnTo>
                  <a:pt x="688613" y="81143"/>
                </a:lnTo>
                <a:lnTo>
                  <a:pt x="688485" y="80831"/>
                </a:lnTo>
                <a:lnTo>
                  <a:pt x="688360" y="80516"/>
                </a:lnTo>
                <a:lnTo>
                  <a:pt x="688240" y="80199"/>
                </a:lnTo>
                <a:lnTo>
                  <a:pt x="688124" y="79878"/>
                </a:lnTo>
                <a:lnTo>
                  <a:pt x="688012" y="79554"/>
                </a:lnTo>
                <a:lnTo>
                  <a:pt x="687905" y="79227"/>
                </a:lnTo>
                <a:lnTo>
                  <a:pt x="687802" y="78898"/>
                </a:lnTo>
                <a:lnTo>
                  <a:pt x="687703" y="78565"/>
                </a:lnTo>
                <a:lnTo>
                  <a:pt x="687608" y="78229"/>
                </a:lnTo>
                <a:lnTo>
                  <a:pt x="687517" y="77891"/>
                </a:lnTo>
                <a:lnTo>
                  <a:pt x="687431" y="77549"/>
                </a:lnTo>
                <a:lnTo>
                  <a:pt x="687349" y="77204"/>
                </a:lnTo>
                <a:lnTo>
                  <a:pt x="687271" y="76857"/>
                </a:lnTo>
                <a:lnTo>
                  <a:pt x="687197" y="76506"/>
                </a:lnTo>
                <a:lnTo>
                  <a:pt x="687127" y="76154"/>
                </a:lnTo>
                <a:lnTo>
                  <a:pt x="687060" y="75800"/>
                </a:lnTo>
                <a:lnTo>
                  <a:pt x="686996" y="75446"/>
                </a:lnTo>
                <a:lnTo>
                  <a:pt x="686935" y="75091"/>
                </a:lnTo>
                <a:lnTo>
                  <a:pt x="686877" y="74736"/>
                </a:lnTo>
                <a:lnTo>
                  <a:pt x="686821" y="74379"/>
                </a:lnTo>
                <a:lnTo>
                  <a:pt x="686769" y="74022"/>
                </a:lnTo>
                <a:lnTo>
                  <a:pt x="686720" y="73665"/>
                </a:lnTo>
                <a:lnTo>
                  <a:pt x="686674" y="73306"/>
                </a:lnTo>
                <a:lnTo>
                  <a:pt x="686630" y="72947"/>
                </a:lnTo>
                <a:lnTo>
                  <a:pt x="686590" y="72587"/>
                </a:lnTo>
                <a:lnTo>
                  <a:pt x="686553" y="72226"/>
                </a:lnTo>
                <a:lnTo>
                  <a:pt x="686519" y="71864"/>
                </a:lnTo>
                <a:lnTo>
                  <a:pt x="686487" y="71502"/>
                </a:lnTo>
                <a:lnTo>
                  <a:pt x="686459" y="71139"/>
                </a:lnTo>
                <a:lnTo>
                  <a:pt x="686434" y="70775"/>
                </a:lnTo>
                <a:lnTo>
                  <a:pt x="686411" y="70411"/>
                </a:lnTo>
                <a:lnTo>
                  <a:pt x="686392" y="70046"/>
                </a:lnTo>
                <a:lnTo>
                  <a:pt x="686375" y="69680"/>
                </a:lnTo>
                <a:lnTo>
                  <a:pt x="686362" y="69313"/>
                </a:lnTo>
                <a:lnTo>
                  <a:pt x="686352" y="68946"/>
                </a:lnTo>
                <a:lnTo>
                  <a:pt x="686344" y="68577"/>
                </a:lnTo>
                <a:lnTo>
                  <a:pt x="686340" y="68208"/>
                </a:lnTo>
                <a:lnTo>
                  <a:pt x="686338" y="67839"/>
                </a:lnTo>
                <a:lnTo>
                  <a:pt x="686340" y="67469"/>
                </a:lnTo>
                <a:lnTo>
                  <a:pt x="686344" y="67100"/>
                </a:lnTo>
                <a:lnTo>
                  <a:pt x="686352" y="66731"/>
                </a:lnTo>
                <a:lnTo>
                  <a:pt x="686362" y="66362"/>
                </a:lnTo>
                <a:lnTo>
                  <a:pt x="686375" y="65995"/>
                </a:lnTo>
                <a:close/>
                <a:moveTo>
                  <a:pt x="776743" y="96097"/>
                </a:moveTo>
                <a:lnTo>
                  <a:pt x="777064" y="96539"/>
                </a:lnTo>
                <a:lnTo>
                  <a:pt x="777392" y="96971"/>
                </a:lnTo>
                <a:lnTo>
                  <a:pt x="777728" y="97394"/>
                </a:lnTo>
                <a:lnTo>
                  <a:pt x="778071" y="97808"/>
                </a:lnTo>
                <a:lnTo>
                  <a:pt x="778421" y="98213"/>
                </a:lnTo>
                <a:lnTo>
                  <a:pt x="778778" y="98608"/>
                </a:lnTo>
                <a:lnTo>
                  <a:pt x="779142" y="98994"/>
                </a:lnTo>
                <a:lnTo>
                  <a:pt x="779514" y="99371"/>
                </a:lnTo>
                <a:lnTo>
                  <a:pt x="779893" y="99739"/>
                </a:lnTo>
                <a:lnTo>
                  <a:pt x="780279" y="100098"/>
                </a:lnTo>
                <a:lnTo>
                  <a:pt x="780672" y="100447"/>
                </a:lnTo>
                <a:lnTo>
                  <a:pt x="781072" y="100787"/>
                </a:lnTo>
                <a:lnTo>
                  <a:pt x="781480" y="101117"/>
                </a:lnTo>
                <a:lnTo>
                  <a:pt x="781895" y="101439"/>
                </a:lnTo>
                <a:lnTo>
                  <a:pt x="782317" y="101751"/>
                </a:lnTo>
                <a:lnTo>
                  <a:pt x="782746" y="102054"/>
                </a:lnTo>
                <a:lnTo>
                  <a:pt x="783183" y="102348"/>
                </a:lnTo>
                <a:lnTo>
                  <a:pt x="783626" y="102632"/>
                </a:lnTo>
                <a:lnTo>
                  <a:pt x="784077" y="102908"/>
                </a:lnTo>
                <a:lnTo>
                  <a:pt x="784535" y="103174"/>
                </a:lnTo>
                <a:lnTo>
                  <a:pt x="785001" y="103430"/>
                </a:lnTo>
                <a:lnTo>
                  <a:pt x="785473" y="103678"/>
                </a:lnTo>
                <a:lnTo>
                  <a:pt x="785953" y="103916"/>
                </a:lnTo>
                <a:lnTo>
                  <a:pt x="786438" y="104145"/>
                </a:lnTo>
                <a:lnTo>
                  <a:pt x="786927" y="104364"/>
                </a:lnTo>
                <a:lnTo>
                  <a:pt x="787420" y="104573"/>
                </a:lnTo>
                <a:lnTo>
                  <a:pt x="787916" y="104773"/>
                </a:lnTo>
                <a:lnTo>
                  <a:pt x="788416" y="104963"/>
                </a:lnTo>
                <a:lnTo>
                  <a:pt x="788920" y="105143"/>
                </a:lnTo>
                <a:lnTo>
                  <a:pt x="789428" y="105313"/>
                </a:lnTo>
                <a:lnTo>
                  <a:pt x="789939" y="105474"/>
                </a:lnTo>
                <a:lnTo>
                  <a:pt x="790454" y="105625"/>
                </a:lnTo>
                <a:lnTo>
                  <a:pt x="790973" y="105766"/>
                </a:lnTo>
                <a:lnTo>
                  <a:pt x="791496" y="105897"/>
                </a:lnTo>
                <a:lnTo>
                  <a:pt x="792022" y="106019"/>
                </a:lnTo>
                <a:lnTo>
                  <a:pt x="792552" y="106131"/>
                </a:lnTo>
                <a:lnTo>
                  <a:pt x="793086" y="106233"/>
                </a:lnTo>
                <a:lnTo>
                  <a:pt x="793623" y="106326"/>
                </a:lnTo>
                <a:lnTo>
                  <a:pt x="794165" y="106409"/>
                </a:lnTo>
                <a:lnTo>
                  <a:pt x="794709" y="106482"/>
                </a:lnTo>
                <a:lnTo>
                  <a:pt x="795258" y="106545"/>
                </a:lnTo>
                <a:lnTo>
                  <a:pt x="795811" y="106598"/>
                </a:lnTo>
                <a:lnTo>
                  <a:pt x="796367" y="106642"/>
                </a:lnTo>
                <a:lnTo>
                  <a:pt x="796927" y="106676"/>
                </a:lnTo>
                <a:lnTo>
                  <a:pt x="797490" y="106701"/>
                </a:lnTo>
                <a:lnTo>
                  <a:pt x="798058" y="106715"/>
                </a:lnTo>
                <a:lnTo>
                  <a:pt x="798629" y="106720"/>
                </a:lnTo>
                <a:lnTo>
                  <a:pt x="799305" y="106715"/>
                </a:lnTo>
                <a:lnTo>
                  <a:pt x="799975" y="106698"/>
                </a:lnTo>
                <a:lnTo>
                  <a:pt x="800637" y="106671"/>
                </a:lnTo>
                <a:lnTo>
                  <a:pt x="801293" y="106632"/>
                </a:lnTo>
                <a:lnTo>
                  <a:pt x="801941" y="106583"/>
                </a:lnTo>
                <a:lnTo>
                  <a:pt x="802581" y="106523"/>
                </a:lnTo>
                <a:lnTo>
                  <a:pt x="803215" y="106452"/>
                </a:lnTo>
                <a:lnTo>
                  <a:pt x="803841" y="106369"/>
                </a:lnTo>
                <a:lnTo>
                  <a:pt x="804460" y="106276"/>
                </a:lnTo>
                <a:lnTo>
                  <a:pt x="805072" y="106172"/>
                </a:lnTo>
                <a:lnTo>
                  <a:pt x="805677" y="106057"/>
                </a:lnTo>
                <a:lnTo>
                  <a:pt x="806274" y="105931"/>
                </a:lnTo>
                <a:lnTo>
                  <a:pt x="806864" y="105794"/>
                </a:lnTo>
                <a:lnTo>
                  <a:pt x="807447" y="105646"/>
                </a:lnTo>
                <a:lnTo>
                  <a:pt x="808023" y="105487"/>
                </a:lnTo>
                <a:lnTo>
                  <a:pt x="808591" y="105318"/>
                </a:lnTo>
                <a:lnTo>
                  <a:pt x="809153" y="105137"/>
                </a:lnTo>
                <a:lnTo>
                  <a:pt x="809707" y="104945"/>
                </a:lnTo>
                <a:lnTo>
                  <a:pt x="810254" y="104742"/>
                </a:lnTo>
                <a:lnTo>
                  <a:pt x="810793" y="104529"/>
                </a:lnTo>
                <a:lnTo>
                  <a:pt x="811326" y="104304"/>
                </a:lnTo>
                <a:lnTo>
                  <a:pt x="811851" y="104068"/>
                </a:lnTo>
                <a:lnTo>
                  <a:pt x="812369" y="103822"/>
                </a:lnTo>
                <a:lnTo>
                  <a:pt x="812880" y="103564"/>
                </a:lnTo>
                <a:lnTo>
                  <a:pt x="813384" y="103298"/>
                </a:lnTo>
                <a:lnTo>
                  <a:pt x="813881" y="103023"/>
                </a:lnTo>
                <a:lnTo>
                  <a:pt x="814370" y="102742"/>
                </a:lnTo>
                <a:lnTo>
                  <a:pt x="814853" y="102453"/>
                </a:lnTo>
                <a:lnTo>
                  <a:pt x="815329" y="102156"/>
                </a:lnTo>
                <a:lnTo>
                  <a:pt x="815798" y="101852"/>
                </a:lnTo>
                <a:lnTo>
                  <a:pt x="816260" y="101540"/>
                </a:lnTo>
                <a:lnTo>
                  <a:pt x="816715" y="101221"/>
                </a:lnTo>
                <a:lnTo>
                  <a:pt x="817163" y="100895"/>
                </a:lnTo>
                <a:lnTo>
                  <a:pt x="817604" y="100561"/>
                </a:lnTo>
                <a:lnTo>
                  <a:pt x="818038" y="100219"/>
                </a:lnTo>
                <a:lnTo>
                  <a:pt x="818466" y="99870"/>
                </a:lnTo>
                <a:lnTo>
                  <a:pt x="818886" y="99514"/>
                </a:lnTo>
                <a:lnTo>
                  <a:pt x="819299" y="99150"/>
                </a:lnTo>
                <a:lnTo>
                  <a:pt x="819705" y="98779"/>
                </a:lnTo>
                <a:lnTo>
                  <a:pt x="820105" y="98400"/>
                </a:lnTo>
                <a:lnTo>
                  <a:pt x="820497" y="98013"/>
                </a:lnTo>
                <a:lnTo>
                  <a:pt x="820882" y="97620"/>
                </a:lnTo>
                <a:lnTo>
                  <a:pt x="821261" y="97218"/>
                </a:lnTo>
                <a:lnTo>
                  <a:pt x="821632" y="96810"/>
                </a:lnTo>
                <a:lnTo>
                  <a:pt x="821997" y="96394"/>
                </a:lnTo>
                <a:lnTo>
                  <a:pt x="822355" y="95970"/>
                </a:lnTo>
                <a:lnTo>
                  <a:pt x="822705" y="95539"/>
                </a:lnTo>
                <a:lnTo>
                  <a:pt x="823049" y="95100"/>
                </a:lnTo>
                <a:lnTo>
                  <a:pt x="823386" y="94655"/>
                </a:lnTo>
                <a:lnTo>
                  <a:pt x="823715" y="94204"/>
                </a:lnTo>
                <a:lnTo>
                  <a:pt x="824037" y="93748"/>
                </a:lnTo>
                <a:lnTo>
                  <a:pt x="824352" y="93287"/>
                </a:lnTo>
                <a:lnTo>
                  <a:pt x="824660" y="92820"/>
                </a:lnTo>
                <a:lnTo>
                  <a:pt x="824960" y="92347"/>
                </a:lnTo>
                <a:lnTo>
                  <a:pt x="825254" y="91869"/>
                </a:lnTo>
                <a:lnTo>
                  <a:pt x="825540" y="91386"/>
                </a:lnTo>
                <a:lnTo>
                  <a:pt x="825818" y="90897"/>
                </a:lnTo>
                <a:lnTo>
                  <a:pt x="826090" y="90402"/>
                </a:lnTo>
                <a:lnTo>
                  <a:pt x="826355" y="89902"/>
                </a:lnTo>
                <a:lnTo>
                  <a:pt x="826612" y="89397"/>
                </a:lnTo>
                <a:lnTo>
                  <a:pt x="826862" y="88886"/>
                </a:lnTo>
                <a:lnTo>
                  <a:pt x="827105" y="88370"/>
                </a:lnTo>
                <a:lnTo>
                  <a:pt x="827340" y="87848"/>
                </a:lnTo>
                <a:lnTo>
                  <a:pt x="827568" y="87321"/>
                </a:lnTo>
                <a:lnTo>
                  <a:pt x="827790" y="86788"/>
                </a:lnTo>
                <a:lnTo>
                  <a:pt x="828004" y="86250"/>
                </a:lnTo>
                <a:lnTo>
                  <a:pt x="828210" y="85706"/>
                </a:lnTo>
                <a:lnTo>
                  <a:pt x="828410" y="85157"/>
                </a:lnTo>
                <a:lnTo>
                  <a:pt x="828602" y="84602"/>
                </a:lnTo>
                <a:lnTo>
                  <a:pt x="828787" y="84042"/>
                </a:lnTo>
                <a:lnTo>
                  <a:pt x="828965" y="83476"/>
                </a:lnTo>
                <a:lnTo>
                  <a:pt x="829135" y="82905"/>
                </a:lnTo>
                <a:lnTo>
                  <a:pt x="829299" y="82330"/>
                </a:lnTo>
                <a:lnTo>
                  <a:pt x="829456" y="81753"/>
                </a:lnTo>
                <a:lnTo>
                  <a:pt x="829606" y="81175"/>
                </a:lnTo>
                <a:lnTo>
                  <a:pt x="829748" y="80594"/>
                </a:lnTo>
                <a:lnTo>
                  <a:pt x="829884" y="80011"/>
                </a:lnTo>
                <a:lnTo>
                  <a:pt x="830013" y="79426"/>
                </a:lnTo>
                <a:lnTo>
                  <a:pt x="830135" y="78839"/>
                </a:lnTo>
                <a:lnTo>
                  <a:pt x="830250" y="78250"/>
                </a:lnTo>
                <a:lnTo>
                  <a:pt x="830358" y="77660"/>
                </a:lnTo>
                <a:lnTo>
                  <a:pt x="830459" y="77067"/>
                </a:lnTo>
                <a:lnTo>
                  <a:pt x="830553" y="76472"/>
                </a:lnTo>
                <a:lnTo>
                  <a:pt x="830640" y="75875"/>
                </a:lnTo>
                <a:lnTo>
                  <a:pt x="830720" y="75276"/>
                </a:lnTo>
                <a:lnTo>
                  <a:pt x="830793" y="74676"/>
                </a:lnTo>
                <a:lnTo>
                  <a:pt x="830860" y="74073"/>
                </a:lnTo>
                <a:lnTo>
                  <a:pt x="830919" y="73468"/>
                </a:lnTo>
                <a:lnTo>
                  <a:pt x="830971" y="72861"/>
                </a:lnTo>
                <a:lnTo>
                  <a:pt x="831016" y="72252"/>
                </a:lnTo>
                <a:lnTo>
                  <a:pt x="831055" y="71642"/>
                </a:lnTo>
                <a:lnTo>
                  <a:pt x="831086" y="71029"/>
                </a:lnTo>
                <a:lnTo>
                  <a:pt x="831110" y="70414"/>
                </a:lnTo>
                <a:lnTo>
                  <a:pt x="831128" y="69797"/>
                </a:lnTo>
                <a:lnTo>
                  <a:pt x="831138" y="69178"/>
                </a:lnTo>
                <a:lnTo>
                  <a:pt x="831142" y="68558"/>
                </a:lnTo>
                <a:lnTo>
                  <a:pt x="831138" y="67901"/>
                </a:lnTo>
                <a:lnTo>
                  <a:pt x="831128" y="67247"/>
                </a:lnTo>
                <a:lnTo>
                  <a:pt x="831110" y="66595"/>
                </a:lnTo>
                <a:lnTo>
                  <a:pt x="831086" y="65945"/>
                </a:lnTo>
                <a:lnTo>
                  <a:pt x="831055" y="65298"/>
                </a:lnTo>
                <a:lnTo>
                  <a:pt x="831016" y="64652"/>
                </a:lnTo>
                <a:lnTo>
                  <a:pt x="830971" y="64009"/>
                </a:lnTo>
                <a:lnTo>
                  <a:pt x="830919" y="63368"/>
                </a:lnTo>
                <a:lnTo>
                  <a:pt x="830860" y="62730"/>
                </a:lnTo>
                <a:lnTo>
                  <a:pt x="830793" y="62094"/>
                </a:lnTo>
                <a:lnTo>
                  <a:pt x="830720" y="61460"/>
                </a:lnTo>
                <a:lnTo>
                  <a:pt x="830640" y="60828"/>
                </a:lnTo>
                <a:lnTo>
                  <a:pt x="830553" y="60198"/>
                </a:lnTo>
                <a:lnTo>
                  <a:pt x="830459" y="59571"/>
                </a:lnTo>
                <a:lnTo>
                  <a:pt x="830358" y="58946"/>
                </a:lnTo>
                <a:lnTo>
                  <a:pt x="830250" y="58323"/>
                </a:lnTo>
                <a:lnTo>
                  <a:pt x="830135" y="57702"/>
                </a:lnTo>
                <a:lnTo>
                  <a:pt x="830013" y="57084"/>
                </a:lnTo>
                <a:lnTo>
                  <a:pt x="829884" y="56468"/>
                </a:lnTo>
                <a:lnTo>
                  <a:pt x="829748" y="55854"/>
                </a:lnTo>
                <a:lnTo>
                  <a:pt x="829606" y="55243"/>
                </a:lnTo>
                <a:lnTo>
                  <a:pt x="829456" y="54633"/>
                </a:lnTo>
                <a:lnTo>
                  <a:pt x="829299" y="54026"/>
                </a:lnTo>
                <a:lnTo>
                  <a:pt x="829135" y="53421"/>
                </a:lnTo>
                <a:lnTo>
                  <a:pt x="828965" y="52821"/>
                </a:lnTo>
                <a:lnTo>
                  <a:pt x="828786" y="52226"/>
                </a:lnTo>
                <a:lnTo>
                  <a:pt x="828601" y="51638"/>
                </a:lnTo>
                <a:lnTo>
                  <a:pt x="828408" y="51056"/>
                </a:lnTo>
                <a:lnTo>
                  <a:pt x="828207" y="50480"/>
                </a:lnTo>
                <a:lnTo>
                  <a:pt x="827999" y="49911"/>
                </a:lnTo>
                <a:lnTo>
                  <a:pt x="827783" y="49348"/>
                </a:lnTo>
                <a:lnTo>
                  <a:pt x="827560" y="48791"/>
                </a:lnTo>
                <a:lnTo>
                  <a:pt x="827330" y="48240"/>
                </a:lnTo>
                <a:lnTo>
                  <a:pt x="827092" y="47695"/>
                </a:lnTo>
                <a:lnTo>
                  <a:pt x="826847" y="47157"/>
                </a:lnTo>
                <a:lnTo>
                  <a:pt x="826594" y="46625"/>
                </a:lnTo>
                <a:lnTo>
                  <a:pt x="826333" y="46099"/>
                </a:lnTo>
                <a:lnTo>
                  <a:pt x="826066" y="45580"/>
                </a:lnTo>
                <a:lnTo>
                  <a:pt x="825790" y="45066"/>
                </a:lnTo>
                <a:lnTo>
                  <a:pt x="825508" y="44559"/>
                </a:lnTo>
                <a:lnTo>
                  <a:pt x="825217" y="44058"/>
                </a:lnTo>
                <a:lnTo>
                  <a:pt x="824920" y="43563"/>
                </a:lnTo>
                <a:lnTo>
                  <a:pt x="824615" y="43075"/>
                </a:lnTo>
                <a:lnTo>
                  <a:pt x="824302" y="42593"/>
                </a:lnTo>
                <a:lnTo>
                  <a:pt x="823982" y="42117"/>
                </a:lnTo>
                <a:lnTo>
                  <a:pt x="823654" y="41647"/>
                </a:lnTo>
                <a:lnTo>
                  <a:pt x="823319" y="41183"/>
                </a:lnTo>
                <a:lnTo>
                  <a:pt x="822977" y="40726"/>
                </a:lnTo>
                <a:lnTo>
                  <a:pt x="822627" y="40275"/>
                </a:lnTo>
                <a:lnTo>
                  <a:pt x="822270" y="39832"/>
                </a:lnTo>
                <a:lnTo>
                  <a:pt x="821905" y="39396"/>
                </a:lnTo>
                <a:lnTo>
                  <a:pt x="821533" y="38968"/>
                </a:lnTo>
                <a:lnTo>
                  <a:pt x="821153" y="38547"/>
                </a:lnTo>
                <a:lnTo>
                  <a:pt x="820766" y="38134"/>
                </a:lnTo>
                <a:lnTo>
                  <a:pt x="820372" y="37728"/>
                </a:lnTo>
                <a:lnTo>
                  <a:pt x="819970" y="37330"/>
                </a:lnTo>
                <a:lnTo>
                  <a:pt x="819560" y="36939"/>
                </a:lnTo>
                <a:lnTo>
                  <a:pt x="819143" y="36556"/>
                </a:lnTo>
                <a:lnTo>
                  <a:pt x="818719" y="36180"/>
                </a:lnTo>
                <a:lnTo>
                  <a:pt x="818287" y="35811"/>
                </a:lnTo>
                <a:lnTo>
                  <a:pt x="817847" y="35450"/>
                </a:lnTo>
                <a:lnTo>
                  <a:pt x="817401" y="35097"/>
                </a:lnTo>
                <a:lnTo>
                  <a:pt x="816946" y="34751"/>
                </a:lnTo>
                <a:lnTo>
                  <a:pt x="816485" y="34412"/>
                </a:lnTo>
                <a:lnTo>
                  <a:pt x="816015" y="34081"/>
                </a:lnTo>
                <a:lnTo>
                  <a:pt x="815539" y="33758"/>
                </a:lnTo>
                <a:lnTo>
                  <a:pt x="815054" y="33442"/>
                </a:lnTo>
                <a:lnTo>
                  <a:pt x="814563" y="33133"/>
                </a:lnTo>
                <a:lnTo>
                  <a:pt x="814064" y="32832"/>
                </a:lnTo>
                <a:lnTo>
                  <a:pt x="813557" y="32538"/>
                </a:lnTo>
                <a:lnTo>
                  <a:pt x="813043" y="32252"/>
                </a:lnTo>
                <a:lnTo>
                  <a:pt x="812522" y="31973"/>
                </a:lnTo>
                <a:lnTo>
                  <a:pt x="811992" y="31704"/>
                </a:lnTo>
                <a:lnTo>
                  <a:pt x="811455" y="31446"/>
                </a:lnTo>
                <a:lnTo>
                  <a:pt x="810908" y="31200"/>
                </a:lnTo>
                <a:lnTo>
                  <a:pt x="810354" y="30965"/>
                </a:lnTo>
                <a:lnTo>
                  <a:pt x="809791" y="30741"/>
                </a:lnTo>
                <a:lnTo>
                  <a:pt x="809219" y="30529"/>
                </a:lnTo>
                <a:lnTo>
                  <a:pt x="808639" y="30329"/>
                </a:lnTo>
                <a:lnTo>
                  <a:pt x="808050" y="30140"/>
                </a:lnTo>
                <a:lnTo>
                  <a:pt x="807453" y="29962"/>
                </a:lnTo>
                <a:lnTo>
                  <a:pt x="806848" y="29796"/>
                </a:lnTo>
                <a:lnTo>
                  <a:pt x="806234" y="29641"/>
                </a:lnTo>
                <a:lnTo>
                  <a:pt x="805612" y="29498"/>
                </a:lnTo>
                <a:lnTo>
                  <a:pt x="804981" y="29366"/>
                </a:lnTo>
                <a:lnTo>
                  <a:pt x="804342" y="29246"/>
                </a:lnTo>
                <a:lnTo>
                  <a:pt x="803694" y="29137"/>
                </a:lnTo>
                <a:lnTo>
                  <a:pt x="803038" y="29040"/>
                </a:lnTo>
                <a:lnTo>
                  <a:pt x="802373" y="28954"/>
                </a:lnTo>
                <a:lnTo>
                  <a:pt x="801700" y="28879"/>
                </a:lnTo>
                <a:lnTo>
                  <a:pt x="801018" y="28816"/>
                </a:lnTo>
                <a:lnTo>
                  <a:pt x="800328" y="28765"/>
                </a:lnTo>
                <a:lnTo>
                  <a:pt x="799630" y="28725"/>
                </a:lnTo>
                <a:lnTo>
                  <a:pt x="798923" y="28696"/>
                </a:lnTo>
                <a:lnTo>
                  <a:pt x="798207" y="28679"/>
                </a:lnTo>
                <a:lnTo>
                  <a:pt x="797484" y="28673"/>
                </a:lnTo>
                <a:lnTo>
                  <a:pt x="796913" y="28678"/>
                </a:lnTo>
                <a:lnTo>
                  <a:pt x="796346" y="28692"/>
                </a:lnTo>
                <a:lnTo>
                  <a:pt x="795783" y="28716"/>
                </a:lnTo>
                <a:lnTo>
                  <a:pt x="795224" y="28749"/>
                </a:lnTo>
                <a:lnTo>
                  <a:pt x="794668" y="28792"/>
                </a:lnTo>
                <a:lnTo>
                  <a:pt x="794117" y="28844"/>
                </a:lnTo>
                <a:lnTo>
                  <a:pt x="793570" y="28906"/>
                </a:lnTo>
                <a:lnTo>
                  <a:pt x="793027" y="28977"/>
                </a:lnTo>
                <a:lnTo>
                  <a:pt x="792488" y="29057"/>
                </a:lnTo>
                <a:lnTo>
                  <a:pt x="791953" y="29147"/>
                </a:lnTo>
                <a:lnTo>
                  <a:pt x="791422" y="29247"/>
                </a:lnTo>
                <a:lnTo>
                  <a:pt x="790894" y="29356"/>
                </a:lnTo>
                <a:lnTo>
                  <a:pt x="790371" y="29475"/>
                </a:lnTo>
                <a:lnTo>
                  <a:pt x="789852" y="29603"/>
                </a:lnTo>
                <a:lnTo>
                  <a:pt x="789337" y="29740"/>
                </a:lnTo>
                <a:lnTo>
                  <a:pt x="788825" y="29887"/>
                </a:lnTo>
                <a:lnTo>
                  <a:pt x="788318" y="30044"/>
                </a:lnTo>
                <a:lnTo>
                  <a:pt x="787815" y="30210"/>
                </a:lnTo>
                <a:lnTo>
                  <a:pt x="787315" y="30385"/>
                </a:lnTo>
                <a:lnTo>
                  <a:pt x="786820" y="30570"/>
                </a:lnTo>
                <a:lnTo>
                  <a:pt x="786328" y="30765"/>
                </a:lnTo>
                <a:lnTo>
                  <a:pt x="785841" y="30969"/>
                </a:lnTo>
                <a:lnTo>
                  <a:pt x="785357" y="31182"/>
                </a:lnTo>
                <a:lnTo>
                  <a:pt x="784878" y="31405"/>
                </a:lnTo>
                <a:lnTo>
                  <a:pt x="784404" y="31638"/>
                </a:lnTo>
                <a:lnTo>
                  <a:pt x="783937" y="31883"/>
                </a:lnTo>
                <a:lnTo>
                  <a:pt x="783477" y="32140"/>
                </a:lnTo>
                <a:lnTo>
                  <a:pt x="783024" y="32407"/>
                </a:lnTo>
                <a:lnTo>
                  <a:pt x="782578" y="32687"/>
                </a:lnTo>
                <a:lnTo>
                  <a:pt x="782139" y="32978"/>
                </a:lnTo>
                <a:lnTo>
                  <a:pt x="781707" y="33280"/>
                </a:lnTo>
                <a:lnTo>
                  <a:pt x="781282" y="33594"/>
                </a:lnTo>
                <a:lnTo>
                  <a:pt x="780864" y="33919"/>
                </a:lnTo>
                <a:lnTo>
                  <a:pt x="780452" y="34256"/>
                </a:lnTo>
                <a:lnTo>
                  <a:pt x="780048" y="34604"/>
                </a:lnTo>
                <a:lnTo>
                  <a:pt x="779651" y="34964"/>
                </a:lnTo>
                <a:lnTo>
                  <a:pt x="779260" y="35335"/>
                </a:lnTo>
                <a:lnTo>
                  <a:pt x="778877" y="35718"/>
                </a:lnTo>
                <a:lnTo>
                  <a:pt x="778501" y="36112"/>
                </a:lnTo>
                <a:lnTo>
                  <a:pt x="778131" y="36518"/>
                </a:lnTo>
                <a:lnTo>
                  <a:pt x="777769" y="36935"/>
                </a:lnTo>
                <a:lnTo>
                  <a:pt x="777413" y="37364"/>
                </a:lnTo>
                <a:lnTo>
                  <a:pt x="777064" y="37804"/>
                </a:lnTo>
                <a:lnTo>
                  <a:pt x="776723" y="38256"/>
                </a:lnTo>
                <a:lnTo>
                  <a:pt x="776388" y="38719"/>
                </a:lnTo>
                <a:lnTo>
                  <a:pt x="776060" y="39194"/>
                </a:lnTo>
                <a:lnTo>
                  <a:pt x="775740" y="39680"/>
                </a:lnTo>
                <a:lnTo>
                  <a:pt x="775426" y="40177"/>
                </a:lnTo>
                <a:lnTo>
                  <a:pt x="775139" y="40177"/>
                </a:lnTo>
                <a:lnTo>
                  <a:pt x="775139" y="30725"/>
                </a:lnTo>
                <a:lnTo>
                  <a:pt x="755805" y="30725"/>
                </a:lnTo>
                <a:lnTo>
                  <a:pt x="755805" y="130638"/>
                </a:lnTo>
                <a:lnTo>
                  <a:pt x="776143" y="130638"/>
                </a:lnTo>
                <a:lnTo>
                  <a:pt x="776143" y="95646"/>
                </a:lnTo>
                <a:lnTo>
                  <a:pt x="776429" y="95646"/>
                </a:lnTo>
                <a:lnTo>
                  <a:pt x="776743" y="96097"/>
                </a:lnTo>
                <a:close/>
                <a:moveTo>
                  <a:pt x="791219" y="91387"/>
                </a:moveTo>
                <a:lnTo>
                  <a:pt x="790841" y="91349"/>
                </a:lnTo>
                <a:lnTo>
                  <a:pt x="790467" y="91304"/>
                </a:lnTo>
                <a:lnTo>
                  <a:pt x="790099" y="91252"/>
                </a:lnTo>
                <a:lnTo>
                  <a:pt x="789735" y="91193"/>
                </a:lnTo>
                <a:lnTo>
                  <a:pt x="789376" y="91126"/>
                </a:lnTo>
                <a:lnTo>
                  <a:pt x="789023" y="91053"/>
                </a:lnTo>
                <a:lnTo>
                  <a:pt x="788674" y="90973"/>
                </a:lnTo>
                <a:lnTo>
                  <a:pt x="788330" y="90886"/>
                </a:lnTo>
                <a:lnTo>
                  <a:pt x="787991" y="90792"/>
                </a:lnTo>
                <a:lnTo>
                  <a:pt x="787658" y="90692"/>
                </a:lnTo>
                <a:lnTo>
                  <a:pt x="787329" y="90584"/>
                </a:lnTo>
                <a:lnTo>
                  <a:pt x="787005" y="90469"/>
                </a:lnTo>
                <a:lnTo>
                  <a:pt x="786686" y="90347"/>
                </a:lnTo>
                <a:lnTo>
                  <a:pt x="786372" y="90218"/>
                </a:lnTo>
                <a:lnTo>
                  <a:pt x="786064" y="90083"/>
                </a:lnTo>
                <a:lnTo>
                  <a:pt x="785760" y="89940"/>
                </a:lnTo>
                <a:lnTo>
                  <a:pt x="785461" y="89790"/>
                </a:lnTo>
                <a:lnTo>
                  <a:pt x="785167" y="89634"/>
                </a:lnTo>
                <a:lnTo>
                  <a:pt x="784878" y="89470"/>
                </a:lnTo>
                <a:lnTo>
                  <a:pt x="784594" y="89301"/>
                </a:lnTo>
                <a:lnTo>
                  <a:pt x="784315" y="89127"/>
                </a:lnTo>
                <a:lnTo>
                  <a:pt x="784040" y="88950"/>
                </a:lnTo>
                <a:lnTo>
                  <a:pt x="783770" y="88768"/>
                </a:lnTo>
                <a:lnTo>
                  <a:pt x="783505" y="88582"/>
                </a:lnTo>
                <a:lnTo>
                  <a:pt x="783245" y="88391"/>
                </a:lnTo>
                <a:lnTo>
                  <a:pt x="782989" y="88196"/>
                </a:lnTo>
                <a:lnTo>
                  <a:pt x="782738" y="87998"/>
                </a:lnTo>
                <a:lnTo>
                  <a:pt x="782492" y="87794"/>
                </a:lnTo>
                <a:lnTo>
                  <a:pt x="782250" y="87587"/>
                </a:lnTo>
                <a:lnTo>
                  <a:pt x="782014" y="87376"/>
                </a:lnTo>
                <a:lnTo>
                  <a:pt x="781782" y="87160"/>
                </a:lnTo>
                <a:lnTo>
                  <a:pt x="781554" y="86940"/>
                </a:lnTo>
                <a:lnTo>
                  <a:pt x="781332" y="86715"/>
                </a:lnTo>
                <a:lnTo>
                  <a:pt x="781114" y="86487"/>
                </a:lnTo>
                <a:lnTo>
                  <a:pt x="780900" y="86254"/>
                </a:lnTo>
                <a:lnTo>
                  <a:pt x="780692" y="86017"/>
                </a:lnTo>
                <a:lnTo>
                  <a:pt x="780488" y="85776"/>
                </a:lnTo>
                <a:lnTo>
                  <a:pt x="780289" y="85531"/>
                </a:lnTo>
                <a:lnTo>
                  <a:pt x="780094" y="85281"/>
                </a:lnTo>
                <a:lnTo>
                  <a:pt x="779905" y="85027"/>
                </a:lnTo>
                <a:lnTo>
                  <a:pt x="779720" y="84769"/>
                </a:lnTo>
                <a:lnTo>
                  <a:pt x="779539" y="84507"/>
                </a:lnTo>
                <a:lnTo>
                  <a:pt x="779364" y="84241"/>
                </a:lnTo>
                <a:lnTo>
                  <a:pt x="779193" y="83970"/>
                </a:lnTo>
                <a:lnTo>
                  <a:pt x="779026" y="83696"/>
                </a:lnTo>
                <a:lnTo>
                  <a:pt x="778863" y="83418"/>
                </a:lnTo>
                <a:lnTo>
                  <a:pt x="778704" y="83136"/>
                </a:lnTo>
                <a:lnTo>
                  <a:pt x="778549" y="82851"/>
                </a:lnTo>
                <a:lnTo>
                  <a:pt x="778397" y="82562"/>
                </a:lnTo>
                <a:lnTo>
                  <a:pt x="778250" y="82269"/>
                </a:lnTo>
                <a:lnTo>
                  <a:pt x="778107" y="81972"/>
                </a:lnTo>
                <a:lnTo>
                  <a:pt x="777968" y="81672"/>
                </a:lnTo>
                <a:lnTo>
                  <a:pt x="777833" y="81368"/>
                </a:lnTo>
                <a:lnTo>
                  <a:pt x="777701" y="81060"/>
                </a:lnTo>
                <a:lnTo>
                  <a:pt x="777574" y="80749"/>
                </a:lnTo>
                <a:lnTo>
                  <a:pt x="777451" y="80433"/>
                </a:lnTo>
                <a:lnTo>
                  <a:pt x="777331" y="80115"/>
                </a:lnTo>
                <a:lnTo>
                  <a:pt x="777216" y="79792"/>
                </a:lnTo>
                <a:lnTo>
                  <a:pt x="777105" y="79466"/>
                </a:lnTo>
                <a:lnTo>
                  <a:pt x="776997" y="79135"/>
                </a:lnTo>
                <a:lnTo>
                  <a:pt x="776894" y="78802"/>
                </a:lnTo>
                <a:lnTo>
                  <a:pt x="776794" y="78464"/>
                </a:lnTo>
                <a:lnTo>
                  <a:pt x="776699" y="78123"/>
                </a:lnTo>
                <a:lnTo>
                  <a:pt x="776607" y="77778"/>
                </a:lnTo>
                <a:lnTo>
                  <a:pt x="776520" y="77429"/>
                </a:lnTo>
                <a:lnTo>
                  <a:pt x="776436" y="77077"/>
                </a:lnTo>
                <a:lnTo>
                  <a:pt x="776357" y="76720"/>
                </a:lnTo>
                <a:lnTo>
                  <a:pt x="776281" y="76362"/>
                </a:lnTo>
                <a:lnTo>
                  <a:pt x="776208" y="76003"/>
                </a:lnTo>
                <a:lnTo>
                  <a:pt x="776139" y="75643"/>
                </a:lnTo>
                <a:lnTo>
                  <a:pt x="776072" y="75283"/>
                </a:lnTo>
                <a:lnTo>
                  <a:pt x="776009" y="74923"/>
                </a:lnTo>
                <a:lnTo>
                  <a:pt x="775949" y="74562"/>
                </a:lnTo>
                <a:lnTo>
                  <a:pt x="775893" y="74201"/>
                </a:lnTo>
                <a:lnTo>
                  <a:pt x="775840" y="73839"/>
                </a:lnTo>
                <a:lnTo>
                  <a:pt x="775789" y="73476"/>
                </a:lnTo>
                <a:lnTo>
                  <a:pt x="775743" y="73113"/>
                </a:lnTo>
                <a:lnTo>
                  <a:pt x="775699" y="72750"/>
                </a:lnTo>
                <a:lnTo>
                  <a:pt x="775658" y="72386"/>
                </a:lnTo>
                <a:lnTo>
                  <a:pt x="775621" y="72022"/>
                </a:lnTo>
                <a:lnTo>
                  <a:pt x="775587" y="71657"/>
                </a:lnTo>
                <a:lnTo>
                  <a:pt x="775557" y="71291"/>
                </a:lnTo>
                <a:lnTo>
                  <a:pt x="775529" y="70926"/>
                </a:lnTo>
                <a:lnTo>
                  <a:pt x="775505" y="70559"/>
                </a:lnTo>
                <a:lnTo>
                  <a:pt x="775484" y="70192"/>
                </a:lnTo>
                <a:lnTo>
                  <a:pt x="775466" y="69825"/>
                </a:lnTo>
                <a:lnTo>
                  <a:pt x="775452" y="69457"/>
                </a:lnTo>
                <a:lnTo>
                  <a:pt x="775440" y="69089"/>
                </a:lnTo>
                <a:lnTo>
                  <a:pt x="775432" y="68720"/>
                </a:lnTo>
                <a:lnTo>
                  <a:pt x="775427" y="68351"/>
                </a:lnTo>
                <a:lnTo>
                  <a:pt x="775426" y="67981"/>
                </a:lnTo>
                <a:lnTo>
                  <a:pt x="775427" y="67599"/>
                </a:lnTo>
                <a:lnTo>
                  <a:pt x="775432" y="67219"/>
                </a:lnTo>
                <a:lnTo>
                  <a:pt x="775439" y="66839"/>
                </a:lnTo>
                <a:lnTo>
                  <a:pt x="775450" y="66461"/>
                </a:lnTo>
                <a:lnTo>
                  <a:pt x="775463" y="66084"/>
                </a:lnTo>
                <a:lnTo>
                  <a:pt x="775479" y="65707"/>
                </a:lnTo>
                <a:lnTo>
                  <a:pt x="775499" y="65332"/>
                </a:lnTo>
                <a:lnTo>
                  <a:pt x="775521" y="64957"/>
                </a:lnTo>
                <a:lnTo>
                  <a:pt x="775547" y="64584"/>
                </a:lnTo>
                <a:lnTo>
                  <a:pt x="775575" y="64211"/>
                </a:lnTo>
                <a:lnTo>
                  <a:pt x="775606" y="63840"/>
                </a:lnTo>
                <a:lnTo>
                  <a:pt x="775640" y="63469"/>
                </a:lnTo>
                <a:lnTo>
                  <a:pt x="775678" y="63100"/>
                </a:lnTo>
                <a:lnTo>
                  <a:pt x="775718" y="62731"/>
                </a:lnTo>
                <a:lnTo>
                  <a:pt x="775761" y="62364"/>
                </a:lnTo>
                <a:lnTo>
                  <a:pt x="775807" y="61997"/>
                </a:lnTo>
                <a:lnTo>
                  <a:pt x="775857" y="61632"/>
                </a:lnTo>
                <a:lnTo>
                  <a:pt x="775909" y="61267"/>
                </a:lnTo>
                <a:lnTo>
                  <a:pt x="775964" y="60904"/>
                </a:lnTo>
                <a:lnTo>
                  <a:pt x="776022" y="60541"/>
                </a:lnTo>
                <a:lnTo>
                  <a:pt x="776083" y="60180"/>
                </a:lnTo>
                <a:lnTo>
                  <a:pt x="776147" y="59819"/>
                </a:lnTo>
                <a:lnTo>
                  <a:pt x="776215" y="59460"/>
                </a:lnTo>
                <a:lnTo>
                  <a:pt x="776285" y="59101"/>
                </a:lnTo>
                <a:lnTo>
                  <a:pt x="776358" y="58745"/>
                </a:lnTo>
                <a:lnTo>
                  <a:pt x="776436" y="58392"/>
                </a:lnTo>
                <a:lnTo>
                  <a:pt x="776518" y="58042"/>
                </a:lnTo>
                <a:lnTo>
                  <a:pt x="776605" y="57696"/>
                </a:lnTo>
                <a:lnTo>
                  <a:pt x="776695" y="57354"/>
                </a:lnTo>
                <a:lnTo>
                  <a:pt x="776790" y="57015"/>
                </a:lnTo>
                <a:lnTo>
                  <a:pt x="776889" y="56679"/>
                </a:lnTo>
                <a:lnTo>
                  <a:pt x="776992" y="56347"/>
                </a:lnTo>
                <a:lnTo>
                  <a:pt x="777100" y="56019"/>
                </a:lnTo>
                <a:lnTo>
                  <a:pt x="777212" y="55693"/>
                </a:lnTo>
                <a:lnTo>
                  <a:pt x="777328" y="55372"/>
                </a:lnTo>
                <a:lnTo>
                  <a:pt x="777448" y="55054"/>
                </a:lnTo>
                <a:lnTo>
                  <a:pt x="777572" y="54739"/>
                </a:lnTo>
                <a:lnTo>
                  <a:pt x="777701" y="54428"/>
                </a:lnTo>
                <a:lnTo>
                  <a:pt x="777834" y="54120"/>
                </a:lnTo>
                <a:lnTo>
                  <a:pt x="777971" y="53816"/>
                </a:lnTo>
                <a:lnTo>
                  <a:pt x="778112" y="53516"/>
                </a:lnTo>
                <a:lnTo>
                  <a:pt x="778258" y="53219"/>
                </a:lnTo>
                <a:lnTo>
                  <a:pt x="778407" y="52925"/>
                </a:lnTo>
                <a:lnTo>
                  <a:pt x="778561" y="52635"/>
                </a:lnTo>
                <a:lnTo>
                  <a:pt x="778720" y="52348"/>
                </a:lnTo>
                <a:lnTo>
                  <a:pt x="778882" y="52065"/>
                </a:lnTo>
                <a:lnTo>
                  <a:pt x="779049" y="51785"/>
                </a:lnTo>
                <a:lnTo>
                  <a:pt x="779220" y="51509"/>
                </a:lnTo>
                <a:lnTo>
                  <a:pt x="779395" y="51236"/>
                </a:lnTo>
                <a:lnTo>
                  <a:pt x="779575" y="50968"/>
                </a:lnTo>
                <a:lnTo>
                  <a:pt x="779759" y="50704"/>
                </a:lnTo>
                <a:lnTo>
                  <a:pt x="779948" y="50444"/>
                </a:lnTo>
                <a:lnTo>
                  <a:pt x="780142" y="50189"/>
                </a:lnTo>
                <a:lnTo>
                  <a:pt x="780339" y="49937"/>
                </a:lnTo>
                <a:lnTo>
                  <a:pt x="780542" y="49690"/>
                </a:lnTo>
                <a:lnTo>
                  <a:pt x="780748" y="49447"/>
                </a:lnTo>
                <a:lnTo>
                  <a:pt x="780959" y="49209"/>
                </a:lnTo>
                <a:lnTo>
                  <a:pt x="781175" y="48974"/>
                </a:lnTo>
                <a:lnTo>
                  <a:pt x="781395" y="48744"/>
                </a:lnTo>
                <a:lnTo>
                  <a:pt x="781620" y="48518"/>
                </a:lnTo>
                <a:lnTo>
                  <a:pt x="781849" y="48296"/>
                </a:lnTo>
                <a:lnTo>
                  <a:pt x="782082" y="48079"/>
                </a:lnTo>
                <a:lnTo>
                  <a:pt x="782320" y="47866"/>
                </a:lnTo>
                <a:lnTo>
                  <a:pt x="782563" y="47657"/>
                </a:lnTo>
                <a:lnTo>
                  <a:pt x="782810" y="47452"/>
                </a:lnTo>
                <a:lnTo>
                  <a:pt x="783061" y="47251"/>
                </a:lnTo>
                <a:lnTo>
                  <a:pt x="783317" y="47055"/>
                </a:lnTo>
                <a:lnTo>
                  <a:pt x="783578" y="46863"/>
                </a:lnTo>
                <a:lnTo>
                  <a:pt x="783842" y="46675"/>
                </a:lnTo>
                <a:lnTo>
                  <a:pt x="784112" y="46492"/>
                </a:lnTo>
                <a:lnTo>
                  <a:pt x="784385" y="46312"/>
                </a:lnTo>
                <a:lnTo>
                  <a:pt x="784664" y="46137"/>
                </a:lnTo>
                <a:lnTo>
                  <a:pt x="784947" y="45968"/>
                </a:lnTo>
                <a:lnTo>
                  <a:pt x="785236" y="45805"/>
                </a:lnTo>
                <a:lnTo>
                  <a:pt x="785531" y="45650"/>
                </a:lnTo>
                <a:lnTo>
                  <a:pt x="785831" y="45502"/>
                </a:lnTo>
                <a:lnTo>
                  <a:pt x="786137" y="45361"/>
                </a:lnTo>
                <a:lnTo>
                  <a:pt x="786449" y="45228"/>
                </a:lnTo>
                <a:lnTo>
                  <a:pt x="786767" y="45102"/>
                </a:lnTo>
                <a:lnTo>
                  <a:pt x="787090" y="44982"/>
                </a:lnTo>
                <a:lnTo>
                  <a:pt x="787420" y="44871"/>
                </a:lnTo>
                <a:lnTo>
                  <a:pt x="787754" y="44766"/>
                </a:lnTo>
                <a:lnTo>
                  <a:pt x="788095" y="44669"/>
                </a:lnTo>
                <a:lnTo>
                  <a:pt x="788441" y="44578"/>
                </a:lnTo>
                <a:lnTo>
                  <a:pt x="788793" y="44495"/>
                </a:lnTo>
                <a:lnTo>
                  <a:pt x="789151" y="44420"/>
                </a:lnTo>
                <a:lnTo>
                  <a:pt x="789514" y="44351"/>
                </a:lnTo>
                <a:lnTo>
                  <a:pt x="789883" y="44290"/>
                </a:lnTo>
                <a:lnTo>
                  <a:pt x="790258" y="44236"/>
                </a:lnTo>
                <a:lnTo>
                  <a:pt x="790639" y="44189"/>
                </a:lnTo>
                <a:lnTo>
                  <a:pt x="791025" y="44149"/>
                </a:lnTo>
                <a:lnTo>
                  <a:pt x="791417" y="44116"/>
                </a:lnTo>
                <a:lnTo>
                  <a:pt x="791815" y="44091"/>
                </a:lnTo>
                <a:lnTo>
                  <a:pt x="792219" y="44073"/>
                </a:lnTo>
                <a:lnTo>
                  <a:pt x="792628" y="44062"/>
                </a:lnTo>
                <a:lnTo>
                  <a:pt x="793043" y="44059"/>
                </a:lnTo>
                <a:lnTo>
                  <a:pt x="793446" y="44062"/>
                </a:lnTo>
                <a:lnTo>
                  <a:pt x="793844" y="44073"/>
                </a:lnTo>
                <a:lnTo>
                  <a:pt x="794237" y="44091"/>
                </a:lnTo>
                <a:lnTo>
                  <a:pt x="794625" y="44116"/>
                </a:lnTo>
                <a:lnTo>
                  <a:pt x="795007" y="44149"/>
                </a:lnTo>
                <a:lnTo>
                  <a:pt x="795384" y="44189"/>
                </a:lnTo>
                <a:lnTo>
                  <a:pt x="795756" y="44236"/>
                </a:lnTo>
                <a:lnTo>
                  <a:pt x="796123" y="44290"/>
                </a:lnTo>
                <a:lnTo>
                  <a:pt x="796484" y="44351"/>
                </a:lnTo>
                <a:lnTo>
                  <a:pt x="796841" y="44420"/>
                </a:lnTo>
                <a:lnTo>
                  <a:pt x="797192" y="44495"/>
                </a:lnTo>
                <a:lnTo>
                  <a:pt x="797538" y="44578"/>
                </a:lnTo>
                <a:lnTo>
                  <a:pt x="797878" y="44669"/>
                </a:lnTo>
                <a:lnTo>
                  <a:pt x="798214" y="44766"/>
                </a:lnTo>
                <a:lnTo>
                  <a:pt x="798544" y="44871"/>
                </a:lnTo>
                <a:lnTo>
                  <a:pt x="798869" y="44982"/>
                </a:lnTo>
                <a:lnTo>
                  <a:pt x="799188" y="45102"/>
                </a:lnTo>
                <a:lnTo>
                  <a:pt x="799503" y="45228"/>
                </a:lnTo>
                <a:lnTo>
                  <a:pt x="799812" y="45361"/>
                </a:lnTo>
                <a:lnTo>
                  <a:pt x="800116" y="45502"/>
                </a:lnTo>
                <a:lnTo>
                  <a:pt x="800415" y="45650"/>
                </a:lnTo>
                <a:lnTo>
                  <a:pt x="800708" y="45805"/>
                </a:lnTo>
                <a:lnTo>
                  <a:pt x="800997" y="45968"/>
                </a:lnTo>
                <a:lnTo>
                  <a:pt x="801280" y="46137"/>
                </a:lnTo>
                <a:lnTo>
                  <a:pt x="801558" y="46312"/>
                </a:lnTo>
                <a:lnTo>
                  <a:pt x="801832" y="46492"/>
                </a:lnTo>
                <a:lnTo>
                  <a:pt x="802102" y="46676"/>
                </a:lnTo>
                <a:lnTo>
                  <a:pt x="802368" y="46865"/>
                </a:lnTo>
                <a:lnTo>
                  <a:pt x="802629" y="47058"/>
                </a:lnTo>
                <a:lnTo>
                  <a:pt x="802886" y="47256"/>
                </a:lnTo>
                <a:lnTo>
                  <a:pt x="803139" y="47458"/>
                </a:lnTo>
                <a:lnTo>
                  <a:pt x="803388" y="47665"/>
                </a:lnTo>
                <a:lnTo>
                  <a:pt x="803633" y="47876"/>
                </a:lnTo>
                <a:lnTo>
                  <a:pt x="803873" y="48092"/>
                </a:lnTo>
                <a:lnTo>
                  <a:pt x="804109" y="48312"/>
                </a:lnTo>
                <a:lnTo>
                  <a:pt x="804341" y="48536"/>
                </a:lnTo>
                <a:lnTo>
                  <a:pt x="804569" y="48765"/>
                </a:lnTo>
                <a:lnTo>
                  <a:pt x="804792" y="48999"/>
                </a:lnTo>
                <a:lnTo>
                  <a:pt x="805011" y="49237"/>
                </a:lnTo>
                <a:lnTo>
                  <a:pt x="805226" y="49479"/>
                </a:lnTo>
                <a:lnTo>
                  <a:pt x="805437" y="49726"/>
                </a:lnTo>
                <a:lnTo>
                  <a:pt x="805643" y="49978"/>
                </a:lnTo>
                <a:lnTo>
                  <a:pt x="805846" y="50234"/>
                </a:lnTo>
                <a:lnTo>
                  <a:pt x="806044" y="50494"/>
                </a:lnTo>
                <a:lnTo>
                  <a:pt x="806237" y="50759"/>
                </a:lnTo>
                <a:lnTo>
                  <a:pt x="806427" y="51029"/>
                </a:lnTo>
                <a:lnTo>
                  <a:pt x="806612" y="51303"/>
                </a:lnTo>
                <a:lnTo>
                  <a:pt x="806794" y="51581"/>
                </a:lnTo>
                <a:lnTo>
                  <a:pt x="806970" y="51863"/>
                </a:lnTo>
                <a:lnTo>
                  <a:pt x="807143" y="52148"/>
                </a:lnTo>
                <a:lnTo>
                  <a:pt x="807312" y="52437"/>
                </a:lnTo>
                <a:lnTo>
                  <a:pt x="807476" y="52729"/>
                </a:lnTo>
                <a:lnTo>
                  <a:pt x="807636" y="53024"/>
                </a:lnTo>
                <a:lnTo>
                  <a:pt x="807792" y="53322"/>
                </a:lnTo>
                <a:lnTo>
                  <a:pt x="807943" y="53624"/>
                </a:lnTo>
                <a:lnTo>
                  <a:pt x="808090" y="53928"/>
                </a:lnTo>
                <a:lnTo>
                  <a:pt x="808234" y="54236"/>
                </a:lnTo>
                <a:lnTo>
                  <a:pt x="808372" y="54547"/>
                </a:lnTo>
                <a:lnTo>
                  <a:pt x="808507" y="54862"/>
                </a:lnTo>
                <a:lnTo>
                  <a:pt x="808638" y="55179"/>
                </a:lnTo>
                <a:lnTo>
                  <a:pt x="808764" y="55500"/>
                </a:lnTo>
                <a:lnTo>
                  <a:pt x="808886" y="55824"/>
                </a:lnTo>
                <a:lnTo>
                  <a:pt x="809003" y="56152"/>
                </a:lnTo>
                <a:lnTo>
                  <a:pt x="809117" y="56482"/>
                </a:lnTo>
                <a:lnTo>
                  <a:pt x="809226" y="56816"/>
                </a:lnTo>
                <a:lnTo>
                  <a:pt x="809331" y="57153"/>
                </a:lnTo>
                <a:lnTo>
                  <a:pt x="809432" y="57493"/>
                </a:lnTo>
                <a:lnTo>
                  <a:pt x="809529" y="57837"/>
                </a:lnTo>
                <a:lnTo>
                  <a:pt x="809621" y="58184"/>
                </a:lnTo>
                <a:lnTo>
                  <a:pt x="809709" y="58534"/>
                </a:lnTo>
                <a:lnTo>
                  <a:pt x="809793" y="58887"/>
                </a:lnTo>
                <a:lnTo>
                  <a:pt x="809873" y="59243"/>
                </a:lnTo>
                <a:lnTo>
                  <a:pt x="809949" y="59602"/>
                </a:lnTo>
                <a:lnTo>
                  <a:pt x="810022" y="59960"/>
                </a:lnTo>
                <a:lnTo>
                  <a:pt x="810091" y="60320"/>
                </a:lnTo>
                <a:lnTo>
                  <a:pt x="810157" y="60679"/>
                </a:lnTo>
                <a:lnTo>
                  <a:pt x="810220" y="61040"/>
                </a:lnTo>
                <a:lnTo>
                  <a:pt x="810280" y="61401"/>
                </a:lnTo>
                <a:lnTo>
                  <a:pt x="810337" y="61762"/>
                </a:lnTo>
                <a:lnTo>
                  <a:pt x="810390" y="62124"/>
                </a:lnTo>
                <a:lnTo>
                  <a:pt x="810440" y="62486"/>
                </a:lnTo>
                <a:lnTo>
                  <a:pt x="810487" y="62849"/>
                </a:lnTo>
                <a:lnTo>
                  <a:pt x="810531" y="63212"/>
                </a:lnTo>
                <a:lnTo>
                  <a:pt x="810571" y="63576"/>
                </a:lnTo>
                <a:lnTo>
                  <a:pt x="810608" y="63940"/>
                </a:lnTo>
                <a:lnTo>
                  <a:pt x="810642" y="64305"/>
                </a:lnTo>
                <a:lnTo>
                  <a:pt x="810673" y="64670"/>
                </a:lnTo>
                <a:lnTo>
                  <a:pt x="810700" y="65036"/>
                </a:lnTo>
                <a:lnTo>
                  <a:pt x="810725" y="65403"/>
                </a:lnTo>
                <a:lnTo>
                  <a:pt x="810746" y="65769"/>
                </a:lnTo>
                <a:lnTo>
                  <a:pt x="810763" y="66137"/>
                </a:lnTo>
                <a:lnTo>
                  <a:pt x="810778" y="66504"/>
                </a:lnTo>
                <a:lnTo>
                  <a:pt x="810789" y="66873"/>
                </a:lnTo>
                <a:lnTo>
                  <a:pt x="810797" y="67242"/>
                </a:lnTo>
                <a:lnTo>
                  <a:pt x="810802" y="67611"/>
                </a:lnTo>
                <a:lnTo>
                  <a:pt x="810804" y="67981"/>
                </a:lnTo>
                <a:lnTo>
                  <a:pt x="810802" y="68351"/>
                </a:lnTo>
                <a:lnTo>
                  <a:pt x="810798" y="68720"/>
                </a:lnTo>
                <a:lnTo>
                  <a:pt x="810790" y="69089"/>
                </a:lnTo>
                <a:lnTo>
                  <a:pt x="810780" y="69457"/>
                </a:lnTo>
                <a:lnTo>
                  <a:pt x="810767" y="69825"/>
                </a:lnTo>
                <a:lnTo>
                  <a:pt x="810750" y="70192"/>
                </a:lnTo>
                <a:lnTo>
                  <a:pt x="810731" y="70559"/>
                </a:lnTo>
                <a:lnTo>
                  <a:pt x="810708" y="70926"/>
                </a:lnTo>
                <a:lnTo>
                  <a:pt x="810683" y="71291"/>
                </a:lnTo>
                <a:lnTo>
                  <a:pt x="810655" y="71657"/>
                </a:lnTo>
                <a:lnTo>
                  <a:pt x="810623" y="72022"/>
                </a:lnTo>
                <a:lnTo>
                  <a:pt x="810589" y="72386"/>
                </a:lnTo>
                <a:lnTo>
                  <a:pt x="810552" y="72750"/>
                </a:lnTo>
                <a:lnTo>
                  <a:pt x="810512" y="73113"/>
                </a:lnTo>
                <a:lnTo>
                  <a:pt x="810468" y="73476"/>
                </a:lnTo>
                <a:lnTo>
                  <a:pt x="810422" y="73839"/>
                </a:lnTo>
                <a:lnTo>
                  <a:pt x="810373" y="74201"/>
                </a:lnTo>
                <a:lnTo>
                  <a:pt x="810321" y="74562"/>
                </a:lnTo>
                <a:lnTo>
                  <a:pt x="810266" y="74923"/>
                </a:lnTo>
                <a:lnTo>
                  <a:pt x="810207" y="75283"/>
                </a:lnTo>
                <a:lnTo>
                  <a:pt x="810146" y="75643"/>
                </a:lnTo>
                <a:lnTo>
                  <a:pt x="810082" y="76003"/>
                </a:lnTo>
                <a:lnTo>
                  <a:pt x="810015" y="76362"/>
                </a:lnTo>
                <a:lnTo>
                  <a:pt x="809945" y="76720"/>
                </a:lnTo>
                <a:lnTo>
                  <a:pt x="809871" y="77077"/>
                </a:lnTo>
                <a:lnTo>
                  <a:pt x="809793" y="77429"/>
                </a:lnTo>
                <a:lnTo>
                  <a:pt x="809711" y="77778"/>
                </a:lnTo>
                <a:lnTo>
                  <a:pt x="809625" y="78123"/>
                </a:lnTo>
                <a:lnTo>
                  <a:pt x="809534" y="78464"/>
                </a:lnTo>
                <a:lnTo>
                  <a:pt x="809439" y="78802"/>
                </a:lnTo>
                <a:lnTo>
                  <a:pt x="809340" y="79135"/>
                </a:lnTo>
                <a:lnTo>
                  <a:pt x="809237" y="79466"/>
                </a:lnTo>
                <a:lnTo>
                  <a:pt x="809129" y="79792"/>
                </a:lnTo>
                <a:lnTo>
                  <a:pt x="809018" y="80115"/>
                </a:lnTo>
                <a:lnTo>
                  <a:pt x="808901" y="80433"/>
                </a:lnTo>
                <a:lnTo>
                  <a:pt x="808781" y="80749"/>
                </a:lnTo>
                <a:lnTo>
                  <a:pt x="808657" y="81060"/>
                </a:lnTo>
                <a:lnTo>
                  <a:pt x="808528" y="81368"/>
                </a:lnTo>
                <a:lnTo>
                  <a:pt x="808395" y="81672"/>
                </a:lnTo>
                <a:lnTo>
                  <a:pt x="808258" y="81972"/>
                </a:lnTo>
                <a:lnTo>
                  <a:pt x="808116" y="82269"/>
                </a:lnTo>
                <a:lnTo>
                  <a:pt x="807971" y="82562"/>
                </a:lnTo>
                <a:lnTo>
                  <a:pt x="807821" y="82851"/>
                </a:lnTo>
                <a:lnTo>
                  <a:pt x="807667" y="83136"/>
                </a:lnTo>
                <a:lnTo>
                  <a:pt x="807508" y="83418"/>
                </a:lnTo>
                <a:lnTo>
                  <a:pt x="807346" y="83696"/>
                </a:lnTo>
                <a:lnTo>
                  <a:pt x="807179" y="83970"/>
                </a:lnTo>
                <a:lnTo>
                  <a:pt x="807008" y="84241"/>
                </a:lnTo>
                <a:lnTo>
                  <a:pt x="806832" y="84507"/>
                </a:lnTo>
                <a:lnTo>
                  <a:pt x="806653" y="84769"/>
                </a:lnTo>
                <a:lnTo>
                  <a:pt x="806469" y="85027"/>
                </a:lnTo>
                <a:lnTo>
                  <a:pt x="806280" y="85281"/>
                </a:lnTo>
                <a:lnTo>
                  <a:pt x="806087" y="85531"/>
                </a:lnTo>
                <a:lnTo>
                  <a:pt x="805889" y="85776"/>
                </a:lnTo>
                <a:lnTo>
                  <a:pt x="805687" y="86017"/>
                </a:lnTo>
                <a:lnTo>
                  <a:pt x="805480" y="86254"/>
                </a:lnTo>
                <a:lnTo>
                  <a:pt x="805269" y="86487"/>
                </a:lnTo>
                <a:lnTo>
                  <a:pt x="805054" y="86715"/>
                </a:lnTo>
                <a:lnTo>
                  <a:pt x="804834" y="86940"/>
                </a:lnTo>
                <a:lnTo>
                  <a:pt x="804609" y="87160"/>
                </a:lnTo>
                <a:lnTo>
                  <a:pt x="804380" y="87376"/>
                </a:lnTo>
                <a:lnTo>
                  <a:pt x="804147" y="87587"/>
                </a:lnTo>
                <a:lnTo>
                  <a:pt x="803909" y="87794"/>
                </a:lnTo>
                <a:lnTo>
                  <a:pt x="803666" y="87998"/>
                </a:lnTo>
                <a:lnTo>
                  <a:pt x="803420" y="88196"/>
                </a:lnTo>
                <a:lnTo>
                  <a:pt x="803168" y="88391"/>
                </a:lnTo>
                <a:lnTo>
                  <a:pt x="802912" y="88582"/>
                </a:lnTo>
                <a:lnTo>
                  <a:pt x="802652" y="88768"/>
                </a:lnTo>
                <a:lnTo>
                  <a:pt x="802387" y="88950"/>
                </a:lnTo>
                <a:lnTo>
                  <a:pt x="802118" y="89127"/>
                </a:lnTo>
                <a:lnTo>
                  <a:pt x="801844" y="89301"/>
                </a:lnTo>
                <a:lnTo>
                  <a:pt x="801566" y="89470"/>
                </a:lnTo>
                <a:lnTo>
                  <a:pt x="801283" y="89634"/>
                </a:lnTo>
                <a:lnTo>
                  <a:pt x="800994" y="89790"/>
                </a:lnTo>
                <a:lnTo>
                  <a:pt x="800699" y="89940"/>
                </a:lnTo>
                <a:lnTo>
                  <a:pt x="800398" y="90083"/>
                </a:lnTo>
                <a:lnTo>
                  <a:pt x="800092" y="90218"/>
                </a:lnTo>
                <a:lnTo>
                  <a:pt x="799780" y="90347"/>
                </a:lnTo>
                <a:lnTo>
                  <a:pt x="799462" y="90469"/>
                </a:lnTo>
                <a:lnTo>
                  <a:pt x="799139" y="90584"/>
                </a:lnTo>
                <a:lnTo>
                  <a:pt x="798810" y="90692"/>
                </a:lnTo>
                <a:lnTo>
                  <a:pt x="798475" y="90792"/>
                </a:lnTo>
                <a:lnTo>
                  <a:pt x="798135" y="90886"/>
                </a:lnTo>
                <a:lnTo>
                  <a:pt x="797788" y="90973"/>
                </a:lnTo>
                <a:lnTo>
                  <a:pt x="797436" y="91053"/>
                </a:lnTo>
                <a:lnTo>
                  <a:pt x="797079" y="91126"/>
                </a:lnTo>
                <a:lnTo>
                  <a:pt x="796715" y="91193"/>
                </a:lnTo>
                <a:lnTo>
                  <a:pt x="796346" y="91252"/>
                </a:lnTo>
                <a:lnTo>
                  <a:pt x="795971" y="91304"/>
                </a:lnTo>
                <a:lnTo>
                  <a:pt x="795591" y="91349"/>
                </a:lnTo>
                <a:lnTo>
                  <a:pt x="795204" y="91387"/>
                </a:lnTo>
                <a:lnTo>
                  <a:pt x="794812" y="91419"/>
                </a:lnTo>
                <a:lnTo>
                  <a:pt x="794415" y="91443"/>
                </a:lnTo>
                <a:lnTo>
                  <a:pt x="794011" y="91460"/>
                </a:lnTo>
                <a:lnTo>
                  <a:pt x="793602" y="91471"/>
                </a:lnTo>
                <a:lnTo>
                  <a:pt x="793187" y="91474"/>
                </a:lnTo>
                <a:lnTo>
                  <a:pt x="792783" y="91471"/>
                </a:lnTo>
                <a:lnTo>
                  <a:pt x="792385" y="91460"/>
                </a:lnTo>
                <a:lnTo>
                  <a:pt x="791991" y="91443"/>
                </a:lnTo>
                <a:lnTo>
                  <a:pt x="791603" y="91419"/>
                </a:lnTo>
                <a:lnTo>
                  <a:pt x="791219" y="91387"/>
                </a:lnTo>
                <a:close/>
                <a:moveTo>
                  <a:pt x="919941" y="19302"/>
                </a:moveTo>
                <a:lnTo>
                  <a:pt x="919941" y="2518"/>
                </a:lnTo>
                <a:lnTo>
                  <a:pt x="899603" y="2518"/>
                </a:lnTo>
                <a:lnTo>
                  <a:pt x="899603" y="19302"/>
                </a:lnTo>
                <a:lnTo>
                  <a:pt x="919941" y="19302"/>
                </a:lnTo>
                <a:close/>
                <a:moveTo>
                  <a:pt x="1011319" y="30771"/>
                </a:moveTo>
                <a:lnTo>
                  <a:pt x="1011319" y="44338"/>
                </a:lnTo>
                <a:lnTo>
                  <a:pt x="1023636" y="44338"/>
                </a:lnTo>
                <a:lnTo>
                  <a:pt x="1023636" y="87997"/>
                </a:lnTo>
                <a:lnTo>
                  <a:pt x="1023639" y="88459"/>
                </a:lnTo>
                <a:lnTo>
                  <a:pt x="1023649" y="88913"/>
                </a:lnTo>
                <a:lnTo>
                  <a:pt x="1023665" y="89360"/>
                </a:lnTo>
                <a:lnTo>
                  <a:pt x="1023688" y="89799"/>
                </a:lnTo>
                <a:lnTo>
                  <a:pt x="1023717" y="90231"/>
                </a:lnTo>
                <a:lnTo>
                  <a:pt x="1023753" y="90655"/>
                </a:lnTo>
                <a:lnTo>
                  <a:pt x="1023795" y="91072"/>
                </a:lnTo>
                <a:lnTo>
                  <a:pt x="1023843" y="91481"/>
                </a:lnTo>
                <a:lnTo>
                  <a:pt x="1023898" y="91883"/>
                </a:lnTo>
                <a:lnTo>
                  <a:pt x="1023959" y="92278"/>
                </a:lnTo>
                <a:lnTo>
                  <a:pt x="1024027" y="92665"/>
                </a:lnTo>
                <a:lnTo>
                  <a:pt x="1024102" y="93044"/>
                </a:lnTo>
                <a:lnTo>
                  <a:pt x="1024182" y="93416"/>
                </a:lnTo>
                <a:lnTo>
                  <a:pt x="1024270" y="93781"/>
                </a:lnTo>
                <a:lnTo>
                  <a:pt x="1024363" y="94138"/>
                </a:lnTo>
                <a:lnTo>
                  <a:pt x="1024464" y="94488"/>
                </a:lnTo>
                <a:lnTo>
                  <a:pt x="1024570" y="94830"/>
                </a:lnTo>
                <a:lnTo>
                  <a:pt x="1024684" y="95165"/>
                </a:lnTo>
                <a:lnTo>
                  <a:pt x="1024803" y="95492"/>
                </a:lnTo>
                <a:lnTo>
                  <a:pt x="1024929" y="95812"/>
                </a:lnTo>
                <a:lnTo>
                  <a:pt x="1025062" y="96124"/>
                </a:lnTo>
                <a:lnTo>
                  <a:pt x="1025201" y="96429"/>
                </a:lnTo>
                <a:lnTo>
                  <a:pt x="1025346" y="96727"/>
                </a:lnTo>
                <a:lnTo>
                  <a:pt x="1025498" y="97017"/>
                </a:lnTo>
                <a:lnTo>
                  <a:pt x="1025656" y="97300"/>
                </a:lnTo>
                <a:lnTo>
                  <a:pt x="1025818" y="97578"/>
                </a:lnTo>
                <a:lnTo>
                  <a:pt x="1025985" y="97851"/>
                </a:lnTo>
                <a:lnTo>
                  <a:pt x="1026157" y="98118"/>
                </a:lnTo>
                <a:lnTo>
                  <a:pt x="1026333" y="98380"/>
                </a:lnTo>
                <a:lnTo>
                  <a:pt x="1026514" y="98636"/>
                </a:lnTo>
                <a:lnTo>
                  <a:pt x="1026700" y="98887"/>
                </a:lnTo>
                <a:lnTo>
                  <a:pt x="1026891" y="99132"/>
                </a:lnTo>
                <a:lnTo>
                  <a:pt x="1027086" y="99372"/>
                </a:lnTo>
                <a:lnTo>
                  <a:pt x="1027286" y="99606"/>
                </a:lnTo>
                <a:lnTo>
                  <a:pt x="1027491" y="99835"/>
                </a:lnTo>
                <a:lnTo>
                  <a:pt x="1027700" y="100059"/>
                </a:lnTo>
                <a:lnTo>
                  <a:pt x="1027914" y="100277"/>
                </a:lnTo>
                <a:lnTo>
                  <a:pt x="1028133" y="100489"/>
                </a:lnTo>
                <a:lnTo>
                  <a:pt x="1028357" y="100696"/>
                </a:lnTo>
                <a:lnTo>
                  <a:pt x="1028585" y="100898"/>
                </a:lnTo>
                <a:lnTo>
                  <a:pt x="1028818" y="101094"/>
                </a:lnTo>
                <a:lnTo>
                  <a:pt x="1029056" y="101285"/>
                </a:lnTo>
                <a:lnTo>
                  <a:pt x="1029298" y="101470"/>
                </a:lnTo>
                <a:lnTo>
                  <a:pt x="1029545" y="101650"/>
                </a:lnTo>
                <a:lnTo>
                  <a:pt x="1029797" y="101824"/>
                </a:lnTo>
                <a:lnTo>
                  <a:pt x="1030054" y="101993"/>
                </a:lnTo>
                <a:lnTo>
                  <a:pt x="1030315" y="102156"/>
                </a:lnTo>
                <a:lnTo>
                  <a:pt x="1030582" y="102314"/>
                </a:lnTo>
                <a:lnTo>
                  <a:pt x="1030852" y="102467"/>
                </a:lnTo>
                <a:lnTo>
                  <a:pt x="1031126" y="102616"/>
                </a:lnTo>
                <a:lnTo>
                  <a:pt x="1031403" y="102760"/>
                </a:lnTo>
                <a:lnTo>
                  <a:pt x="1031684" y="102900"/>
                </a:lnTo>
                <a:lnTo>
                  <a:pt x="1031968" y="103036"/>
                </a:lnTo>
                <a:lnTo>
                  <a:pt x="1032256" y="103168"/>
                </a:lnTo>
                <a:lnTo>
                  <a:pt x="1032547" y="103296"/>
                </a:lnTo>
                <a:lnTo>
                  <a:pt x="1032842" y="103419"/>
                </a:lnTo>
                <a:lnTo>
                  <a:pt x="1033140" y="103538"/>
                </a:lnTo>
                <a:lnTo>
                  <a:pt x="1033442" y="103653"/>
                </a:lnTo>
                <a:lnTo>
                  <a:pt x="1033747" y="103763"/>
                </a:lnTo>
                <a:lnTo>
                  <a:pt x="1034055" y="103870"/>
                </a:lnTo>
                <a:lnTo>
                  <a:pt x="1034367" y="103972"/>
                </a:lnTo>
                <a:lnTo>
                  <a:pt x="1034683" y="104070"/>
                </a:lnTo>
                <a:lnTo>
                  <a:pt x="1035002" y="104163"/>
                </a:lnTo>
                <a:lnTo>
                  <a:pt x="1035324" y="104253"/>
                </a:lnTo>
                <a:lnTo>
                  <a:pt x="1035650" y="104338"/>
                </a:lnTo>
                <a:lnTo>
                  <a:pt x="1035980" y="104419"/>
                </a:lnTo>
                <a:lnTo>
                  <a:pt x="1036313" y="104496"/>
                </a:lnTo>
                <a:lnTo>
                  <a:pt x="1036649" y="104569"/>
                </a:lnTo>
                <a:lnTo>
                  <a:pt x="1036989" y="104637"/>
                </a:lnTo>
                <a:lnTo>
                  <a:pt x="1037332" y="104701"/>
                </a:lnTo>
                <a:lnTo>
                  <a:pt x="1037679" y="104761"/>
                </a:lnTo>
                <a:lnTo>
                  <a:pt x="1038030" y="104817"/>
                </a:lnTo>
                <a:lnTo>
                  <a:pt x="1038383" y="104869"/>
                </a:lnTo>
                <a:lnTo>
                  <a:pt x="1038737" y="104920"/>
                </a:lnTo>
                <a:lnTo>
                  <a:pt x="1039094" y="104968"/>
                </a:lnTo>
                <a:lnTo>
                  <a:pt x="1039452" y="105014"/>
                </a:lnTo>
                <a:lnTo>
                  <a:pt x="1039812" y="105057"/>
                </a:lnTo>
                <a:lnTo>
                  <a:pt x="1040174" y="105099"/>
                </a:lnTo>
                <a:lnTo>
                  <a:pt x="1040538" y="105138"/>
                </a:lnTo>
                <a:lnTo>
                  <a:pt x="1040903" y="105175"/>
                </a:lnTo>
                <a:lnTo>
                  <a:pt x="1041270" y="105209"/>
                </a:lnTo>
                <a:lnTo>
                  <a:pt x="1041639" y="105242"/>
                </a:lnTo>
                <a:lnTo>
                  <a:pt x="1042009" y="105272"/>
                </a:lnTo>
                <a:lnTo>
                  <a:pt x="1042381" y="105300"/>
                </a:lnTo>
                <a:lnTo>
                  <a:pt x="1042755" y="105326"/>
                </a:lnTo>
                <a:lnTo>
                  <a:pt x="1043131" y="105349"/>
                </a:lnTo>
                <a:lnTo>
                  <a:pt x="1043508" y="105371"/>
                </a:lnTo>
                <a:lnTo>
                  <a:pt x="1043888" y="105390"/>
                </a:lnTo>
                <a:lnTo>
                  <a:pt x="1044268" y="105406"/>
                </a:lnTo>
                <a:lnTo>
                  <a:pt x="1044651" y="105421"/>
                </a:lnTo>
                <a:lnTo>
                  <a:pt x="1045035" y="105433"/>
                </a:lnTo>
                <a:lnTo>
                  <a:pt x="1045422" y="105443"/>
                </a:lnTo>
                <a:lnTo>
                  <a:pt x="1045809" y="105451"/>
                </a:lnTo>
                <a:lnTo>
                  <a:pt x="1046199" y="105457"/>
                </a:lnTo>
                <a:lnTo>
                  <a:pt x="1046590" y="105460"/>
                </a:lnTo>
                <a:lnTo>
                  <a:pt x="1046983" y="105461"/>
                </a:lnTo>
                <a:lnTo>
                  <a:pt x="1047234" y="105461"/>
                </a:lnTo>
                <a:lnTo>
                  <a:pt x="1047486" y="105460"/>
                </a:lnTo>
                <a:lnTo>
                  <a:pt x="1047737" y="105459"/>
                </a:lnTo>
                <a:lnTo>
                  <a:pt x="1047990" y="105457"/>
                </a:lnTo>
                <a:lnTo>
                  <a:pt x="1048243" y="105455"/>
                </a:lnTo>
                <a:lnTo>
                  <a:pt x="1048496" y="105453"/>
                </a:lnTo>
                <a:lnTo>
                  <a:pt x="1048750" y="105449"/>
                </a:lnTo>
                <a:lnTo>
                  <a:pt x="1049004" y="105446"/>
                </a:lnTo>
                <a:lnTo>
                  <a:pt x="1049259" y="105442"/>
                </a:lnTo>
                <a:lnTo>
                  <a:pt x="1049514" y="105437"/>
                </a:lnTo>
                <a:lnTo>
                  <a:pt x="1049770" y="105432"/>
                </a:lnTo>
                <a:lnTo>
                  <a:pt x="1050027" y="105426"/>
                </a:lnTo>
                <a:lnTo>
                  <a:pt x="1050283" y="105420"/>
                </a:lnTo>
                <a:lnTo>
                  <a:pt x="1050541" y="105414"/>
                </a:lnTo>
                <a:lnTo>
                  <a:pt x="1050799" y="105407"/>
                </a:lnTo>
                <a:lnTo>
                  <a:pt x="1051057" y="105399"/>
                </a:lnTo>
                <a:lnTo>
                  <a:pt x="1051316" y="105391"/>
                </a:lnTo>
                <a:lnTo>
                  <a:pt x="1051575" y="105383"/>
                </a:lnTo>
                <a:lnTo>
                  <a:pt x="1051835" y="105374"/>
                </a:lnTo>
                <a:lnTo>
                  <a:pt x="1052095" y="105364"/>
                </a:lnTo>
                <a:lnTo>
                  <a:pt x="1052356" y="105354"/>
                </a:lnTo>
                <a:lnTo>
                  <a:pt x="1052618" y="105344"/>
                </a:lnTo>
                <a:lnTo>
                  <a:pt x="1052880" y="105333"/>
                </a:lnTo>
                <a:lnTo>
                  <a:pt x="1053142" y="105321"/>
                </a:lnTo>
                <a:lnTo>
                  <a:pt x="1053404" y="105309"/>
                </a:lnTo>
                <a:lnTo>
                  <a:pt x="1053663" y="105296"/>
                </a:lnTo>
                <a:lnTo>
                  <a:pt x="1053921" y="105282"/>
                </a:lnTo>
                <a:lnTo>
                  <a:pt x="1054176" y="105267"/>
                </a:lnTo>
                <a:lnTo>
                  <a:pt x="1054430" y="105251"/>
                </a:lnTo>
                <a:lnTo>
                  <a:pt x="1054682" y="105234"/>
                </a:lnTo>
                <a:lnTo>
                  <a:pt x="1054931" y="105216"/>
                </a:lnTo>
                <a:lnTo>
                  <a:pt x="1055179" y="105197"/>
                </a:lnTo>
                <a:lnTo>
                  <a:pt x="1055425" y="105177"/>
                </a:lnTo>
                <a:lnTo>
                  <a:pt x="1055668" y="105156"/>
                </a:lnTo>
                <a:lnTo>
                  <a:pt x="1055910" y="105134"/>
                </a:lnTo>
                <a:lnTo>
                  <a:pt x="1056150" y="105112"/>
                </a:lnTo>
                <a:lnTo>
                  <a:pt x="1056387" y="105088"/>
                </a:lnTo>
                <a:lnTo>
                  <a:pt x="1056623" y="105063"/>
                </a:lnTo>
                <a:lnTo>
                  <a:pt x="1056857" y="105037"/>
                </a:lnTo>
                <a:lnTo>
                  <a:pt x="1057088" y="105011"/>
                </a:lnTo>
                <a:lnTo>
                  <a:pt x="1057318" y="104983"/>
                </a:lnTo>
                <a:lnTo>
                  <a:pt x="1057546" y="104954"/>
                </a:lnTo>
                <a:lnTo>
                  <a:pt x="1057771" y="104925"/>
                </a:lnTo>
                <a:lnTo>
                  <a:pt x="1057995" y="104894"/>
                </a:lnTo>
                <a:lnTo>
                  <a:pt x="1058217" y="104862"/>
                </a:lnTo>
                <a:lnTo>
                  <a:pt x="1058437" y="104830"/>
                </a:lnTo>
                <a:lnTo>
                  <a:pt x="1058654" y="104796"/>
                </a:lnTo>
                <a:lnTo>
                  <a:pt x="1058870" y="104762"/>
                </a:lnTo>
                <a:lnTo>
                  <a:pt x="1058870" y="88944"/>
                </a:lnTo>
                <a:lnTo>
                  <a:pt x="1058750" y="88967"/>
                </a:lnTo>
                <a:lnTo>
                  <a:pt x="1058630" y="88990"/>
                </a:lnTo>
                <a:lnTo>
                  <a:pt x="1058510" y="89013"/>
                </a:lnTo>
                <a:lnTo>
                  <a:pt x="1058389" y="89035"/>
                </a:lnTo>
                <a:lnTo>
                  <a:pt x="1058267" y="89057"/>
                </a:lnTo>
                <a:lnTo>
                  <a:pt x="1058145" y="89078"/>
                </a:lnTo>
                <a:lnTo>
                  <a:pt x="1058023" y="89099"/>
                </a:lnTo>
                <a:lnTo>
                  <a:pt x="1057900" y="89119"/>
                </a:lnTo>
                <a:lnTo>
                  <a:pt x="1057776" y="89138"/>
                </a:lnTo>
                <a:lnTo>
                  <a:pt x="1057652" y="89158"/>
                </a:lnTo>
                <a:lnTo>
                  <a:pt x="1057528" y="89176"/>
                </a:lnTo>
                <a:lnTo>
                  <a:pt x="1057403" y="89194"/>
                </a:lnTo>
                <a:lnTo>
                  <a:pt x="1057277" y="89212"/>
                </a:lnTo>
                <a:lnTo>
                  <a:pt x="1057151" y="89229"/>
                </a:lnTo>
                <a:lnTo>
                  <a:pt x="1057024" y="89246"/>
                </a:lnTo>
                <a:lnTo>
                  <a:pt x="1056897" y="89262"/>
                </a:lnTo>
                <a:lnTo>
                  <a:pt x="1056770" y="89278"/>
                </a:lnTo>
                <a:lnTo>
                  <a:pt x="1056642" y="89293"/>
                </a:lnTo>
                <a:lnTo>
                  <a:pt x="1056513" y="89308"/>
                </a:lnTo>
                <a:lnTo>
                  <a:pt x="1056384" y="89322"/>
                </a:lnTo>
                <a:lnTo>
                  <a:pt x="1056255" y="89336"/>
                </a:lnTo>
                <a:lnTo>
                  <a:pt x="1056124" y="89349"/>
                </a:lnTo>
                <a:lnTo>
                  <a:pt x="1055994" y="89362"/>
                </a:lnTo>
                <a:lnTo>
                  <a:pt x="1055863" y="89374"/>
                </a:lnTo>
                <a:lnTo>
                  <a:pt x="1055731" y="89386"/>
                </a:lnTo>
                <a:lnTo>
                  <a:pt x="1055599" y="89397"/>
                </a:lnTo>
                <a:lnTo>
                  <a:pt x="1055467" y="89407"/>
                </a:lnTo>
                <a:lnTo>
                  <a:pt x="1055334" y="89418"/>
                </a:lnTo>
                <a:lnTo>
                  <a:pt x="1055200" y="89427"/>
                </a:lnTo>
                <a:lnTo>
                  <a:pt x="1055066" y="89436"/>
                </a:lnTo>
                <a:lnTo>
                  <a:pt x="1054932" y="89445"/>
                </a:lnTo>
                <a:lnTo>
                  <a:pt x="1054797" y="89453"/>
                </a:lnTo>
                <a:lnTo>
                  <a:pt x="1054661" y="89461"/>
                </a:lnTo>
                <a:lnTo>
                  <a:pt x="1054525" y="89468"/>
                </a:lnTo>
                <a:lnTo>
                  <a:pt x="1054389" y="89475"/>
                </a:lnTo>
                <a:lnTo>
                  <a:pt x="1054252" y="89481"/>
                </a:lnTo>
                <a:lnTo>
                  <a:pt x="1054114" y="89486"/>
                </a:lnTo>
                <a:lnTo>
                  <a:pt x="1053976" y="89492"/>
                </a:lnTo>
                <a:lnTo>
                  <a:pt x="1053838" y="89496"/>
                </a:lnTo>
                <a:lnTo>
                  <a:pt x="1053699" y="89500"/>
                </a:lnTo>
                <a:lnTo>
                  <a:pt x="1053559" y="89504"/>
                </a:lnTo>
                <a:lnTo>
                  <a:pt x="1053419" y="89507"/>
                </a:lnTo>
                <a:lnTo>
                  <a:pt x="1053279" y="89510"/>
                </a:lnTo>
                <a:lnTo>
                  <a:pt x="1053138" y="89512"/>
                </a:lnTo>
                <a:lnTo>
                  <a:pt x="1052997" y="89514"/>
                </a:lnTo>
                <a:lnTo>
                  <a:pt x="1052855" y="89515"/>
                </a:lnTo>
                <a:lnTo>
                  <a:pt x="1052712" y="89516"/>
                </a:lnTo>
                <a:lnTo>
                  <a:pt x="1052569" y="89516"/>
                </a:lnTo>
                <a:lnTo>
                  <a:pt x="1052146" y="89513"/>
                </a:lnTo>
                <a:lnTo>
                  <a:pt x="1051734" y="89504"/>
                </a:lnTo>
                <a:lnTo>
                  <a:pt x="1051334" y="89489"/>
                </a:lnTo>
                <a:lnTo>
                  <a:pt x="1050946" y="89469"/>
                </a:lnTo>
                <a:lnTo>
                  <a:pt x="1050570" y="89442"/>
                </a:lnTo>
                <a:lnTo>
                  <a:pt x="1050205" y="89409"/>
                </a:lnTo>
                <a:lnTo>
                  <a:pt x="1049853" y="89370"/>
                </a:lnTo>
                <a:lnTo>
                  <a:pt x="1049513" y="89326"/>
                </a:lnTo>
                <a:lnTo>
                  <a:pt x="1049185" y="89275"/>
                </a:lnTo>
                <a:lnTo>
                  <a:pt x="1048868" y="89218"/>
                </a:lnTo>
                <a:lnTo>
                  <a:pt x="1048564" y="89156"/>
                </a:lnTo>
                <a:lnTo>
                  <a:pt x="1048271" y="89087"/>
                </a:lnTo>
                <a:lnTo>
                  <a:pt x="1047991" y="89013"/>
                </a:lnTo>
                <a:lnTo>
                  <a:pt x="1047722" y="88932"/>
                </a:lnTo>
                <a:lnTo>
                  <a:pt x="1047465" y="88846"/>
                </a:lnTo>
                <a:lnTo>
                  <a:pt x="1047220" y="88754"/>
                </a:lnTo>
                <a:lnTo>
                  <a:pt x="1046987" y="88655"/>
                </a:lnTo>
                <a:lnTo>
                  <a:pt x="1046767" y="88551"/>
                </a:lnTo>
                <a:lnTo>
                  <a:pt x="1046558" y="88441"/>
                </a:lnTo>
                <a:lnTo>
                  <a:pt x="1046361" y="88325"/>
                </a:lnTo>
                <a:lnTo>
                  <a:pt x="1046175" y="88203"/>
                </a:lnTo>
                <a:lnTo>
                  <a:pt x="1046002" y="88075"/>
                </a:lnTo>
                <a:lnTo>
                  <a:pt x="1045841" y="87941"/>
                </a:lnTo>
                <a:lnTo>
                  <a:pt x="1045692" y="87801"/>
                </a:lnTo>
                <a:lnTo>
                  <a:pt x="1045552" y="87652"/>
                </a:lnTo>
                <a:lnTo>
                  <a:pt x="1045417" y="87491"/>
                </a:lnTo>
                <a:lnTo>
                  <a:pt x="1045289" y="87318"/>
                </a:lnTo>
                <a:lnTo>
                  <a:pt x="1045167" y="87133"/>
                </a:lnTo>
                <a:lnTo>
                  <a:pt x="1045051" y="86937"/>
                </a:lnTo>
                <a:lnTo>
                  <a:pt x="1044940" y="86728"/>
                </a:lnTo>
                <a:lnTo>
                  <a:pt x="1044836" y="86508"/>
                </a:lnTo>
                <a:lnTo>
                  <a:pt x="1044737" y="86276"/>
                </a:lnTo>
                <a:lnTo>
                  <a:pt x="1044645" y="86031"/>
                </a:lnTo>
                <a:lnTo>
                  <a:pt x="1044559" y="85775"/>
                </a:lnTo>
                <a:lnTo>
                  <a:pt x="1044478" y="85507"/>
                </a:lnTo>
                <a:lnTo>
                  <a:pt x="1044403" y="85227"/>
                </a:lnTo>
                <a:lnTo>
                  <a:pt x="1044335" y="84935"/>
                </a:lnTo>
                <a:lnTo>
                  <a:pt x="1044272" y="84632"/>
                </a:lnTo>
                <a:lnTo>
                  <a:pt x="1044216" y="84316"/>
                </a:lnTo>
                <a:lnTo>
                  <a:pt x="1044165" y="83988"/>
                </a:lnTo>
                <a:lnTo>
                  <a:pt x="1044120" y="83649"/>
                </a:lnTo>
                <a:lnTo>
                  <a:pt x="1044081" y="83297"/>
                </a:lnTo>
                <a:lnTo>
                  <a:pt x="1044049" y="82934"/>
                </a:lnTo>
                <a:lnTo>
                  <a:pt x="1044022" y="82559"/>
                </a:lnTo>
                <a:lnTo>
                  <a:pt x="1044001" y="82171"/>
                </a:lnTo>
                <a:lnTo>
                  <a:pt x="1043986" y="81772"/>
                </a:lnTo>
                <a:lnTo>
                  <a:pt x="1043977" y="81361"/>
                </a:lnTo>
                <a:lnTo>
                  <a:pt x="1043974" y="80938"/>
                </a:lnTo>
                <a:lnTo>
                  <a:pt x="1043974" y="44338"/>
                </a:lnTo>
                <a:lnTo>
                  <a:pt x="1058870" y="44338"/>
                </a:lnTo>
                <a:lnTo>
                  <a:pt x="1058870" y="30771"/>
                </a:lnTo>
                <a:lnTo>
                  <a:pt x="1043974" y="30771"/>
                </a:lnTo>
                <a:lnTo>
                  <a:pt x="1043974" y="8532"/>
                </a:lnTo>
                <a:lnTo>
                  <a:pt x="1023636" y="8532"/>
                </a:lnTo>
                <a:lnTo>
                  <a:pt x="1023636" y="30771"/>
                </a:lnTo>
                <a:lnTo>
                  <a:pt x="1011319" y="30771"/>
                </a:lnTo>
                <a:close/>
                <a:moveTo>
                  <a:pt x="863655" y="70938"/>
                </a:moveTo>
                <a:lnTo>
                  <a:pt x="863660" y="70524"/>
                </a:lnTo>
                <a:lnTo>
                  <a:pt x="863669" y="70112"/>
                </a:lnTo>
                <a:lnTo>
                  <a:pt x="863681" y="69702"/>
                </a:lnTo>
                <a:lnTo>
                  <a:pt x="863697" y="69295"/>
                </a:lnTo>
                <a:lnTo>
                  <a:pt x="863716" y="68891"/>
                </a:lnTo>
                <a:lnTo>
                  <a:pt x="863739" y="68489"/>
                </a:lnTo>
                <a:lnTo>
                  <a:pt x="863765" y="68090"/>
                </a:lnTo>
                <a:lnTo>
                  <a:pt x="863795" y="67693"/>
                </a:lnTo>
                <a:lnTo>
                  <a:pt x="863828" y="67298"/>
                </a:lnTo>
                <a:lnTo>
                  <a:pt x="863864" y="66906"/>
                </a:lnTo>
                <a:lnTo>
                  <a:pt x="863904" y="66516"/>
                </a:lnTo>
                <a:lnTo>
                  <a:pt x="863948" y="66129"/>
                </a:lnTo>
                <a:lnTo>
                  <a:pt x="863995" y="65745"/>
                </a:lnTo>
                <a:lnTo>
                  <a:pt x="864045" y="65363"/>
                </a:lnTo>
                <a:lnTo>
                  <a:pt x="864099" y="64983"/>
                </a:lnTo>
                <a:lnTo>
                  <a:pt x="864157" y="64606"/>
                </a:lnTo>
                <a:lnTo>
                  <a:pt x="864218" y="64232"/>
                </a:lnTo>
                <a:lnTo>
                  <a:pt x="864282" y="63859"/>
                </a:lnTo>
                <a:lnTo>
                  <a:pt x="864350" y="63490"/>
                </a:lnTo>
                <a:lnTo>
                  <a:pt x="864422" y="63123"/>
                </a:lnTo>
                <a:lnTo>
                  <a:pt x="864496" y="62758"/>
                </a:lnTo>
                <a:lnTo>
                  <a:pt x="864575" y="62396"/>
                </a:lnTo>
                <a:lnTo>
                  <a:pt x="864657" y="62036"/>
                </a:lnTo>
                <a:lnTo>
                  <a:pt x="864743" y="61680"/>
                </a:lnTo>
                <a:lnTo>
                  <a:pt x="864833" y="61327"/>
                </a:lnTo>
                <a:lnTo>
                  <a:pt x="864929" y="60978"/>
                </a:lnTo>
                <a:lnTo>
                  <a:pt x="865029" y="60632"/>
                </a:lnTo>
                <a:lnTo>
                  <a:pt x="865134" y="60291"/>
                </a:lnTo>
                <a:lnTo>
                  <a:pt x="865243" y="59953"/>
                </a:lnTo>
                <a:lnTo>
                  <a:pt x="865357" y="59619"/>
                </a:lnTo>
                <a:lnTo>
                  <a:pt x="865476" y="59288"/>
                </a:lnTo>
                <a:lnTo>
                  <a:pt x="865600" y="58962"/>
                </a:lnTo>
                <a:lnTo>
                  <a:pt x="865729" y="58639"/>
                </a:lnTo>
                <a:lnTo>
                  <a:pt x="865862" y="58320"/>
                </a:lnTo>
                <a:lnTo>
                  <a:pt x="866000" y="58004"/>
                </a:lnTo>
                <a:lnTo>
                  <a:pt x="866142" y="57692"/>
                </a:lnTo>
                <a:lnTo>
                  <a:pt x="866289" y="57384"/>
                </a:lnTo>
                <a:lnTo>
                  <a:pt x="866442" y="57080"/>
                </a:lnTo>
                <a:lnTo>
                  <a:pt x="866598" y="56780"/>
                </a:lnTo>
                <a:lnTo>
                  <a:pt x="866760" y="56483"/>
                </a:lnTo>
                <a:lnTo>
                  <a:pt x="866926" y="56190"/>
                </a:lnTo>
                <a:lnTo>
                  <a:pt x="867097" y="55900"/>
                </a:lnTo>
                <a:lnTo>
                  <a:pt x="867272" y="55615"/>
                </a:lnTo>
                <a:lnTo>
                  <a:pt x="867453" y="55333"/>
                </a:lnTo>
                <a:lnTo>
                  <a:pt x="867638" y="55055"/>
                </a:lnTo>
                <a:lnTo>
                  <a:pt x="867828" y="54780"/>
                </a:lnTo>
                <a:lnTo>
                  <a:pt x="868022" y="54510"/>
                </a:lnTo>
                <a:lnTo>
                  <a:pt x="868222" y="54243"/>
                </a:lnTo>
                <a:lnTo>
                  <a:pt x="868426" y="53981"/>
                </a:lnTo>
                <a:lnTo>
                  <a:pt x="868636" y="53724"/>
                </a:lnTo>
                <a:lnTo>
                  <a:pt x="868851" y="53472"/>
                </a:lnTo>
                <a:lnTo>
                  <a:pt x="869072" y="53225"/>
                </a:lnTo>
                <a:lnTo>
                  <a:pt x="869297" y="52982"/>
                </a:lnTo>
                <a:lnTo>
                  <a:pt x="869528" y="52744"/>
                </a:lnTo>
                <a:lnTo>
                  <a:pt x="869764" y="52510"/>
                </a:lnTo>
                <a:lnTo>
                  <a:pt x="870006" y="52282"/>
                </a:lnTo>
                <a:lnTo>
                  <a:pt x="870252" y="52058"/>
                </a:lnTo>
                <a:lnTo>
                  <a:pt x="870504" y="51839"/>
                </a:lnTo>
                <a:lnTo>
                  <a:pt x="870761" y="51624"/>
                </a:lnTo>
                <a:lnTo>
                  <a:pt x="871023" y="51415"/>
                </a:lnTo>
                <a:lnTo>
                  <a:pt x="871290" y="51210"/>
                </a:lnTo>
                <a:lnTo>
                  <a:pt x="871563" y="51009"/>
                </a:lnTo>
                <a:lnTo>
                  <a:pt x="871840" y="50814"/>
                </a:lnTo>
                <a:lnTo>
                  <a:pt x="872123" y="50623"/>
                </a:lnTo>
                <a:lnTo>
                  <a:pt x="872412" y="50437"/>
                </a:lnTo>
                <a:lnTo>
                  <a:pt x="872705" y="50256"/>
                </a:lnTo>
                <a:lnTo>
                  <a:pt x="873004" y="50079"/>
                </a:lnTo>
                <a:lnTo>
                  <a:pt x="873308" y="49907"/>
                </a:lnTo>
                <a:lnTo>
                  <a:pt x="873617" y="49740"/>
                </a:lnTo>
                <a:lnTo>
                  <a:pt x="873931" y="49577"/>
                </a:lnTo>
                <a:lnTo>
                  <a:pt x="874251" y="49420"/>
                </a:lnTo>
                <a:lnTo>
                  <a:pt x="874576" y="49268"/>
                </a:lnTo>
                <a:lnTo>
                  <a:pt x="874907" y="49122"/>
                </a:lnTo>
                <a:lnTo>
                  <a:pt x="875245" y="48983"/>
                </a:lnTo>
                <a:lnTo>
                  <a:pt x="875588" y="48850"/>
                </a:lnTo>
                <a:lnTo>
                  <a:pt x="875937" y="48724"/>
                </a:lnTo>
                <a:lnTo>
                  <a:pt x="876292" y="48604"/>
                </a:lnTo>
                <a:lnTo>
                  <a:pt x="876653" y="48491"/>
                </a:lnTo>
                <a:lnTo>
                  <a:pt x="877020" y="48384"/>
                </a:lnTo>
                <a:lnTo>
                  <a:pt x="877394" y="48284"/>
                </a:lnTo>
                <a:lnTo>
                  <a:pt x="877773" y="48190"/>
                </a:lnTo>
                <a:lnTo>
                  <a:pt x="878158" y="48102"/>
                </a:lnTo>
                <a:lnTo>
                  <a:pt x="878548" y="48022"/>
                </a:lnTo>
                <a:lnTo>
                  <a:pt x="878945" y="47947"/>
                </a:lnTo>
                <a:lnTo>
                  <a:pt x="879348" y="47879"/>
                </a:lnTo>
                <a:lnTo>
                  <a:pt x="879757" y="47818"/>
                </a:lnTo>
                <a:lnTo>
                  <a:pt x="880172" y="47763"/>
                </a:lnTo>
                <a:lnTo>
                  <a:pt x="880593" y="47714"/>
                </a:lnTo>
                <a:lnTo>
                  <a:pt x="881019" y="47672"/>
                </a:lnTo>
                <a:lnTo>
                  <a:pt x="881452" y="47636"/>
                </a:lnTo>
                <a:lnTo>
                  <a:pt x="881891" y="47607"/>
                </a:lnTo>
                <a:lnTo>
                  <a:pt x="882335" y="47585"/>
                </a:lnTo>
                <a:lnTo>
                  <a:pt x="882786" y="47568"/>
                </a:lnTo>
                <a:lnTo>
                  <a:pt x="883243" y="47559"/>
                </a:lnTo>
                <a:lnTo>
                  <a:pt x="883705" y="47555"/>
                </a:lnTo>
                <a:lnTo>
                  <a:pt x="883860" y="47556"/>
                </a:lnTo>
                <a:lnTo>
                  <a:pt x="884016" y="47557"/>
                </a:lnTo>
                <a:lnTo>
                  <a:pt x="884173" y="47559"/>
                </a:lnTo>
                <a:lnTo>
                  <a:pt x="884330" y="47561"/>
                </a:lnTo>
                <a:lnTo>
                  <a:pt x="884487" y="47565"/>
                </a:lnTo>
                <a:lnTo>
                  <a:pt x="884645" y="47569"/>
                </a:lnTo>
                <a:lnTo>
                  <a:pt x="884803" y="47574"/>
                </a:lnTo>
                <a:lnTo>
                  <a:pt x="884962" y="47580"/>
                </a:lnTo>
                <a:lnTo>
                  <a:pt x="885122" y="47586"/>
                </a:lnTo>
                <a:lnTo>
                  <a:pt x="885281" y="47593"/>
                </a:lnTo>
                <a:lnTo>
                  <a:pt x="885442" y="47601"/>
                </a:lnTo>
                <a:lnTo>
                  <a:pt x="885603" y="47610"/>
                </a:lnTo>
                <a:lnTo>
                  <a:pt x="885764" y="47619"/>
                </a:lnTo>
                <a:lnTo>
                  <a:pt x="885926" y="47629"/>
                </a:lnTo>
                <a:lnTo>
                  <a:pt x="886088" y="47640"/>
                </a:lnTo>
                <a:lnTo>
                  <a:pt x="886251" y="47652"/>
                </a:lnTo>
                <a:lnTo>
                  <a:pt x="886414" y="47664"/>
                </a:lnTo>
                <a:lnTo>
                  <a:pt x="886578" y="47677"/>
                </a:lnTo>
                <a:lnTo>
                  <a:pt x="886742" y="47691"/>
                </a:lnTo>
                <a:lnTo>
                  <a:pt x="886907" y="47706"/>
                </a:lnTo>
                <a:lnTo>
                  <a:pt x="887072" y="47721"/>
                </a:lnTo>
                <a:lnTo>
                  <a:pt x="887238" y="47737"/>
                </a:lnTo>
                <a:lnTo>
                  <a:pt x="887404" y="47754"/>
                </a:lnTo>
                <a:lnTo>
                  <a:pt x="887571" y="47772"/>
                </a:lnTo>
                <a:lnTo>
                  <a:pt x="887737" y="47790"/>
                </a:lnTo>
                <a:lnTo>
                  <a:pt x="887901" y="47808"/>
                </a:lnTo>
                <a:lnTo>
                  <a:pt x="888064" y="47827"/>
                </a:lnTo>
                <a:lnTo>
                  <a:pt x="888224" y="47845"/>
                </a:lnTo>
                <a:lnTo>
                  <a:pt x="888382" y="47864"/>
                </a:lnTo>
                <a:lnTo>
                  <a:pt x="888538" y="47883"/>
                </a:lnTo>
                <a:lnTo>
                  <a:pt x="888693" y="47903"/>
                </a:lnTo>
                <a:lnTo>
                  <a:pt x="888845" y="47923"/>
                </a:lnTo>
                <a:lnTo>
                  <a:pt x="888995" y="47943"/>
                </a:lnTo>
                <a:lnTo>
                  <a:pt x="889143" y="47963"/>
                </a:lnTo>
                <a:lnTo>
                  <a:pt x="889289" y="47983"/>
                </a:lnTo>
                <a:lnTo>
                  <a:pt x="889434" y="48004"/>
                </a:lnTo>
                <a:lnTo>
                  <a:pt x="889576" y="48025"/>
                </a:lnTo>
                <a:lnTo>
                  <a:pt x="889716" y="48046"/>
                </a:lnTo>
                <a:lnTo>
                  <a:pt x="889854" y="48068"/>
                </a:lnTo>
                <a:lnTo>
                  <a:pt x="889991" y="48089"/>
                </a:lnTo>
                <a:lnTo>
                  <a:pt x="890125" y="48111"/>
                </a:lnTo>
                <a:lnTo>
                  <a:pt x="890257" y="48134"/>
                </a:lnTo>
                <a:lnTo>
                  <a:pt x="890387" y="48156"/>
                </a:lnTo>
                <a:lnTo>
                  <a:pt x="890516" y="48179"/>
                </a:lnTo>
                <a:lnTo>
                  <a:pt x="890642" y="48202"/>
                </a:lnTo>
                <a:lnTo>
                  <a:pt x="890766" y="48225"/>
                </a:lnTo>
                <a:lnTo>
                  <a:pt x="890889" y="48249"/>
                </a:lnTo>
                <a:lnTo>
                  <a:pt x="891009" y="48272"/>
                </a:lnTo>
                <a:lnTo>
                  <a:pt x="891009" y="29388"/>
                </a:lnTo>
                <a:lnTo>
                  <a:pt x="890807" y="29329"/>
                </a:lnTo>
                <a:lnTo>
                  <a:pt x="890606" y="29274"/>
                </a:lnTo>
                <a:lnTo>
                  <a:pt x="890407" y="29220"/>
                </a:lnTo>
                <a:lnTo>
                  <a:pt x="890209" y="29169"/>
                </a:lnTo>
                <a:lnTo>
                  <a:pt x="890013" y="29121"/>
                </a:lnTo>
                <a:lnTo>
                  <a:pt x="889818" y="29075"/>
                </a:lnTo>
                <a:lnTo>
                  <a:pt x="889625" y="29032"/>
                </a:lnTo>
                <a:lnTo>
                  <a:pt x="889434" y="28991"/>
                </a:lnTo>
                <a:lnTo>
                  <a:pt x="889243" y="28952"/>
                </a:lnTo>
                <a:lnTo>
                  <a:pt x="889055" y="28916"/>
                </a:lnTo>
                <a:lnTo>
                  <a:pt x="888868" y="28883"/>
                </a:lnTo>
                <a:lnTo>
                  <a:pt x="888682" y="28852"/>
                </a:lnTo>
                <a:lnTo>
                  <a:pt x="888498" y="28823"/>
                </a:lnTo>
                <a:lnTo>
                  <a:pt x="888315" y="28797"/>
                </a:lnTo>
                <a:lnTo>
                  <a:pt x="888134" y="28774"/>
                </a:lnTo>
                <a:lnTo>
                  <a:pt x="887954" y="28753"/>
                </a:lnTo>
                <a:lnTo>
                  <a:pt x="887776" y="28734"/>
                </a:lnTo>
                <a:lnTo>
                  <a:pt x="887599" y="28718"/>
                </a:lnTo>
                <a:lnTo>
                  <a:pt x="887424" y="28704"/>
                </a:lnTo>
                <a:lnTo>
                  <a:pt x="887250" y="28693"/>
                </a:lnTo>
                <a:lnTo>
                  <a:pt x="887078" y="28684"/>
                </a:lnTo>
                <a:lnTo>
                  <a:pt x="886907" y="28678"/>
                </a:lnTo>
                <a:lnTo>
                  <a:pt x="886738" y="28674"/>
                </a:lnTo>
                <a:lnTo>
                  <a:pt x="886570" y="28673"/>
                </a:lnTo>
                <a:lnTo>
                  <a:pt x="886248" y="28675"/>
                </a:lnTo>
                <a:lnTo>
                  <a:pt x="885927" y="28681"/>
                </a:lnTo>
                <a:lnTo>
                  <a:pt x="885608" y="28691"/>
                </a:lnTo>
                <a:lnTo>
                  <a:pt x="885289" y="28705"/>
                </a:lnTo>
                <a:lnTo>
                  <a:pt x="884971" y="28723"/>
                </a:lnTo>
                <a:lnTo>
                  <a:pt x="884654" y="28745"/>
                </a:lnTo>
                <a:lnTo>
                  <a:pt x="884338" y="28771"/>
                </a:lnTo>
                <a:lnTo>
                  <a:pt x="884023" y="28800"/>
                </a:lnTo>
                <a:lnTo>
                  <a:pt x="883710" y="28834"/>
                </a:lnTo>
                <a:lnTo>
                  <a:pt x="883397" y="28872"/>
                </a:lnTo>
                <a:lnTo>
                  <a:pt x="883085" y="28914"/>
                </a:lnTo>
                <a:lnTo>
                  <a:pt x="882774" y="28959"/>
                </a:lnTo>
                <a:lnTo>
                  <a:pt x="882464" y="29009"/>
                </a:lnTo>
                <a:lnTo>
                  <a:pt x="882155" y="29063"/>
                </a:lnTo>
                <a:lnTo>
                  <a:pt x="881848" y="29120"/>
                </a:lnTo>
                <a:lnTo>
                  <a:pt x="881541" y="29182"/>
                </a:lnTo>
                <a:lnTo>
                  <a:pt x="881235" y="29248"/>
                </a:lnTo>
                <a:lnTo>
                  <a:pt x="880930" y="29317"/>
                </a:lnTo>
                <a:lnTo>
                  <a:pt x="880626" y="29391"/>
                </a:lnTo>
                <a:lnTo>
                  <a:pt x="880323" y="29468"/>
                </a:lnTo>
                <a:lnTo>
                  <a:pt x="880022" y="29550"/>
                </a:lnTo>
                <a:lnTo>
                  <a:pt x="879721" y="29635"/>
                </a:lnTo>
                <a:lnTo>
                  <a:pt x="879421" y="29725"/>
                </a:lnTo>
                <a:lnTo>
                  <a:pt x="879122" y="29818"/>
                </a:lnTo>
                <a:lnTo>
                  <a:pt x="878825" y="29915"/>
                </a:lnTo>
                <a:lnTo>
                  <a:pt x="878528" y="30015"/>
                </a:lnTo>
                <a:lnTo>
                  <a:pt x="878234" y="30119"/>
                </a:lnTo>
                <a:lnTo>
                  <a:pt x="877941" y="30225"/>
                </a:lnTo>
                <a:lnTo>
                  <a:pt x="877649" y="30335"/>
                </a:lnTo>
                <a:lnTo>
                  <a:pt x="877359" y="30448"/>
                </a:lnTo>
                <a:lnTo>
                  <a:pt x="877070" y="30564"/>
                </a:lnTo>
                <a:lnTo>
                  <a:pt x="876783" y="30684"/>
                </a:lnTo>
                <a:lnTo>
                  <a:pt x="876498" y="30806"/>
                </a:lnTo>
                <a:lnTo>
                  <a:pt x="876213" y="30932"/>
                </a:lnTo>
                <a:lnTo>
                  <a:pt x="875931" y="31062"/>
                </a:lnTo>
                <a:lnTo>
                  <a:pt x="875649" y="31194"/>
                </a:lnTo>
                <a:lnTo>
                  <a:pt x="875370" y="31330"/>
                </a:lnTo>
                <a:lnTo>
                  <a:pt x="875091" y="31469"/>
                </a:lnTo>
                <a:lnTo>
                  <a:pt x="874815" y="31611"/>
                </a:lnTo>
                <a:lnTo>
                  <a:pt x="874539" y="31756"/>
                </a:lnTo>
                <a:lnTo>
                  <a:pt x="874266" y="31905"/>
                </a:lnTo>
                <a:lnTo>
                  <a:pt x="873993" y="32057"/>
                </a:lnTo>
                <a:lnTo>
                  <a:pt x="873723" y="32212"/>
                </a:lnTo>
                <a:lnTo>
                  <a:pt x="873453" y="32370"/>
                </a:lnTo>
                <a:lnTo>
                  <a:pt x="873185" y="32531"/>
                </a:lnTo>
                <a:lnTo>
                  <a:pt x="872919" y="32696"/>
                </a:lnTo>
                <a:lnTo>
                  <a:pt x="872654" y="32864"/>
                </a:lnTo>
                <a:lnTo>
                  <a:pt x="872391" y="33035"/>
                </a:lnTo>
                <a:lnTo>
                  <a:pt x="872130" y="33210"/>
                </a:lnTo>
                <a:lnTo>
                  <a:pt x="871871" y="33387"/>
                </a:lnTo>
                <a:lnTo>
                  <a:pt x="871614" y="33567"/>
                </a:lnTo>
                <a:lnTo>
                  <a:pt x="871360" y="33751"/>
                </a:lnTo>
                <a:lnTo>
                  <a:pt x="871109" y="33937"/>
                </a:lnTo>
                <a:lnTo>
                  <a:pt x="870860" y="34126"/>
                </a:lnTo>
                <a:lnTo>
                  <a:pt x="870614" y="34318"/>
                </a:lnTo>
                <a:lnTo>
                  <a:pt x="870370" y="34513"/>
                </a:lnTo>
                <a:lnTo>
                  <a:pt x="870128" y="34712"/>
                </a:lnTo>
                <a:lnTo>
                  <a:pt x="869889" y="34913"/>
                </a:lnTo>
                <a:lnTo>
                  <a:pt x="869653" y="35117"/>
                </a:lnTo>
                <a:lnTo>
                  <a:pt x="869419" y="35324"/>
                </a:lnTo>
                <a:lnTo>
                  <a:pt x="869187" y="35534"/>
                </a:lnTo>
                <a:lnTo>
                  <a:pt x="868958" y="35747"/>
                </a:lnTo>
                <a:lnTo>
                  <a:pt x="868732" y="35963"/>
                </a:lnTo>
                <a:lnTo>
                  <a:pt x="868508" y="36182"/>
                </a:lnTo>
                <a:lnTo>
                  <a:pt x="868286" y="36404"/>
                </a:lnTo>
                <a:lnTo>
                  <a:pt x="868067" y="36629"/>
                </a:lnTo>
                <a:lnTo>
                  <a:pt x="867850" y="36857"/>
                </a:lnTo>
                <a:lnTo>
                  <a:pt x="867636" y="37088"/>
                </a:lnTo>
                <a:lnTo>
                  <a:pt x="867425" y="37322"/>
                </a:lnTo>
                <a:lnTo>
                  <a:pt x="867216" y="37559"/>
                </a:lnTo>
                <a:lnTo>
                  <a:pt x="867009" y="37799"/>
                </a:lnTo>
                <a:lnTo>
                  <a:pt x="866805" y="38042"/>
                </a:lnTo>
                <a:lnTo>
                  <a:pt x="866604" y="38287"/>
                </a:lnTo>
                <a:lnTo>
                  <a:pt x="866406" y="38534"/>
                </a:lnTo>
                <a:lnTo>
                  <a:pt x="866212" y="38783"/>
                </a:lnTo>
                <a:lnTo>
                  <a:pt x="866021" y="39034"/>
                </a:lnTo>
                <a:lnTo>
                  <a:pt x="865834" y="39286"/>
                </a:lnTo>
                <a:lnTo>
                  <a:pt x="865650" y="39540"/>
                </a:lnTo>
                <a:lnTo>
                  <a:pt x="865470" y="39796"/>
                </a:lnTo>
                <a:lnTo>
                  <a:pt x="865293" y="40053"/>
                </a:lnTo>
                <a:lnTo>
                  <a:pt x="865120" y="40312"/>
                </a:lnTo>
                <a:lnTo>
                  <a:pt x="864950" y="40573"/>
                </a:lnTo>
                <a:lnTo>
                  <a:pt x="864783" y="40836"/>
                </a:lnTo>
                <a:lnTo>
                  <a:pt x="864621" y="41100"/>
                </a:lnTo>
                <a:lnTo>
                  <a:pt x="864461" y="41366"/>
                </a:lnTo>
                <a:lnTo>
                  <a:pt x="864305" y="41634"/>
                </a:lnTo>
                <a:lnTo>
                  <a:pt x="864153" y="41904"/>
                </a:lnTo>
                <a:lnTo>
                  <a:pt x="864004" y="42175"/>
                </a:lnTo>
                <a:lnTo>
                  <a:pt x="863858" y="42448"/>
                </a:lnTo>
                <a:lnTo>
                  <a:pt x="863716" y="42723"/>
                </a:lnTo>
                <a:lnTo>
                  <a:pt x="863577" y="43000"/>
                </a:lnTo>
                <a:lnTo>
                  <a:pt x="863442" y="43278"/>
                </a:lnTo>
                <a:lnTo>
                  <a:pt x="863311" y="43558"/>
                </a:lnTo>
                <a:lnTo>
                  <a:pt x="863183" y="43840"/>
                </a:lnTo>
                <a:lnTo>
                  <a:pt x="863058" y="44123"/>
                </a:lnTo>
                <a:lnTo>
                  <a:pt x="862937" y="44408"/>
                </a:lnTo>
                <a:lnTo>
                  <a:pt x="862650" y="44408"/>
                </a:lnTo>
                <a:lnTo>
                  <a:pt x="862650" y="30660"/>
                </a:lnTo>
                <a:lnTo>
                  <a:pt x="843316" y="30660"/>
                </a:lnTo>
                <a:lnTo>
                  <a:pt x="843316" y="104762"/>
                </a:lnTo>
                <a:lnTo>
                  <a:pt x="863653" y="104762"/>
                </a:lnTo>
                <a:lnTo>
                  <a:pt x="863653" y="71355"/>
                </a:lnTo>
                <a:lnTo>
                  <a:pt x="863655" y="70938"/>
                </a:lnTo>
                <a:close/>
                <a:moveTo>
                  <a:pt x="1171162" y="70938"/>
                </a:moveTo>
                <a:lnTo>
                  <a:pt x="1171167" y="70524"/>
                </a:lnTo>
                <a:lnTo>
                  <a:pt x="1171176" y="70112"/>
                </a:lnTo>
                <a:lnTo>
                  <a:pt x="1171188" y="69702"/>
                </a:lnTo>
                <a:lnTo>
                  <a:pt x="1171203" y="69295"/>
                </a:lnTo>
                <a:lnTo>
                  <a:pt x="1171223" y="68891"/>
                </a:lnTo>
                <a:lnTo>
                  <a:pt x="1171245" y="68489"/>
                </a:lnTo>
                <a:lnTo>
                  <a:pt x="1171271" y="68090"/>
                </a:lnTo>
                <a:lnTo>
                  <a:pt x="1171301" y="67693"/>
                </a:lnTo>
                <a:lnTo>
                  <a:pt x="1171334" y="67298"/>
                </a:lnTo>
                <a:lnTo>
                  <a:pt x="1171371" y="66906"/>
                </a:lnTo>
                <a:lnTo>
                  <a:pt x="1171411" y="66516"/>
                </a:lnTo>
                <a:lnTo>
                  <a:pt x="1171454" y="66129"/>
                </a:lnTo>
                <a:lnTo>
                  <a:pt x="1171501" y="65745"/>
                </a:lnTo>
                <a:lnTo>
                  <a:pt x="1171552" y="65363"/>
                </a:lnTo>
                <a:lnTo>
                  <a:pt x="1171606" y="64983"/>
                </a:lnTo>
                <a:lnTo>
                  <a:pt x="1171663" y="64606"/>
                </a:lnTo>
                <a:lnTo>
                  <a:pt x="1171724" y="64232"/>
                </a:lnTo>
                <a:lnTo>
                  <a:pt x="1171789" y="63859"/>
                </a:lnTo>
                <a:lnTo>
                  <a:pt x="1171857" y="63490"/>
                </a:lnTo>
                <a:lnTo>
                  <a:pt x="1171928" y="63123"/>
                </a:lnTo>
                <a:lnTo>
                  <a:pt x="1172003" y="62758"/>
                </a:lnTo>
                <a:lnTo>
                  <a:pt x="1172081" y="62396"/>
                </a:lnTo>
                <a:lnTo>
                  <a:pt x="1172163" y="62036"/>
                </a:lnTo>
                <a:lnTo>
                  <a:pt x="1172249" y="61680"/>
                </a:lnTo>
                <a:lnTo>
                  <a:pt x="1172340" y="61327"/>
                </a:lnTo>
                <a:lnTo>
                  <a:pt x="1172435" y="60978"/>
                </a:lnTo>
                <a:lnTo>
                  <a:pt x="1172535" y="60632"/>
                </a:lnTo>
                <a:lnTo>
                  <a:pt x="1172640" y="60291"/>
                </a:lnTo>
                <a:lnTo>
                  <a:pt x="1172750" y="59953"/>
                </a:lnTo>
                <a:lnTo>
                  <a:pt x="1172864" y="59619"/>
                </a:lnTo>
                <a:lnTo>
                  <a:pt x="1172983" y="59288"/>
                </a:lnTo>
                <a:lnTo>
                  <a:pt x="1173107" y="58962"/>
                </a:lnTo>
                <a:lnTo>
                  <a:pt x="1173235" y="58639"/>
                </a:lnTo>
                <a:lnTo>
                  <a:pt x="1173368" y="58320"/>
                </a:lnTo>
                <a:lnTo>
                  <a:pt x="1173506" y="58004"/>
                </a:lnTo>
                <a:lnTo>
                  <a:pt x="1173649" y="57692"/>
                </a:lnTo>
                <a:lnTo>
                  <a:pt x="1173796" y="57384"/>
                </a:lnTo>
                <a:lnTo>
                  <a:pt x="1173948" y="57080"/>
                </a:lnTo>
                <a:lnTo>
                  <a:pt x="1174105" y="56780"/>
                </a:lnTo>
                <a:lnTo>
                  <a:pt x="1174266" y="56483"/>
                </a:lnTo>
                <a:lnTo>
                  <a:pt x="1174432" y="56190"/>
                </a:lnTo>
                <a:lnTo>
                  <a:pt x="1174603" y="55900"/>
                </a:lnTo>
                <a:lnTo>
                  <a:pt x="1174779" y="55615"/>
                </a:lnTo>
                <a:lnTo>
                  <a:pt x="1174959" y="55333"/>
                </a:lnTo>
                <a:lnTo>
                  <a:pt x="1175144" y="55055"/>
                </a:lnTo>
                <a:lnTo>
                  <a:pt x="1175334" y="54780"/>
                </a:lnTo>
                <a:lnTo>
                  <a:pt x="1175529" y="54510"/>
                </a:lnTo>
                <a:lnTo>
                  <a:pt x="1175728" y="54243"/>
                </a:lnTo>
                <a:lnTo>
                  <a:pt x="1175933" y="53981"/>
                </a:lnTo>
                <a:lnTo>
                  <a:pt x="1176143" y="53724"/>
                </a:lnTo>
                <a:lnTo>
                  <a:pt x="1176358" y="53472"/>
                </a:lnTo>
                <a:lnTo>
                  <a:pt x="1176578" y="53225"/>
                </a:lnTo>
                <a:lnTo>
                  <a:pt x="1176804" y="52982"/>
                </a:lnTo>
                <a:lnTo>
                  <a:pt x="1177035" y="52744"/>
                </a:lnTo>
                <a:lnTo>
                  <a:pt x="1177271" y="52510"/>
                </a:lnTo>
                <a:lnTo>
                  <a:pt x="1177512" y="52282"/>
                </a:lnTo>
                <a:lnTo>
                  <a:pt x="1177758" y="52058"/>
                </a:lnTo>
                <a:lnTo>
                  <a:pt x="1178010" y="51839"/>
                </a:lnTo>
                <a:lnTo>
                  <a:pt x="1178267" y="51624"/>
                </a:lnTo>
                <a:lnTo>
                  <a:pt x="1178529" y="51415"/>
                </a:lnTo>
                <a:lnTo>
                  <a:pt x="1178797" y="51210"/>
                </a:lnTo>
                <a:lnTo>
                  <a:pt x="1179069" y="51009"/>
                </a:lnTo>
                <a:lnTo>
                  <a:pt x="1179347" y="50814"/>
                </a:lnTo>
                <a:lnTo>
                  <a:pt x="1179630" y="50623"/>
                </a:lnTo>
                <a:lnTo>
                  <a:pt x="1179918" y="50437"/>
                </a:lnTo>
                <a:lnTo>
                  <a:pt x="1180212" y="50256"/>
                </a:lnTo>
                <a:lnTo>
                  <a:pt x="1180510" y="50079"/>
                </a:lnTo>
                <a:lnTo>
                  <a:pt x="1180814" y="49907"/>
                </a:lnTo>
                <a:lnTo>
                  <a:pt x="1181123" y="49740"/>
                </a:lnTo>
                <a:lnTo>
                  <a:pt x="1181438" y="49577"/>
                </a:lnTo>
                <a:lnTo>
                  <a:pt x="1181757" y="49420"/>
                </a:lnTo>
                <a:lnTo>
                  <a:pt x="1182083" y="49268"/>
                </a:lnTo>
                <a:lnTo>
                  <a:pt x="1182414" y="49122"/>
                </a:lnTo>
                <a:lnTo>
                  <a:pt x="1182751" y="48983"/>
                </a:lnTo>
                <a:lnTo>
                  <a:pt x="1183094" y="48850"/>
                </a:lnTo>
                <a:lnTo>
                  <a:pt x="1183444" y="48724"/>
                </a:lnTo>
                <a:lnTo>
                  <a:pt x="1183799" y="48604"/>
                </a:lnTo>
                <a:lnTo>
                  <a:pt x="1184160" y="48491"/>
                </a:lnTo>
                <a:lnTo>
                  <a:pt x="1184527" y="48384"/>
                </a:lnTo>
                <a:lnTo>
                  <a:pt x="1184900" y="48284"/>
                </a:lnTo>
                <a:lnTo>
                  <a:pt x="1185279" y="48190"/>
                </a:lnTo>
                <a:lnTo>
                  <a:pt x="1185664" y="48102"/>
                </a:lnTo>
                <a:lnTo>
                  <a:pt x="1186055" y="48022"/>
                </a:lnTo>
                <a:lnTo>
                  <a:pt x="1186452" y="47947"/>
                </a:lnTo>
                <a:lnTo>
                  <a:pt x="1186855" y="47879"/>
                </a:lnTo>
                <a:lnTo>
                  <a:pt x="1187264" y="47818"/>
                </a:lnTo>
                <a:lnTo>
                  <a:pt x="1187678" y="47763"/>
                </a:lnTo>
                <a:lnTo>
                  <a:pt x="1188099" y="47714"/>
                </a:lnTo>
                <a:lnTo>
                  <a:pt x="1188526" y="47672"/>
                </a:lnTo>
                <a:lnTo>
                  <a:pt x="1188959" y="47636"/>
                </a:lnTo>
                <a:lnTo>
                  <a:pt x="1189397" y="47607"/>
                </a:lnTo>
                <a:lnTo>
                  <a:pt x="1189842" y="47585"/>
                </a:lnTo>
                <a:lnTo>
                  <a:pt x="1190292" y="47568"/>
                </a:lnTo>
                <a:lnTo>
                  <a:pt x="1190749" y="47559"/>
                </a:lnTo>
                <a:lnTo>
                  <a:pt x="1191211" y="47555"/>
                </a:lnTo>
                <a:lnTo>
                  <a:pt x="1191367" y="47556"/>
                </a:lnTo>
                <a:lnTo>
                  <a:pt x="1191523" y="47557"/>
                </a:lnTo>
                <a:lnTo>
                  <a:pt x="1191679" y="47559"/>
                </a:lnTo>
                <a:lnTo>
                  <a:pt x="1191836" y="47561"/>
                </a:lnTo>
                <a:lnTo>
                  <a:pt x="1191993" y="47565"/>
                </a:lnTo>
                <a:lnTo>
                  <a:pt x="1192151" y="47569"/>
                </a:lnTo>
                <a:lnTo>
                  <a:pt x="1192310" y="47574"/>
                </a:lnTo>
                <a:lnTo>
                  <a:pt x="1192469" y="47580"/>
                </a:lnTo>
                <a:lnTo>
                  <a:pt x="1192628" y="47586"/>
                </a:lnTo>
                <a:lnTo>
                  <a:pt x="1192788" y="47593"/>
                </a:lnTo>
                <a:lnTo>
                  <a:pt x="1192948" y="47601"/>
                </a:lnTo>
                <a:lnTo>
                  <a:pt x="1193109" y="47610"/>
                </a:lnTo>
                <a:lnTo>
                  <a:pt x="1193270" y="47619"/>
                </a:lnTo>
                <a:lnTo>
                  <a:pt x="1193432" y="47629"/>
                </a:lnTo>
                <a:lnTo>
                  <a:pt x="1193594" y="47640"/>
                </a:lnTo>
                <a:lnTo>
                  <a:pt x="1193757" y="47652"/>
                </a:lnTo>
                <a:lnTo>
                  <a:pt x="1193921" y="47664"/>
                </a:lnTo>
                <a:lnTo>
                  <a:pt x="1194084" y="47677"/>
                </a:lnTo>
                <a:lnTo>
                  <a:pt x="1194249" y="47691"/>
                </a:lnTo>
                <a:lnTo>
                  <a:pt x="1194413" y="47706"/>
                </a:lnTo>
                <a:lnTo>
                  <a:pt x="1194579" y="47721"/>
                </a:lnTo>
                <a:lnTo>
                  <a:pt x="1194745" y="47737"/>
                </a:lnTo>
                <a:lnTo>
                  <a:pt x="1194911" y="47754"/>
                </a:lnTo>
                <a:lnTo>
                  <a:pt x="1195078" y="47772"/>
                </a:lnTo>
                <a:lnTo>
                  <a:pt x="1195244" y="47790"/>
                </a:lnTo>
                <a:lnTo>
                  <a:pt x="1195408" y="47808"/>
                </a:lnTo>
                <a:lnTo>
                  <a:pt x="1195570" y="47827"/>
                </a:lnTo>
                <a:lnTo>
                  <a:pt x="1195730" y="47845"/>
                </a:lnTo>
                <a:lnTo>
                  <a:pt x="1195889" y="47864"/>
                </a:lnTo>
                <a:lnTo>
                  <a:pt x="1196045" y="47883"/>
                </a:lnTo>
                <a:lnTo>
                  <a:pt x="1196199" y="47903"/>
                </a:lnTo>
                <a:lnTo>
                  <a:pt x="1196351" y="47923"/>
                </a:lnTo>
                <a:lnTo>
                  <a:pt x="1196501" y="47943"/>
                </a:lnTo>
                <a:lnTo>
                  <a:pt x="1196650" y="47963"/>
                </a:lnTo>
                <a:lnTo>
                  <a:pt x="1196796" y="47983"/>
                </a:lnTo>
                <a:lnTo>
                  <a:pt x="1196940" y="48004"/>
                </a:lnTo>
                <a:lnTo>
                  <a:pt x="1197082" y="48025"/>
                </a:lnTo>
                <a:lnTo>
                  <a:pt x="1197223" y="48046"/>
                </a:lnTo>
                <a:lnTo>
                  <a:pt x="1197361" y="48068"/>
                </a:lnTo>
                <a:lnTo>
                  <a:pt x="1197497" y="48089"/>
                </a:lnTo>
                <a:lnTo>
                  <a:pt x="1197631" y="48111"/>
                </a:lnTo>
                <a:lnTo>
                  <a:pt x="1197764" y="48134"/>
                </a:lnTo>
                <a:lnTo>
                  <a:pt x="1197894" y="48156"/>
                </a:lnTo>
                <a:lnTo>
                  <a:pt x="1198022" y="48179"/>
                </a:lnTo>
                <a:lnTo>
                  <a:pt x="1198148" y="48202"/>
                </a:lnTo>
                <a:lnTo>
                  <a:pt x="1198273" y="48225"/>
                </a:lnTo>
                <a:lnTo>
                  <a:pt x="1198395" y="48249"/>
                </a:lnTo>
                <a:lnTo>
                  <a:pt x="1198515" y="48272"/>
                </a:lnTo>
                <a:lnTo>
                  <a:pt x="1198515" y="31921"/>
                </a:lnTo>
                <a:lnTo>
                  <a:pt x="1224009" y="100175"/>
                </a:lnTo>
                <a:lnTo>
                  <a:pt x="1224080" y="100354"/>
                </a:lnTo>
                <a:lnTo>
                  <a:pt x="1224147" y="100534"/>
                </a:lnTo>
                <a:lnTo>
                  <a:pt x="1224211" y="100716"/>
                </a:lnTo>
                <a:lnTo>
                  <a:pt x="1224273" y="100898"/>
                </a:lnTo>
                <a:lnTo>
                  <a:pt x="1224331" y="101081"/>
                </a:lnTo>
                <a:lnTo>
                  <a:pt x="1224386" y="101266"/>
                </a:lnTo>
                <a:lnTo>
                  <a:pt x="1224439" y="101451"/>
                </a:lnTo>
                <a:lnTo>
                  <a:pt x="1224488" y="101637"/>
                </a:lnTo>
                <a:lnTo>
                  <a:pt x="1224534" y="101824"/>
                </a:lnTo>
                <a:lnTo>
                  <a:pt x="1224578" y="102013"/>
                </a:lnTo>
                <a:lnTo>
                  <a:pt x="1224618" y="102202"/>
                </a:lnTo>
                <a:lnTo>
                  <a:pt x="1224655" y="102392"/>
                </a:lnTo>
                <a:lnTo>
                  <a:pt x="1224690" y="102584"/>
                </a:lnTo>
                <a:lnTo>
                  <a:pt x="1224721" y="102776"/>
                </a:lnTo>
                <a:lnTo>
                  <a:pt x="1224749" y="102969"/>
                </a:lnTo>
                <a:lnTo>
                  <a:pt x="1224775" y="103163"/>
                </a:lnTo>
                <a:lnTo>
                  <a:pt x="1224797" y="103359"/>
                </a:lnTo>
                <a:lnTo>
                  <a:pt x="1224817" y="103555"/>
                </a:lnTo>
                <a:lnTo>
                  <a:pt x="1224833" y="103752"/>
                </a:lnTo>
                <a:lnTo>
                  <a:pt x="1224847" y="103950"/>
                </a:lnTo>
                <a:lnTo>
                  <a:pt x="1224857" y="104150"/>
                </a:lnTo>
                <a:lnTo>
                  <a:pt x="1224865" y="104350"/>
                </a:lnTo>
                <a:lnTo>
                  <a:pt x="1224869" y="104551"/>
                </a:lnTo>
                <a:lnTo>
                  <a:pt x="1224871" y="104753"/>
                </a:lnTo>
                <a:lnTo>
                  <a:pt x="1224867" y="105026"/>
                </a:lnTo>
                <a:lnTo>
                  <a:pt x="1224857" y="105298"/>
                </a:lnTo>
                <a:lnTo>
                  <a:pt x="1224840" y="105567"/>
                </a:lnTo>
                <a:lnTo>
                  <a:pt x="1224817" y="105834"/>
                </a:lnTo>
                <a:lnTo>
                  <a:pt x="1224787" y="106100"/>
                </a:lnTo>
                <a:lnTo>
                  <a:pt x="1224750" y="106363"/>
                </a:lnTo>
                <a:lnTo>
                  <a:pt x="1224706" y="106624"/>
                </a:lnTo>
                <a:lnTo>
                  <a:pt x="1224656" y="106884"/>
                </a:lnTo>
                <a:lnTo>
                  <a:pt x="1224599" y="107141"/>
                </a:lnTo>
                <a:lnTo>
                  <a:pt x="1224535" y="107397"/>
                </a:lnTo>
                <a:lnTo>
                  <a:pt x="1224464" y="107650"/>
                </a:lnTo>
                <a:lnTo>
                  <a:pt x="1224387" y="107901"/>
                </a:lnTo>
                <a:lnTo>
                  <a:pt x="1224303" y="108151"/>
                </a:lnTo>
                <a:lnTo>
                  <a:pt x="1224212" y="108398"/>
                </a:lnTo>
                <a:lnTo>
                  <a:pt x="1224115" y="108644"/>
                </a:lnTo>
                <a:lnTo>
                  <a:pt x="1224011" y="108887"/>
                </a:lnTo>
                <a:lnTo>
                  <a:pt x="1223900" y="109129"/>
                </a:lnTo>
                <a:lnTo>
                  <a:pt x="1223783" y="109368"/>
                </a:lnTo>
                <a:lnTo>
                  <a:pt x="1223658" y="109606"/>
                </a:lnTo>
                <a:lnTo>
                  <a:pt x="1223527" y="109841"/>
                </a:lnTo>
                <a:lnTo>
                  <a:pt x="1223390" y="110075"/>
                </a:lnTo>
                <a:lnTo>
                  <a:pt x="1223245" y="110306"/>
                </a:lnTo>
                <a:lnTo>
                  <a:pt x="1223094" y="110536"/>
                </a:lnTo>
                <a:lnTo>
                  <a:pt x="1222936" y="110763"/>
                </a:lnTo>
                <a:lnTo>
                  <a:pt x="1222772" y="110986"/>
                </a:lnTo>
                <a:lnTo>
                  <a:pt x="1222600" y="111200"/>
                </a:lnTo>
                <a:lnTo>
                  <a:pt x="1222420" y="111407"/>
                </a:lnTo>
                <a:lnTo>
                  <a:pt x="1222234" y="111606"/>
                </a:lnTo>
                <a:lnTo>
                  <a:pt x="1222040" y="111797"/>
                </a:lnTo>
                <a:lnTo>
                  <a:pt x="1221840" y="111980"/>
                </a:lnTo>
                <a:lnTo>
                  <a:pt x="1221632" y="112154"/>
                </a:lnTo>
                <a:lnTo>
                  <a:pt x="1221416" y="112321"/>
                </a:lnTo>
                <a:lnTo>
                  <a:pt x="1221194" y="112480"/>
                </a:lnTo>
                <a:lnTo>
                  <a:pt x="1220964" y="112632"/>
                </a:lnTo>
                <a:lnTo>
                  <a:pt x="1220727" y="112775"/>
                </a:lnTo>
                <a:lnTo>
                  <a:pt x="1220483" y="112910"/>
                </a:lnTo>
                <a:lnTo>
                  <a:pt x="1220232" y="113037"/>
                </a:lnTo>
                <a:lnTo>
                  <a:pt x="1219973" y="113156"/>
                </a:lnTo>
                <a:lnTo>
                  <a:pt x="1219708" y="113268"/>
                </a:lnTo>
                <a:lnTo>
                  <a:pt x="1219435" y="113371"/>
                </a:lnTo>
                <a:lnTo>
                  <a:pt x="1219155" y="113467"/>
                </a:lnTo>
                <a:lnTo>
                  <a:pt x="1218867" y="113554"/>
                </a:lnTo>
                <a:lnTo>
                  <a:pt x="1218573" y="113634"/>
                </a:lnTo>
                <a:lnTo>
                  <a:pt x="1218271" y="113705"/>
                </a:lnTo>
                <a:lnTo>
                  <a:pt x="1217962" y="113769"/>
                </a:lnTo>
                <a:lnTo>
                  <a:pt x="1217646" y="113825"/>
                </a:lnTo>
                <a:lnTo>
                  <a:pt x="1217323" y="113873"/>
                </a:lnTo>
                <a:lnTo>
                  <a:pt x="1216992" y="113912"/>
                </a:lnTo>
                <a:lnTo>
                  <a:pt x="1216741" y="113924"/>
                </a:lnTo>
                <a:lnTo>
                  <a:pt x="1216491" y="113933"/>
                </a:lnTo>
                <a:lnTo>
                  <a:pt x="1216240" y="113941"/>
                </a:lnTo>
                <a:lnTo>
                  <a:pt x="1215990" y="113948"/>
                </a:lnTo>
                <a:lnTo>
                  <a:pt x="1215739" y="113953"/>
                </a:lnTo>
                <a:lnTo>
                  <a:pt x="1215488" y="113957"/>
                </a:lnTo>
                <a:lnTo>
                  <a:pt x="1215238" y="113959"/>
                </a:lnTo>
                <a:lnTo>
                  <a:pt x="1214987" y="113960"/>
                </a:lnTo>
                <a:lnTo>
                  <a:pt x="1214736" y="113959"/>
                </a:lnTo>
                <a:lnTo>
                  <a:pt x="1214486" y="113956"/>
                </a:lnTo>
                <a:lnTo>
                  <a:pt x="1214235" y="113953"/>
                </a:lnTo>
                <a:lnTo>
                  <a:pt x="1213984" y="113947"/>
                </a:lnTo>
                <a:lnTo>
                  <a:pt x="1213734" y="113941"/>
                </a:lnTo>
                <a:lnTo>
                  <a:pt x="1213483" y="113932"/>
                </a:lnTo>
                <a:lnTo>
                  <a:pt x="1213232" y="113923"/>
                </a:lnTo>
                <a:lnTo>
                  <a:pt x="1212981" y="113911"/>
                </a:lnTo>
                <a:lnTo>
                  <a:pt x="1212731" y="113899"/>
                </a:lnTo>
                <a:lnTo>
                  <a:pt x="1212480" y="113885"/>
                </a:lnTo>
                <a:lnTo>
                  <a:pt x="1212229" y="113869"/>
                </a:lnTo>
                <a:lnTo>
                  <a:pt x="1211978" y="113852"/>
                </a:lnTo>
                <a:lnTo>
                  <a:pt x="1211728" y="113833"/>
                </a:lnTo>
                <a:lnTo>
                  <a:pt x="1211477" y="113813"/>
                </a:lnTo>
                <a:lnTo>
                  <a:pt x="1211226" y="113791"/>
                </a:lnTo>
                <a:lnTo>
                  <a:pt x="1210975" y="113768"/>
                </a:lnTo>
                <a:lnTo>
                  <a:pt x="1210725" y="113744"/>
                </a:lnTo>
                <a:lnTo>
                  <a:pt x="1210475" y="113720"/>
                </a:lnTo>
                <a:lnTo>
                  <a:pt x="1210226" y="113697"/>
                </a:lnTo>
                <a:lnTo>
                  <a:pt x="1209977" y="113673"/>
                </a:lnTo>
                <a:lnTo>
                  <a:pt x="1209729" y="113649"/>
                </a:lnTo>
                <a:lnTo>
                  <a:pt x="1209481" y="113625"/>
                </a:lnTo>
                <a:lnTo>
                  <a:pt x="1209234" y="113601"/>
                </a:lnTo>
                <a:lnTo>
                  <a:pt x="1208987" y="113577"/>
                </a:lnTo>
                <a:lnTo>
                  <a:pt x="1208740" y="113553"/>
                </a:lnTo>
                <a:lnTo>
                  <a:pt x="1208494" y="113530"/>
                </a:lnTo>
                <a:lnTo>
                  <a:pt x="1208249" y="113506"/>
                </a:lnTo>
                <a:lnTo>
                  <a:pt x="1208004" y="113482"/>
                </a:lnTo>
                <a:lnTo>
                  <a:pt x="1207760" y="113458"/>
                </a:lnTo>
                <a:lnTo>
                  <a:pt x="1207516" y="113434"/>
                </a:lnTo>
                <a:lnTo>
                  <a:pt x="1207273" y="113410"/>
                </a:lnTo>
                <a:lnTo>
                  <a:pt x="1207030" y="113386"/>
                </a:lnTo>
                <a:lnTo>
                  <a:pt x="1206788" y="113363"/>
                </a:lnTo>
                <a:lnTo>
                  <a:pt x="1206546" y="113339"/>
                </a:lnTo>
                <a:lnTo>
                  <a:pt x="1206304" y="113315"/>
                </a:lnTo>
                <a:lnTo>
                  <a:pt x="1206064" y="113291"/>
                </a:lnTo>
                <a:lnTo>
                  <a:pt x="1205823" y="113267"/>
                </a:lnTo>
                <a:lnTo>
                  <a:pt x="1205583" y="113243"/>
                </a:lnTo>
                <a:lnTo>
                  <a:pt x="1205344" y="113219"/>
                </a:lnTo>
                <a:lnTo>
                  <a:pt x="1205105" y="113196"/>
                </a:lnTo>
                <a:lnTo>
                  <a:pt x="1205105" y="129938"/>
                </a:lnTo>
                <a:lnTo>
                  <a:pt x="1205368" y="129962"/>
                </a:lnTo>
                <a:lnTo>
                  <a:pt x="1205630" y="129984"/>
                </a:lnTo>
                <a:lnTo>
                  <a:pt x="1205892" y="130007"/>
                </a:lnTo>
                <a:lnTo>
                  <a:pt x="1206153" y="130030"/>
                </a:lnTo>
                <a:lnTo>
                  <a:pt x="1206414" y="130052"/>
                </a:lnTo>
                <a:lnTo>
                  <a:pt x="1206676" y="130074"/>
                </a:lnTo>
                <a:lnTo>
                  <a:pt x="1206936" y="130096"/>
                </a:lnTo>
                <a:lnTo>
                  <a:pt x="1207197" y="130117"/>
                </a:lnTo>
                <a:lnTo>
                  <a:pt x="1207457" y="130138"/>
                </a:lnTo>
                <a:lnTo>
                  <a:pt x="1207718" y="130159"/>
                </a:lnTo>
                <a:lnTo>
                  <a:pt x="1207977" y="130180"/>
                </a:lnTo>
                <a:lnTo>
                  <a:pt x="1208237" y="130201"/>
                </a:lnTo>
                <a:lnTo>
                  <a:pt x="1208496" y="130221"/>
                </a:lnTo>
                <a:lnTo>
                  <a:pt x="1208756" y="130241"/>
                </a:lnTo>
                <a:lnTo>
                  <a:pt x="1209015" y="130261"/>
                </a:lnTo>
                <a:lnTo>
                  <a:pt x="1209273" y="130280"/>
                </a:lnTo>
                <a:lnTo>
                  <a:pt x="1209532" y="130300"/>
                </a:lnTo>
                <a:lnTo>
                  <a:pt x="1209790" y="130319"/>
                </a:lnTo>
                <a:lnTo>
                  <a:pt x="1210048" y="130337"/>
                </a:lnTo>
                <a:lnTo>
                  <a:pt x="1210305" y="130356"/>
                </a:lnTo>
                <a:lnTo>
                  <a:pt x="1210563" y="130374"/>
                </a:lnTo>
                <a:lnTo>
                  <a:pt x="1210820" y="130392"/>
                </a:lnTo>
                <a:lnTo>
                  <a:pt x="1211077" y="130410"/>
                </a:lnTo>
                <a:lnTo>
                  <a:pt x="1211334" y="130428"/>
                </a:lnTo>
                <a:lnTo>
                  <a:pt x="1211591" y="130445"/>
                </a:lnTo>
                <a:lnTo>
                  <a:pt x="1211848" y="130461"/>
                </a:lnTo>
                <a:lnTo>
                  <a:pt x="1212105" y="130477"/>
                </a:lnTo>
                <a:lnTo>
                  <a:pt x="1212362" y="130492"/>
                </a:lnTo>
                <a:lnTo>
                  <a:pt x="1212620" y="130506"/>
                </a:lnTo>
                <a:lnTo>
                  <a:pt x="1212878" y="130520"/>
                </a:lnTo>
                <a:lnTo>
                  <a:pt x="1213136" y="130532"/>
                </a:lnTo>
                <a:lnTo>
                  <a:pt x="1213395" y="130544"/>
                </a:lnTo>
                <a:lnTo>
                  <a:pt x="1213653" y="130556"/>
                </a:lnTo>
                <a:lnTo>
                  <a:pt x="1213912" y="130566"/>
                </a:lnTo>
                <a:lnTo>
                  <a:pt x="1214172" y="130576"/>
                </a:lnTo>
                <a:lnTo>
                  <a:pt x="1214431" y="130585"/>
                </a:lnTo>
                <a:lnTo>
                  <a:pt x="1214691" y="130594"/>
                </a:lnTo>
                <a:lnTo>
                  <a:pt x="1214951" y="130601"/>
                </a:lnTo>
                <a:lnTo>
                  <a:pt x="1215211" y="130608"/>
                </a:lnTo>
                <a:lnTo>
                  <a:pt x="1215472" y="130614"/>
                </a:lnTo>
                <a:lnTo>
                  <a:pt x="1215732" y="130620"/>
                </a:lnTo>
                <a:lnTo>
                  <a:pt x="1215993" y="130625"/>
                </a:lnTo>
                <a:lnTo>
                  <a:pt x="1216255" y="130629"/>
                </a:lnTo>
                <a:lnTo>
                  <a:pt x="1216516" y="130632"/>
                </a:lnTo>
                <a:lnTo>
                  <a:pt x="1216778" y="130634"/>
                </a:lnTo>
                <a:lnTo>
                  <a:pt x="1217040" y="130636"/>
                </a:lnTo>
                <a:lnTo>
                  <a:pt x="1217302" y="130637"/>
                </a:lnTo>
                <a:lnTo>
                  <a:pt x="1217565" y="130638"/>
                </a:lnTo>
                <a:lnTo>
                  <a:pt x="1218428" y="130631"/>
                </a:lnTo>
                <a:lnTo>
                  <a:pt x="1219275" y="130611"/>
                </a:lnTo>
                <a:lnTo>
                  <a:pt x="1220107" y="130577"/>
                </a:lnTo>
                <a:lnTo>
                  <a:pt x="1220922" y="130530"/>
                </a:lnTo>
                <a:lnTo>
                  <a:pt x="1221722" y="130470"/>
                </a:lnTo>
                <a:lnTo>
                  <a:pt x="1222506" y="130396"/>
                </a:lnTo>
                <a:lnTo>
                  <a:pt x="1223274" y="130309"/>
                </a:lnTo>
                <a:lnTo>
                  <a:pt x="1224025" y="130208"/>
                </a:lnTo>
                <a:lnTo>
                  <a:pt x="1224762" y="130094"/>
                </a:lnTo>
                <a:lnTo>
                  <a:pt x="1225482" y="129967"/>
                </a:lnTo>
                <a:lnTo>
                  <a:pt x="1226186" y="129826"/>
                </a:lnTo>
                <a:lnTo>
                  <a:pt x="1226874" y="129672"/>
                </a:lnTo>
                <a:lnTo>
                  <a:pt x="1227546" y="129504"/>
                </a:lnTo>
                <a:lnTo>
                  <a:pt x="1228203" y="129323"/>
                </a:lnTo>
                <a:lnTo>
                  <a:pt x="1228843" y="129128"/>
                </a:lnTo>
                <a:lnTo>
                  <a:pt x="1229468" y="128920"/>
                </a:lnTo>
                <a:lnTo>
                  <a:pt x="1230077" y="128699"/>
                </a:lnTo>
                <a:lnTo>
                  <a:pt x="1230670" y="128464"/>
                </a:lnTo>
                <a:lnTo>
                  <a:pt x="1231246" y="128216"/>
                </a:lnTo>
                <a:lnTo>
                  <a:pt x="1231807" y="127954"/>
                </a:lnTo>
                <a:lnTo>
                  <a:pt x="1232352" y="127679"/>
                </a:lnTo>
                <a:lnTo>
                  <a:pt x="1232882" y="127391"/>
                </a:lnTo>
                <a:lnTo>
                  <a:pt x="1233395" y="127089"/>
                </a:lnTo>
                <a:lnTo>
                  <a:pt x="1233892" y="126774"/>
                </a:lnTo>
                <a:lnTo>
                  <a:pt x="1234377" y="126443"/>
                </a:lnTo>
                <a:lnTo>
                  <a:pt x="1234853" y="126094"/>
                </a:lnTo>
                <a:lnTo>
                  <a:pt x="1235320" y="125728"/>
                </a:lnTo>
                <a:lnTo>
                  <a:pt x="1235778" y="125343"/>
                </a:lnTo>
                <a:lnTo>
                  <a:pt x="1236227" y="124941"/>
                </a:lnTo>
                <a:lnTo>
                  <a:pt x="1236667" y="124521"/>
                </a:lnTo>
                <a:lnTo>
                  <a:pt x="1237098" y="124083"/>
                </a:lnTo>
                <a:lnTo>
                  <a:pt x="1237521" y="123627"/>
                </a:lnTo>
                <a:lnTo>
                  <a:pt x="1237934" y="123153"/>
                </a:lnTo>
                <a:lnTo>
                  <a:pt x="1238338" y="122661"/>
                </a:lnTo>
                <a:lnTo>
                  <a:pt x="1238734" y="122151"/>
                </a:lnTo>
                <a:lnTo>
                  <a:pt x="1239120" y="121624"/>
                </a:lnTo>
                <a:lnTo>
                  <a:pt x="1239498" y="121078"/>
                </a:lnTo>
                <a:lnTo>
                  <a:pt x="1239866" y="120515"/>
                </a:lnTo>
                <a:lnTo>
                  <a:pt x="1240226" y="119934"/>
                </a:lnTo>
                <a:lnTo>
                  <a:pt x="1240577" y="119335"/>
                </a:lnTo>
                <a:lnTo>
                  <a:pt x="1240918" y="118717"/>
                </a:lnTo>
                <a:lnTo>
                  <a:pt x="1241251" y="118083"/>
                </a:lnTo>
                <a:lnTo>
                  <a:pt x="1241575" y="117430"/>
                </a:lnTo>
                <a:lnTo>
                  <a:pt x="1241890" y="116759"/>
                </a:lnTo>
                <a:lnTo>
                  <a:pt x="1242196" y="116070"/>
                </a:lnTo>
                <a:lnTo>
                  <a:pt x="1242493" y="115364"/>
                </a:lnTo>
                <a:lnTo>
                  <a:pt x="1242781" y="114639"/>
                </a:lnTo>
                <a:lnTo>
                  <a:pt x="1243060" y="113897"/>
                </a:lnTo>
                <a:lnTo>
                  <a:pt x="1273995" y="30771"/>
                </a:lnTo>
                <a:lnTo>
                  <a:pt x="1252943" y="30771"/>
                </a:lnTo>
                <a:lnTo>
                  <a:pt x="1236757" y="81419"/>
                </a:lnTo>
                <a:lnTo>
                  <a:pt x="1236471" y="81419"/>
                </a:lnTo>
                <a:lnTo>
                  <a:pt x="1219713" y="30771"/>
                </a:lnTo>
                <a:lnTo>
                  <a:pt x="1198515" y="30771"/>
                </a:lnTo>
                <a:lnTo>
                  <a:pt x="1198515" y="29388"/>
                </a:lnTo>
                <a:lnTo>
                  <a:pt x="1198313" y="29329"/>
                </a:lnTo>
                <a:lnTo>
                  <a:pt x="1198112" y="29274"/>
                </a:lnTo>
                <a:lnTo>
                  <a:pt x="1197913" y="29220"/>
                </a:lnTo>
                <a:lnTo>
                  <a:pt x="1197716" y="29169"/>
                </a:lnTo>
                <a:lnTo>
                  <a:pt x="1197520" y="29121"/>
                </a:lnTo>
                <a:lnTo>
                  <a:pt x="1197325" y="29075"/>
                </a:lnTo>
                <a:lnTo>
                  <a:pt x="1197132" y="29032"/>
                </a:lnTo>
                <a:lnTo>
                  <a:pt x="1196940" y="28991"/>
                </a:lnTo>
                <a:lnTo>
                  <a:pt x="1196750" y="28952"/>
                </a:lnTo>
                <a:lnTo>
                  <a:pt x="1196561" y="28916"/>
                </a:lnTo>
                <a:lnTo>
                  <a:pt x="1196374" y="28883"/>
                </a:lnTo>
                <a:lnTo>
                  <a:pt x="1196188" y="28852"/>
                </a:lnTo>
                <a:lnTo>
                  <a:pt x="1196004" y="28823"/>
                </a:lnTo>
                <a:lnTo>
                  <a:pt x="1195821" y="28797"/>
                </a:lnTo>
                <a:lnTo>
                  <a:pt x="1195640" y="28774"/>
                </a:lnTo>
                <a:lnTo>
                  <a:pt x="1195460" y="28753"/>
                </a:lnTo>
                <a:lnTo>
                  <a:pt x="1195282" y="28734"/>
                </a:lnTo>
                <a:lnTo>
                  <a:pt x="1195106" y="28718"/>
                </a:lnTo>
                <a:lnTo>
                  <a:pt x="1194930" y="28704"/>
                </a:lnTo>
                <a:lnTo>
                  <a:pt x="1194757" y="28693"/>
                </a:lnTo>
                <a:lnTo>
                  <a:pt x="1194584" y="28684"/>
                </a:lnTo>
                <a:lnTo>
                  <a:pt x="1194414" y="28678"/>
                </a:lnTo>
                <a:lnTo>
                  <a:pt x="1194244" y="28674"/>
                </a:lnTo>
                <a:lnTo>
                  <a:pt x="1194077" y="28673"/>
                </a:lnTo>
                <a:lnTo>
                  <a:pt x="1193755" y="28675"/>
                </a:lnTo>
                <a:lnTo>
                  <a:pt x="1193434" y="28681"/>
                </a:lnTo>
                <a:lnTo>
                  <a:pt x="1193114" y="28691"/>
                </a:lnTo>
                <a:lnTo>
                  <a:pt x="1192795" y="28705"/>
                </a:lnTo>
                <a:lnTo>
                  <a:pt x="1192477" y="28723"/>
                </a:lnTo>
                <a:lnTo>
                  <a:pt x="1192160" y="28745"/>
                </a:lnTo>
                <a:lnTo>
                  <a:pt x="1191845" y="28771"/>
                </a:lnTo>
                <a:lnTo>
                  <a:pt x="1191530" y="28800"/>
                </a:lnTo>
                <a:lnTo>
                  <a:pt x="1191216" y="28834"/>
                </a:lnTo>
                <a:lnTo>
                  <a:pt x="1190903" y="28872"/>
                </a:lnTo>
                <a:lnTo>
                  <a:pt x="1190591" y="28914"/>
                </a:lnTo>
                <a:lnTo>
                  <a:pt x="1190280" y="28959"/>
                </a:lnTo>
                <a:lnTo>
                  <a:pt x="1189971" y="29009"/>
                </a:lnTo>
                <a:lnTo>
                  <a:pt x="1189662" y="29063"/>
                </a:lnTo>
                <a:lnTo>
                  <a:pt x="1189354" y="29120"/>
                </a:lnTo>
                <a:lnTo>
                  <a:pt x="1189047" y="29182"/>
                </a:lnTo>
                <a:lnTo>
                  <a:pt x="1188741" y="29248"/>
                </a:lnTo>
                <a:lnTo>
                  <a:pt x="1188436" y="29317"/>
                </a:lnTo>
                <a:lnTo>
                  <a:pt x="1188133" y="29391"/>
                </a:lnTo>
                <a:lnTo>
                  <a:pt x="1187830" y="29468"/>
                </a:lnTo>
                <a:lnTo>
                  <a:pt x="1187528" y="29550"/>
                </a:lnTo>
                <a:lnTo>
                  <a:pt x="1187227" y="29635"/>
                </a:lnTo>
                <a:lnTo>
                  <a:pt x="1186927" y="29725"/>
                </a:lnTo>
                <a:lnTo>
                  <a:pt x="1186629" y="29818"/>
                </a:lnTo>
                <a:lnTo>
                  <a:pt x="1186331" y="29915"/>
                </a:lnTo>
                <a:lnTo>
                  <a:pt x="1186035" y="30015"/>
                </a:lnTo>
                <a:lnTo>
                  <a:pt x="1185740" y="30119"/>
                </a:lnTo>
                <a:lnTo>
                  <a:pt x="1185447" y="30225"/>
                </a:lnTo>
                <a:lnTo>
                  <a:pt x="1185156" y="30335"/>
                </a:lnTo>
                <a:lnTo>
                  <a:pt x="1184865" y="30448"/>
                </a:lnTo>
                <a:lnTo>
                  <a:pt x="1184577" y="30564"/>
                </a:lnTo>
                <a:lnTo>
                  <a:pt x="1184290" y="30684"/>
                </a:lnTo>
                <a:lnTo>
                  <a:pt x="1184004" y="30806"/>
                </a:lnTo>
                <a:lnTo>
                  <a:pt x="1183720" y="30932"/>
                </a:lnTo>
                <a:lnTo>
                  <a:pt x="1183437" y="31062"/>
                </a:lnTo>
                <a:lnTo>
                  <a:pt x="1183156" y="31194"/>
                </a:lnTo>
                <a:lnTo>
                  <a:pt x="1182876" y="31330"/>
                </a:lnTo>
                <a:lnTo>
                  <a:pt x="1182598" y="31469"/>
                </a:lnTo>
                <a:lnTo>
                  <a:pt x="1182321" y="31611"/>
                </a:lnTo>
                <a:lnTo>
                  <a:pt x="1182046" y="31756"/>
                </a:lnTo>
                <a:lnTo>
                  <a:pt x="1181772" y="31905"/>
                </a:lnTo>
                <a:lnTo>
                  <a:pt x="1181500" y="32057"/>
                </a:lnTo>
                <a:lnTo>
                  <a:pt x="1181229" y="32212"/>
                </a:lnTo>
                <a:lnTo>
                  <a:pt x="1180960" y="32370"/>
                </a:lnTo>
                <a:lnTo>
                  <a:pt x="1180692" y="32531"/>
                </a:lnTo>
                <a:lnTo>
                  <a:pt x="1180426" y="32696"/>
                </a:lnTo>
                <a:lnTo>
                  <a:pt x="1180161" y="32864"/>
                </a:lnTo>
                <a:lnTo>
                  <a:pt x="1179897" y="33035"/>
                </a:lnTo>
                <a:lnTo>
                  <a:pt x="1179636" y="33210"/>
                </a:lnTo>
                <a:lnTo>
                  <a:pt x="1179377" y="33387"/>
                </a:lnTo>
                <a:lnTo>
                  <a:pt x="1179121" y="33567"/>
                </a:lnTo>
                <a:lnTo>
                  <a:pt x="1178867" y="33751"/>
                </a:lnTo>
                <a:lnTo>
                  <a:pt x="1178615" y="33937"/>
                </a:lnTo>
                <a:lnTo>
                  <a:pt x="1178366" y="34126"/>
                </a:lnTo>
                <a:lnTo>
                  <a:pt x="1178120" y="34318"/>
                </a:lnTo>
                <a:lnTo>
                  <a:pt x="1177876" y="34513"/>
                </a:lnTo>
                <a:lnTo>
                  <a:pt x="1177635" y="34712"/>
                </a:lnTo>
                <a:lnTo>
                  <a:pt x="1177396" y="34913"/>
                </a:lnTo>
                <a:lnTo>
                  <a:pt x="1177159" y="35117"/>
                </a:lnTo>
                <a:lnTo>
                  <a:pt x="1176925" y="35324"/>
                </a:lnTo>
                <a:lnTo>
                  <a:pt x="1176694" y="35534"/>
                </a:lnTo>
                <a:lnTo>
                  <a:pt x="1176465" y="35747"/>
                </a:lnTo>
                <a:lnTo>
                  <a:pt x="1176238" y="35963"/>
                </a:lnTo>
                <a:lnTo>
                  <a:pt x="1176014" y="36182"/>
                </a:lnTo>
                <a:lnTo>
                  <a:pt x="1175793" y="36404"/>
                </a:lnTo>
                <a:lnTo>
                  <a:pt x="1175573" y="36629"/>
                </a:lnTo>
                <a:lnTo>
                  <a:pt x="1175357" y="36857"/>
                </a:lnTo>
                <a:lnTo>
                  <a:pt x="1175143" y="37088"/>
                </a:lnTo>
                <a:lnTo>
                  <a:pt x="1174931" y="37322"/>
                </a:lnTo>
                <a:lnTo>
                  <a:pt x="1174722" y="37559"/>
                </a:lnTo>
                <a:lnTo>
                  <a:pt x="1174515" y="37799"/>
                </a:lnTo>
                <a:lnTo>
                  <a:pt x="1174311" y="38042"/>
                </a:lnTo>
                <a:lnTo>
                  <a:pt x="1174110" y="38287"/>
                </a:lnTo>
                <a:lnTo>
                  <a:pt x="1173913" y="38534"/>
                </a:lnTo>
                <a:lnTo>
                  <a:pt x="1173718" y="38783"/>
                </a:lnTo>
                <a:lnTo>
                  <a:pt x="1173528" y="39034"/>
                </a:lnTo>
                <a:lnTo>
                  <a:pt x="1173340" y="39286"/>
                </a:lnTo>
                <a:lnTo>
                  <a:pt x="1173157" y="39540"/>
                </a:lnTo>
                <a:lnTo>
                  <a:pt x="1172976" y="39796"/>
                </a:lnTo>
                <a:lnTo>
                  <a:pt x="1172799" y="40053"/>
                </a:lnTo>
                <a:lnTo>
                  <a:pt x="1172626" y="40312"/>
                </a:lnTo>
                <a:lnTo>
                  <a:pt x="1172456" y="40573"/>
                </a:lnTo>
                <a:lnTo>
                  <a:pt x="1172290" y="40836"/>
                </a:lnTo>
                <a:lnTo>
                  <a:pt x="1172127" y="41100"/>
                </a:lnTo>
                <a:lnTo>
                  <a:pt x="1171968" y="41366"/>
                </a:lnTo>
                <a:lnTo>
                  <a:pt x="1171812" y="41634"/>
                </a:lnTo>
                <a:lnTo>
                  <a:pt x="1171659" y="41904"/>
                </a:lnTo>
                <a:lnTo>
                  <a:pt x="1171510" y="42175"/>
                </a:lnTo>
                <a:lnTo>
                  <a:pt x="1171365" y="42448"/>
                </a:lnTo>
                <a:lnTo>
                  <a:pt x="1171222" y="42723"/>
                </a:lnTo>
                <a:lnTo>
                  <a:pt x="1171084" y="43000"/>
                </a:lnTo>
                <a:lnTo>
                  <a:pt x="1170949" y="43278"/>
                </a:lnTo>
                <a:lnTo>
                  <a:pt x="1170817" y="43558"/>
                </a:lnTo>
                <a:lnTo>
                  <a:pt x="1170689" y="43840"/>
                </a:lnTo>
                <a:lnTo>
                  <a:pt x="1170564" y="44123"/>
                </a:lnTo>
                <a:lnTo>
                  <a:pt x="1170443" y="44408"/>
                </a:lnTo>
                <a:lnTo>
                  <a:pt x="1170157" y="44408"/>
                </a:lnTo>
                <a:lnTo>
                  <a:pt x="1170157" y="30660"/>
                </a:lnTo>
                <a:lnTo>
                  <a:pt x="1150822" y="30660"/>
                </a:lnTo>
                <a:lnTo>
                  <a:pt x="1150822" y="104762"/>
                </a:lnTo>
                <a:lnTo>
                  <a:pt x="1171160" y="104762"/>
                </a:lnTo>
                <a:lnTo>
                  <a:pt x="1171160" y="71355"/>
                </a:lnTo>
                <a:lnTo>
                  <a:pt x="1171162" y="70938"/>
                </a:lnTo>
                <a:close/>
                <a:moveTo>
                  <a:pt x="1088277" y="52037"/>
                </a:moveTo>
                <a:lnTo>
                  <a:pt x="1088359" y="51577"/>
                </a:lnTo>
                <a:lnTo>
                  <a:pt x="1088452" y="51130"/>
                </a:lnTo>
                <a:lnTo>
                  <a:pt x="1088554" y="50694"/>
                </a:lnTo>
                <a:lnTo>
                  <a:pt x="1088667" y="50271"/>
                </a:lnTo>
                <a:lnTo>
                  <a:pt x="1088789" y="49859"/>
                </a:lnTo>
                <a:lnTo>
                  <a:pt x="1088921" y="49459"/>
                </a:lnTo>
                <a:lnTo>
                  <a:pt x="1089063" y="49071"/>
                </a:lnTo>
                <a:lnTo>
                  <a:pt x="1089216" y="48695"/>
                </a:lnTo>
                <a:lnTo>
                  <a:pt x="1089378" y="48331"/>
                </a:lnTo>
                <a:lnTo>
                  <a:pt x="1089550" y="47979"/>
                </a:lnTo>
                <a:lnTo>
                  <a:pt x="1089732" y="47639"/>
                </a:lnTo>
                <a:lnTo>
                  <a:pt x="1089924" y="47311"/>
                </a:lnTo>
                <a:lnTo>
                  <a:pt x="1090126" y="46995"/>
                </a:lnTo>
                <a:lnTo>
                  <a:pt x="1090337" y="46690"/>
                </a:lnTo>
                <a:lnTo>
                  <a:pt x="1090559" y="46398"/>
                </a:lnTo>
                <a:lnTo>
                  <a:pt x="1090791" y="46117"/>
                </a:lnTo>
                <a:lnTo>
                  <a:pt x="1091033" y="45849"/>
                </a:lnTo>
                <a:lnTo>
                  <a:pt x="1091284" y="45592"/>
                </a:lnTo>
                <a:lnTo>
                  <a:pt x="1091546" y="45347"/>
                </a:lnTo>
                <a:lnTo>
                  <a:pt x="1091818" y="45114"/>
                </a:lnTo>
                <a:lnTo>
                  <a:pt x="1092099" y="44894"/>
                </a:lnTo>
                <a:lnTo>
                  <a:pt x="1092390" y="44683"/>
                </a:lnTo>
                <a:lnTo>
                  <a:pt x="1092690" y="44482"/>
                </a:lnTo>
                <a:lnTo>
                  <a:pt x="1092999" y="44289"/>
                </a:lnTo>
                <a:lnTo>
                  <a:pt x="1093317" y="44106"/>
                </a:lnTo>
                <a:lnTo>
                  <a:pt x="1093643" y="43931"/>
                </a:lnTo>
                <a:lnTo>
                  <a:pt x="1093979" y="43765"/>
                </a:lnTo>
                <a:lnTo>
                  <a:pt x="1094324" y="43609"/>
                </a:lnTo>
                <a:lnTo>
                  <a:pt x="1094677" y="43461"/>
                </a:lnTo>
                <a:lnTo>
                  <a:pt x="1095040" y="43322"/>
                </a:lnTo>
                <a:lnTo>
                  <a:pt x="1095411" y="43192"/>
                </a:lnTo>
                <a:lnTo>
                  <a:pt x="1095792" y="43071"/>
                </a:lnTo>
                <a:lnTo>
                  <a:pt x="1096181" y="42959"/>
                </a:lnTo>
                <a:lnTo>
                  <a:pt x="1096579" y="42856"/>
                </a:lnTo>
                <a:lnTo>
                  <a:pt x="1096987" y="42762"/>
                </a:lnTo>
                <a:lnTo>
                  <a:pt x="1097403" y="42677"/>
                </a:lnTo>
                <a:lnTo>
                  <a:pt x="1097828" y="42601"/>
                </a:lnTo>
                <a:lnTo>
                  <a:pt x="1098262" y="42534"/>
                </a:lnTo>
                <a:lnTo>
                  <a:pt x="1098705" y="42476"/>
                </a:lnTo>
                <a:lnTo>
                  <a:pt x="1099157" y="42427"/>
                </a:lnTo>
                <a:lnTo>
                  <a:pt x="1099618" y="42386"/>
                </a:lnTo>
                <a:lnTo>
                  <a:pt x="1100088" y="42355"/>
                </a:lnTo>
                <a:lnTo>
                  <a:pt x="1100567" y="42333"/>
                </a:lnTo>
                <a:lnTo>
                  <a:pt x="1101054" y="42319"/>
                </a:lnTo>
                <a:lnTo>
                  <a:pt x="1101551" y="42315"/>
                </a:lnTo>
                <a:lnTo>
                  <a:pt x="1101777" y="42315"/>
                </a:lnTo>
                <a:lnTo>
                  <a:pt x="1102002" y="42317"/>
                </a:lnTo>
                <a:lnTo>
                  <a:pt x="1102226" y="42320"/>
                </a:lnTo>
                <a:lnTo>
                  <a:pt x="1102448" y="42325"/>
                </a:lnTo>
                <a:lnTo>
                  <a:pt x="1102669" y="42330"/>
                </a:lnTo>
                <a:lnTo>
                  <a:pt x="1102889" y="42337"/>
                </a:lnTo>
                <a:lnTo>
                  <a:pt x="1103108" y="42345"/>
                </a:lnTo>
                <a:lnTo>
                  <a:pt x="1103325" y="42355"/>
                </a:lnTo>
                <a:lnTo>
                  <a:pt x="1103541" y="42365"/>
                </a:lnTo>
                <a:lnTo>
                  <a:pt x="1103756" y="42377"/>
                </a:lnTo>
                <a:lnTo>
                  <a:pt x="1103970" y="42390"/>
                </a:lnTo>
                <a:lnTo>
                  <a:pt x="1104182" y="42404"/>
                </a:lnTo>
                <a:lnTo>
                  <a:pt x="1104394" y="42420"/>
                </a:lnTo>
                <a:lnTo>
                  <a:pt x="1104604" y="42437"/>
                </a:lnTo>
                <a:lnTo>
                  <a:pt x="1104812" y="42455"/>
                </a:lnTo>
                <a:lnTo>
                  <a:pt x="1105020" y="42474"/>
                </a:lnTo>
                <a:lnTo>
                  <a:pt x="1105226" y="42495"/>
                </a:lnTo>
                <a:lnTo>
                  <a:pt x="1105431" y="42516"/>
                </a:lnTo>
                <a:lnTo>
                  <a:pt x="1105635" y="42539"/>
                </a:lnTo>
                <a:lnTo>
                  <a:pt x="1105837" y="42564"/>
                </a:lnTo>
                <a:lnTo>
                  <a:pt x="1106038" y="42589"/>
                </a:lnTo>
                <a:lnTo>
                  <a:pt x="1106238" y="42616"/>
                </a:lnTo>
                <a:lnTo>
                  <a:pt x="1106437" y="42644"/>
                </a:lnTo>
                <a:lnTo>
                  <a:pt x="1106635" y="42673"/>
                </a:lnTo>
                <a:lnTo>
                  <a:pt x="1106831" y="42704"/>
                </a:lnTo>
                <a:lnTo>
                  <a:pt x="1107025" y="42738"/>
                </a:lnTo>
                <a:lnTo>
                  <a:pt x="1107217" y="42774"/>
                </a:lnTo>
                <a:lnTo>
                  <a:pt x="1107407" y="42813"/>
                </a:lnTo>
                <a:lnTo>
                  <a:pt x="1107595" y="42854"/>
                </a:lnTo>
                <a:lnTo>
                  <a:pt x="1107781" y="42897"/>
                </a:lnTo>
                <a:lnTo>
                  <a:pt x="1107965" y="42943"/>
                </a:lnTo>
                <a:lnTo>
                  <a:pt x="1108147" y="42992"/>
                </a:lnTo>
                <a:lnTo>
                  <a:pt x="1108327" y="43043"/>
                </a:lnTo>
                <a:lnTo>
                  <a:pt x="1108505" y="43096"/>
                </a:lnTo>
                <a:lnTo>
                  <a:pt x="1108681" y="43152"/>
                </a:lnTo>
                <a:lnTo>
                  <a:pt x="1108855" y="43211"/>
                </a:lnTo>
                <a:lnTo>
                  <a:pt x="1109028" y="43272"/>
                </a:lnTo>
                <a:lnTo>
                  <a:pt x="1109198" y="43335"/>
                </a:lnTo>
                <a:lnTo>
                  <a:pt x="1109366" y="43401"/>
                </a:lnTo>
                <a:lnTo>
                  <a:pt x="1109532" y="43470"/>
                </a:lnTo>
                <a:lnTo>
                  <a:pt x="1109696" y="43541"/>
                </a:lnTo>
                <a:lnTo>
                  <a:pt x="1109858" y="43614"/>
                </a:lnTo>
                <a:lnTo>
                  <a:pt x="1110018" y="43690"/>
                </a:lnTo>
                <a:lnTo>
                  <a:pt x="1110176" y="43768"/>
                </a:lnTo>
                <a:lnTo>
                  <a:pt x="1110333" y="43849"/>
                </a:lnTo>
                <a:lnTo>
                  <a:pt x="1110487" y="43933"/>
                </a:lnTo>
                <a:lnTo>
                  <a:pt x="1110639" y="44018"/>
                </a:lnTo>
                <a:lnTo>
                  <a:pt x="1110789" y="44107"/>
                </a:lnTo>
                <a:lnTo>
                  <a:pt x="1110937" y="44198"/>
                </a:lnTo>
                <a:lnTo>
                  <a:pt x="1111082" y="44292"/>
                </a:lnTo>
                <a:lnTo>
                  <a:pt x="1111225" y="44389"/>
                </a:lnTo>
                <a:lnTo>
                  <a:pt x="1111366" y="44488"/>
                </a:lnTo>
                <a:lnTo>
                  <a:pt x="1111504" y="44591"/>
                </a:lnTo>
                <a:lnTo>
                  <a:pt x="1111639" y="44697"/>
                </a:lnTo>
                <a:lnTo>
                  <a:pt x="1111772" y="44806"/>
                </a:lnTo>
                <a:lnTo>
                  <a:pt x="1111903" y="44918"/>
                </a:lnTo>
                <a:lnTo>
                  <a:pt x="1112031" y="45033"/>
                </a:lnTo>
                <a:lnTo>
                  <a:pt x="1112157" y="45151"/>
                </a:lnTo>
                <a:lnTo>
                  <a:pt x="1112280" y="45271"/>
                </a:lnTo>
                <a:lnTo>
                  <a:pt x="1112400" y="45395"/>
                </a:lnTo>
                <a:lnTo>
                  <a:pt x="1112518" y="45522"/>
                </a:lnTo>
                <a:lnTo>
                  <a:pt x="1112634" y="45652"/>
                </a:lnTo>
                <a:lnTo>
                  <a:pt x="1112747" y="45785"/>
                </a:lnTo>
                <a:lnTo>
                  <a:pt x="1112858" y="45920"/>
                </a:lnTo>
                <a:lnTo>
                  <a:pt x="1112966" y="46059"/>
                </a:lnTo>
                <a:lnTo>
                  <a:pt x="1113072" y="46201"/>
                </a:lnTo>
                <a:lnTo>
                  <a:pt x="1113175" y="46345"/>
                </a:lnTo>
                <a:lnTo>
                  <a:pt x="1113276" y="46493"/>
                </a:lnTo>
                <a:lnTo>
                  <a:pt x="1113374" y="46644"/>
                </a:lnTo>
                <a:lnTo>
                  <a:pt x="1113470" y="46798"/>
                </a:lnTo>
                <a:lnTo>
                  <a:pt x="1113563" y="46954"/>
                </a:lnTo>
                <a:lnTo>
                  <a:pt x="1113654" y="47114"/>
                </a:lnTo>
                <a:lnTo>
                  <a:pt x="1113742" y="47277"/>
                </a:lnTo>
                <a:lnTo>
                  <a:pt x="1113826" y="47445"/>
                </a:lnTo>
                <a:lnTo>
                  <a:pt x="1113906" y="47618"/>
                </a:lnTo>
                <a:lnTo>
                  <a:pt x="1113983" y="47796"/>
                </a:lnTo>
                <a:lnTo>
                  <a:pt x="1114056" y="47978"/>
                </a:lnTo>
                <a:lnTo>
                  <a:pt x="1114125" y="48165"/>
                </a:lnTo>
                <a:lnTo>
                  <a:pt x="1114190" y="48357"/>
                </a:lnTo>
                <a:lnTo>
                  <a:pt x="1114252" y="48553"/>
                </a:lnTo>
                <a:lnTo>
                  <a:pt x="1114309" y="48755"/>
                </a:lnTo>
                <a:lnTo>
                  <a:pt x="1114364" y="48961"/>
                </a:lnTo>
                <a:lnTo>
                  <a:pt x="1114414" y="49171"/>
                </a:lnTo>
                <a:lnTo>
                  <a:pt x="1114461" y="49387"/>
                </a:lnTo>
                <a:lnTo>
                  <a:pt x="1114504" y="49607"/>
                </a:lnTo>
                <a:lnTo>
                  <a:pt x="1114543" y="49832"/>
                </a:lnTo>
                <a:lnTo>
                  <a:pt x="1114578" y="50062"/>
                </a:lnTo>
                <a:lnTo>
                  <a:pt x="1114610" y="50296"/>
                </a:lnTo>
                <a:lnTo>
                  <a:pt x="1114638" y="50535"/>
                </a:lnTo>
                <a:lnTo>
                  <a:pt x="1114662" y="50779"/>
                </a:lnTo>
                <a:lnTo>
                  <a:pt x="1114683" y="51028"/>
                </a:lnTo>
                <a:lnTo>
                  <a:pt x="1114700" y="51281"/>
                </a:lnTo>
                <a:lnTo>
                  <a:pt x="1114713" y="51539"/>
                </a:lnTo>
                <a:lnTo>
                  <a:pt x="1114722" y="51802"/>
                </a:lnTo>
                <a:lnTo>
                  <a:pt x="1114728" y="52069"/>
                </a:lnTo>
                <a:lnTo>
                  <a:pt x="1114729" y="52342"/>
                </a:lnTo>
                <a:lnTo>
                  <a:pt x="1114738" y="52602"/>
                </a:lnTo>
                <a:lnTo>
                  <a:pt x="1114738" y="52856"/>
                </a:lnTo>
                <a:lnTo>
                  <a:pt x="1114731" y="53106"/>
                </a:lnTo>
                <a:lnTo>
                  <a:pt x="1114717" y="53350"/>
                </a:lnTo>
                <a:lnTo>
                  <a:pt x="1114695" y="53589"/>
                </a:lnTo>
                <a:lnTo>
                  <a:pt x="1114666" y="53823"/>
                </a:lnTo>
                <a:lnTo>
                  <a:pt x="1114630" y="54052"/>
                </a:lnTo>
                <a:lnTo>
                  <a:pt x="1114585" y="54276"/>
                </a:lnTo>
                <a:lnTo>
                  <a:pt x="1114534" y="54494"/>
                </a:lnTo>
                <a:lnTo>
                  <a:pt x="1114475" y="54707"/>
                </a:lnTo>
                <a:lnTo>
                  <a:pt x="1114408" y="54915"/>
                </a:lnTo>
                <a:lnTo>
                  <a:pt x="1114334" y="55117"/>
                </a:lnTo>
                <a:lnTo>
                  <a:pt x="1114253" y="55315"/>
                </a:lnTo>
                <a:lnTo>
                  <a:pt x="1114164" y="55507"/>
                </a:lnTo>
                <a:lnTo>
                  <a:pt x="1114068" y="55694"/>
                </a:lnTo>
                <a:lnTo>
                  <a:pt x="1113964" y="55875"/>
                </a:lnTo>
                <a:lnTo>
                  <a:pt x="1113853" y="56052"/>
                </a:lnTo>
                <a:lnTo>
                  <a:pt x="1113734" y="56223"/>
                </a:lnTo>
                <a:lnTo>
                  <a:pt x="1113608" y="56389"/>
                </a:lnTo>
                <a:lnTo>
                  <a:pt x="1113474" y="56550"/>
                </a:lnTo>
                <a:lnTo>
                  <a:pt x="1113333" y="56705"/>
                </a:lnTo>
                <a:lnTo>
                  <a:pt x="1113185" y="56856"/>
                </a:lnTo>
                <a:lnTo>
                  <a:pt x="1113029" y="57001"/>
                </a:lnTo>
                <a:lnTo>
                  <a:pt x="1112865" y="57141"/>
                </a:lnTo>
                <a:lnTo>
                  <a:pt x="1112696" y="57277"/>
                </a:lnTo>
                <a:lnTo>
                  <a:pt x="1112521" y="57410"/>
                </a:lnTo>
                <a:lnTo>
                  <a:pt x="1112342" y="57540"/>
                </a:lnTo>
                <a:lnTo>
                  <a:pt x="1112157" y="57668"/>
                </a:lnTo>
                <a:lnTo>
                  <a:pt x="1111968" y="57792"/>
                </a:lnTo>
                <a:lnTo>
                  <a:pt x="1111774" y="57915"/>
                </a:lnTo>
                <a:lnTo>
                  <a:pt x="1111574" y="58034"/>
                </a:lnTo>
                <a:lnTo>
                  <a:pt x="1111370" y="58151"/>
                </a:lnTo>
                <a:lnTo>
                  <a:pt x="1111161" y="58264"/>
                </a:lnTo>
                <a:lnTo>
                  <a:pt x="1110946" y="58376"/>
                </a:lnTo>
                <a:lnTo>
                  <a:pt x="1110727" y="58484"/>
                </a:lnTo>
                <a:lnTo>
                  <a:pt x="1110503" y="58590"/>
                </a:lnTo>
                <a:lnTo>
                  <a:pt x="1110274" y="58693"/>
                </a:lnTo>
                <a:lnTo>
                  <a:pt x="1110039" y="58793"/>
                </a:lnTo>
                <a:lnTo>
                  <a:pt x="1109800" y="58891"/>
                </a:lnTo>
                <a:lnTo>
                  <a:pt x="1109556" y="58985"/>
                </a:lnTo>
                <a:lnTo>
                  <a:pt x="1109307" y="59077"/>
                </a:lnTo>
                <a:lnTo>
                  <a:pt x="1109053" y="59167"/>
                </a:lnTo>
                <a:lnTo>
                  <a:pt x="1108794" y="59253"/>
                </a:lnTo>
                <a:lnTo>
                  <a:pt x="1108530" y="59337"/>
                </a:lnTo>
                <a:lnTo>
                  <a:pt x="1108261" y="59418"/>
                </a:lnTo>
                <a:lnTo>
                  <a:pt x="1107986" y="59497"/>
                </a:lnTo>
                <a:lnTo>
                  <a:pt x="1107707" y="59572"/>
                </a:lnTo>
                <a:lnTo>
                  <a:pt x="1107423" y="59645"/>
                </a:lnTo>
                <a:lnTo>
                  <a:pt x="1107135" y="59716"/>
                </a:lnTo>
                <a:lnTo>
                  <a:pt x="1106844" y="59786"/>
                </a:lnTo>
                <a:lnTo>
                  <a:pt x="1106548" y="59853"/>
                </a:lnTo>
                <a:lnTo>
                  <a:pt x="1106250" y="59920"/>
                </a:lnTo>
                <a:lnTo>
                  <a:pt x="1105948" y="59985"/>
                </a:lnTo>
                <a:lnTo>
                  <a:pt x="1105642" y="60048"/>
                </a:lnTo>
                <a:lnTo>
                  <a:pt x="1105333" y="60110"/>
                </a:lnTo>
                <a:lnTo>
                  <a:pt x="1105020" y="60170"/>
                </a:lnTo>
                <a:lnTo>
                  <a:pt x="1104704" y="60229"/>
                </a:lnTo>
                <a:lnTo>
                  <a:pt x="1104385" y="60287"/>
                </a:lnTo>
                <a:lnTo>
                  <a:pt x="1104062" y="60343"/>
                </a:lnTo>
                <a:lnTo>
                  <a:pt x="1103735" y="60397"/>
                </a:lnTo>
                <a:lnTo>
                  <a:pt x="1103405" y="60450"/>
                </a:lnTo>
                <a:lnTo>
                  <a:pt x="1103071" y="60502"/>
                </a:lnTo>
                <a:lnTo>
                  <a:pt x="1102734" y="60552"/>
                </a:lnTo>
                <a:lnTo>
                  <a:pt x="1102394" y="60600"/>
                </a:lnTo>
                <a:lnTo>
                  <a:pt x="1102050" y="60647"/>
                </a:lnTo>
                <a:lnTo>
                  <a:pt x="1101703" y="60693"/>
                </a:lnTo>
                <a:lnTo>
                  <a:pt x="1101352" y="60737"/>
                </a:lnTo>
                <a:lnTo>
                  <a:pt x="1100997" y="60779"/>
                </a:lnTo>
                <a:lnTo>
                  <a:pt x="1100639" y="60820"/>
                </a:lnTo>
                <a:lnTo>
                  <a:pt x="1100278" y="60860"/>
                </a:lnTo>
                <a:lnTo>
                  <a:pt x="1099913" y="60898"/>
                </a:lnTo>
                <a:lnTo>
                  <a:pt x="1099545" y="60935"/>
                </a:lnTo>
                <a:lnTo>
                  <a:pt x="1099175" y="60971"/>
                </a:lnTo>
                <a:lnTo>
                  <a:pt x="1098804" y="61009"/>
                </a:lnTo>
                <a:lnTo>
                  <a:pt x="1098433" y="61047"/>
                </a:lnTo>
                <a:lnTo>
                  <a:pt x="1098061" y="61086"/>
                </a:lnTo>
                <a:lnTo>
                  <a:pt x="1097689" y="61127"/>
                </a:lnTo>
                <a:lnTo>
                  <a:pt x="1097317" y="61168"/>
                </a:lnTo>
                <a:lnTo>
                  <a:pt x="1096943" y="61210"/>
                </a:lnTo>
                <a:lnTo>
                  <a:pt x="1096570" y="61254"/>
                </a:lnTo>
                <a:lnTo>
                  <a:pt x="1096196" y="61298"/>
                </a:lnTo>
                <a:lnTo>
                  <a:pt x="1095821" y="61343"/>
                </a:lnTo>
                <a:lnTo>
                  <a:pt x="1095446" y="61390"/>
                </a:lnTo>
                <a:lnTo>
                  <a:pt x="1095070" y="61437"/>
                </a:lnTo>
                <a:lnTo>
                  <a:pt x="1094694" y="61485"/>
                </a:lnTo>
                <a:lnTo>
                  <a:pt x="1094317" y="61535"/>
                </a:lnTo>
                <a:lnTo>
                  <a:pt x="1093940" y="61585"/>
                </a:lnTo>
                <a:lnTo>
                  <a:pt x="1093563" y="61636"/>
                </a:lnTo>
                <a:lnTo>
                  <a:pt x="1093184" y="61688"/>
                </a:lnTo>
                <a:lnTo>
                  <a:pt x="1092806" y="61742"/>
                </a:lnTo>
                <a:lnTo>
                  <a:pt x="1092427" y="61796"/>
                </a:lnTo>
                <a:lnTo>
                  <a:pt x="1092047" y="61851"/>
                </a:lnTo>
                <a:lnTo>
                  <a:pt x="1091667" y="61907"/>
                </a:lnTo>
                <a:lnTo>
                  <a:pt x="1091286" y="61965"/>
                </a:lnTo>
                <a:lnTo>
                  <a:pt x="1090905" y="62023"/>
                </a:lnTo>
                <a:lnTo>
                  <a:pt x="1090523" y="62082"/>
                </a:lnTo>
                <a:lnTo>
                  <a:pt x="1090142" y="62143"/>
                </a:lnTo>
                <a:lnTo>
                  <a:pt x="1089760" y="62205"/>
                </a:lnTo>
                <a:lnTo>
                  <a:pt x="1089379" y="62269"/>
                </a:lnTo>
                <a:lnTo>
                  <a:pt x="1088998" y="62334"/>
                </a:lnTo>
                <a:lnTo>
                  <a:pt x="1088617" y="62402"/>
                </a:lnTo>
                <a:lnTo>
                  <a:pt x="1088236" y="62471"/>
                </a:lnTo>
                <a:lnTo>
                  <a:pt x="1087856" y="62542"/>
                </a:lnTo>
                <a:lnTo>
                  <a:pt x="1087476" y="62614"/>
                </a:lnTo>
                <a:lnTo>
                  <a:pt x="1087096" y="62689"/>
                </a:lnTo>
                <a:lnTo>
                  <a:pt x="1086716" y="62765"/>
                </a:lnTo>
                <a:lnTo>
                  <a:pt x="1086337" y="62843"/>
                </a:lnTo>
                <a:lnTo>
                  <a:pt x="1085958" y="62922"/>
                </a:lnTo>
                <a:lnTo>
                  <a:pt x="1085579" y="63004"/>
                </a:lnTo>
                <a:lnTo>
                  <a:pt x="1085200" y="63087"/>
                </a:lnTo>
                <a:lnTo>
                  <a:pt x="1084822" y="63172"/>
                </a:lnTo>
                <a:lnTo>
                  <a:pt x="1084444" y="63258"/>
                </a:lnTo>
                <a:lnTo>
                  <a:pt x="1084066" y="63347"/>
                </a:lnTo>
                <a:lnTo>
                  <a:pt x="1083688" y="63437"/>
                </a:lnTo>
                <a:lnTo>
                  <a:pt x="1083311" y="63529"/>
                </a:lnTo>
                <a:lnTo>
                  <a:pt x="1082934" y="63622"/>
                </a:lnTo>
                <a:lnTo>
                  <a:pt x="1082557" y="63718"/>
                </a:lnTo>
                <a:lnTo>
                  <a:pt x="1082180" y="63815"/>
                </a:lnTo>
                <a:lnTo>
                  <a:pt x="1081804" y="63914"/>
                </a:lnTo>
                <a:lnTo>
                  <a:pt x="1081428" y="64014"/>
                </a:lnTo>
                <a:lnTo>
                  <a:pt x="1081053" y="64118"/>
                </a:lnTo>
                <a:lnTo>
                  <a:pt x="1080683" y="64225"/>
                </a:lnTo>
                <a:lnTo>
                  <a:pt x="1080315" y="64337"/>
                </a:lnTo>
                <a:lnTo>
                  <a:pt x="1079952" y="64454"/>
                </a:lnTo>
                <a:lnTo>
                  <a:pt x="1079591" y="64574"/>
                </a:lnTo>
                <a:lnTo>
                  <a:pt x="1079235" y="64699"/>
                </a:lnTo>
                <a:lnTo>
                  <a:pt x="1078881" y="64828"/>
                </a:lnTo>
                <a:lnTo>
                  <a:pt x="1078532" y="64961"/>
                </a:lnTo>
                <a:lnTo>
                  <a:pt x="1078185" y="65098"/>
                </a:lnTo>
                <a:lnTo>
                  <a:pt x="1077842" y="65240"/>
                </a:lnTo>
                <a:lnTo>
                  <a:pt x="1077503" y="65386"/>
                </a:lnTo>
                <a:lnTo>
                  <a:pt x="1077167" y="65536"/>
                </a:lnTo>
                <a:lnTo>
                  <a:pt x="1076835" y="65690"/>
                </a:lnTo>
                <a:lnTo>
                  <a:pt x="1076506" y="65849"/>
                </a:lnTo>
                <a:lnTo>
                  <a:pt x="1076180" y="66011"/>
                </a:lnTo>
                <a:lnTo>
                  <a:pt x="1075858" y="66178"/>
                </a:lnTo>
                <a:lnTo>
                  <a:pt x="1075539" y="66349"/>
                </a:lnTo>
                <a:lnTo>
                  <a:pt x="1075224" y="66525"/>
                </a:lnTo>
                <a:lnTo>
                  <a:pt x="1074913" y="66704"/>
                </a:lnTo>
                <a:lnTo>
                  <a:pt x="1074605" y="66888"/>
                </a:lnTo>
                <a:lnTo>
                  <a:pt x="1074300" y="67076"/>
                </a:lnTo>
                <a:lnTo>
                  <a:pt x="1073999" y="67269"/>
                </a:lnTo>
                <a:lnTo>
                  <a:pt x="1073701" y="67465"/>
                </a:lnTo>
                <a:lnTo>
                  <a:pt x="1073407" y="67666"/>
                </a:lnTo>
                <a:lnTo>
                  <a:pt x="1073117" y="67872"/>
                </a:lnTo>
                <a:lnTo>
                  <a:pt x="1072831" y="68083"/>
                </a:lnTo>
                <a:lnTo>
                  <a:pt x="1072550" y="68300"/>
                </a:lnTo>
                <a:lnTo>
                  <a:pt x="1072273" y="68523"/>
                </a:lnTo>
                <a:lnTo>
                  <a:pt x="1072001" y="68752"/>
                </a:lnTo>
                <a:lnTo>
                  <a:pt x="1071734" y="68986"/>
                </a:lnTo>
                <a:lnTo>
                  <a:pt x="1071470" y="69226"/>
                </a:lnTo>
                <a:lnTo>
                  <a:pt x="1071211" y="69472"/>
                </a:lnTo>
                <a:lnTo>
                  <a:pt x="1070957" y="69724"/>
                </a:lnTo>
                <a:lnTo>
                  <a:pt x="1070707" y="69981"/>
                </a:lnTo>
                <a:lnTo>
                  <a:pt x="1070462" y="70244"/>
                </a:lnTo>
                <a:lnTo>
                  <a:pt x="1070221" y="70513"/>
                </a:lnTo>
                <a:lnTo>
                  <a:pt x="1069985" y="70787"/>
                </a:lnTo>
                <a:lnTo>
                  <a:pt x="1069753" y="71067"/>
                </a:lnTo>
                <a:lnTo>
                  <a:pt x="1069525" y="71353"/>
                </a:lnTo>
                <a:lnTo>
                  <a:pt x="1069302" y="71645"/>
                </a:lnTo>
                <a:lnTo>
                  <a:pt x="1069084" y="71942"/>
                </a:lnTo>
                <a:lnTo>
                  <a:pt x="1068869" y="72245"/>
                </a:lnTo>
                <a:lnTo>
                  <a:pt x="1068660" y="72554"/>
                </a:lnTo>
                <a:lnTo>
                  <a:pt x="1068455" y="72868"/>
                </a:lnTo>
                <a:lnTo>
                  <a:pt x="1068254" y="73188"/>
                </a:lnTo>
                <a:lnTo>
                  <a:pt x="1068058" y="73514"/>
                </a:lnTo>
                <a:lnTo>
                  <a:pt x="1067866" y="73846"/>
                </a:lnTo>
                <a:lnTo>
                  <a:pt x="1067679" y="74183"/>
                </a:lnTo>
                <a:lnTo>
                  <a:pt x="1067498" y="74527"/>
                </a:lnTo>
                <a:lnTo>
                  <a:pt x="1067324" y="74879"/>
                </a:lnTo>
                <a:lnTo>
                  <a:pt x="1067158" y="75238"/>
                </a:lnTo>
                <a:lnTo>
                  <a:pt x="1067000" y="75605"/>
                </a:lnTo>
                <a:lnTo>
                  <a:pt x="1066850" y="75980"/>
                </a:lnTo>
                <a:lnTo>
                  <a:pt x="1066707" y="76363"/>
                </a:lnTo>
                <a:lnTo>
                  <a:pt x="1066572" y="76753"/>
                </a:lnTo>
                <a:lnTo>
                  <a:pt x="1066445" y="77151"/>
                </a:lnTo>
                <a:lnTo>
                  <a:pt x="1066326" y="77557"/>
                </a:lnTo>
                <a:lnTo>
                  <a:pt x="1066214" y="77970"/>
                </a:lnTo>
                <a:lnTo>
                  <a:pt x="1066110" y="78391"/>
                </a:lnTo>
                <a:lnTo>
                  <a:pt x="1066013" y="78820"/>
                </a:lnTo>
                <a:lnTo>
                  <a:pt x="1065925" y="79257"/>
                </a:lnTo>
                <a:lnTo>
                  <a:pt x="1065844" y="79701"/>
                </a:lnTo>
                <a:lnTo>
                  <a:pt x="1065771" y="80153"/>
                </a:lnTo>
                <a:lnTo>
                  <a:pt x="1065705" y="80612"/>
                </a:lnTo>
                <a:lnTo>
                  <a:pt x="1065647" y="81079"/>
                </a:lnTo>
                <a:lnTo>
                  <a:pt x="1065597" y="81554"/>
                </a:lnTo>
                <a:lnTo>
                  <a:pt x="1065555" y="82037"/>
                </a:lnTo>
                <a:lnTo>
                  <a:pt x="1065520" y="82528"/>
                </a:lnTo>
                <a:lnTo>
                  <a:pt x="1065493" y="83026"/>
                </a:lnTo>
                <a:lnTo>
                  <a:pt x="1065474" y="83531"/>
                </a:lnTo>
                <a:lnTo>
                  <a:pt x="1065462" y="84045"/>
                </a:lnTo>
                <a:lnTo>
                  <a:pt x="1065458" y="84566"/>
                </a:lnTo>
                <a:lnTo>
                  <a:pt x="1065462" y="85041"/>
                </a:lnTo>
                <a:lnTo>
                  <a:pt x="1065472" y="85510"/>
                </a:lnTo>
                <a:lnTo>
                  <a:pt x="1065489" y="85974"/>
                </a:lnTo>
                <a:lnTo>
                  <a:pt x="1065512" y="86432"/>
                </a:lnTo>
                <a:lnTo>
                  <a:pt x="1065542" y="86885"/>
                </a:lnTo>
                <a:lnTo>
                  <a:pt x="1065579" y="87333"/>
                </a:lnTo>
                <a:lnTo>
                  <a:pt x="1065623" y="87775"/>
                </a:lnTo>
                <a:lnTo>
                  <a:pt x="1065673" y="88211"/>
                </a:lnTo>
                <a:lnTo>
                  <a:pt x="1065730" y="88642"/>
                </a:lnTo>
                <a:lnTo>
                  <a:pt x="1065794" y="89068"/>
                </a:lnTo>
                <a:lnTo>
                  <a:pt x="1065865" y="89488"/>
                </a:lnTo>
                <a:lnTo>
                  <a:pt x="1065942" y="89902"/>
                </a:lnTo>
                <a:lnTo>
                  <a:pt x="1066026" y="90312"/>
                </a:lnTo>
                <a:lnTo>
                  <a:pt x="1066117" y="90715"/>
                </a:lnTo>
                <a:lnTo>
                  <a:pt x="1066214" y="91113"/>
                </a:lnTo>
                <a:lnTo>
                  <a:pt x="1066318" y="91506"/>
                </a:lnTo>
                <a:lnTo>
                  <a:pt x="1066429" y="91893"/>
                </a:lnTo>
                <a:lnTo>
                  <a:pt x="1066546" y="92275"/>
                </a:lnTo>
                <a:lnTo>
                  <a:pt x="1066671" y="92651"/>
                </a:lnTo>
                <a:lnTo>
                  <a:pt x="1066802" y="93022"/>
                </a:lnTo>
                <a:lnTo>
                  <a:pt x="1066939" y="93388"/>
                </a:lnTo>
                <a:lnTo>
                  <a:pt x="1067084" y="93748"/>
                </a:lnTo>
                <a:lnTo>
                  <a:pt x="1067235" y="94102"/>
                </a:lnTo>
                <a:lnTo>
                  <a:pt x="1067393" y="94451"/>
                </a:lnTo>
                <a:lnTo>
                  <a:pt x="1067556" y="94794"/>
                </a:lnTo>
                <a:lnTo>
                  <a:pt x="1067725" y="95133"/>
                </a:lnTo>
                <a:lnTo>
                  <a:pt x="1067900" y="95467"/>
                </a:lnTo>
                <a:lnTo>
                  <a:pt x="1068079" y="95795"/>
                </a:lnTo>
                <a:lnTo>
                  <a:pt x="1068264" y="96119"/>
                </a:lnTo>
                <a:lnTo>
                  <a:pt x="1068453" y="96438"/>
                </a:lnTo>
                <a:lnTo>
                  <a:pt x="1068648" y="96751"/>
                </a:lnTo>
                <a:lnTo>
                  <a:pt x="1068849" y="97060"/>
                </a:lnTo>
                <a:lnTo>
                  <a:pt x="1069054" y="97364"/>
                </a:lnTo>
                <a:lnTo>
                  <a:pt x="1069265" y="97663"/>
                </a:lnTo>
                <a:lnTo>
                  <a:pt x="1069481" y="97957"/>
                </a:lnTo>
                <a:lnTo>
                  <a:pt x="1069702" y="98245"/>
                </a:lnTo>
                <a:lnTo>
                  <a:pt x="1069928" y="98529"/>
                </a:lnTo>
                <a:lnTo>
                  <a:pt x="1070160" y="98808"/>
                </a:lnTo>
                <a:lnTo>
                  <a:pt x="1070397" y="99082"/>
                </a:lnTo>
                <a:lnTo>
                  <a:pt x="1070639" y="99351"/>
                </a:lnTo>
                <a:lnTo>
                  <a:pt x="1070886" y="99615"/>
                </a:lnTo>
                <a:lnTo>
                  <a:pt x="1071138" y="99874"/>
                </a:lnTo>
                <a:lnTo>
                  <a:pt x="1071396" y="100128"/>
                </a:lnTo>
                <a:lnTo>
                  <a:pt x="1071659" y="100377"/>
                </a:lnTo>
                <a:lnTo>
                  <a:pt x="1071927" y="100622"/>
                </a:lnTo>
                <a:lnTo>
                  <a:pt x="1072200" y="100861"/>
                </a:lnTo>
                <a:lnTo>
                  <a:pt x="1072478" y="101095"/>
                </a:lnTo>
                <a:lnTo>
                  <a:pt x="1072762" y="101324"/>
                </a:lnTo>
                <a:lnTo>
                  <a:pt x="1073051" y="101548"/>
                </a:lnTo>
                <a:lnTo>
                  <a:pt x="1073343" y="101768"/>
                </a:lnTo>
                <a:lnTo>
                  <a:pt x="1073639" y="101982"/>
                </a:lnTo>
                <a:lnTo>
                  <a:pt x="1073940" y="102191"/>
                </a:lnTo>
                <a:lnTo>
                  <a:pt x="1074244" y="102396"/>
                </a:lnTo>
                <a:lnTo>
                  <a:pt x="1074553" y="102595"/>
                </a:lnTo>
                <a:lnTo>
                  <a:pt x="1074865" y="102790"/>
                </a:lnTo>
                <a:lnTo>
                  <a:pt x="1075181" y="102979"/>
                </a:lnTo>
                <a:lnTo>
                  <a:pt x="1075502" y="103164"/>
                </a:lnTo>
                <a:lnTo>
                  <a:pt x="1075826" y="103343"/>
                </a:lnTo>
                <a:lnTo>
                  <a:pt x="1076154" y="103518"/>
                </a:lnTo>
                <a:lnTo>
                  <a:pt x="1076486" y="103687"/>
                </a:lnTo>
                <a:lnTo>
                  <a:pt x="1076822" y="103852"/>
                </a:lnTo>
                <a:lnTo>
                  <a:pt x="1077163" y="104011"/>
                </a:lnTo>
                <a:lnTo>
                  <a:pt x="1077507" y="104166"/>
                </a:lnTo>
                <a:lnTo>
                  <a:pt x="1077855" y="104316"/>
                </a:lnTo>
                <a:lnTo>
                  <a:pt x="1078207" y="104461"/>
                </a:lnTo>
                <a:lnTo>
                  <a:pt x="1078563" y="104600"/>
                </a:lnTo>
                <a:lnTo>
                  <a:pt x="1078923" y="104735"/>
                </a:lnTo>
                <a:lnTo>
                  <a:pt x="1079287" y="104865"/>
                </a:lnTo>
                <a:lnTo>
                  <a:pt x="1079655" y="104990"/>
                </a:lnTo>
                <a:lnTo>
                  <a:pt x="1080027" y="105110"/>
                </a:lnTo>
                <a:lnTo>
                  <a:pt x="1080403" y="105225"/>
                </a:lnTo>
                <a:lnTo>
                  <a:pt x="1080783" y="105335"/>
                </a:lnTo>
                <a:lnTo>
                  <a:pt x="1081166" y="105440"/>
                </a:lnTo>
                <a:lnTo>
                  <a:pt x="1081552" y="105540"/>
                </a:lnTo>
                <a:lnTo>
                  <a:pt x="1081940" y="105637"/>
                </a:lnTo>
                <a:lnTo>
                  <a:pt x="1082331" y="105728"/>
                </a:lnTo>
                <a:lnTo>
                  <a:pt x="1082724" y="105816"/>
                </a:lnTo>
                <a:lnTo>
                  <a:pt x="1083120" y="105899"/>
                </a:lnTo>
                <a:lnTo>
                  <a:pt x="1083518" y="105977"/>
                </a:lnTo>
                <a:lnTo>
                  <a:pt x="1083919" y="106051"/>
                </a:lnTo>
                <a:lnTo>
                  <a:pt x="1084322" y="106120"/>
                </a:lnTo>
                <a:lnTo>
                  <a:pt x="1084727" y="106185"/>
                </a:lnTo>
                <a:lnTo>
                  <a:pt x="1085135" y="106246"/>
                </a:lnTo>
                <a:lnTo>
                  <a:pt x="1085546" y="106302"/>
                </a:lnTo>
                <a:lnTo>
                  <a:pt x="1085959" y="106353"/>
                </a:lnTo>
                <a:lnTo>
                  <a:pt x="1086374" y="106400"/>
                </a:lnTo>
                <a:lnTo>
                  <a:pt x="1086792" y="106443"/>
                </a:lnTo>
                <a:lnTo>
                  <a:pt x="1087213" y="106481"/>
                </a:lnTo>
                <a:lnTo>
                  <a:pt x="1087636" y="106514"/>
                </a:lnTo>
                <a:lnTo>
                  <a:pt x="1088061" y="106543"/>
                </a:lnTo>
                <a:lnTo>
                  <a:pt x="1088489" y="106568"/>
                </a:lnTo>
                <a:lnTo>
                  <a:pt x="1088919" y="106588"/>
                </a:lnTo>
                <a:lnTo>
                  <a:pt x="1089352" y="106604"/>
                </a:lnTo>
                <a:lnTo>
                  <a:pt x="1089787" y="106615"/>
                </a:lnTo>
                <a:lnTo>
                  <a:pt x="1090225" y="106622"/>
                </a:lnTo>
                <a:lnTo>
                  <a:pt x="1090665" y="106624"/>
                </a:lnTo>
                <a:lnTo>
                  <a:pt x="1091238" y="106620"/>
                </a:lnTo>
                <a:lnTo>
                  <a:pt x="1091809" y="106610"/>
                </a:lnTo>
                <a:lnTo>
                  <a:pt x="1092380" y="106593"/>
                </a:lnTo>
                <a:lnTo>
                  <a:pt x="1092949" y="106568"/>
                </a:lnTo>
                <a:lnTo>
                  <a:pt x="1093518" y="106537"/>
                </a:lnTo>
                <a:lnTo>
                  <a:pt x="1094085" y="106499"/>
                </a:lnTo>
                <a:lnTo>
                  <a:pt x="1094652" y="106453"/>
                </a:lnTo>
                <a:lnTo>
                  <a:pt x="1095217" y="106401"/>
                </a:lnTo>
                <a:lnTo>
                  <a:pt x="1095782" y="106342"/>
                </a:lnTo>
                <a:lnTo>
                  <a:pt x="1096345" y="106276"/>
                </a:lnTo>
                <a:lnTo>
                  <a:pt x="1096908" y="106203"/>
                </a:lnTo>
                <a:lnTo>
                  <a:pt x="1097469" y="106123"/>
                </a:lnTo>
                <a:lnTo>
                  <a:pt x="1098030" y="106036"/>
                </a:lnTo>
                <a:lnTo>
                  <a:pt x="1098589" y="105942"/>
                </a:lnTo>
                <a:lnTo>
                  <a:pt x="1099148" y="105841"/>
                </a:lnTo>
                <a:lnTo>
                  <a:pt x="1099705" y="105733"/>
                </a:lnTo>
                <a:lnTo>
                  <a:pt x="1100262" y="105618"/>
                </a:lnTo>
                <a:lnTo>
                  <a:pt x="1100818" y="105497"/>
                </a:lnTo>
                <a:lnTo>
                  <a:pt x="1101372" y="105368"/>
                </a:lnTo>
                <a:lnTo>
                  <a:pt x="1101926" y="105232"/>
                </a:lnTo>
                <a:lnTo>
                  <a:pt x="1102478" y="105090"/>
                </a:lnTo>
                <a:lnTo>
                  <a:pt x="1103030" y="104940"/>
                </a:lnTo>
                <a:lnTo>
                  <a:pt x="1103580" y="104783"/>
                </a:lnTo>
                <a:lnTo>
                  <a:pt x="1104130" y="104620"/>
                </a:lnTo>
                <a:lnTo>
                  <a:pt x="1104676" y="104447"/>
                </a:lnTo>
                <a:lnTo>
                  <a:pt x="1105216" y="104265"/>
                </a:lnTo>
                <a:lnTo>
                  <a:pt x="1105750" y="104071"/>
                </a:lnTo>
                <a:lnTo>
                  <a:pt x="1106279" y="103868"/>
                </a:lnTo>
                <a:lnTo>
                  <a:pt x="1106801" y="103653"/>
                </a:lnTo>
                <a:lnTo>
                  <a:pt x="1107317" y="103429"/>
                </a:lnTo>
                <a:lnTo>
                  <a:pt x="1107827" y="103194"/>
                </a:lnTo>
                <a:lnTo>
                  <a:pt x="1108332" y="102948"/>
                </a:lnTo>
                <a:lnTo>
                  <a:pt x="1108830" y="102692"/>
                </a:lnTo>
                <a:lnTo>
                  <a:pt x="1109322" y="102426"/>
                </a:lnTo>
                <a:lnTo>
                  <a:pt x="1109809" y="102149"/>
                </a:lnTo>
                <a:lnTo>
                  <a:pt x="1110289" y="101862"/>
                </a:lnTo>
                <a:lnTo>
                  <a:pt x="1110764" y="101564"/>
                </a:lnTo>
                <a:lnTo>
                  <a:pt x="1111232" y="101256"/>
                </a:lnTo>
                <a:lnTo>
                  <a:pt x="1111695" y="100937"/>
                </a:lnTo>
                <a:lnTo>
                  <a:pt x="1112151" y="100608"/>
                </a:lnTo>
                <a:lnTo>
                  <a:pt x="1112602" y="100269"/>
                </a:lnTo>
                <a:lnTo>
                  <a:pt x="1113046" y="99919"/>
                </a:lnTo>
                <a:lnTo>
                  <a:pt x="1113485" y="99559"/>
                </a:lnTo>
                <a:lnTo>
                  <a:pt x="1113917" y="99188"/>
                </a:lnTo>
                <a:lnTo>
                  <a:pt x="1114344" y="98807"/>
                </a:lnTo>
                <a:lnTo>
                  <a:pt x="1114765" y="98415"/>
                </a:lnTo>
                <a:lnTo>
                  <a:pt x="1115180" y="98013"/>
                </a:lnTo>
                <a:lnTo>
                  <a:pt x="1115588" y="97600"/>
                </a:lnTo>
                <a:lnTo>
                  <a:pt x="1115601" y="97755"/>
                </a:lnTo>
                <a:lnTo>
                  <a:pt x="1115614" y="97910"/>
                </a:lnTo>
                <a:lnTo>
                  <a:pt x="1115627" y="98065"/>
                </a:lnTo>
                <a:lnTo>
                  <a:pt x="1115642" y="98219"/>
                </a:lnTo>
                <a:lnTo>
                  <a:pt x="1115657" y="98373"/>
                </a:lnTo>
                <a:lnTo>
                  <a:pt x="1115673" y="98527"/>
                </a:lnTo>
                <a:lnTo>
                  <a:pt x="1115690" y="98680"/>
                </a:lnTo>
                <a:lnTo>
                  <a:pt x="1115707" y="98834"/>
                </a:lnTo>
                <a:lnTo>
                  <a:pt x="1115725" y="98987"/>
                </a:lnTo>
                <a:lnTo>
                  <a:pt x="1115744" y="99140"/>
                </a:lnTo>
                <a:lnTo>
                  <a:pt x="1115764" y="99292"/>
                </a:lnTo>
                <a:lnTo>
                  <a:pt x="1115784" y="99445"/>
                </a:lnTo>
                <a:lnTo>
                  <a:pt x="1115806" y="99597"/>
                </a:lnTo>
                <a:lnTo>
                  <a:pt x="1115828" y="99749"/>
                </a:lnTo>
                <a:lnTo>
                  <a:pt x="1115850" y="99900"/>
                </a:lnTo>
                <a:lnTo>
                  <a:pt x="1115874" y="100052"/>
                </a:lnTo>
                <a:lnTo>
                  <a:pt x="1115898" y="100203"/>
                </a:lnTo>
                <a:lnTo>
                  <a:pt x="1115923" y="100354"/>
                </a:lnTo>
                <a:lnTo>
                  <a:pt x="1115949" y="100505"/>
                </a:lnTo>
                <a:lnTo>
                  <a:pt x="1115975" y="100655"/>
                </a:lnTo>
                <a:lnTo>
                  <a:pt x="1116003" y="100805"/>
                </a:lnTo>
                <a:lnTo>
                  <a:pt x="1116031" y="100955"/>
                </a:lnTo>
                <a:lnTo>
                  <a:pt x="1116059" y="101105"/>
                </a:lnTo>
                <a:lnTo>
                  <a:pt x="1116089" y="101254"/>
                </a:lnTo>
                <a:lnTo>
                  <a:pt x="1116119" y="101403"/>
                </a:lnTo>
                <a:lnTo>
                  <a:pt x="1116150" y="101552"/>
                </a:lnTo>
                <a:lnTo>
                  <a:pt x="1116182" y="101701"/>
                </a:lnTo>
                <a:lnTo>
                  <a:pt x="1116214" y="101849"/>
                </a:lnTo>
                <a:lnTo>
                  <a:pt x="1116247" y="101997"/>
                </a:lnTo>
                <a:lnTo>
                  <a:pt x="1116281" y="102145"/>
                </a:lnTo>
                <a:lnTo>
                  <a:pt x="1116316" y="102292"/>
                </a:lnTo>
                <a:lnTo>
                  <a:pt x="1116352" y="102440"/>
                </a:lnTo>
                <a:lnTo>
                  <a:pt x="1116388" y="102587"/>
                </a:lnTo>
                <a:lnTo>
                  <a:pt x="1116425" y="102733"/>
                </a:lnTo>
                <a:lnTo>
                  <a:pt x="1116462" y="102880"/>
                </a:lnTo>
                <a:lnTo>
                  <a:pt x="1116501" y="103026"/>
                </a:lnTo>
                <a:lnTo>
                  <a:pt x="1116540" y="103172"/>
                </a:lnTo>
                <a:lnTo>
                  <a:pt x="1116580" y="103318"/>
                </a:lnTo>
                <a:lnTo>
                  <a:pt x="1116620" y="103463"/>
                </a:lnTo>
                <a:lnTo>
                  <a:pt x="1116662" y="103609"/>
                </a:lnTo>
                <a:lnTo>
                  <a:pt x="1116704" y="103754"/>
                </a:lnTo>
                <a:lnTo>
                  <a:pt x="1116747" y="103899"/>
                </a:lnTo>
                <a:lnTo>
                  <a:pt x="1116791" y="104043"/>
                </a:lnTo>
                <a:lnTo>
                  <a:pt x="1116835" y="104187"/>
                </a:lnTo>
                <a:lnTo>
                  <a:pt x="1116880" y="104331"/>
                </a:lnTo>
                <a:lnTo>
                  <a:pt x="1116926" y="104475"/>
                </a:lnTo>
                <a:lnTo>
                  <a:pt x="1116972" y="104619"/>
                </a:lnTo>
                <a:lnTo>
                  <a:pt x="1117020" y="104762"/>
                </a:lnTo>
                <a:lnTo>
                  <a:pt x="1137644" y="104762"/>
                </a:lnTo>
                <a:lnTo>
                  <a:pt x="1137526" y="104567"/>
                </a:lnTo>
                <a:lnTo>
                  <a:pt x="1137411" y="104364"/>
                </a:lnTo>
                <a:lnTo>
                  <a:pt x="1137299" y="104153"/>
                </a:lnTo>
                <a:lnTo>
                  <a:pt x="1137191" y="103934"/>
                </a:lnTo>
                <a:lnTo>
                  <a:pt x="1137085" y="103707"/>
                </a:lnTo>
                <a:lnTo>
                  <a:pt x="1136982" y="103472"/>
                </a:lnTo>
                <a:lnTo>
                  <a:pt x="1136882" y="103230"/>
                </a:lnTo>
                <a:lnTo>
                  <a:pt x="1136785" y="102979"/>
                </a:lnTo>
                <a:lnTo>
                  <a:pt x="1136691" y="102720"/>
                </a:lnTo>
                <a:lnTo>
                  <a:pt x="1136600" y="102454"/>
                </a:lnTo>
                <a:lnTo>
                  <a:pt x="1136512" y="102179"/>
                </a:lnTo>
                <a:lnTo>
                  <a:pt x="1136427" y="101897"/>
                </a:lnTo>
                <a:lnTo>
                  <a:pt x="1136345" y="101606"/>
                </a:lnTo>
                <a:lnTo>
                  <a:pt x="1136266" y="101308"/>
                </a:lnTo>
                <a:lnTo>
                  <a:pt x="1136190" y="101002"/>
                </a:lnTo>
                <a:lnTo>
                  <a:pt x="1136117" y="100687"/>
                </a:lnTo>
                <a:lnTo>
                  <a:pt x="1136047" y="100365"/>
                </a:lnTo>
                <a:lnTo>
                  <a:pt x="1135980" y="100035"/>
                </a:lnTo>
                <a:lnTo>
                  <a:pt x="1135916" y="99697"/>
                </a:lnTo>
                <a:lnTo>
                  <a:pt x="1135855" y="99350"/>
                </a:lnTo>
                <a:lnTo>
                  <a:pt x="1135796" y="98996"/>
                </a:lnTo>
                <a:lnTo>
                  <a:pt x="1135741" y="98634"/>
                </a:lnTo>
                <a:lnTo>
                  <a:pt x="1135689" y="98264"/>
                </a:lnTo>
                <a:lnTo>
                  <a:pt x="1135640" y="97886"/>
                </a:lnTo>
                <a:lnTo>
                  <a:pt x="1135593" y="97504"/>
                </a:lnTo>
                <a:lnTo>
                  <a:pt x="1135548" y="97120"/>
                </a:lnTo>
                <a:lnTo>
                  <a:pt x="1135506" y="96734"/>
                </a:lnTo>
                <a:lnTo>
                  <a:pt x="1135465" y="96347"/>
                </a:lnTo>
                <a:lnTo>
                  <a:pt x="1135426" y="95958"/>
                </a:lnTo>
                <a:lnTo>
                  <a:pt x="1135389" y="95568"/>
                </a:lnTo>
                <a:lnTo>
                  <a:pt x="1135355" y="95176"/>
                </a:lnTo>
                <a:lnTo>
                  <a:pt x="1135322" y="94783"/>
                </a:lnTo>
                <a:lnTo>
                  <a:pt x="1135291" y="94389"/>
                </a:lnTo>
                <a:lnTo>
                  <a:pt x="1135262" y="93993"/>
                </a:lnTo>
                <a:lnTo>
                  <a:pt x="1135235" y="93595"/>
                </a:lnTo>
                <a:lnTo>
                  <a:pt x="1135210" y="93196"/>
                </a:lnTo>
                <a:lnTo>
                  <a:pt x="1135188" y="92795"/>
                </a:lnTo>
                <a:lnTo>
                  <a:pt x="1135167" y="92393"/>
                </a:lnTo>
                <a:lnTo>
                  <a:pt x="1135148" y="91990"/>
                </a:lnTo>
                <a:lnTo>
                  <a:pt x="1135131" y="91585"/>
                </a:lnTo>
                <a:lnTo>
                  <a:pt x="1135116" y="91178"/>
                </a:lnTo>
                <a:lnTo>
                  <a:pt x="1135103" y="90770"/>
                </a:lnTo>
                <a:lnTo>
                  <a:pt x="1135092" y="90360"/>
                </a:lnTo>
                <a:lnTo>
                  <a:pt x="1135083" y="89949"/>
                </a:lnTo>
                <a:lnTo>
                  <a:pt x="1135076" y="89537"/>
                </a:lnTo>
                <a:lnTo>
                  <a:pt x="1135071" y="89123"/>
                </a:lnTo>
                <a:lnTo>
                  <a:pt x="1135068" y="88707"/>
                </a:lnTo>
                <a:lnTo>
                  <a:pt x="1135067" y="88290"/>
                </a:lnTo>
                <a:lnTo>
                  <a:pt x="1135067" y="49763"/>
                </a:lnTo>
                <a:lnTo>
                  <a:pt x="1135062" y="49206"/>
                </a:lnTo>
                <a:lnTo>
                  <a:pt x="1135046" y="48659"/>
                </a:lnTo>
                <a:lnTo>
                  <a:pt x="1135020" y="48121"/>
                </a:lnTo>
                <a:lnTo>
                  <a:pt x="1134984" y="47593"/>
                </a:lnTo>
                <a:lnTo>
                  <a:pt x="1134937" y="47073"/>
                </a:lnTo>
                <a:lnTo>
                  <a:pt x="1134879" y="46563"/>
                </a:lnTo>
                <a:lnTo>
                  <a:pt x="1134811" y="46062"/>
                </a:lnTo>
                <a:lnTo>
                  <a:pt x="1134733" y="45570"/>
                </a:lnTo>
                <a:lnTo>
                  <a:pt x="1134644" y="45087"/>
                </a:lnTo>
                <a:lnTo>
                  <a:pt x="1134545" y="44613"/>
                </a:lnTo>
                <a:lnTo>
                  <a:pt x="1134435" y="44149"/>
                </a:lnTo>
                <a:lnTo>
                  <a:pt x="1134315" y="43694"/>
                </a:lnTo>
                <a:lnTo>
                  <a:pt x="1134184" y="43248"/>
                </a:lnTo>
                <a:lnTo>
                  <a:pt x="1134043" y="42811"/>
                </a:lnTo>
                <a:lnTo>
                  <a:pt x="1133892" y="42383"/>
                </a:lnTo>
                <a:lnTo>
                  <a:pt x="1133730" y="41965"/>
                </a:lnTo>
                <a:lnTo>
                  <a:pt x="1133557" y="41556"/>
                </a:lnTo>
                <a:lnTo>
                  <a:pt x="1133375" y="41156"/>
                </a:lnTo>
                <a:lnTo>
                  <a:pt x="1133181" y="40765"/>
                </a:lnTo>
                <a:lnTo>
                  <a:pt x="1132977" y="40384"/>
                </a:lnTo>
                <a:lnTo>
                  <a:pt x="1132763" y="40011"/>
                </a:lnTo>
                <a:lnTo>
                  <a:pt x="1132539" y="39648"/>
                </a:lnTo>
                <a:lnTo>
                  <a:pt x="1132303" y="39294"/>
                </a:lnTo>
                <a:lnTo>
                  <a:pt x="1132058" y="38949"/>
                </a:lnTo>
                <a:lnTo>
                  <a:pt x="1131804" y="38612"/>
                </a:lnTo>
                <a:lnTo>
                  <a:pt x="1131545" y="38281"/>
                </a:lnTo>
                <a:lnTo>
                  <a:pt x="1131279" y="37957"/>
                </a:lnTo>
                <a:lnTo>
                  <a:pt x="1131008" y="37638"/>
                </a:lnTo>
                <a:lnTo>
                  <a:pt x="1130730" y="37326"/>
                </a:lnTo>
                <a:lnTo>
                  <a:pt x="1130447" y="37020"/>
                </a:lnTo>
                <a:lnTo>
                  <a:pt x="1130157" y="36720"/>
                </a:lnTo>
                <a:lnTo>
                  <a:pt x="1129862" y="36427"/>
                </a:lnTo>
                <a:lnTo>
                  <a:pt x="1129561" y="36139"/>
                </a:lnTo>
                <a:lnTo>
                  <a:pt x="1129253" y="35858"/>
                </a:lnTo>
                <a:lnTo>
                  <a:pt x="1128940" y="35583"/>
                </a:lnTo>
                <a:lnTo>
                  <a:pt x="1128621" y="35315"/>
                </a:lnTo>
                <a:lnTo>
                  <a:pt x="1128295" y="35052"/>
                </a:lnTo>
                <a:lnTo>
                  <a:pt x="1127964" y="34796"/>
                </a:lnTo>
                <a:lnTo>
                  <a:pt x="1127627" y="34546"/>
                </a:lnTo>
                <a:lnTo>
                  <a:pt x="1127284" y="34302"/>
                </a:lnTo>
                <a:lnTo>
                  <a:pt x="1126935" y="34065"/>
                </a:lnTo>
                <a:lnTo>
                  <a:pt x="1126580" y="33834"/>
                </a:lnTo>
                <a:lnTo>
                  <a:pt x="1126219" y="33608"/>
                </a:lnTo>
                <a:lnTo>
                  <a:pt x="1125852" y="33390"/>
                </a:lnTo>
                <a:lnTo>
                  <a:pt x="1125478" y="33177"/>
                </a:lnTo>
                <a:lnTo>
                  <a:pt x="1125100" y="32971"/>
                </a:lnTo>
                <a:lnTo>
                  <a:pt x="1124715" y="32770"/>
                </a:lnTo>
                <a:lnTo>
                  <a:pt x="1124324" y="32576"/>
                </a:lnTo>
                <a:lnTo>
                  <a:pt x="1123928" y="32388"/>
                </a:lnTo>
                <a:lnTo>
                  <a:pt x="1123529" y="32205"/>
                </a:lnTo>
                <a:lnTo>
                  <a:pt x="1123127" y="32027"/>
                </a:lnTo>
                <a:lnTo>
                  <a:pt x="1122721" y="31854"/>
                </a:lnTo>
                <a:lnTo>
                  <a:pt x="1122311" y="31687"/>
                </a:lnTo>
                <a:lnTo>
                  <a:pt x="1121898" y="31524"/>
                </a:lnTo>
                <a:lnTo>
                  <a:pt x="1121482" y="31367"/>
                </a:lnTo>
                <a:lnTo>
                  <a:pt x="1121062" y="31215"/>
                </a:lnTo>
                <a:lnTo>
                  <a:pt x="1120639" y="31069"/>
                </a:lnTo>
                <a:lnTo>
                  <a:pt x="1120212" y="30927"/>
                </a:lnTo>
                <a:lnTo>
                  <a:pt x="1119781" y="30791"/>
                </a:lnTo>
                <a:lnTo>
                  <a:pt x="1119347" y="30660"/>
                </a:lnTo>
                <a:lnTo>
                  <a:pt x="1118910" y="30535"/>
                </a:lnTo>
                <a:lnTo>
                  <a:pt x="1118469" y="30414"/>
                </a:lnTo>
                <a:lnTo>
                  <a:pt x="1118025" y="30299"/>
                </a:lnTo>
                <a:lnTo>
                  <a:pt x="1117577" y="30189"/>
                </a:lnTo>
                <a:lnTo>
                  <a:pt x="1117126" y="30084"/>
                </a:lnTo>
                <a:lnTo>
                  <a:pt x="1116671" y="29985"/>
                </a:lnTo>
                <a:lnTo>
                  <a:pt x="1116212" y="29890"/>
                </a:lnTo>
                <a:lnTo>
                  <a:pt x="1115751" y="29801"/>
                </a:lnTo>
                <a:lnTo>
                  <a:pt x="1115285" y="29717"/>
                </a:lnTo>
                <a:lnTo>
                  <a:pt x="1114816" y="29639"/>
                </a:lnTo>
                <a:lnTo>
                  <a:pt x="1114344" y="29565"/>
                </a:lnTo>
                <a:lnTo>
                  <a:pt x="1113868" y="29497"/>
                </a:lnTo>
                <a:lnTo>
                  <a:pt x="1113391" y="29433"/>
                </a:lnTo>
                <a:lnTo>
                  <a:pt x="1112915" y="29371"/>
                </a:lnTo>
                <a:lnTo>
                  <a:pt x="1112439" y="29312"/>
                </a:lnTo>
                <a:lnTo>
                  <a:pt x="1111963" y="29256"/>
                </a:lnTo>
                <a:lnTo>
                  <a:pt x="1111488" y="29203"/>
                </a:lnTo>
                <a:lnTo>
                  <a:pt x="1111013" y="29152"/>
                </a:lnTo>
                <a:lnTo>
                  <a:pt x="1110539" y="29104"/>
                </a:lnTo>
                <a:lnTo>
                  <a:pt x="1110065" y="29059"/>
                </a:lnTo>
                <a:lnTo>
                  <a:pt x="1109592" y="29016"/>
                </a:lnTo>
                <a:lnTo>
                  <a:pt x="1109120" y="28977"/>
                </a:lnTo>
                <a:lnTo>
                  <a:pt x="1108647" y="28940"/>
                </a:lnTo>
                <a:lnTo>
                  <a:pt x="1108176" y="28905"/>
                </a:lnTo>
                <a:lnTo>
                  <a:pt x="1107705" y="28874"/>
                </a:lnTo>
                <a:lnTo>
                  <a:pt x="1107234" y="28845"/>
                </a:lnTo>
                <a:lnTo>
                  <a:pt x="1106764" y="28819"/>
                </a:lnTo>
                <a:lnTo>
                  <a:pt x="1106294" y="28796"/>
                </a:lnTo>
                <a:lnTo>
                  <a:pt x="1105825" y="28775"/>
                </a:lnTo>
                <a:lnTo>
                  <a:pt x="1105356" y="28757"/>
                </a:lnTo>
                <a:lnTo>
                  <a:pt x="1104888" y="28742"/>
                </a:lnTo>
                <a:lnTo>
                  <a:pt x="1104420" y="28730"/>
                </a:lnTo>
                <a:lnTo>
                  <a:pt x="1103953" y="28720"/>
                </a:lnTo>
                <a:lnTo>
                  <a:pt x="1103486" y="28714"/>
                </a:lnTo>
                <a:lnTo>
                  <a:pt x="1103020" y="28709"/>
                </a:lnTo>
                <a:lnTo>
                  <a:pt x="1102554" y="28708"/>
                </a:lnTo>
                <a:lnTo>
                  <a:pt x="1102041" y="28710"/>
                </a:lnTo>
                <a:lnTo>
                  <a:pt x="1101528" y="28717"/>
                </a:lnTo>
                <a:lnTo>
                  <a:pt x="1101016" y="28727"/>
                </a:lnTo>
                <a:lnTo>
                  <a:pt x="1100503" y="28742"/>
                </a:lnTo>
                <a:lnTo>
                  <a:pt x="1099991" y="28761"/>
                </a:lnTo>
                <a:lnTo>
                  <a:pt x="1099479" y="28784"/>
                </a:lnTo>
                <a:lnTo>
                  <a:pt x="1098968" y="28812"/>
                </a:lnTo>
                <a:lnTo>
                  <a:pt x="1098456" y="28843"/>
                </a:lnTo>
                <a:lnTo>
                  <a:pt x="1097945" y="28879"/>
                </a:lnTo>
                <a:lnTo>
                  <a:pt x="1097434" y="28919"/>
                </a:lnTo>
                <a:lnTo>
                  <a:pt x="1096924" y="28964"/>
                </a:lnTo>
                <a:lnTo>
                  <a:pt x="1096413" y="29012"/>
                </a:lnTo>
                <a:lnTo>
                  <a:pt x="1095903" y="29065"/>
                </a:lnTo>
                <a:lnTo>
                  <a:pt x="1095393" y="29122"/>
                </a:lnTo>
                <a:lnTo>
                  <a:pt x="1094883" y="29184"/>
                </a:lnTo>
                <a:lnTo>
                  <a:pt x="1094374" y="29249"/>
                </a:lnTo>
                <a:lnTo>
                  <a:pt x="1093865" y="29319"/>
                </a:lnTo>
                <a:lnTo>
                  <a:pt x="1093356" y="29393"/>
                </a:lnTo>
                <a:lnTo>
                  <a:pt x="1092847" y="29471"/>
                </a:lnTo>
                <a:lnTo>
                  <a:pt x="1092338" y="29553"/>
                </a:lnTo>
                <a:lnTo>
                  <a:pt x="1091830" y="29640"/>
                </a:lnTo>
                <a:lnTo>
                  <a:pt x="1091322" y="29731"/>
                </a:lnTo>
                <a:lnTo>
                  <a:pt x="1090815" y="29826"/>
                </a:lnTo>
                <a:lnTo>
                  <a:pt x="1090307" y="29925"/>
                </a:lnTo>
                <a:lnTo>
                  <a:pt x="1089802" y="30030"/>
                </a:lnTo>
                <a:lnTo>
                  <a:pt x="1089301" y="30140"/>
                </a:lnTo>
                <a:lnTo>
                  <a:pt x="1088804" y="30255"/>
                </a:lnTo>
                <a:lnTo>
                  <a:pt x="1088312" y="30377"/>
                </a:lnTo>
                <a:lnTo>
                  <a:pt x="1087824" y="30504"/>
                </a:lnTo>
                <a:lnTo>
                  <a:pt x="1087340" y="30637"/>
                </a:lnTo>
                <a:lnTo>
                  <a:pt x="1086860" y="30776"/>
                </a:lnTo>
                <a:lnTo>
                  <a:pt x="1086385" y="30920"/>
                </a:lnTo>
                <a:lnTo>
                  <a:pt x="1085913" y="31070"/>
                </a:lnTo>
                <a:lnTo>
                  <a:pt x="1085446" y="31226"/>
                </a:lnTo>
                <a:lnTo>
                  <a:pt x="1084983" y="31387"/>
                </a:lnTo>
                <a:lnTo>
                  <a:pt x="1084525" y="31555"/>
                </a:lnTo>
                <a:lnTo>
                  <a:pt x="1084070" y="31728"/>
                </a:lnTo>
                <a:lnTo>
                  <a:pt x="1083620" y="31906"/>
                </a:lnTo>
                <a:lnTo>
                  <a:pt x="1083174" y="32091"/>
                </a:lnTo>
                <a:lnTo>
                  <a:pt x="1082733" y="32281"/>
                </a:lnTo>
                <a:lnTo>
                  <a:pt x="1082295" y="32477"/>
                </a:lnTo>
                <a:lnTo>
                  <a:pt x="1081862" y="32678"/>
                </a:lnTo>
                <a:lnTo>
                  <a:pt x="1081433" y="32886"/>
                </a:lnTo>
                <a:lnTo>
                  <a:pt x="1081008" y="33099"/>
                </a:lnTo>
                <a:lnTo>
                  <a:pt x="1080588" y="33317"/>
                </a:lnTo>
                <a:lnTo>
                  <a:pt x="1080171" y="33542"/>
                </a:lnTo>
                <a:lnTo>
                  <a:pt x="1079759" y="33772"/>
                </a:lnTo>
                <a:lnTo>
                  <a:pt x="1079351" y="34008"/>
                </a:lnTo>
                <a:lnTo>
                  <a:pt x="1078949" y="34250"/>
                </a:lnTo>
                <a:lnTo>
                  <a:pt x="1078552" y="34498"/>
                </a:lnTo>
                <a:lnTo>
                  <a:pt x="1078161" y="34753"/>
                </a:lnTo>
                <a:lnTo>
                  <a:pt x="1077776" y="35015"/>
                </a:lnTo>
                <a:lnTo>
                  <a:pt x="1077397" y="35282"/>
                </a:lnTo>
                <a:lnTo>
                  <a:pt x="1077024" y="35557"/>
                </a:lnTo>
                <a:lnTo>
                  <a:pt x="1076657" y="35838"/>
                </a:lnTo>
                <a:lnTo>
                  <a:pt x="1076296" y="36125"/>
                </a:lnTo>
                <a:lnTo>
                  <a:pt x="1075941" y="36419"/>
                </a:lnTo>
                <a:lnTo>
                  <a:pt x="1075592" y="36719"/>
                </a:lnTo>
                <a:lnTo>
                  <a:pt x="1075249" y="37025"/>
                </a:lnTo>
                <a:lnTo>
                  <a:pt x="1074912" y="37338"/>
                </a:lnTo>
                <a:lnTo>
                  <a:pt x="1074580" y="37658"/>
                </a:lnTo>
                <a:lnTo>
                  <a:pt x="1074255" y="37984"/>
                </a:lnTo>
                <a:lnTo>
                  <a:pt x="1073936" y="38317"/>
                </a:lnTo>
                <a:lnTo>
                  <a:pt x="1073623" y="38656"/>
                </a:lnTo>
                <a:lnTo>
                  <a:pt x="1073315" y="39001"/>
                </a:lnTo>
                <a:lnTo>
                  <a:pt x="1073014" y="39353"/>
                </a:lnTo>
                <a:lnTo>
                  <a:pt x="1072718" y="39711"/>
                </a:lnTo>
                <a:lnTo>
                  <a:pt x="1072429" y="40076"/>
                </a:lnTo>
                <a:lnTo>
                  <a:pt x="1072145" y="40447"/>
                </a:lnTo>
                <a:lnTo>
                  <a:pt x="1071868" y="40825"/>
                </a:lnTo>
                <a:lnTo>
                  <a:pt x="1071596" y="41209"/>
                </a:lnTo>
                <a:lnTo>
                  <a:pt x="1071331" y="41600"/>
                </a:lnTo>
                <a:lnTo>
                  <a:pt x="1071073" y="41998"/>
                </a:lnTo>
                <a:lnTo>
                  <a:pt x="1070824" y="42405"/>
                </a:lnTo>
                <a:lnTo>
                  <a:pt x="1070585" y="42819"/>
                </a:lnTo>
                <a:lnTo>
                  <a:pt x="1070356" y="43243"/>
                </a:lnTo>
                <a:lnTo>
                  <a:pt x="1070136" y="43675"/>
                </a:lnTo>
                <a:lnTo>
                  <a:pt x="1069925" y="44115"/>
                </a:lnTo>
                <a:lnTo>
                  <a:pt x="1069724" y="44564"/>
                </a:lnTo>
                <a:lnTo>
                  <a:pt x="1069532" y="45021"/>
                </a:lnTo>
                <a:lnTo>
                  <a:pt x="1069350" y="45486"/>
                </a:lnTo>
                <a:lnTo>
                  <a:pt x="1069177" y="45961"/>
                </a:lnTo>
                <a:lnTo>
                  <a:pt x="1069014" y="46443"/>
                </a:lnTo>
                <a:lnTo>
                  <a:pt x="1068860" y="46934"/>
                </a:lnTo>
                <a:lnTo>
                  <a:pt x="1068716" y="47434"/>
                </a:lnTo>
                <a:lnTo>
                  <a:pt x="1068581" y="47942"/>
                </a:lnTo>
                <a:lnTo>
                  <a:pt x="1068455" y="48458"/>
                </a:lnTo>
                <a:lnTo>
                  <a:pt x="1068339" y="48983"/>
                </a:lnTo>
                <a:lnTo>
                  <a:pt x="1068232" y="49516"/>
                </a:lnTo>
                <a:lnTo>
                  <a:pt x="1068135" y="50058"/>
                </a:lnTo>
                <a:lnTo>
                  <a:pt x="1068048" y="50609"/>
                </a:lnTo>
                <a:lnTo>
                  <a:pt x="1067969" y="51167"/>
                </a:lnTo>
                <a:lnTo>
                  <a:pt x="1067901" y="51734"/>
                </a:lnTo>
                <a:lnTo>
                  <a:pt x="1067841" y="52310"/>
                </a:lnTo>
                <a:lnTo>
                  <a:pt x="1067791" y="52894"/>
                </a:lnTo>
                <a:lnTo>
                  <a:pt x="1067751" y="53487"/>
                </a:lnTo>
                <a:lnTo>
                  <a:pt x="1088089" y="53487"/>
                </a:lnTo>
                <a:lnTo>
                  <a:pt x="1088141" y="52992"/>
                </a:lnTo>
                <a:lnTo>
                  <a:pt x="1088204" y="52508"/>
                </a:lnTo>
                <a:lnTo>
                  <a:pt x="1088277" y="52037"/>
                </a:lnTo>
                <a:close/>
                <a:moveTo>
                  <a:pt x="1114724" y="76565"/>
                </a:moveTo>
                <a:lnTo>
                  <a:pt x="1114719" y="76722"/>
                </a:lnTo>
                <a:lnTo>
                  <a:pt x="1114714" y="76883"/>
                </a:lnTo>
                <a:lnTo>
                  <a:pt x="1114707" y="77048"/>
                </a:lnTo>
                <a:lnTo>
                  <a:pt x="1114699" y="77217"/>
                </a:lnTo>
                <a:lnTo>
                  <a:pt x="1114690" y="77390"/>
                </a:lnTo>
                <a:lnTo>
                  <a:pt x="1114679" y="77567"/>
                </a:lnTo>
                <a:lnTo>
                  <a:pt x="1114667" y="77748"/>
                </a:lnTo>
                <a:lnTo>
                  <a:pt x="1114654" y="77933"/>
                </a:lnTo>
                <a:lnTo>
                  <a:pt x="1114640" y="78122"/>
                </a:lnTo>
                <a:lnTo>
                  <a:pt x="1114624" y="78315"/>
                </a:lnTo>
                <a:lnTo>
                  <a:pt x="1114607" y="78512"/>
                </a:lnTo>
                <a:lnTo>
                  <a:pt x="1114589" y="78713"/>
                </a:lnTo>
                <a:lnTo>
                  <a:pt x="1114570" y="78917"/>
                </a:lnTo>
                <a:lnTo>
                  <a:pt x="1114550" y="79126"/>
                </a:lnTo>
                <a:lnTo>
                  <a:pt x="1114528" y="79339"/>
                </a:lnTo>
                <a:lnTo>
                  <a:pt x="1114505" y="79556"/>
                </a:lnTo>
                <a:lnTo>
                  <a:pt x="1114481" y="79777"/>
                </a:lnTo>
                <a:lnTo>
                  <a:pt x="1114455" y="80002"/>
                </a:lnTo>
                <a:lnTo>
                  <a:pt x="1114428" y="80231"/>
                </a:lnTo>
                <a:lnTo>
                  <a:pt x="1114400" y="80463"/>
                </a:lnTo>
                <a:lnTo>
                  <a:pt x="1114371" y="80700"/>
                </a:lnTo>
                <a:lnTo>
                  <a:pt x="1114339" y="80939"/>
                </a:lnTo>
                <a:lnTo>
                  <a:pt x="1114303" y="81177"/>
                </a:lnTo>
                <a:lnTo>
                  <a:pt x="1114262" y="81415"/>
                </a:lnTo>
                <a:lnTo>
                  <a:pt x="1114218" y="81653"/>
                </a:lnTo>
                <a:lnTo>
                  <a:pt x="1114169" y="81891"/>
                </a:lnTo>
                <a:lnTo>
                  <a:pt x="1114116" y="82128"/>
                </a:lnTo>
                <a:lnTo>
                  <a:pt x="1114058" y="82365"/>
                </a:lnTo>
                <a:lnTo>
                  <a:pt x="1113997" y="82602"/>
                </a:lnTo>
                <a:lnTo>
                  <a:pt x="1113931" y="82839"/>
                </a:lnTo>
                <a:lnTo>
                  <a:pt x="1113861" y="83075"/>
                </a:lnTo>
                <a:lnTo>
                  <a:pt x="1113787" y="83311"/>
                </a:lnTo>
                <a:lnTo>
                  <a:pt x="1113708" y="83547"/>
                </a:lnTo>
                <a:lnTo>
                  <a:pt x="1113626" y="83783"/>
                </a:lnTo>
                <a:lnTo>
                  <a:pt x="1113539" y="84018"/>
                </a:lnTo>
                <a:lnTo>
                  <a:pt x="1113448" y="84253"/>
                </a:lnTo>
                <a:lnTo>
                  <a:pt x="1113352" y="84488"/>
                </a:lnTo>
                <a:lnTo>
                  <a:pt x="1113253" y="84723"/>
                </a:lnTo>
                <a:lnTo>
                  <a:pt x="1113149" y="84957"/>
                </a:lnTo>
                <a:lnTo>
                  <a:pt x="1113041" y="85191"/>
                </a:lnTo>
                <a:lnTo>
                  <a:pt x="1112928" y="85425"/>
                </a:lnTo>
                <a:lnTo>
                  <a:pt x="1112812" y="85659"/>
                </a:lnTo>
                <a:lnTo>
                  <a:pt x="1112691" y="85892"/>
                </a:lnTo>
                <a:lnTo>
                  <a:pt x="1112566" y="86125"/>
                </a:lnTo>
                <a:lnTo>
                  <a:pt x="1112437" y="86358"/>
                </a:lnTo>
                <a:lnTo>
                  <a:pt x="1112303" y="86590"/>
                </a:lnTo>
                <a:lnTo>
                  <a:pt x="1112162" y="86818"/>
                </a:lnTo>
                <a:lnTo>
                  <a:pt x="1112016" y="87044"/>
                </a:lnTo>
                <a:lnTo>
                  <a:pt x="1111864" y="87267"/>
                </a:lnTo>
                <a:lnTo>
                  <a:pt x="1111706" y="87488"/>
                </a:lnTo>
                <a:lnTo>
                  <a:pt x="1111542" y="87706"/>
                </a:lnTo>
                <a:lnTo>
                  <a:pt x="1111371" y="87921"/>
                </a:lnTo>
                <a:lnTo>
                  <a:pt x="1111195" y="88133"/>
                </a:lnTo>
                <a:lnTo>
                  <a:pt x="1111013" y="88342"/>
                </a:lnTo>
                <a:lnTo>
                  <a:pt x="1110825" y="88549"/>
                </a:lnTo>
                <a:lnTo>
                  <a:pt x="1110631" y="88753"/>
                </a:lnTo>
                <a:lnTo>
                  <a:pt x="1110431" y="88955"/>
                </a:lnTo>
                <a:lnTo>
                  <a:pt x="1110225" y="89153"/>
                </a:lnTo>
                <a:lnTo>
                  <a:pt x="1110013" y="89349"/>
                </a:lnTo>
                <a:lnTo>
                  <a:pt x="1109795" y="89542"/>
                </a:lnTo>
                <a:lnTo>
                  <a:pt x="1109572" y="89733"/>
                </a:lnTo>
                <a:lnTo>
                  <a:pt x="1109342" y="89920"/>
                </a:lnTo>
                <a:lnTo>
                  <a:pt x="1109106" y="90105"/>
                </a:lnTo>
                <a:lnTo>
                  <a:pt x="1108864" y="90287"/>
                </a:lnTo>
                <a:lnTo>
                  <a:pt x="1108616" y="90467"/>
                </a:lnTo>
                <a:lnTo>
                  <a:pt x="1108363" y="90644"/>
                </a:lnTo>
                <a:lnTo>
                  <a:pt x="1108103" y="90818"/>
                </a:lnTo>
                <a:lnTo>
                  <a:pt x="1107837" y="90989"/>
                </a:lnTo>
                <a:lnTo>
                  <a:pt x="1107566" y="91157"/>
                </a:lnTo>
                <a:lnTo>
                  <a:pt x="1107286" y="91321"/>
                </a:lnTo>
                <a:lnTo>
                  <a:pt x="1106998" y="91478"/>
                </a:lnTo>
                <a:lnTo>
                  <a:pt x="1106700" y="91627"/>
                </a:lnTo>
                <a:lnTo>
                  <a:pt x="1106392" y="91770"/>
                </a:lnTo>
                <a:lnTo>
                  <a:pt x="1106075" y="91906"/>
                </a:lnTo>
                <a:lnTo>
                  <a:pt x="1105749" y="92034"/>
                </a:lnTo>
                <a:lnTo>
                  <a:pt x="1105413" y="92156"/>
                </a:lnTo>
                <a:lnTo>
                  <a:pt x="1105068" y="92271"/>
                </a:lnTo>
                <a:lnTo>
                  <a:pt x="1104713" y="92379"/>
                </a:lnTo>
                <a:lnTo>
                  <a:pt x="1104349" y="92480"/>
                </a:lnTo>
                <a:lnTo>
                  <a:pt x="1103975" y="92574"/>
                </a:lnTo>
                <a:lnTo>
                  <a:pt x="1103592" y="92661"/>
                </a:lnTo>
                <a:lnTo>
                  <a:pt x="1103199" y="92741"/>
                </a:lnTo>
                <a:lnTo>
                  <a:pt x="1102797" y="92814"/>
                </a:lnTo>
                <a:lnTo>
                  <a:pt x="1102386" y="92880"/>
                </a:lnTo>
                <a:lnTo>
                  <a:pt x="1101965" y="92939"/>
                </a:lnTo>
                <a:lnTo>
                  <a:pt x="1101535" y="92991"/>
                </a:lnTo>
                <a:lnTo>
                  <a:pt x="1101095" y="93036"/>
                </a:lnTo>
                <a:lnTo>
                  <a:pt x="1100646" y="93075"/>
                </a:lnTo>
                <a:lnTo>
                  <a:pt x="1100187" y="93106"/>
                </a:lnTo>
                <a:lnTo>
                  <a:pt x="1099719" y="93130"/>
                </a:lnTo>
                <a:lnTo>
                  <a:pt x="1099241" y="93148"/>
                </a:lnTo>
                <a:lnTo>
                  <a:pt x="1098754" y="93158"/>
                </a:lnTo>
                <a:lnTo>
                  <a:pt x="1098258" y="93162"/>
                </a:lnTo>
                <a:lnTo>
                  <a:pt x="1098055" y="93161"/>
                </a:lnTo>
                <a:lnTo>
                  <a:pt x="1097853" y="93159"/>
                </a:lnTo>
                <a:lnTo>
                  <a:pt x="1097651" y="93155"/>
                </a:lnTo>
                <a:lnTo>
                  <a:pt x="1097450" y="93150"/>
                </a:lnTo>
                <a:lnTo>
                  <a:pt x="1097249" y="93143"/>
                </a:lnTo>
                <a:lnTo>
                  <a:pt x="1097049" y="93135"/>
                </a:lnTo>
                <a:lnTo>
                  <a:pt x="1096850" y="93125"/>
                </a:lnTo>
                <a:lnTo>
                  <a:pt x="1096650" y="93114"/>
                </a:lnTo>
                <a:lnTo>
                  <a:pt x="1096452" y="93101"/>
                </a:lnTo>
                <a:lnTo>
                  <a:pt x="1096254" y="93087"/>
                </a:lnTo>
                <a:lnTo>
                  <a:pt x="1096056" y="93071"/>
                </a:lnTo>
                <a:lnTo>
                  <a:pt x="1095859" y="93054"/>
                </a:lnTo>
                <a:lnTo>
                  <a:pt x="1095662" y="93035"/>
                </a:lnTo>
                <a:lnTo>
                  <a:pt x="1095466" y="93015"/>
                </a:lnTo>
                <a:lnTo>
                  <a:pt x="1095270" y="92993"/>
                </a:lnTo>
                <a:lnTo>
                  <a:pt x="1095075" y="92970"/>
                </a:lnTo>
                <a:lnTo>
                  <a:pt x="1094880" y="92946"/>
                </a:lnTo>
                <a:lnTo>
                  <a:pt x="1094686" y="92919"/>
                </a:lnTo>
                <a:lnTo>
                  <a:pt x="1094492" y="92892"/>
                </a:lnTo>
                <a:lnTo>
                  <a:pt x="1094299" y="92863"/>
                </a:lnTo>
                <a:lnTo>
                  <a:pt x="1094106" y="92832"/>
                </a:lnTo>
                <a:lnTo>
                  <a:pt x="1093914" y="92800"/>
                </a:lnTo>
                <a:lnTo>
                  <a:pt x="1093722" y="92766"/>
                </a:lnTo>
                <a:lnTo>
                  <a:pt x="1093531" y="92731"/>
                </a:lnTo>
                <a:lnTo>
                  <a:pt x="1093341" y="92694"/>
                </a:lnTo>
                <a:lnTo>
                  <a:pt x="1093153" y="92655"/>
                </a:lnTo>
                <a:lnTo>
                  <a:pt x="1092967" y="92613"/>
                </a:lnTo>
                <a:lnTo>
                  <a:pt x="1092783" y="92570"/>
                </a:lnTo>
                <a:lnTo>
                  <a:pt x="1092601" y="92524"/>
                </a:lnTo>
                <a:lnTo>
                  <a:pt x="1092421" y="92476"/>
                </a:lnTo>
                <a:lnTo>
                  <a:pt x="1092243" y="92425"/>
                </a:lnTo>
                <a:lnTo>
                  <a:pt x="1092067" y="92373"/>
                </a:lnTo>
                <a:lnTo>
                  <a:pt x="1091893" y="92318"/>
                </a:lnTo>
                <a:lnTo>
                  <a:pt x="1091721" y="92261"/>
                </a:lnTo>
                <a:lnTo>
                  <a:pt x="1091551" y="92201"/>
                </a:lnTo>
                <a:lnTo>
                  <a:pt x="1091383" y="92140"/>
                </a:lnTo>
                <a:lnTo>
                  <a:pt x="1091217" y="92076"/>
                </a:lnTo>
                <a:lnTo>
                  <a:pt x="1091053" y="92010"/>
                </a:lnTo>
                <a:lnTo>
                  <a:pt x="1090890" y="91942"/>
                </a:lnTo>
                <a:lnTo>
                  <a:pt x="1090730" y="91871"/>
                </a:lnTo>
                <a:lnTo>
                  <a:pt x="1090572" y="91799"/>
                </a:lnTo>
                <a:lnTo>
                  <a:pt x="1090416" y="91724"/>
                </a:lnTo>
                <a:lnTo>
                  <a:pt x="1090262" y="91647"/>
                </a:lnTo>
                <a:lnTo>
                  <a:pt x="1090109" y="91567"/>
                </a:lnTo>
                <a:lnTo>
                  <a:pt x="1089959" y="91486"/>
                </a:lnTo>
                <a:lnTo>
                  <a:pt x="1089811" y="91402"/>
                </a:lnTo>
                <a:lnTo>
                  <a:pt x="1089665" y="91316"/>
                </a:lnTo>
                <a:lnTo>
                  <a:pt x="1089520" y="91227"/>
                </a:lnTo>
                <a:lnTo>
                  <a:pt x="1089378" y="91136"/>
                </a:lnTo>
                <a:lnTo>
                  <a:pt x="1089239" y="91043"/>
                </a:lnTo>
                <a:lnTo>
                  <a:pt x="1089102" y="90946"/>
                </a:lnTo>
                <a:lnTo>
                  <a:pt x="1088967" y="90847"/>
                </a:lnTo>
                <a:lnTo>
                  <a:pt x="1088836" y="90745"/>
                </a:lnTo>
                <a:lnTo>
                  <a:pt x="1088706" y="90641"/>
                </a:lnTo>
                <a:lnTo>
                  <a:pt x="1088579" y="90533"/>
                </a:lnTo>
                <a:lnTo>
                  <a:pt x="1088454" y="90423"/>
                </a:lnTo>
                <a:lnTo>
                  <a:pt x="1088332" y="90310"/>
                </a:lnTo>
                <a:lnTo>
                  <a:pt x="1088213" y="90195"/>
                </a:lnTo>
                <a:lnTo>
                  <a:pt x="1088096" y="90076"/>
                </a:lnTo>
                <a:lnTo>
                  <a:pt x="1087981" y="89955"/>
                </a:lnTo>
                <a:lnTo>
                  <a:pt x="1087869" y="89832"/>
                </a:lnTo>
                <a:lnTo>
                  <a:pt x="1087759" y="89705"/>
                </a:lnTo>
                <a:lnTo>
                  <a:pt x="1087652" y="89576"/>
                </a:lnTo>
                <a:lnTo>
                  <a:pt x="1087548" y="89444"/>
                </a:lnTo>
                <a:lnTo>
                  <a:pt x="1087445" y="89309"/>
                </a:lnTo>
                <a:lnTo>
                  <a:pt x="1087346" y="89172"/>
                </a:lnTo>
                <a:lnTo>
                  <a:pt x="1087248" y="89032"/>
                </a:lnTo>
                <a:lnTo>
                  <a:pt x="1087154" y="88889"/>
                </a:lnTo>
                <a:lnTo>
                  <a:pt x="1087061" y="88743"/>
                </a:lnTo>
                <a:lnTo>
                  <a:pt x="1086971" y="88595"/>
                </a:lnTo>
                <a:lnTo>
                  <a:pt x="1086884" y="88444"/>
                </a:lnTo>
                <a:lnTo>
                  <a:pt x="1086799" y="88290"/>
                </a:lnTo>
                <a:lnTo>
                  <a:pt x="1086717" y="88133"/>
                </a:lnTo>
                <a:lnTo>
                  <a:pt x="1086639" y="87974"/>
                </a:lnTo>
                <a:lnTo>
                  <a:pt x="1086564" y="87811"/>
                </a:lnTo>
                <a:lnTo>
                  <a:pt x="1086493" y="87646"/>
                </a:lnTo>
                <a:lnTo>
                  <a:pt x="1086425" y="87477"/>
                </a:lnTo>
                <a:lnTo>
                  <a:pt x="1086360" y="87305"/>
                </a:lnTo>
                <a:lnTo>
                  <a:pt x="1086300" y="87131"/>
                </a:lnTo>
                <a:lnTo>
                  <a:pt x="1086242" y="86953"/>
                </a:lnTo>
                <a:lnTo>
                  <a:pt x="1086188" y="86773"/>
                </a:lnTo>
                <a:lnTo>
                  <a:pt x="1086138" y="86589"/>
                </a:lnTo>
                <a:lnTo>
                  <a:pt x="1086091" y="86403"/>
                </a:lnTo>
                <a:lnTo>
                  <a:pt x="1086047" y="86213"/>
                </a:lnTo>
                <a:lnTo>
                  <a:pt x="1086007" y="86021"/>
                </a:lnTo>
                <a:lnTo>
                  <a:pt x="1085970" y="85826"/>
                </a:lnTo>
                <a:lnTo>
                  <a:pt x="1085937" y="85627"/>
                </a:lnTo>
                <a:lnTo>
                  <a:pt x="1085908" y="85426"/>
                </a:lnTo>
                <a:lnTo>
                  <a:pt x="1085882" y="85221"/>
                </a:lnTo>
                <a:lnTo>
                  <a:pt x="1085859" y="85014"/>
                </a:lnTo>
                <a:lnTo>
                  <a:pt x="1085840" y="84804"/>
                </a:lnTo>
                <a:lnTo>
                  <a:pt x="1085824" y="84590"/>
                </a:lnTo>
                <a:lnTo>
                  <a:pt x="1085812" y="84374"/>
                </a:lnTo>
                <a:lnTo>
                  <a:pt x="1085803" y="84155"/>
                </a:lnTo>
                <a:lnTo>
                  <a:pt x="1085798" y="83932"/>
                </a:lnTo>
                <a:lnTo>
                  <a:pt x="1085796" y="83707"/>
                </a:lnTo>
                <a:lnTo>
                  <a:pt x="1085798" y="83470"/>
                </a:lnTo>
                <a:lnTo>
                  <a:pt x="1085803" y="83237"/>
                </a:lnTo>
                <a:lnTo>
                  <a:pt x="1085812" y="83007"/>
                </a:lnTo>
                <a:lnTo>
                  <a:pt x="1085824" y="82780"/>
                </a:lnTo>
                <a:lnTo>
                  <a:pt x="1085840" y="82557"/>
                </a:lnTo>
                <a:lnTo>
                  <a:pt x="1085859" y="82338"/>
                </a:lnTo>
                <a:lnTo>
                  <a:pt x="1085882" y="82121"/>
                </a:lnTo>
                <a:lnTo>
                  <a:pt x="1085908" y="81909"/>
                </a:lnTo>
                <a:lnTo>
                  <a:pt x="1085937" y="81700"/>
                </a:lnTo>
                <a:lnTo>
                  <a:pt x="1085970" y="81494"/>
                </a:lnTo>
                <a:lnTo>
                  <a:pt x="1086007" y="81292"/>
                </a:lnTo>
                <a:lnTo>
                  <a:pt x="1086047" y="81093"/>
                </a:lnTo>
                <a:lnTo>
                  <a:pt x="1086091" y="80898"/>
                </a:lnTo>
                <a:lnTo>
                  <a:pt x="1086138" y="80707"/>
                </a:lnTo>
                <a:lnTo>
                  <a:pt x="1086188" y="80519"/>
                </a:lnTo>
                <a:lnTo>
                  <a:pt x="1086242" y="80334"/>
                </a:lnTo>
                <a:lnTo>
                  <a:pt x="1086300" y="80153"/>
                </a:lnTo>
                <a:lnTo>
                  <a:pt x="1086360" y="79975"/>
                </a:lnTo>
                <a:lnTo>
                  <a:pt x="1086425" y="79801"/>
                </a:lnTo>
                <a:lnTo>
                  <a:pt x="1086493" y="79630"/>
                </a:lnTo>
                <a:lnTo>
                  <a:pt x="1086564" y="79463"/>
                </a:lnTo>
                <a:lnTo>
                  <a:pt x="1086639" y="79299"/>
                </a:lnTo>
                <a:lnTo>
                  <a:pt x="1086717" y="79139"/>
                </a:lnTo>
                <a:lnTo>
                  <a:pt x="1086799" y="78982"/>
                </a:lnTo>
                <a:lnTo>
                  <a:pt x="1086884" y="78828"/>
                </a:lnTo>
                <a:lnTo>
                  <a:pt x="1086971" y="78676"/>
                </a:lnTo>
                <a:lnTo>
                  <a:pt x="1087060" y="78527"/>
                </a:lnTo>
                <a:lnTo>
                  <a:pt x="1087152" y="78380"/>
                </a:lnTo>
                <a:lnTo>
                  <a:pt x="1087245" y="78234"/>
                </a:lnTo>
                <a:lnTo>
                  <a:pt x="1087341" y="78092"/>
                </a:lnTo>
                <a:lnTo>
                  <a:pt x="1087439" y="77951"/>
                </a:lnTo>
                <a:lnTo>
                  <a:pt x="1087539" y="77813"/>
                </a:lnTo>
                <a:lnTo>
                  <a:pt x="1087642" y="77676"/>
                </a:lnTo>
                <a:lnTo>
                  <a:pt x="1087747" y="77543"/>
                </a:lnTo>
                <a:lnTo>
                  <a:pt x="1087854" y="77411"/>
                </a:lnTo>
                <a:lnTo>
                  <a:pt x="1087963" y="77281"/>
                </a:lnTo>
                <a:lnTo>
                  <a:pt x="1088075" y="77154"/>
                </a:lnTo>
                <a:lnTo>
                  <a:pt x="1088188" y="77029"/>
                </a:lnTo>
                <a:lnTo>
                  <a:pt x="1088304" y="76907"/>
                </a:lnTo>
                <a:lnTo>
                  <a:pt x="1088422" y="76786"/>
                </a:lnTo>
                <a:lnTo>
                  <a:pt x="1088543" y="76668"/>
                </a:lnTo>
                <a:lnTo>
                  <a:pt x="1088665" y="76552"/>
                </a:lnTo>
                <a:lnTo>
                  <a:pt x="1088790" y="76438"/>
                </a:lnTo>
                <a:lnTo>
                  <a:pt x="1088917" y="76327"/>
                </a:lnTo>
                <a:lnTo>
                  <a:pt x="1089047" y="76217"/>
                </a:lnTo>
                <a:lnTo>
                  <a:pt x="1089178" y="76110"/>
                </a:lnTo>
                <a:lnTo>
                  <a:pt x="1089312" y="76006"/>
                </a:lnTo>
                <a:lnTo>
                  <a:pt x="1089448" y="75903"/>
                </a:lnTo>
                <a:lnTo>
                  <a:pt x="1089586" y="75802"/>
                </a:lnTo>
                <a:lnTo>
                  <a:pt x="1089727" y="75703"/>
                </a:lnTo>
                <a:lnTo>
                  <a:pt x="1089869" y="75606"/>
                </a:lnTo>
                <a:lnTo>
                  <a:pt x="1090013" y="75511"/>
                </a:lnTo>
                <a:lnTo>
                  <a:pt x="1090160" y="75417"/>
                </a:lnTo>
                <a:lnTo>
                  <a:pt x="1090308" y="75325"/>
                </a:lnTo>
                <a:lnTo>
                  <a:pt x="1090458" y="75235"/>
                </a:lnTo>
                <a:lnTo>
                  <a:pt x="1090610" y="75146"/>
                </a:lnTo>
                <a:lnTo>
                  <a:pt x="1090765" y="75059"/>
                </a:lnTo>
                <a:lnTo>
                  <a:pt x="1090921" y="74974"/>
                </a:lnTo>
                <a:lnTo>
                  <a:pt x="1091079" y="74891"/>
                </a:lnTo>
                <a:lnTo>
                  <a:pt x="1091239" y="74810"/>
                </a:lnTo>
                <a:lnTo>
                  <a:pt x="1091401" y="74730"/>
                </a:lnTo>
                <a:lnTo>
                  <a:pt x="1091565" y="74652"/>
                </a:lnTo>
                <a:lnTo>
                  <a:pt x="1091732" y="74576"/>
                </a:lnTo>
                <a:lnTo>
                  <a:pt x="1091900" y="74501"/>
                </a:lnTo>
                <a:lnTo>
                  <a:pt x="1092070" y="74429"/>
                </a:lnTo>
                <a:lnTo>
                  <a:pt x="1092242" y="74358"/>
                </a:lnTo>
                <a:lnTo>
                  <a:pt x="1092416" y="74289"/>
                </a:lnTo>
                <a:lnTo>
                  <a:pt x="1092592" y="74221"/>
                </a:lnTo>
                <a:lnTo>
                  <a:pt x="1092770" y="74155"/>
                </a:lnTo>
                <a:lnTo>
                  <a:pt x="1092950" y="74091"/>
                </a:lnTo>
                <a:lnTo>
                  <a:pt x="1093132" y="74029"/>
                </a:lnTo>
                <a:lnTo>
                  <a:pt x="1093316" y="73969"/>
                </a:lnTo>
                <a:lnTo>
                  <a:pt x="1093502" y="73910"/>
                </a:lnTo>
                <a:lnTo>
                  <a:pt x="1093687" y="73851"/>
                </a:lnTo>
                <a:lnTo>
                  <a:pt x="1093873" y="73794"/>
                </a:lnTo>
                <a:lnTo>
                  <a:pt x="1094058" y="73738"/>
                </a:lnTo>
                <a:lnTo>
                  <a:pt x="1094245" y="73683"/>
                </a:lnTo>
                <a:lnTo>
                  <a:pt x="1094431" y="73628"/>
                </a:lnTo>
                <a:lnTo>
                  <a:pt x="1094618" y="73575"/>
                </a:lnTo>
                <a:lnTo>
                  <a:pt x="1094804" y="73523"/>
                </a:lnTo>
                <a:lnTo>
                  <a:pt x="1094992" y="73472"/>
                </a:lnTo>
                <a:lnTo>
                  <a:pt x="1095179" y="73421"/>
                </a:lnTo>
                <a:lnTo>
                  <a:pt x="1095366" y="73372"/>
                </a:lnTo>
                <a:lnTo>
                  <a:pt x="1095554" y="73324"/>
                </a:lnTo>
                <a:lnTo>
                  <a:pt x="1095742" y="73276"/>
                </a:lnTo>
                <a:lnTo>
                  <a:pt x="1095931" y="73230"/>
                </a:lnTo>
                <a:lnTo>
                  <a:pt x="1096119" y="73185"/>
                </a:lnTo>
                <a:lnTo>
                  <a:pt x="1096308" y="73140"/>
                </a:lnTo>
                <a:lnTo>
                  <a:pt x="1096497" y="73097"/>
                </a:lnTo>
                <a:lnTo>
                  <a:pt x="1096686" y="73055"/>
                </a:lnTo>
                <a:lnTo>
                  <a:pt x="1096876" y="73013"/>
                </a:lnTo>
                <a:lnTo>
                  <a:pt x="1097066" y="72973"/>
                </a:lnTo>
                <a:lnTo>
                  <a:pt x="1097256" y="72934"/>
                </a:lnTo>
                <a:lnTo>
                  <a:pt x="1097446" y="72895"/>
                </a:lnTo>
                <a:lnTo>
                  <a:pt x="1097636" y="72858"/>
                </a:lnTo>
                <a:lnTo>
                  <a:pt x="1097827" y="72822"/>
                </a:lnTo>
                <a:lnTo>
                  <a:pt x="1098030" y="72786"/>
                </a:lnTo>
                <a:lnTo>
                  <a:pt x="1098233" y="72751"/>
                </a:lnTo>
                <a:lnTo>
                  <a:pt x="1098436" y="72717"/>
                </a:lnTo>
                <a:lnTo>
                  <a:pt x="1098639" y="72683"/>
                </a:lnTo>
                <a:lnTo>
                  <a:pt x="1098842" y="72649"/>
                </a:lnTo>
                <a:lnTo>
                  <a:pt x="1099044" y="72616"/>
                </a:lnTo>
                <a:lnTo>
                  <a:pt x="1099247" y="72584"/>
                </a:lnTo>
                <a:lnTo>
                  <a:pt x="1099450" y="72552"/>
                </a:lnTo>
                <a:lnTo>
                  <a:pt x="1099653" y="72520"/>
                </a:lnTo>
                <a:lnTo>
                  <a:pt x="1099856" y="72489"/>
                </a:lnTo>
                <a:lnTo>
                  <a:pt x="1100059" y="72459"/>
                </a:lnTo>
                <a:lnTo>
                  <a:pt x="1100262" y="72429"/>
                </a:lnTo>
                <a:lnTo>
                  <a:pt x="1100465" y="72399"/>
                </a:lnTo>
                <a:lnTo>
                  <a:pt x="1100668" y="72370"/>
                </a:lnTo>
                <a:lnTo>
                  <a:pt x="1100870" y="72342"/>
                </a:lnTo>
                <a:lnTo>
                  <a:pt x="1101073" y="72314"/>
                </a:lnTo>
                <a:lnTo>
                  <a:pt x="1101276" y="72286"/>
                </a:lnTo>
                <a:lnTo>
                  <a:pt x="1101479" y="72259"/>
                </a:lnTo>
                <a:lnTo>
                  <a:pt x="1101682" y="72232"/>
                </a:lnTo>
                <a:lnTo>
                  <a:pt x="1101885" y="72206"/>
                </a:lnTo>
                <a:lnTo>
                  <a:pt x="1102088" y="72181"/>
                </a:lnTo>
                <a:lnTo>
                  <a:pt x="1102291" y="72156"/>
                </a:lnTo>
                <a:lnTo>
                  <a:pt x="1102493" y="72131"/>
                </a:lnTo>
                <a:lnTo>
                  <a:pt x="1102696" y="72107"/>
                </a:lnTo>
                <a:lnTo>
                  <a:pt x="1102899" y="72083"/>
                </a:lnTo>
                <a:lnTo>
                  <a:pt x="1103101" y="72058"/>
                </a:lnTo>
                <a:lnTo>
                  <a:pt x="1103302" y="72033"/>
                </a:lnTo>
                <a:lnTo>
                  <a:pt x="1103503" y="72007"/>
                </a:lnTo>
                <a:lnTo>
                  <a:pt x="1103702" y="71981"/>
                </a:lnTo>
                <a:lnTo>
                  <a:pt x="1103901" y="71955"/>
                </a:lnTo>
                <a:lnTo>
                  <a:pt x="1104099" y="71928"/>
                </a:lnTo>
                <a:lnTo>
                  <a:pt x="1104297" y="71900"/>
                </a:lnTo>
                <a:lnTo>
                  <a:pt x="1104493" y="71872"/>
                </a:lnTo>
                <a:lnTo>
                  <a:pt x="1104689" y="71844"/>
                </a:lnTo>
                <a:lnTo>
                  <a:pt x="1104884" y="71815"/>
                </a:lnTo>
                <a:lnTo>
                  <a:pt x="1105078" y="71785"/>
                </a:lnTo>
                <a:lnTo>
                  <a:pt x="1105272" y="71755"/>
                </a:lnTo>
                <a:lnTo>
                  <a:pt x="1105465" y="71725"/>
                </a:lnTo>
                <a:lnTo>
                  <a:pt x="1105657" y="71694"/>
                </a:lnTo>
                <a:lnTo>
                  <a:pt x="1105848" y="71662"/>
                </a:lnTo>
                <a:lnTo>
                  <a:pt x="1106039" y="71630"/>
                </a:lnTo>
                <a:lnTo>
                  <a:pt x="1106229" y="71598"/>
                </a:lnTo>
                <a:lnTo>
                  <a:pt x="1106418" y="71565"/>
                </a:lnTo>
                <a:lnTo>
                  <a:pt x="1106606" y="71531"/>
                </a:lnTo>
                <a:lnTo>
                  <a:pt x="1106793" y="71497"/>
                </a:lnTo>
                <a:lnTo>
                  <a:pt x="1106980" y="71463"/>
                </a:lnTo>
                <a:lnTo>
                  <a:pt x="1107166" y="71428"/>
                </a:lnTo>
                <a:lnTo>
                  <a:pt x="1107351" y="71392"/>
                </a:lnTo>
                <a:lnTo>
                  <a:pt x="1107536" y="71356"/>
                </a:lnTo>
                <a:lnTo>
                  <a:pt x="1107719" y="71319"/>
                </a:lnTo>
                <a:lnTo>
                  <a:pt x="1107902" y="71281"/>
                </a:lnTo>
                <a:lnTo>
                  <a:pt x="1108084" y="71243"/>
                </a:lnTo>
                <a:lnTo>
                  <a:pt x="1108264" y="71204"/>
                </a:lnTo>
                <a:lnTo>
                  <a:pt x="1108444" y="71164"/>
                </a:lnTo>
                <a:lnTo>
                  <a:pt x="1108622" y="71123"/>
                </a:lnTo>
                <a:lnTo>
                  <a:pt x="1108800" y="71081"/>
                </a:lnTo>
                <a:lnTo>
                  <a:pt x="1108976" y="71039"/>
                </a:lnTo>
                <a:lnTo>
                  <a:pt x="1109152" y="70996"/>
                </a:lnTo>
                <a:lnTo>
                  <a:pt x="1109327" y="70953"/>
                </a:lnTo>
                <a:lnTo>
                  <a:pt x="1109500" y="70908"/>
                </a:lnTo>
                <a:lnTo>
                  <a:pt x="1109673" y="70863"/>
                </a:lnTo>
                <a:lnTo>
                  <a:pt x="1109844" y="70817"/>
                </a:lnTo>
                <a:lnTo>
                  <a:pt x="1110015" y="70770"/>
                </a:lnTo>
                <a:lnTo>
                  <a:pt x="1110185" y="70723"/>
                </a:lnTo>
                <a:lnTo>
                  <a:pt x="1110353" y="70675"/>
                </a:lnTo>
                <a:lnTo>
                  <a:pt x="1110521" y="70626"/>
                </a:lnTo>
                <a:lnTo>
                  <a:pt x="1110688" y="70576"/>
                </a:lnTo>
                <a:lnTo>
                  <a:pt x="1110853" y="70526"/>
                </a:lnTo>
                <a:lnTo>
                  <a:pt x="1111018" y="70475"/>
                </a:lnTo>
                <a:lnTo>
                  <a:pt x="1111182" y="70423"/>
                </a:lnTo>
                <a:lnTo>
                  <a:pt x="1111344" y="70370"/>
                </a:lnTo>
                <a:lnTo>
                  <a:pt x="1111506" y="70317"/>
                </a:lnTo>
                <a:lnTo>
                  <a:pt x="1111666" y="70262"/>
                </a:lnTo>
                <a:lnTo>
                  <a:pt x="1111824" y="70206"/>
                </a:lnTo>
                <a:lnTo>
                  <a:pt x="1111979" y="70148"/>
                </a:lnTo>
                <a:lnTo>
                  <a:pt x="1112133" y="70088"/>
                </a:lnTo>
                <a:lnTo>
                  <a:pt x="1112284" y="70027"/>
                </a:lnTo>
                <a:lnTo>
                  <a:pt x="1112433" y="69963"/>
                </a:lnTo>
                <a:lnTo>
                  <a:pt x="1112579" y="69898"/>
                </a:lnTo>
                <a:lnTo>
                  <a:pt x="1112724" y="69831"/>
                </a:lnTo>
                <a:lnTo>
                  <a:pt x="1112866" y="69763"/>
                </a:lnTo>
                <a:lnTo>
                  <a:pt x="1113006" y="69692"/>
                </a:lnTo>
                <a:lnTo>
                  <a:pt x="1113143" y="69620"/>
                </a:lnTo>
                <a:lnTo>
                  <a:pt x="1113279" y="69547"/>
                </a:lnTo>
                <a:lnTo>
                  <a:pt x="1113412" y="69471"/>
                </a:lnTo>
                <a:lnTo>
                  <a:pt x="1113543" y="69394"/>
                </a:lnTo>
                <a:lnTo>
                  <a:pt x="1113672" y="69315"/>
                </a:lnTo>
                <a:lnTo>
                  <a:pt x="1113798" y="69234"/>
                </a:lnTo>
                <a:lnTo>
                  <a:pt x="1113922" y="69151"/>
                </a:lnTo>
                <a:lnTo>
                  <a:pt x="1114044" y="69067"/>
                </a:lnTo>
                <a:lnTo>
                  <a:pt x="1114164" y="68981"/>
                </a:lnTo>
                <a:lnTo>
                  <a:pt x="1114282" y="68893"/>
                </a:lnTo>
                <a:lnTo>
                  <a:pt x="1114397" y="68804"/>
                </a:lnTo>
                <a:lnTo>
                  <a:pt x="1114510" y="68713"/>
                </a:lnTo>
                <a:lnTo>
                  <a:pt x="1114621" y="68620"/>
                </a:lnTo>
                <a:lnTo>
                  <a:pt x="1114729" y="68525"/>
                </a:lnTo>
                <a:lnTo>
                  <a:pt x="1114729" y="76117"/>
                </a:lnTo>
                <a:lnTo>
                  <a:pt x="1114729" y="76262"/>
                </a:lnTo>
                <a:lnTo>
                  <a:pt x="1114727" y="76411"/>
                </a:lnTo>
                <a:lnTo>
                  <a:pt x="1114724" y="76565"/>
                </a:lnTo>
                <a:close/>
                <a:moveTo>
                  <a:pt x="1006267" y="70590"/>
                </a:moveTo>
                <a:lnTo>
                  <a:pt x="1006284" y="69882"/>
                </a:lnTo>
                <a:lnTo>
                  <a:pt x="1006291" y="69175"/>
                </a:lnTo>
                <a:lnTo>
                  <a:pt x="1006290" y="68471"/>
                </a:lnTo>
                <a:lnTo>
                  <a:pt x="1006279" y="67770"/>
                </a:lnTo>
                <a:lnTo>
                  <a:pt x="1006260" y="67071"/>
                </a:lnTo>
                <a:lnTo>
                  <a:pt x="1006231" y="66375"/>
                </a:lnTo>
                <a:lnTo>
                  <a:pt x="1006194" y="65681"/>
                </a:lnTo>
                <a:lnTo>
                  <a:pt x="1006148" y="64989"/>
                </a:lnTo>
                <a:lnTo>
                  <a:pt x="1006092" y="64300"/>
                </a:lnTo>
                <a:lnTo>
                  <a:pt x="1006028" y="63614"/>
                </a:lnTo>
                <a:lnTo>
                  <a:pt x="1005955" y="62930"/>
                </a:lnTo>
                <a:lnTo>
                  <a:pt x="1005873" y="62249"/>
                </a:lnTo>
                <a:lnTo>
                  <a:pt x="1005782" y="61570"/>
                </a:lnTo>
                <a:lnTo>
                  <a:pt x="1005682" y="60893"/>
                </a:lnTo>
                <a:lnTo>
                  <a:pt x="1005573" y="60219"/>
                </a:lnTo>
                <a:lnTo>
                  <a:pt x="1005455" y="59548"/>
                </a:lnTo>
                <a:lnTo>
                  <a:pt x="1005328" y="58879"/>
                </a:lnTo>
                <a:lnTo>
                  <a:pt x="1005192" y="58212"/>
                </a:lnTo>
                <a:lnTo>
                  <a:pt x="1005047" y="57548"/>
                </a:lnTo>
                <a:lnTo>
                  <a:pt x="1004893" y="56886"/>
                </a:lnTo>
                <a:lnTo>
                  <a:pt x="1004731" y="56227"/>
                </a:lnTo>
                <a:lnTo>
                  <a:pt x="1004559" y="55573"/>
                </a:lnTo>
                <a:lnTo>
                  <a:pt x="1004379" y="54924"/>
                </a:lnTo>
                <a:lnTo>
                  <a:pt x="1004191" y="54281"/>
                </a:lnTo>
                <a:lnTo>
                  <a:pt x="1003993" y="53644"/>
                </a:lnTo>
                <a:lnTo>
                  <a:pt x="1003787" y="53013"/>
                </a:lnTo>
                <a:lnTo>
                  <a:pt x="1003572" y="52388"/>
                </a:lnTo>
                <a:lnTo>
                  <a:pt x="1003348" y="51769"/>
                </a:lnTo>
                <a:lnTo>
                  <a:pt x="1003116" y="51156"/>
                </a:lnTo>
                <a:lnTo>
                  <a:pt x="1002875" y="50549"/>
                </a:lnTo>
                <a:lnTo>
                  <a:pt x="1002625" y="49948"/>
                </a:lnTo>
                <a:lnTo>
                  <a:pt x="1002367" y="49354"/>
                </a:lnTo>
                <a:lnTo>
                  <a:pt x="1002099" y="48765"/>
                </a:lnTo>
                <a:lnTo>
                  <a:pt x="1001824" y="48182"/>
                </a:lnTo>
                <a:lnTo>
                  <a:pt x="1001539" y="47605"/>
                </a:lnTo>
                <a:lnTo>
                  <a:pt x="1001246" y="47034"/>
                </a:lnTo>
                <a:lnTo>
                  <a:pt x="1000944" y="46469"/>
                </a:lnTo>
                <a:lnTo>
                  <a:pt x="1000633" y="45910"/>
                </a:lnTo>
                <a:lnTo>
                  <a:pt x="1000313" y="45356"/>
                </a:lnTo>
                <a:lnTo>
                  <a:pt x="999985" y="44809"/>
                </a:lnTo>
                <a:lnTo>
                  <a:pt x="999648" y="44268"/>
                </a:lnTo>
                <a:lnTo>
                  <a:pt x="999303" y="43733"/>
                </a:lnTo>
                <a:lnTo>
                  <a:pt x="998948" y="43204"/>
                </a:lnTo>
                <a:lnTo>
                  <a:pt x="998585" y="42681"/>
                </a:lnTo>
                <a:lnTo>
                  <a:pt x="998214" y="42164"/>
                </a:lnTo>
                <a:lnTo>
                  <a:pt x="997833" y="41654"/>
                </a:lnTo>
                <a:lnTo>
                  <a:pt x="997445" y="41153"/>
                </a:lnTo>
                <a:lnTo>
                  <a:pt x="997047" y="40660"/>
                </a:lnTo>
                <a:lnTo>
                  <a:pt x="996640" y="40177"/>
                </a:lnTo>
                <a:lnTo>
                  <a:pt x="996225" y="39701"/>
                </a:lnTo>
                <a:lnTo>
                  <a:pt x="995802" y="39235"/>
                </a:lnTo>
                <a:lnTo>
                  <a:pt x="995369" y="38778"/>
                </a:lnTo>
                <a:lnTo>
                  <a:pt x="994928" y="38329"/>
                </a:lnTo>
                <a:lnTo>
                  <a:pt x="994478" y="37889"/>
                </a:lnTo>
                <a:lnTo>
                  <a:pt x="994019" y="37457"/>
                </a:lnTo>
                <a:lnTo>
                  <a:pt x="993552" y="37035"/>
                </a:lnTo>
                <a:lnTo>
                  <a:pt x="993076" y="36621"/>
                </a:lnTo>
                <a:lnTo>
                  <a:pt x="992591" y="36215"/>
                </a:lnTo>
                <a:lnTo>
                  <a:pt x="992097" y="35819"/>
                </a:lnTo>
                <a:lnTo>
                  <a:pt x="991595" y="35431"/>
                </a:lnTo>
                <a:lnTo>
                  <a:pt x="991084" y="35052"/>
                </a:lnTo>
                <a:lnTo>
                  <a:pt x="990565" y="34682"/>
                </a:lnTo>
                <a:lnTo>
                  <a:pt x="990036" y="34320"/>
                </a:lnTo>
                <a:lnTo>
                  <a:pt x="989499" y="33967"/>
                </a:lnTo>
                <a:lnTo>
                  <a:pt x="988953" y="33623"/>
                </a:lnTo>
                <a:lnTo>
                  <a:pt x="988399" y="33288"/>
                </a:lnTo>
                <a:lnTo>
                  <a:pt x="987836" y="32961"/>
                </a:lnTo>
                <a:lnTo>
                  <a:pt x="987264" y="32643"/>
                </a:lnTo>
                <a:lnTo>
                  <a:pt x="986683" y="32334"/>
                </a:lnTo>
                <a:lnTo>
                  <a:pt x="986094" y="32035"/>
                </a:lnTo>
                <a:lnTo>
                  <a:pt x="985497" y="31749"/>
                </a:lnTo>
                <a:lnTo>
                  <a:pt x="984891" y="31476"/>
                </a:lnTo>
                <a:lnTo>
                  <a:pt x="984277" y="31215"/>
                </a:lnTo>
                <a:lnTo>
                  <a:pt x="983654" y="30967"/>
                </a:lnTo>
                <a:lnTo>
                  <a:pt x="983022" y="30732"/>
                </a:lnTo>
                <a:lnTo>
                  <a:pt x="982383" y="30510"/>
                </a:lnTo>
                <a:lnTo>
                  <a:pt x="981734" y="30300"/>
                </a:lnTo>
                <a:lnTo>
                  <a:pt x="981078" y="30103"/>
                </a:lnTo>
                <a:lnTo>
                  <a:pt x="980413" y="29919"/>
                </a:lnTo>
                <a:lnTo>
                  <a:pt x="979739" y="29747"/>
                </a:lnTo>
                <a:lnTo>
                  <a:pt x="979057" y="29588"/>
                </a:lnTo>
                <a:lnTo>
                  <a:pt x="978367" y="29442"/>
                </a:lnTo>
                <a:lnTo>
                  <a:pt x="977668" y="29309"/>
                </a:lnTo>
                <a:lnTo>
                  <a:pt x="976960" y="29188"/>
                </a:lnTo>
                <a:lnTo>
                  <a:pt x="976245" y="29080"/>
                </a:lnTo>
                <a:lnTo>
                  <a:pt x="975520" y="28985"/>
                </a:lnTo>
                <a:lnTo>
                  <a:pt x="974788" y="28902"/>
                </a:lnTo>
                <a:lnTo>
                  <a:pt x="974046" y="28832"/>
                </a:lnTo>
                <a:lnTo>
                  <a:pt x="973297" y="28775"/>
                </a:lnTo>
                <a:lnTo>
                  <a:pt x="972539" y="28730"/>
                </a:lnTo>
                <a:lnTo>
                  <a:pt x="971772" y="28699"/>
                </a:lnTo>
                <a:lnTo>
                  <a:pt x="970997" y="28680"/>
                </a:lnTo>
                <a:lnTo>
                  <a:pt x="970214" y="28673"/>
                </a:lnTo>
                <a:lnTo>
                  <a:pt x="969512" y="28678"/>
                </a:lnTo>
                <a:lnTo>
                  <a:pt x="968816" y="28694"/>
                </a:lnTo>
                <a:lnTo>
                  <a:pt x="968124" y="28720"/>
                </a:lnTo>
                <a:lnTo>
                  <a:pt x="967438" y="28757"/>
                </a:lnTo>
                <a:lnTo>
                  <a:pt x="966758" y="28804"/>
                </a:lnTo>
                <a:lnTo>
                  <a:pt x="966082" y="28862"/>
                </a:lnTo>
                <a:lnTo>
                  <a:pt x="965412" y="28930"/>
                </a:lnTo>
                <a:lnTo>
                  <a:pt x="964747" y="29008"/>
                </a:lnTo>
                <a:lnTo>
                  <a:pt x="964087" y="29097"/>
                </a:lnTo>
                <a:lnTo>
                  <a:pt x="963433" y="29196"/>
                </a:lnTo>
                <a:lnTo>
                  <a:pt x="962783" y="29306"/>
                </a:lnTo>
                <a:lnTo>
                  <a:pt x="962139" y="29427"/>
                </a:lnTo>
                <a:lnTo>
                  <a:pt x="961500" y="29557"/>
                </a:lnTo>
                <a:lnTo>
                  <a:pt x="960866" y="29699"/>
                </a:lnTo>
                <a:lnTo>
                  <a:pt x="960238" y="29850"/>
                </a:lnTo>
                <a:lnTo>
                  <a:pt x="959615" y="30013"/>
                </a:lnTo>
                <a:lnTo>
                  <a:pt x="958997" y="30185"/>
                </a:lnTo>
                <a:lnTo>
                  <a:pt x="958384" y="30368"/>
                </a:lnTo>
                <a:lnTo>
                  <a:pt x="957776" y="30562"/>
                </a:lnTo>
                <a:lnTo>
                  <a:pt x="957174" y="30766"/>
                </a:lnTo>
                <a:lnTo>
                  <a:pt x="956577" y="30981"/>
                </a:lnTo>
                <a:lnTo>
                  <a:pt x="955985" y="31206"/>
                </a:lnTo>
                <a:lnTo>
                  <a:pt x="955399" y="31441"/>
                </a:lnTo>
                <a:lnTo>
                  <a:pt x="954817" y="31687"/>
                </a:lnTo>
                <a:lnTo>
                  <a:pt x="954242" y="31942"/>
                </a:lnTo>
                <a:lnTo>
                  <a:pt x="953673" y="32204"/>
                </a:lnTo>
                <a:lnTo>
                  <a:pt x="953111" y="32475"/>
                </a:lnTo>
                <a:lnTo>
                  <a:pt x="952556" y="32753"/>
                </a:lnTo>
                <a:lnTo>
                  <a:pt x="952007" y="33038"/>
                </a:lnTo>
                <a:lnTo>
                  <a:pt x="951465" y="33332"/>
                </a:lnTo>
                <a:lnTo>
                  <a:pt x="950930" y="33633"/>
                </a:lnTo>
                <a:lnTo>
                  <a:pt x="950402" y="33942"/>
                </a:lnTo>
                <a:lnTo>
                  <a:pt x="949880" y="34258"/>
                </a:lnTo>
                <a:lnTo>
                  <a:pt x="949365" y="34583"/>
                </a:lnTo>
                <a:lnTo>
                  <a:pt x="948856" y="34915"/>
                </a:lnTo>
                <a:lnTo>
                  <a:pt x="948355" y="35255"/>
                </a:lnTo>
                <a:lnTo>
                  <a:pt x="947860" y="35602"/>
                </a:lnTo>
                <a:lnTo>
                  <a:pt x="947372" y="35957"/>
                </a:lnTo>
                <a:lnTo>
                  <a:pt x="946890" y="36320"/>
                </a:lnTo>
                <a:lnTo>
                  <a:pt x="946415" y="36691"/>
                </a:lnTo>
                <a:lnTo>
                  <a:pt x="945947" y="37070"/>
                </a:lnTo>
                <a:lnTo>
                  <a:pt x="945486" y="37456"/>
                </a:lnTo>
                <a:lnTo>
                  <a:pt x="945031" y="37850"/>
                </a:lnTo>
                <a:lnTo>
                  <a:pt x="944583" y="38251"/>
                </a:lnTo>
                <a:lnTo>
                  <a:pt x="944142" y="38660"/>
                </a:lnTo>
                <a:lnTo>
                  <a:pt x="943707" y="39078"/>
                </a:lnTo>
                <a:lnTo>
                  <a:pt x="943280" y="39502"/>
                </a:lnTo>
                <a:lnTo>
                  <a:pt x="942858" y="39935"/>
                </a:lnTo>
                <a:lnTo>
                  <a:pt x="942445" y="40375"/>
                </a:lnTo>
                <a:lnTo>
                  <a:pt x="942039" y="40821"/>
                </a:lnTo>
                <a:lnTo>
                  <a:pt x="941641" y="41274"/>
                </a:lnTo>
                <a:lnTo>
                  <a:pt x="941251" y="41734"/>
                </a:lnTo>
                <a:lnTo>
                  <a:pt x="940869" y="42201"/>
                </a:lnTo>
                <a:lnTo>
                  <a:pt x="940495" y="42674"/>
                </a:lnTo>
                <a:lnTo>
                  <a:pt x="940129" y="43154"/>
                </a:lnTo>
                <a:lnTo>
                  <a:pt x="939771" y="43641"/>
                </a:lnTo>
                <a:lnTo>
                  <a:pt x="939421" y="44135"/>
                </a:lnTo>
                <a:lnTo>
                  <a:pt x="939079" y="44635"/>
                </a:lnTo>
                <a:lnTo>
                  <a:pt x="938744" y="45142"/>
                </a:lnTo>
                <a:lnTo>
                  <a:pt x="938418" y="45656"/>
                </a:lnTo>
                <a:lnTo>
                  <a:pt x="938100" y="46176"/>
                </a:lnTo>
                <a:lnTo>
                  <a:pt x="937789" y="46703"/>
                </a:lnTo>
                <a:lnTo>
                  <a:pt x="937487" y="47237"/>
                </a:lnTo>
                <a:lnTo>
                  <a:pt x="937193" y="47778"/>
                </a:lnTo>
                <a:lnTo>
                  <a:pt x="936906" y="48326"/>
                </a:lnTo>
                <a:lnTo>
                  <a:pt x="936628" y="48880"/>
                </a:lnTo>
                <a:lnTo>
                  <a:pt x="936357" y="49441"/>
                </a:lnTo>
                <a:lnTo>
                  <a:pt x="936095" y="50008"/>
                </a:lnTo>
                <a:lnTo>
                  <a:pt x="935840" y="50583"/>
                </a:lnTo>
                <a:lnTo>
                  <a:pt x="935593" y="51164"/>
                </a:lnTo>
                <a:lnTo>
                  <a:pt x="935355" y="51751"/>
                </a:lnTo>
                <a:lnTo>
                  <a:pt x="935124" y="52346"/>
                </a:lnTo>
                <a:lnTo>
                  <a:pt x="934902" y="52946"/>
                </a:lnTo>
                <a:lnTo>
                  <a:pt x="934689" y="53549"/>
                </a:lnTo>
                <a:lnTo>
                  <a:pt x="934486" y="54157"/>
                </a:lnTo>
                <a:lnTo>
                  <a:pt x="934293" y="54769"/>
                </a:lnTo>
                <a:lnTo>
                  <a:pt x="934108" y="55384"/>
                </a:lnTo>
                <a:lnTo>
                  <a:pt x="933934" y="56004"/>
                </a:lnTo>
                <a:lnTo>
                  <a:pt x="933768" y="56628"/>
                </a:lnTo>
                <a:lnTo>
                  <a:pt x="933612" y="57255"/>
                </a:lnTo>
                <a:lnTo>
                  <a:pt x="933466" y="57887"/>
                </a:lnTo>
                <a:lnTo>
                  <a:pt x="933329" y="58523"/>
                </a:lnTo>
                <a:lnTo>
                  <a:pt x="933201" y="59162"/>
                </a:lnTo>
                <a:lnTo>
                  <a:pt x="933083" y="59806"/>
                </a:lnTo>
                <a:lnTo>
                  <a:pt x="932975" y="60454"/>
                </a:lnTo>
                <a:lnTo>
                  <a:pt x="932876" y="61105"/>
                </a:lnTo>
                <a:lnTo>
                  <a:pt x="932786" y="61761"/>
                </a:lnTo>
                <a:lnTo>
                  <a:pt x="932705" y="62420"/>
                </a:lnTo>
                <a:lnTo>
                  <a:pt x="932635" y="63084"/>
                </a:lnTo>
                <a:lnTo>
                  <a:pt x="932573" y="63752"/>
                </a:lnTo>
                <a:lnTo>
                  <a:pt x="932521" y="64423"/>
                </a:lnTo>
                <a:lnTo>
                  <a:pt x="932479" y="65099"/>
                </a:lnTo>
                <a:lnTo>
                  <a:pt x="932446" y="65778"/>
                </a:lnTo>
                <a:lnTo>
                  <a:pt x="932422" y="66462"/>
                </a:lnTo>
                <a:lnTo>
                  <a:pt x="932408" y="67149"/>
                </a:lnTo>
                <a:lnTo>
                  <a:pt x="932403" y="67841"/>
                </a:lnTo>
                <a:lnTo>
                  <a:pt x="932408" y="68556"/>
                </a:lnTo>
                <a:lnTo>
                  <a:pt x="932422" y="69265"/>
                </a:lnTo>
                <a:lnTo>
                  <a:pt x="932445" y="69970"/>
                </a:lnTo>
                <a:lnTo>
                  <a:pt x="932477" y="70670"/>
                </a:lnTo>
                <a:lnTo>
                  <a:pt x="932518" y="71365"/>
                </a:lnTo>
                <a:lnTo>
                  <a:pt x="932569" y="72055"/>
                </a:lnTo>
                <a:lnTo>
                  <a:pt x="932629" y="72739"/>
                </a:lnTo>
                <a:lnTo>
                  <a:pt x="932697" y="73419"/>
                </a:lnTo>
                <a:lnTo>
                  <a:pt x="932776" y="74094"/>
                </a:lnTo>
                <a:lnTo>
                  <a:pt x="932863" y="74764"/>
                </a:lnTo>
                <a:lnTo>
                  <a:pt x="932960" y="75429"/>
                </a:lnTo>
                <a:lnTo>
                  <a:pt x="933065" y="76089"/>
                </a:lnTo>
                <a:lnTo>
                  <a:pt x="933180" y="76744"/>
                </a:lnTo>
                <a:lnTo>
                  <a:pt x="933304" y="77394"/>
                </a:lnTo>
                <a:lnTo>
                  <a:pt x="933438" y="78040"/>
                </a:lnTo>
                <a:lnTo>
                  <a:pt x="933580" y="78680"/>
                </a:lnTo>
                <a:lnTo>
                  <a:pt x="933732" y="79315"/>
                </a:lnTo>
                <a:lnTo>
                  <a:pt x="933893" y="79945"/>
                </a:lnTo>
                <a:lnTo>
                  <a:pt x="934063" y="80570"/>
                </a:lnTo>
                <a:lnTo>
                  <a:pt x="934243" y="81191"/>
                </a:lnTo>
                <a:lnTo>
                  <a:pt x="934431" y="81806"/>
                </a:lnTo>
                <a:lnTo>
                  <a:pt x="934629" y="82416"/>
                </a:lnTo>
                <a:lnTo>
                  <a:pt x="934836" y="83022"/>
                </a:lnTo>
                <a:lnTo>
                  <a:pt x="935052" y="83622"/>
                </a:lnTo>
                <a:lnTo>
                  <a:pt x="935277" y="84216"/>
                </a:lnTo>
                <a:lnTo>
                  <a:pt x="935509" y="84804"/>
                </a:lnTo>
                <a:lnTo>
                  <a:pt x="935749" y="85384"/>
                </a:lnTo>
                <a:lnTo>
                  <a:pt x="935997" y="85957"/>
                </a:lnTo>
                <a:lnTo>
                  <a:pt x="936253" y="86524"/>
                </a:lnTo>
                <a:lnTo>
                  <a:pt x="936516" y="87083"/>
                </a:lnTo>
                <a:lnTo>
                  <a:pt x="936787" y="87635"/>
                </a:lnTo>
                <a:lnTo>
                  <a:pt x="937066" y="88181"/>
                </a:lnTo>
                <a:lnTo>
                  <a:pt x="937352" y="88719"/>
                </a:lnTo>
                <a:lnTo>
                  <a:pt x="937646" y="89251"/>
                </a:lnTo>
                <a:lnTo>
                  <a:pt x="937948" y="89776"/>
                </a:lnTo>
                <a:lnTo>
                  <a:pt x="938257" y="90293"/>
                </a:lnTo>
                <a:lnTo>
                  <a:pt x="938575" y="90804"/>
                </a:lnTo>
                <a:lnTo>
                  <a:pt x="938900" y="91307"/>
                </a:lnTo>
                <a:lnTo>
                  <a:pt x="939232" y="91804"/>
                </a:lnTo>
                <a:lnTo>
                  <a:pt x="939572" y="92294"/>
                </a:lnTo>
                <a:lnTo>
                  <a:pt x="939920" y="92777"/>
                </a:lnTo>
                <a:lnTo>
                  <a:pt x="940276" y="93252"/>
                </a:lnTo>
                <a:lnTo>
                  <a:pt x="940640" y="93721"/>
                </a:lnTo>
                <a:lnTo>
                  <a:pt x="941011" y="94183"/>
                </a:lnTo>
                <a:lnTo>
                  <a:pt x="941389" y="94638"/>
                </a:lnTo>
                <a:lnTo>
                  <a:pt x="941776" y="95086"/>
                </a:lnTo>
                <a:lnTo>
                  <a:pt x="942170" y="95527"/>
                </a:lnTo>
                <a:lnTo>
                  <a:pt x="942572" y="95961"/>
                </a:lnTo>
                <a:lnTo>
                  <a:pt x="942982" y="96387"/>
                </a:lnTo>
                <a:lnTo>
                  <a:pt x="943399" y="96805"/>
                </a:lnTo>
                <a:lnTo>
                  <a:pt x="943823" y="97215"/>
                </a:lnTo>
                <a:lnTo>
                  <a:pt x="944255" y="97617"/>
                </a:lnTo>
                <a:lnTo>
                  <a:pt x="944694" y="98010"/>
                </a:lnTo>
                <a:lnTo>
                  <a:pt x="945141" y="98395"/>
                </a:lnTo>
                <a:lnTo>
                  <a:pt x="945595" y="98772"/>
                </a:lnTo>
                <a:lnTo>
                  <a:pt x="946057" y="99141"/>
                </a:lnTo>
                <a:lnTo>
                  <a:pt x="946526" y="99501"/>
                </a:lnTo>
                <a:lnTo>
                  <a:pt x="947003" y="99854"/>
                </a:lnTo>
                <a:lnTo>
                  <a:pt x="947487" y="100198"/>
                </a:lnTo>
                <a:lnTo>
                  <a:pt x="947978" y="100534"/>
                </a:lnTo>
                <a:lnTo>
                  <a:pt x="948477" y="100861"/>
                </a:lnTo>
                <a:lnTo>
                  <a:pt x="948984" y="101181"/>
                </a:lnTo>
                <a:lnTo>
                  <a:pt x="949498" y="101492"/>
                </a:lnTo>
                <a:lnTo>
                  <a:pt x="950019" y="101795"/>
                </a:lnTo>
                <a:lnTo>
                  <a:pt x="950548" y="102090"/>
                </a:lnTo>
                <a:lnTo>
                  <a:pt x="951084" y="102376"/>
                </a:lnTo>
                <a:lnTo>
                  <a:pt x="951628" y="102654"/>
                </a:lnTo>
                <a:lnTo>
                  <a:pt x="952179" y="102924"/>
                </a:lnTo>
                <a:lnTo>
                  <a:pt x="952738" y="103186"/>
                </a:lnTo>
                <a:lnTo>
                  <a:pt x="953304" y="103440"/>
                </a:lnTo>
                <a:lnTo>
                  <a:pt x="953878" y="103685"/>
                </a:lnTo>
                <a:lnTo>
                  <a:pt x="954459" y="103923"/>
                </a:lnTo>
                <a:lnTo>
                  <a:pt x="955047" y="104151"/>
                </a:lnTo>
                <a:lnTo>
                  <a:pt x="955640" y="104370"/>
                </a:lnTo>
                <a:lnTo>
                  <a:pt x="956240" y="104578"/>
                </a:lnTo>
                <a:lnTo>
                  <a:pt x="956846" y="104777"/>
                </a:lnTo>
                <a:lnTo>
                  <a:pt x="957457" y="104967"/>
                </a:lnTo>
                <a:lnTo>
                  <a:pt x="958075" y="105147"/>
                </a:lnTo>
                <a:lnTo>
                  <a:pt x="958699" y="105317"/>
                </a:lnTo>
                <a:lnTo>
                  <a:pt x="959328" y="105477"/>
                </a:lnTo>
                <a:lnTo>
                  <a:pt x="959964" y="105627"/>
                </a:lnTo>
                <a:lnTo>
                  <a:pt x="960605" y="105768"/>
                </a:lnTo>
                <a:lnTo>
                  <a:pt x="961253" y="105899"/>
                </a:lnTo>
                <a:lnTo>
                  <a:pt x="961906" y="106021"/>
                </a:lnTo>
                <a:lnTo>
                  <a:pt x="962566" y="106132"/>
                </a:lnTo>
                <a:lnTo>
                  <a:pt x="963231" y="106234"/>
                </a:lnTo>
                <a:lnTo>
                  <a:pt x="963903" y="106327"/>
                </a:lnTo>
                <a:lnTo>
                  <a:pt x="964580" y="106409"/>
                </a:lnTo>
                <a:lnTo>
                  <a:pt x="965263" y="106482"/>
                </a:lnTo>
                <a:lnTo>
                  <a:pt x="965952" y="106545"/>
                </a:lnTo>
                <a:lnTo>
                  <a:pt x="966648" y="106599"/>
                </a:lnTo>
                <a:lnTo>
                  <a:pt x="967349" y="106642"/>
                </a:lnTo>
                <a:lnTo>
                  <a:pt x="968056" y="106676"/>
                </a:lnTo>
                <a:lnTo>
                  <a:pt x="968769" y="106701"/>
                </a:lnTo>
                <a:lnTo>
                  <a:pt x="969489" y="106715"/>
                </a:lnTo>
                <a:lnTo>
                  <a:pt x="970214" y="106720"/>
                </a:lnTo>
                <a:lnTo>
                  <a:pt x="971258" y="106710"/>
                </a:lnTo>
                <a:lnTo>
                  <a:pt x="972288" y="106680"/>
                </a:lnTo>
                <a:lnTo>
                  <a:pt x="973306" y="106631"/>
                </a:lnTo>
                <a:lnTo>
                  <a:pt x="974311" y="106561"/>
                </a:lnTo>
                <a:lnTo>
                  <a:pt x="975304" y="106472"/>
                </a:lnTo>
                <a:lnTo>
                  <a:pt x="976283" y="106362"/>
                </a:lnTo>
                <a:lnTo>
                  <a:pt x="977249" y="106233"/>
                </a:lnTo>
                <a:lnTo>
                  <a:pt x="978202" y="106084"/>
                </a:lnTo>
                <a:lnTo>
                  <a:pt x="979143" y="105915"/>
                </a:lnTo>
                <a:lnTo>
                  <a:pt x="980070" y="105726"/>
                </a:lnTo>
                <a:lnTo>
                  <a:pt x="980985" y="105518"/>
                </a:lnTo>
                <a:lnTo>
                  <a:pt x="981886" y="105289"/>
                </a:lnTo>
                <a:lnTo>
                  <a:pt x="982775" y="105041"/>
                </a:lnTo>
                <a:lnTo>
                  <a:pt x="983651" y="104772"/>
                </a:lnTo>
                <a:lnTo>
                  <a:pt x="984513" y="104484"/>
                </a:lnTo>
                <a:lnTo>
                  <a:pt x="985363" y="104176"/>
                </a:lnTo>
                <a:lnTo>
                  <a:pt x="986200" y="103848"/>
                </a:lnTo>
                <a:lnTo>
                  <a:pt x="987024" y="103500"/>
                </a:lnTo>
                <a:lnTo>
                  <a:pt x="987835" y="103133"/>
                </a:lnTo>
                <a:lnTo>
                  <a:pt x="988633" y="102745"/>
                </a:lnTo>
                <a:lnTo>
                  <a:pt x="989419" y="102338"/>
                </a:lnTo>
                <a:lnTo>
                  <a:pt x="990191" y="101911"/>
                </a:lnTo>
                <a:lnTo>
                  <a:pt x="990950" y="101463"/>
                </a:lnTo>
                <a:lnTo>
                  <a:pt x="991697" y="100996"/>
                </a:lnTo>
                <a:lnTo>
                  <a:pt x="992429" y="100506"/>
                </a:lnTo>
                <a:lnTo>
                  <a:pt x="993145" y="99990"/>
                </a:lnTo>
                <a:lnTo>
                  <a:pt x="993846" y="99447"/>
                </a:lnTo>
                <a:lnTo>
                  <a:pt x="994530" y="98878"/>
                </a:lnTo>
                <a:lnTo>
                  <a:pt x="995198" y="98282"/>
                </a:lnTo>
                <a:lnTo>
                  <a:pt x="995851" y="97660"/>
                </a:lnTo>
                <a:lnTo>
                  <a:pt x="996488" y="97012"/>
                </a:lnTo>
                <a:lnTo>
                  <a:pt x="997108" y="96338"/>
                </a:lnTo>
                <a:lnTo>
                  <a:pt x="997713" y="95637"/>
                </a:lnTo>
                <a:lnTo>
                  <a:pt x="998302" y="94910"/>
                </a:lnTo>
                <a:lnTo>
                  <a:pt x="998875" y="94156"/>
                </a:lnTo>
                <a:lnTo>
                  <a:pt x="999432" y="93376"/>
                </a:lnTo>
                <a:lnTo>
                  <a:pt x="999973" y="92570"/>
                </a:lnTo>
                <a:lnTo>
                  <a:pt x="1000498" y="91737"/>
                </a:lnTo>
                <a:lnTo>
                  <a:pt x="1001008" y="90879"/>
                </a:lnTo>
                <a:lnTo>
                  <a:pt x="1001501" y="89993"/>
                </a:lnTo>
                <a:lnTo>
                  <a:pt x="1001979" y="89082"/>
                </a:lnTo>
                <a:lnTo>
                  <a:pt x="1002440" y="88144"/>
                </a:lnTo>
                <a:lnTo>
                  <a:pt x="1002886" y="87180"/>
                </a:lnTo>
                <a:lnTo>
                  <a:pt x="1003315" y="86189"/>
                </a:lnTo>
                <a:lnTo>
                  <a:pt x="1003729" y="85172"/>
                </a:lnTo>
                <a:lnTo>
                  <a:pt x="1004127" y="84129"/>
                </a:lnTo>
                <a:lnTo>
                  <a:pt x="1004509" y="83059"/>
                </a:lnTo>
                <a:lnTo>
                  <a:pt x="1004875" y="81963"/>
                </a:lnTo>
                <a:lnTo>
                  <a:pt x="986972" y="81963"/>
                </a:lnTo>
                <a:lnTo>
                  <a:pt x="986882" y="82247"/>
                </a:lnTo>
                <a:lnTo>
                  <a:pt x="986781" y="82529"/>
                </a:lnTo>
                <a:lnTo>
                  <a:pt x="986667" y="82810"/>
                </a:lnTo>
                <a:lnTo>
                  <a:pt x="986542" y="83089"/>
                </a:lnTo>
                <a:lnTo>
                  <a:pt x="986405" y="83368"/>
                </a:lnTo>
                <a:lnTo>
                  <a:pt x="986255" y="83645"/>
                </a:lnTo>
                <a:lnTo>
                  <a:pt x="986094" y="83921"/>
                </a:lnTo>
                <a:lnTo>
                  <a:pt x="985921" y="84195"/>
                </a:lnTo>
                <a:lnTo>
                  <a:pt x="985736" y="84469"/>
                </a:lnTo>
                <a:lnTo>
                  <a:pt x="985539" y="84741"/>
                </a:lnTo>
                <a:lnTo>
                  <a:pt x="985330" y="85012"/>
                </a:lnTo>
                <a:lnTo>
                  <a:pt x="985109" y="85282"/>
                </a:lnTo>
                <a:lnTo>
                  <a:pt x="984876" y="85550"/>
                </a:lnTo>
                <a:lnTo>
                  <a:pt x="984632" y="85818"/>
                </a:lnTo>
                <a:lnTo>
                  <a:pt x="984375" y="86084"/>
                </a:lnTo>
                <a:lnTo>
                  <a:pt x="984106" y="86349"/>
                </a:lnTo>
                <a:lnTo>
                  <a:pt x="983826" y="86612"/>
                </a:lnTo>
                <a:lnTo>
                  <a:pt x="983533" y="86875"/>
                </a:lnTo>
                <a:lnTo>
                  <a:pt x="983229" y="87136"/>
                </a:lnTo>
                <a:lnTo>
                  <a:pt x="982913" y="87396"/>
                </a:lnTo>
                <a:lnTo>
                  <a:pt x="982584" y="87655"/>
                </a:lnTo>
                <a:lnTo>
                  <a:pt x="982244" y="87912"/>
                </a:lnTo>
                <a:lnTo>
                  <a:pt x="981892" y="88168"/>
                </a:lnTo>
                <a:lnTo>
                  <a:pt x="981528" y="88423"/>
                </a:lnTo>
                <a:lnTo>
                  <a:pt x="981155" y="88672"/>
                </a:lnTo>
                <a:lnTo>
                  <a:pt x="980776" y="88911"/>
                </a:lnTo>
                <a:lnTo>
                  <a:pt x="980391" y="89139"/>
                </a:lnTo>
                <a:lnTo>
                  <a:pt x="980000" y="89356"/>
                </a:lnTo>
                <a:lnTo>
                  <a:pt x="979604" y="89562"/>
                </a:lnTo>
                <a:lnTo>
                  <a:pt x="979201" y="89758"/>
                </a:lnTo>
                <a:lnTo>
                  <a:pt x="978792" y="89944"/>
                </a:lnTo>
                <a:lnTo>
                  <a:pt x="978378" y="90118"/>
                </a:lnTo>
                <a:lnTo>
                  <a:pt x="977957" y="90283"/>
                </a:lnTo>
                <a:lnTo>
                  <a:pt x="977530" y="90436"/>
                </a:lnTo>
                <a:lnTo>
                  <a:pt x="977098" y="90579"/>
                </a:lnTo>
                <a:lnTo>
                  <a:pt x="976659" y="90712"/>
                </a:lnTo>
                <a:lnTo>
                  <a:pt x="976215" y="90833"/>
                </a:lnTo>
                <a:lnTo>
                  <a:pt x="975764" y="90945"/>
                </a:lnTo>
                <a:lnTo>
                  <a:pt x="975308" y="91045"/>
                </a:lnTo>
                <a:lnTo>
                  <a:pt x="974845" y="91135"/>
                </a:lnTo>
                <a:lnTo>
                  <a:pt x="974377" y="91215"/>
                </a:lnTo>
                <a:lnTo>
                  <a:pt x="973902" y="91284"/>
                </a:lnTo>
                <a:lnTo>
                  <a:pt x="973422" y="91342"/>
                </a:lnTo>
                <a:lnTo>
                  <a:pt x="972936" y="91390"/>
                </a:lnTo>
                <a:lnTo>
                  <a:pt x="972443" y="91427"/>
                </a:lnTo>
                <a:lnTo>
                  <a:pt x="971945" y="91453"/>
                </a:lnTo>
                <a:lnTo>
                  <a:pt x="971441" y="91469"/>
                </a:lnTo>
                <a:lnTo>
                  <a:pt x="970931" y="91474"/>
                </a:lnTo>
                <a:lnTo>
                  <a:pt x="970221" y="91467"/>
                </a:lnTo>
                <a:lnTo>
                  <a:pt x="969526" y="91444"/>
                </a:lnTo>
                <a:lnTo>
                  <a:pt x="968845" y="91405"/>
                </a:lnTo>
                <a:lnTo>
                  <a:pt x="968177" y="91351"/>
                </a:lnTo>
                <a:lnTo>
                  <a:pt x="967524" y="91282"/>
                </a:lnTo>
                <a:lnTo>
                  <a:pt x="966884" y="91197"/>
                </a:lnTo>
                <a:lnTo>
                  <a:pt x="966259" y="91097"/>
                </a:lnTo>
                <a:lnTo>
                  <a:pt x="965647" y="90982"/>
                </a:lnTo>
                <a:lnTo>
                  <a:pt x="965049" y="90851"/>
                </a:lnTo>
                <a:lnTo>
                  <a:pt x="964465" y="90705"/>
                </a:lnTo>
                <a:lnTo>
                  <a:pt x="963895" y="90543"/>
                </a:lnTo>
                <a:lnTo>
                  <a:pt x="963339" y="90366"/>
                </a:lnTo>
                <a:lnTo>
                  <a:pt x="962797" y="90173"/>
                </a:lnTo>
                <a:lnTo>
                  <a:pt x="962269" y="89965"/>
                </a:lnTo>
                <a:lnTo>
                  <a:pt x="961755" y="89742"/>
                </a:lnTo>
                <a:lnTo>
                  <a:pt x="961254" y="89504"/>
                </a:lnTo>
                <a:lnTo>
                  <a:pt x="960768" y="89250"/>
                </a:lnTo>
                <a:lnTo>
                  <a:pt x="960295" y="88980"/>
                </a:lnTo>
                <a:lnTo>
                  <a:pt x="959837" y="88695"/>
                </a:lnTo>
                <a:lnTo>
                  <a:pt x="959392" y="88395"/>
                </a:lnTo>
                <a:lnTo>
                  <a:pt x="958961" y="88079"/>
                </a:lnTo>
                <a:lnTo>
                  <a:pt x="958544" y="87748"/>
                </a:lnTo>
                <a:lnTo>
                  <a:pt x="958141" y="87402"/>
                </a:lnTo>
                <a:lnTo>
                  <a:pt x="957752" y="87040"/>
                </a:lnTo>
                <a:lnTo>
                  <a:pt x="957378" y="86661"/>
                </a:lnTo>
                <a:lnTo>
                  <a:pt x="957017" y="86263"/>
                </a:lnTo>
                <a:lnTo>
                  <a:pt x="956671" y="85846"/>
                </a:lnTo>
                <a:lnTo>
                  <a:pt x="956340" y="85410"/>
                </a:lnTo>
                <a:lnTo>
                  <a:pt x="956023" y="84956"/>
                </a:lnTo>
                <a:lnTo>
                  <a:pt x="955720" y="84482"/>
                </a:lnTo>
                <a:lnTo>
                  <a:pt x="955432" y="83990"/>
                </a:lnTo>
                <a:lnTo>
                  <a:pt x="955159" y="83479"/>
                </a:lnTo>
                <a:lnTo>
                  <a:pt x="954899" y="82948"/>
                </a:lnTo>
                <a:lnTo>
                  <a:pt x="954654" y="82399"/>
                </a:lnTo>
                <a:lnTo>
                  <a:pt x="954424" y="81832"/>
                </a:lnTo>
                <a:lnTo>
                  <a:pt x="954208" y="81245"/>
                </a:lnTo>
                <a:lnTo>
                  <a:pt x="954006" y="80639"/>
                </a:lnTo>
                <a:lnTo>
                  <a:pt x="953819" y="80015"/>
                </a:lnTo>
                <a:lnTo>
                  <a:pt x="953647" y="79371"/>
                </a:lnTo>
                <a:lnTo>
                  <a:pt x="953488" y="78709"/>
                </a:lnTo>
                <a:lnTo>
                  <a:pt x="953344" y="78028"/>
                </a:lnTo>
                <a:lnTo>
                  <a:pt x="953215" y="77328"/>
                </a:lnTo>
                <a:lnTo>
                  <a:pt x="953100" y="76609"/>
                </a:lnTo>
                <a:lnTo>
                  <a:pt x="952999" y="75871"/>
                </a:lnTo>
                <a:lnTo>
                  <a:pt x="952913" y="75115"/>
                </a:lnTo>
                <a:lnTo>
                  <a:pt x="952841" y="74339"/>
                </a:lnTo>
                <a:lnTo>
                  <a:pt x="952784" y="73545"/>
                </a:lnTo>
                <a:lnTo>
                  <a:pt x="952741" y="72732"/>
                </a:lnTo>
                <a:lnTo>
                  <a:pt x="1006164" y="72732"/>
                </a:lnTo>
                <a:lnTo>
                  <a:pt x="1006208" y="72016"/>
                </a:lnTo>
                <a:lnTo>
                  <a:pt x="1006242" y="71302"/>
                </a:lnTo>
                <a:lnTo>
                  <a:pt x="1006267" y="70590"/>
                </a:lnTo>
                <a:close/>
                <a:moveTo>
                  <a:pt x="952787" y="59316"/>
                </a:moveTo>
                <a:lnTo>
                  <a:pt x="952806" y="59130"/>
                </a:lnTo>
                <a:lnTo>
                  <a:pt x="952828" y="58941"/>
                </a:lnTo>
                <a:lnTo>
                  <a:pt x="952852" y="58751"/>
                </a:lnTo>
                <a:lnTo>
                  <a:pt x="952879" y="58558"/>
                </a:lnTo>
                <a:lnTo>
                  <a:pt x="952907" y="58364"/>
                </a:lnTo>
                <a:lnTo>
                  <a:pt x="952938" y="58167"/>
                </a:lnTo>
                <a:lnTo>
                  <a:pt x="952971" y="57968"/>
                </a:lnTo>
                <a:lnTo>
                  <a:pt x="953007" y="57768"/>
                </a:lnTo>
                <a:lnTo>
                  <a:pt x="953044" y="57565"/>
                </a:lnTo>
                <a:lnTo>
                  <a:pt x="953084" y="57361"/>
                </a:lnTo>
                <a:lnTo>
                  <a:pt x="953126" y="57154"/>
                </a:lnTo>
                <a:lnTo>
                  <a:pt x="953170" y="56946"/>
                </a:lnTo>
                <a:lnTo>
                  <a:pt x="953217" y="56735"/>
                </a:lnTo>
                <a:lnTo>
                  <a:pt x="953266" y="56523"/>
                </a:lnTo>
                <a:lnTo>
                  <a:pt x="953317" y="56308"/>
                </a:lnTo>
                <a:lnTo>
                  <a:pt x="953370" y="56092"/>
                </a:lnTo>
                <a:lnTo>
                  <a:pt x="953425" y="55873"/>
                </a:lnTo>
                <a:lnTo>
                  <a:pt x="953483" y="55653"/>
                </a:lnTo>
                <a:lnTo>
                  <a:pt x="953543" y="55430"/>
                </a:lnTo>
                <a:lnTo>
                  <a:pt x="953605" y="55206"/>
                </a:lnTo>
                <a:lnTo>
                  <a:pt x="953670" y="54979"/>
                </a:lnTo>
                <a:lnTo>
                  <a:pt x="953738" y="54752"/>
                </a:lnTo>
                <a:lnTo>
                  <a:pt x="953809" y="54526"/>
                </a:lnTo>
                <a:lnTo>
                  <a:pt x="953885" y="54301"/>
                </a:lnTo>
                <a:lnTo>
                  <a:pt x="953965" y="54077"/>
                </a:lnTo>
                <a:lnTo>
                  <a:pt x="954048" y="53854"/>
                </a:lnTo>
                <a:lnTo>
                  <a:pt x="954136" y="53632"/>
                </a:lnTo>
                <a:lnTo>
                  <a:pt x="954227" y="53411"/>
                </a:lnTo>
                <a:lnTo>
                  <a:pt x="954323" y="53191"/>
                </a:lnTo>
                <a:lnTo>
                  <a:pt x="954423" y="52971"/>
                </a:lnTo>
                <a:lnTo>
                  <a:pt x="954526" y="52753"/>
                </a:lnTo>
                <a:lnTo>
                  <a:pt x="954634" y="52536"/>
                </a:lnTo>
                <a:lnTo>
                  <a:pt x="954745" y="52320"/>
                </a:lnTo>
                <a:lnTo>
                  <a:pt x="954861" y="52105"/>
                </a:lnTo>
                <a:lnTo>
                  <a:pt x="954980" y="51891"/>
                </a:lnTo>
                <a:lnTo>
                  <a:pt x="955103" y="51678"/>
                </a:lnTo>
                <a:lnTo>
                  <a:pt x="955231" y="51466"/>
                </a:lnTo>
                <a:lnTo>
                  <a:pt x="955362" y="51255"/>
                </a:lnTo>
                <a:lnTo>
                  <a:pt x="955497" y="51045"/>
                </a:lnTo>
                <a:lnTo>
                  <a:pt x="955637" y="50836"/>
                </a:lnTo>
                <a:lnTo>
                  <a:pt x="955780" y="50628"/>
                </a:lnTo>
                <a:lnTo>
                  <a:pt x="955927" y="50421"/>
                </a:lnTo>
                <a:lnTo>
                  <a:pt x="956079" y="50215"/>
                </a:lnTo>
                <a:lnTo>
                  <a:pt x="956234" y="50010"/>
                </a:lnTo>
                <a:lnTo>
                  <a:pt x="956393" y="49806"/>
                </a:lnTo>
                <a:lnTo>
                  <a:pt x="956556" y="49604"/>
                </a:lnTo>
                <a:lnTo>
                  <a:pt x="956724" y="49405"/>
                </a:lnTo>
                <a:lnTo>
                  <a:pt x="956897" y="49208"/>
                </a:lnTo>
                <a:lnTo>
                  <a:pt x="957073" y="49014"/>
                </a:lnTo>
                <a:lnTo>
                  <a:pt x="957255" y="48823"/>
                </a:lnTo>
                <a:lnTo>
                  <a:pt x="957440" y="48634"/>
                </a:lnTo>
                <a:lnTo>
                  <a:pt x="957631" y="48449"/>
                </a:lnTo>
                <a:lnTo>
                  <a:pt x="957825" y="48266"/>
                </a:lnTo>
                <a:lnTo>
                  <a:pt x="958025" y="48085"/>
                </a:lnTo>
                <a:lnTo>
                  <a:pt x="958228" y="47908"/>
                </a:lnTo>
                <a:lnTo>
                  <a:pt x="958436" y="47733"/>
                </a:lnTo>
                <a:lnTo>
                  <a:pt x="958649" y="47561"/>
                </a:lnTo>
                <a:lnTo>
                  <a:pt x="958866" y="47392"/>
                </a:lnTo>
                <a:lnTo>
                  <a:pt x="959087" y="47225"/>
                </a:lnTo>
                <a:lnTo>
                  <a:pt x="959313" y="47061"/>
                </a:lnTo>
                <a:lnTo>
                  <a:pt x="959544" y="46900"/>
                </a:lnTo>
                <a:lnTo>
                  <a:pt x="959779" y="46742"/>
                </a:lnTo>
                <a:lnTo>
                  <a:pt x="960018" y="46586"/>
                </a:lnTo>
                <a:lnTo>
                  <a:pt x="960262" y="46434"/>
                </a:lnTo>
                <a:lnTo>
                  <a:pt x="960510" y="46284"/>
                </a:lnTo>
                <a:lnTo>
                  <a:pt x="960763" y="46136"/>
                </a:lnTo>
                <a:lnTo>
                  <a:pt x="961020" y="45992"/>
                </a:lnTo>
                <a:lnTo>
                  <a:pt x="961282" y="45850"/>
                </a:lnTo>
                <a:lnTo>
                  <a:pt x="961548" y="45711"/>
                </a:lnTo>
                <a:lnTo>
                  <a:pt x="961820" y="45576"/>
                </a:lnTo>
                <a:lnTo>
                  <a:pt x="962097" y="45447"/>
                </a:lnTo>
                <a:lnTo>
                  <a:pt x="962380" y="45324"/>
                </a:lnTo>
                <a:lnTo>
                  <a:pt x="962669" y="45206"/>
                </a:lnTo>
                <a:lnTo>
                  <a:pt x="962963" y="45094"/>
                </a:lnTo>
                <a:lnTo>
                  <a:pt x="963263" y="44988"/>
                </a:lnTo>
                <a:lnTo>
                  <a:pt x="963569" y="44888"/>
                </a:lnTo>
                <a:lnTo>
                  <a:pt x="963880" y="44793"/>
                </a:lnTo>
                <a:lnTo>
                  <a:pt x="964197" y="44704"/>
                </a:lnTo>
                <a:lnTo>
                  <a:pt x="964520" y="44621"/>
                </a:lnTo>
                <a:lnTo>
                  <a:pt x="964849" y="44544"/>
                </a:lnTo>
                <a:lnTo>
                  <a:pt x="965183" y="44472"/>
                </a:lnTo>
                <a:lnTo>
                  <a:pt x="965523" y="44406"/>
                </a:lnTo>
                <a:lnTo>
                  <a:pt x="965869" y="44346"/>
                </a:lnTo>
                <a:lnTo>
                  <a:pt x="966221" y="44291"/>
                </a:lnTo>
                <a:lnTo>
                  <a:pt x="966578" y="44242"/>
                </a:lnTo>
                <a:lnTo>
                  <a:pt x="966941" y="44199"/>
                </a:lnTo>
                <a:lnTo>
                  <a:pt x="967309" y="44162"/>
                </a:lnTo>
                <a:lnTo>
                  <a:pt x="967684" y="44130"/>
                </a:lnTo>
                <a:lnTo>
                  <a:pt x="968064" y="44105"/>
                </a:lnTo>
                <a:lnTo>
                  <a:pt x="968450" y="44085"/>
                </a:lnTo>
                <a:lnTo>
                  <a:pt x="968841" y="44070"/>
                </a:lnTo>
                <a:lnTo>
                  <a:pt x="969238" y="44062"/>
                </a:lnTo>
                <a:lnTo>
                  <a:pt x="969641" y="44059"/>
                </a:lnTo>
                <a:lnTo>
                  <a:pt x="970255" y="44066"/>
                </a:lnTo>
                <a:lnTo>
                  <a:pt x="970856" y="44087"/>
                </a:lnTo>
                <a:lnTo>
                  <a:pt x="971444" y="44122"/>
                </a:lnTo>
                <a:lnTo>
                  <a:pt x="972018" y="44171"/>
                </a:lnTo>
                <a:lnTo>
                  <a:pt x="972580" y="44233"/>
                </a:lnTo>
                <a:lnTo>
                  <a:pt x="973128" y="44310"/>
                </a:lnTo>
                <a:lnTo>
                  <a:pt x="973663" y="44401"/>
                </a:lnTo>
                <a:lnTo>
                  <a:pt x="974185" y="44506"/>
                </a:lnTo>
                <a:lnTo>
                  <a:pt x="974693" y="44625"/>
                </a:lnTo>
                <a:lnTo>
                  <a:pt x="975189" y="44757"/>
                </a:lnTo>
                <a:lnTo>
                  <a:pt x="975671" y="44904"/>
                </a:lnTo>
                <a:lnTo>
                  <a:pt x="976140" y="45065"/>
                </a:lnTo>
                <a:lnTo>
                  <a:pt x="976596" y="45239"/>
                </a:lnTo>
                <a:lnTo>
                  <a:pt x="977039" y="45428"/>
                </a:lnTo>
                <a:lnTo>
                  <a:pt x="977468" y="45630"/>
                </a:lnTo>
                <a:lnTo>
                  <a:pt x="977885" y="45847"/>
                </a:lnTo>
                <a:lnTo>
                  <a:pt x="978288" y="46077"/>
                </a:lnTo>
                <a:lnTo>
                  <a:pt x="978678" y="46322"/>
                </a:lnTo>
                <a:lnTo>
                  <a:pt x="979055" y="46580"/>
                </a:lnTo>
                <a:lnTo>
                  <a:pt x="979418" y="46853"/>
                </a:lnTo>
                <a:lnTo>
                  <a:pt x="979769" y="47139"/>
                </a:lnTo>
                <a:lnTo>
                  <a:pt x="980106" y="47440"/>
                </a:lnTo>
                <a:lnTo>
                  <a:pt x="980430" y="47754"/>
                </a:lnTo>
                <a:lnTo>
                  <a:pt x="980741" y="48082"/>
                </a:lnTo>
                <a:lnTo>
                  <a:pt x="981042" y="48424"/>
                </a:lnTo>
                <a:lnTo>
                  <a:pt x="981334" y="48779"/>
                </a:lnTo>
                <a:lnTo>
                  <a:pt x="981619" y="49146"/>
                </a:lnTo>
                <a:lnTo>
                  <a:pt x="981897" y="49527"/>
                </a:lnTo>
                <a:lnTo>
                  <a:pt x="982166" y="49921"/>
                </a:lnTo>
                <a:lnTo>
                  <a:pt x="982428" y="50327"/>
                </a:lnTo>
                <a:lnTo>
                  <a:pt x="982682" y="50747"/>
                </a:lnTo>
                <a:lnTo>
                  <a:pt x="982929" y="51179"/>
                </a:lnTo>
                <a:lnTo>
                  <a:pt x="983168" y="51625"/>
                </a:lnTo>
                <a:lnTo>
                  <a:pt x="983399" y="52083"/>
                </a:lnTo>
                <a:lnTo>
                  <a:pt x="983622" y="52555"/>
                </a:lnTo>
                <a:lnTo>
                  <a:pt x="983838" y="53039"/>
                </a:lnTo>
                <a:lnTo>
                  <a:pt x="984046" y="53537"/>
                </a:lnTo>
                <a:lnTo>
                  <a:pt x="984246" y="54047"/>
                </a:lnTo>
                <a:lnTo>
                  <a:pt x="984439" y="54570"/>
                </a:lnTo>
                <a:lnTo>
                  <a:pt x="984623" y="55107"/>
                </a:lnTo>
                <a:lnTo>
                  <a:pt x="984800" y="55656"/>
                </a:lnTo>
                <a:lnTo>
                  <a:pt x="984970" y="56218"/>
                </a:lnTo>
                <a:lnTo>
                  <a:pt x="985132" y="56793"/>
                </a:lnTo>
                <a:lnTo>
                  <a:pt x="985286" y="57382"/>
                </a:lnTo>
                <a:lnTo>
                  <a:pt x="985432" y="57983"/>
                </a:lnTo>
                <a:lnTo>
                  <a:pt x="985570" y="58597"/>
                </a:lnTo>
                <a:lnTo>
                  <a:pt x="985701" y="59224"/>
                </a:lnTo>
                <a:lnTo>
                  <a:pt x="985824" y="59864"/>
                </a:lnTo>
                <a:lnTo>
                  <a:pt x="952741" y="59864"/>
                </a:lnTo>
                <a:lnTo>
                  <a:pt x="952754" y="59683"/>
                </a:lnTo>
                <a:lnTo>
                  <a:pt x="952769" y="59501"/>
                </a:lnTo>
                <a:lnTo>
                  <a:pt x="952787" y="59316"/>
                </a:lnTo>
                <a:close/>
                <a:moveTo>
                  <a:pt x="899603" y="104762"/>
                </a:moveTo>
                <a:lnTo>
                  <a:pt x="919941" y="104762"/>
                </a:lnTo>
                <a:lnTo>
                  <a:pt x="919941" y="30714"/>
                </a:lnTo>
                <a:lnTo>
                  <a:pt x="899603" y="30714"/>
                </a:lnTo>
                <a:lnTo>
                  <a:pt x="899603" y="104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560AF-7937-4B1D-A3A5-1B893E71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909" y="2118903"/>
            <a:ext cx="1339080" cy="180711"/>
          </a:xfrm>
          <a:custGeom xmlns:a="http://schemas.openxmlformats.org/drawingml/2006/main">
            <a:pathLst>
              <a:path w="1339080" h="180711" fill="none">
                <a:moveTo>
                  <a:pt x="0" y="0"/>
                </a:moveTo>
                <a:lnTo>
                  <a:pt x="1339080" y="0"/>
                </a:lnTo>
                <a:lnTo>
                  <a:pt x="1339080" y="180711"/>
                </a:lnTo>
                <a:lnTo>
                  <a:pt x="0" y="1807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957" cap="rnd">
            <a:solidFill>
              <a:srgbClr val="000000"/>
            </a:solidFill>
            <a:round/>
          </a:ln>
        </p:spPr>
      </p:sp>
      <p:sp>
        <p:nvSpPr>
          <p:cNvPr id="194" name="Text IPv4orIPv6">
            <a:extLst xmlns:a="http://schemas.openxmlformats.org/drawingml/2006/main">
              <a:ext uri="{FF2B5EF4-FFF2-40B4-BE49-F238E27FC236}">
                <a16:creationId xmlns:a16="http://schemas.microsoft.com/office/drawing/2014/main" id="{3DBD3C80-6490-4089-BCBC-3783C59B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3412" y="2155523"/>
            <a:ext cx="782756" cy="107627"/>
          </a:xfrm>
          <a:custGeom xmlns:a="http://schemas.openxmlformats.org/drawingml/2006/main">
            <a:pathLst>
              <a:path w="782756" h="107627">
                <a:moveTo>
                  <a:pt x="0" y="0"/>
                </a:moveTo>
                <a:lnTo>
                  <a:pt x="0" y="106031"/>
                </a:lnTo>
                <a:lnTo>
                  <a:pt x="14111" y="106031"/>
                </a:lnTo>
                <a:lnTo>
                  <a:pt x="14111" y="0"/>
                </a:lnTo>
                <a:lnTo>
                  <a:pt x="0" y="0"/>
                </a:lnTo>
                <a:close/>
                <a:moveTo>
                  <a:pt x="51986" y="50767"/>
                </a:moveTo>
                <a:lnTo>
                  <a:pt x="51986" y="11894"/>
                </a:lnTo>
                <a:lnTo>
                  <a:pt x="79614" y="11894"/>
                </a:lnTo>
                <a:cubicBezTo>
                  <a:pt x="87634" y="11894"/>
                  <a:pt x="93500" y="13551"/>
                  <a:pt x="97212" y="16864"/>
                </a:cubicBezTo>
                <a:cubicBezTo>
                  <a:pt x="100926" y="20178"/>
                  <a:pt x="102783" y="25000"/>
                  <a:pt x="102783" y="31331"/>
                </a:cubicBezTo>
                <a:cubicBezTo>
                  <a:pt x="102783" y="37661"/>
                  <a:pt x="100926" y="42509"/>
                  <a:pt x="97212" y="45872"/>
                </a:cubicBezTo>
                <a:cubicBezTo>
                  <a:pt x="93500" y="49234"/>
                  <a:pt x="87634" y="50865"/>
                  <a:pt x="79614" y="50767"/>
                </a:cubicBezTo>
                <a:lnTo>
                  <a:pt x="51986" y="50767"/>
                </a:lnTo>
                <a:moveTo>
                  <a:pt x="37876" y="0"/>
                </a:moveTo>
                <a:lnTo>
                  <a:pt x="37876" y="106031"/>
                </a:lnTo>
                <a:lnTo>
                  <a:pt x="51986" y="106031"/>
                </a:lnTo>
                <a:lnTo>
                  <a:pt x="51986" y="62661"/>
                </a:lnTo>
                <a:lnTo>
                  <a:pt x="84366" y="62661"/>
                </a:lnTo>
                <a:cubicBezTo>
                  <a:pt x="95061" y="62761"/>
                  <a:pt x="103155" y="60039"/>
                  <a:pt x="108651" y="54496"/>
                </a:cubicBezTo>
                <a:cubicBezTo>
                  <a:pt x="114146" y="48952"/>
                  <a:pt x="116894" y="41230"/>
                  <a:pt x="116894" y="31331"/>
                </a:cubicBezTo>
                <a:cubicBezTo>
                  <a:pt x="116894" y="21431"/>
                  <a:pt x="114146" y="13734"/>
                  <a:pt x="108651" y="8241"/>
                </a:cubicBezTo>
                <a:cubicBezTo>
                  <a:pt x="103155" y="2747"/>
                  <a:pt x="95061" y="0"/>
                  <a:pt x="84366" y="0"/>
                </a:cubicBezTo>
                <a:lnTo>
                  <a:pt x="37876" y="0"/>
                </a:lnTo>
                <a:close/>
                <a:moveTo>
                  <a:pt x="166652" y="106031"/>
                </a:moveTo>
                <a:lnTo>
                  <a:pt x="194723" y="29300"/>
                </a:lnTo>
                <a:lnTo>
                  <a:pt x="181505" y="29300"/>
                </a:lnTo>
                <a:lnTo>
                  <a:pt x="160562" y="93267"/>
                </a:lnTo>
                <a:lnTo>
                  <a:pt x="160265" y="93267"/>
                </a:lnTo>
                <a:lnTo>
                  <a:pt x="138727" y="29300"/>
                </a:lnTo>
                <a:lnTo>
                  <a:pt x="124619" y="29300"/>
                </a:lnTo>
                <a:lnTo>
                  <a:pt x="153135" y="106031"/>
                </a:lnTo>
                <a:lnTo>
                  <a:pt x="166652" y="106031"/>
                </a:lnTo>
                <a:close/>
                <a:moveTo>
                  <a:pt x="247156" y="70204"/>
                </a:moveTo>
                <a:lnTo>
                  <a:pt x="211804" y="70204"/>
                </a:lnTo>
                <a:lnTo>
                  <a:pt x="246859" y="18698"/>
                </a:lnTo>
                <a:lnTo>
                  <a:pt x="247156" y="18698"/>
                </a:lnTo>
                <a:lnTo>
                  <a:pt x="247156" y="70204"/>
                </a:lnTo>
                <a:moveTo>
                  <a:pt x="259038" y="70204"/>
                </a:moveTo>
                <a:lnTo>
                  <a:pt x="259038" y="725"/>
                </a:lnTo>
                <a:lnTo>
                  <a:pt x="248937" y="725"/>
                </a:lnTo>
                <a:lnTo>
                  <a:pt x="200962" y="69193"/>
                </a:lnTo>
                <a:lnTo>
                  <a:pt x="200962" y="81373"/>
                </a:lnTo>
                <a:lnTo>
                  <a:pt x="247156" y="81373"/>
                </a:lnTo>
                <a:lnTo>
                  <a:pt x="247156" y="106031"/>
                </a:lnTo>
                <a:lnTo>
                  <a:pt x="259038" y="106031"/>
                </a:lnTo>
                <a:lnTo>
                  <a:pt x="259038" y="81373"/>
                </a:lnTo>
                <a:lnTo>
                  <a:pt x="273296" y="81373"/>
                </a:lnTo>
                <a:lnTo>
                  <a:pt x="273296" y="70204"/>
                </a:lnTo>
                <a:lnTo>
                  <a:pt x="259038" y="70204"/>
                </a:lnTo>
                <a:close/>
                <a:moveTo>
                  <a:pt x="339394" y="67668"/>
                </a:moveTo>
                <a:cubicBezTo>
                  <a:pt x="339394" y="63017"/>
                  <a:pt x="340013" y="58887"/>
                  <a:pt x="341250" y="55277"/>
                </a:cubicBezTo>
                <a:cubicBezTo>
                  <a:pt x="342488" y="51666"/>
                  <a:pt x="344196" y="48624"/>
                  <a:pt x="346374" y="46151"/>
                </a:cubicBezTo>
                <a:cubicBezTo>
                  <a:pt x="348553" y="43677"/>
                  <a:pt x="351103" y="41798"/>
                  <a:pt x="354023" y="40512"/>
                </a:cubicBezTo>
                <a:cubicBezTo>
                  <a:pt x="356944" y="39226"/>
                  <a:pt x="360039" y="38583"/>
                  <a:pt x="363307" y="38583"/>
                </a:cubicBezTo>
                <a:cubicBezTo>
                  <a:pt x="366575" y="38583"/>
                  <a:pt x="369669" y="39226"/>
                  <a:pt x="372590" y="40512"/>
                </a:cubicBezTo>
                <a:cubicBezTo>
                  <a:pt x="375510" y="41798"/>
                  <a:pt x="378060" y="43677"/>
                  <a:pt x="380239" y="46151"/>
                </a:cubicBezTo>
                <a:cubicBezTo>
                  <a:pt x="382418" y="48624"/>
                  <a:pt x="384126" y="51666"/>
                  <a:pt x="385363" y="55277"/>
                </a:cubicBezTo>
                <a:cubicBezTo>
                  <a:pt x="386601" y="58887"/>
                  <a:pt x="387219" y="63017"/>
                  <a:pt x="387219" y="67668"/>
                </a:cubicBezTo>
                <a:cubicBezTo>
                  <a:pt x="387219" y="72317"/>
                  <a:pt x="386601" y="76447"/>
                  <a:pt x="385363" y="80058"/>
                </a:cubicBezTo>
                <a:cubicBezTo>
                  <a:pt x="384126" y="83669"/>
                  <a:pt x="382418" y="86687"/>
                  <a:pt x="380239" y="89110"/>
                </a:cubicBezTo>
                <a:cubicBezTo>
                  <a:pt x="378060" y="91534"/>
                  <a:pt x="375510" y="93388"/>
                  <a:pt x="372590" y="94674"/>
                </a:cubicBezTo>
                <a:cubicBezTo>
                  <a:pt x="369669" y="95960"/>
                  <a:pt x="366575" y="96603"/>
                  <a:pt x="363307" y="96603"/>
                </a:cubicBezTo>
                <a:cubicBezTo>
                  <a:pt x="360039" y="96603"/>
                  <a:pt x="356944" y="95960"/>
                  <a:pt x="354023" y="94674"/>
                </a:cubicBezTo>
                <a:cubicBezTo>
                  <a:pt x="351103" y="93388"/>
                  <a:pt x="348553" y="91534"/>
                  <a:pt x="346374" y="89110"/>
                </a:cubicBezTo>
                <a:cubicBezTo>
                  <a:pt x="344196" y="86687"/>
                  <a:pt x="342488" y="83669"/>
                  <a:pt x="341250" y="80058"/>
                </a:cubicBezTo>
                <a:cubicBezTo>
                  <a:pt x="340013" y="76447"/>
                  <a:pt x="339394" y="72317"/>
                  <a:pt x="339394" y="67668"/>
                </a:cubicBezTo>
                <a:moveTo>
                  <a:pt x="326024" y="67670"/>
                </a:moveTo>
                <a:cubicBezTo>
                  <a:pt x="326024" y="73313"/>
                  <a:pt x="326816" y="78562"/>
                  <a:pt x="328400" y="83415"/>
                </a:cubicBezTo>
                <a:cubicBezTo>
                  <a:pt x="329985" y="88266"/>
                  <a:pt x="332361" y="92500"/>
                  <a:pt x="335530" y="96116"/>
                </a:cubicBezTo>
                <a:cubicBezTo>
                  <a:pt x="338698" y="99730"/>
                  <a:pt x="342609" y="102552"/>
                  <a:pt x="347263" y="104583"/>
                </a:cubicBezTo>
                <a:cubicBezTo>
                  <a:pt x="351918" y="106612"/>
                  <a:pt x="357266" y="107627"/>
                  <a:pt x="363307" y="107627"/>
                </a:cubicBezTo>
                <a:cubicBezTo>
                  <a:pt x="369446" y="107627"/>
                  <a:pt x="374817" y="106612"/>
                  <a:pt x="379421" y="104583"/>
                </a:cubicBezTo>
                <a:cubicBezTo>
                  <a:pt x="384026" y="102552"/>
                  <a:pt x="387913" y="99730"/>
                  <a:pt x="391081" y="96116"/>
                </a:cubicBezTo>
                <a:cubicBezTo>
                  <a:pt x="394250" y="92500"/>
                  <a:pt x="396626" y="88266"/>
                  <a:pt x="398209" y="83415"/>
                </a:cubicBezTo>
                <a:cubicBezTo>
                  <a:pt x="399794" y="78562"/>
                  <a:pt x="400587" y="73313"/>
                  <a:pt x="400587" y="67670"/>
                </a:cubicBezTo>
                <a:cubicBezTo>
                  <a:pt x="400587" y="62025"/>
                  <a:pt x="399794" y="56752"/>
                  <a:pt x="398209" y="51851"/>
                </a:cubicBezTo>
                <a:cubicBezTo>
                  <a:pt x="396626" y="46948"/>
                  <a:pt x="394250" y="42689"/>
                  <a:pt x="391081" y="39075"/>
                </a:cubicBezTo>
                <a:cubicBezTo>
                  <a:pt x="387913" y="35461"/>
                  <a:pt x="384026" y="32614"/>
                  <a:pt x="379421" y="30535"/>
                </a:cubicBezTo>
                <a:cubicBezTo>
                  <a:pt x="374817" y="28455"/>
                  <a:pt x="369446" y="27414"/>
                  <a:pt x="363307" y="27414"/>
                </a:cubicBezTo>
                <a:cubicBezTo>
                  <a:pt x="357266" y="27414"/>
                  <a:pt x="351918" y="28455"/>
                  <a:pt x="347263" y="30535"/>
                </a:cubicBezTo>
                <a:cubicBezTo>
                  <a:pt x="342609" y="32614"/>
                  <a:pt x="338698" y="35461"/>
                  <a:pt x="335530" y="39075"/>
                </a:cubicBezTo>
                <a:cubicBezTo>
                  <a:pt x="332361" y="42689"/>
                  <a:pt x="329985" y="46948"/>
                  <a:pt x="328400" y="51851"/>
                </a:cubicBezTo>
                <a:cubicBezTo>
                  <a:pt x="326816" y="56752"/>
                  <a:pt x="326024" y="62025"/>
                  <a:pt x="326024" y="67670"/>
                </a:cubicBezTo>
                <a:close/>
                <a:moveTo>
                  <a:pt x="414996" y="29198"/>
                </a:moveTo>
                <a:lnTo>
                  <a:pt x="414996" y="106031"/>
                </a:lnTo>
                <a:lnTo>
                  <a:pt x="427620" y="106031"/>
                </a:lnTo>
                <a:lnTo>
                  <a:pt x="427620" y="71833"/>
                </a:lnTo>
                <a:cubicBezTo>
                  <a:pt x="427620" y="66878"/>
                  <a:pt x="428115" y="62492"/>
                  <a:pt x="429104" y="58677"/>
                </a:cubicBezTo>
                <a:cubicBezTo>
                  <a:pt x="430095" y="54860"/>
                  <a:pt x="431680" y="51614"/>
                  <a:pt x="433859" y="48938"/>
                </a:cubicBezTo>
                <a:cubicBezTo>
                  <a:pt x="436038" y="46261"/>
                  <a:pt x="438909" y="44229"/>
                  <a:pt x="442474" y="42842"/>
                </a:cubicBezTo>
                <a:cubicBezTo>
                  <a:pt x="446038" y="41453"/>
                  <a:pt x="450345" y="40759"/>
                  <a:pt x="455395" y="40759"/>
                </a:cubicBezTo>
                <a:lnTo>
                  <a:pt x="455395" y="27414"/>
                </a:lnTo>
                <a:cubicBezTo>
                  <a:pt x="448564" y="27216"/>
                  <a:pt x="442920" y="28603"/>
                  <a:pt x="438462" y="31575"/>
                </a:cubicBezTo>
                <a:cubicBezTo>
                  <a:pt x="434007" y="34547"/>
                  <a:pt x="430244" y="39154"/>
                  <a:pt x="427176" y="45396"/>
                </a:cubicBezTo>
                <a:lnTo>
                  <a:pt x="426879" y="45396"/>
                </a:lnTo>
                <a:lnTo>
                  <a:pt x="426879" y="29198"/>
                </a:lnTo>
                <a:lnTo>
                  <a:pt x="414996" y="29198"/>
                </a:lnTo>
                <a:close/>
                <a:moveTo>
                  <a:pt x="508866" y="0"/>
                </a:moveTo>
                <a:lnTo>
                  <a:pt x="508866" y="106031"/>
                </a:lnTo>
                <a:lnTo>
                  <a:pt x="522976" y="106031"/>
                </a:lnTo>
                <a:lnTo>
                  <a:pt x="522976" y="0"/>
                </a:lnTo>
                <a:lnTo>
                  <a:pt x="508866" y="0"/>
                </a:lnTo>
                <a:close/>
                <a:moveTo>
                  <a:pt x="560852" y="50767"/>
                </a:moveTo>
                <a:lnTo>
                  <a:pt x="560852" y="11894"/>
                </a:lnTo>
                <a:lnTo>
                  <a:pt x="588479" y="11894"/>
                </a:lnTo>
                <a:cubicBezTo>
                  <a:pt x="596499" y="11894"/>
                  <a:pt x="602365" y="13551"/>
                  <a:pt x="606078" y="16864"/>
                </a:cubicBezTo>
                <a:cubicBezTo>
                  <a:pt x="609792" y="20178"/>
                  <a:pt x="611649" y="25000"/>
                  <a:pt x="611649" y="31331"/>
                </a:cubicBezTo>
                <a:cubicBezTo>
                  <a:pt x="611649" y="37661"/>
                  <a:pt x="609792" y="42509"/>
                  <a:pt x="606078" y="45872"/>
                </a:cubicBezTo>
                <a:cubicBezTo>
                  <a:pt x="602365" y="49234"/>
                  <a:pt x="596499" y="50865"/>
                  <a:pt x="588479" y="50767"/>
                </a:cubicBezTo>
                <a:lnTo>
                  <a:pt x="560852" y="50767"/>
                </a:lnTo>
                <a:moveTo>
                  <a:pt x="546741" y="0"/>
                </a:moveTo>
                <a:lnTo>
                  <a:pt x="546741" y="106031"/>
                </a:lnTo>
                <a:lnTo>
                  <a:pt x="560852" y="106031"/>
                </a:lnTo>
                <a:lnTo>
                  <a:pt x="560852" y="62661"/>
                </a:lnTo>
                <a:lnTo>
                  <a:pt x="593232" y="62661"/>
                </a:lnTo>
                <a:cubicBezTo>
                  <a:pt x="603926" y="62761"/>
                  <a:pt x="612021" y="60039"/>
                  <a:pt x="617516" y="54496"/>
                </a:cubicBezTo>
                <a:cubicBezTo>
                  <a:pt x="623011" y="48952"/>
                  <a:pt x="625759" y="41230"/>
                  <a:pt x="625759" y="31331"/>
                </a:cubicBezTo>
                <a:cubicBezTo>
                  <a:pt x="625759" y="21431"/>
                  <a:pt x="623011" y="13734"/>
                  <a:pt x="617516" y="8241"/>
                </a:cubicBezTo>
                <a:cubicBezTo>
                  <a:pt x="612021" y="2747"/>
                  <a:pt x="603926" y="0"/>
                  <a:pt x="593232" y="0"/>
                </a:cubicBezTo>
                <a:lnTo>
                  <a:pt x="546741" y="0"/>
                </a:lnTo>
                <a:close/>
                <a:moveTo>
                  <a:pt x="675517" y="106031"/>
                </a:moveTo>
                <a:lnTo>
                  <a:pt x="703588" y="29300"/>
                </a:lnTo>
                <a:lnTo>
                  <a:pt x="690371" y="29300"/>
                </a:lnTo>
                <a:lnTo>
                  <a:pt x="669427" y="93267"/>
                </a:lnTo>
                <a:lnTo>
                  <a:pt x="669130" y="93267"/>
                </a:lnTo>
                <a:lnTo>
                  <a:pt x="647592" y="29300"/>
                </a:lnTo>
                <a:lnTo>
                  <a:pt x="633484" y="29300"/>
                </a:lnTo>
                <a:lnTo>
                  <a:pt x="662000" y="106031"/>
                </a:lnTo>
                <a:lnTo>
                  <a:pt x="675517" y="106031"/>
                </a:lnTo>
                <a:close/>
                <a:moveTo>
                  <a:pt x="767161" y="27559"/>
                </a:moveTo>
                <a:lnTo>
                  <a:pt x="779785" y="27559"/>
                </a:lnTo>
                <a:cubicBezTo>
                  <a:pt x="778993" y="18862"/>
                  <a:pt x="776022" y="12216"/>
                  <a:pt x="770873" y="7620"/>
                </a:cubicBezTo>
                <a:cubicBezTo>
                  <a:pt x="765724" y="3023"/>
                  <a:pt x="758793" y="725"/>
                  <a:pt x="750079" y="725"/>
                </a:cubicBezTo>
                <a:cubicBezTo>
                  <a:pt x="742555" y="725"/>
                  <a:pt x="736317" y="2309"/>
                  <a:pt x="731365" y="5478"/>
                </a:cubicBezTo>
                <a:cubicBezTo>
                  <a:pt x="726414" y="8645"/>
                  <a:pt x="722453" y="12851"/>
                  <a:pt x="719483" y="18097"/>
                </a:cubicBezTo>
                <a:cubicBezTo>
                  <a:pt x="716512" y="23343"/>
                  <a:pt x="714407" y="29357"/>
                  <a:pt x="713168" y="36138"/>
                </a:cubicBezTo>
                <a:cubicBezTo>
                  <a:pt x="711931" y="42917"/>
                  <a:pt x="711312" y="49920"/>
                  <a:pt x="711312" y="57145"/>
                </a:cubicBezTo>
                <a:cubicBezTo>
                  <a:pt x="711312" y="62689"/>
                  <a:pt x="711733" y="68430"/>
                  <a:pt x="712575" y="74370"/>
                </a:cubicBezTo>
                <a:cubicBezTo>
                  <a:pt x="713416" y="80308"/>
                  <a:pt x="715124" y="85751"/>
                  <a:pt x="717699" y="90701"/>
                </a:cubicBezTo>
                <a:cubicBezTo>
                  <a:pt x="720274" y="95649"/>
                  <a:pt x="723938" y="99708"/>
                  <a:pt x="728691" y="102876"/>
                </a:cubicBezTo>
                <a:cubicBezTo>
                  <a:pt x="733444" y="106043"/>
                  <a:pt x="739732" y="107627"/>
                  <a:pt x="747554" y="107627"/>
                </a:cubicBezTo>
                <a:cubicBezTo>
                  <a:pt x="754189" y="107627"/>
                  <a:pt x="759759" y="106513"/>
                  <a:pt x="764264" y="104286"/>
                </a:cubicBezTo>
                <a:cubicBezTo>
                  <a:pt x="768770" y="102059"/>
                  <a:pt x="772384" y="99238"/>
                  <a:pt x="775107" y="95823"/>
                </a:cubicBezTo>
                <a:cubicBezTo>
                  <a:pt x="777830" y="92409"/>
                  <a:pt x="779785" y="88623"/>
                  <a:pt x="780972" y="84466"/>
                </a:cubicBezTo>
                <a:cubicBezTo>
                  <a:pt x="782161" y="80310"/>
                  <a:pt x="782756" y="76301"/>
                  <a:pt x="782756" y="72441"/>
                </a:cubicBezTo>
                <a:cubicBezTo>
                  <a:pt x="782756" y="67591"/>
                  <a:pt x="782013" y="63087"/>
                  <a:pt x="780528" y="58931"/>
                </a:cubicBezTo>
                <a:cubicBezTo>
                  <a:pt x="779043" y="54773"/>
                  <a:pt x="776938" y="51160"/>
                  <a:pt x="774214" y="48093"/>
                </a:cubicBezTo>
                <a:cubicBezTo>
                  <a:pt x="771491" y="45024"/>
                  <a:pt x="768125" y="42624"/>
                  <a:pt x="764115" y="40893"/>
                </a:cubicBezTo>
                <a:cubicBezTo>
                  <a:pt x="760105" y="39160"/>
                  <a:pt x="755575" y="38293"/>
                  <a:pt x="750525" y="38293"/>
                </a:cubicBezTo>
                <a:cubicBezTo>
                  <a:pt x="744782" y="38293"/>
                  <a:pt x="739707" y="39382"/>
                  <a:pt x="735300" y="41561"/>
                </a:cubicBezTo>
                <a:cubicBezTo>
                  <a:pt x="730894" y="43738"/>
                  <a:pt x="727206" y="47253"/>
                  <a:pt x="724235" y="52104"/>
                </a:cubicBezTo>
                <a:lnTo>
                  <a:pt x="723938" y="51808"/>
                </a:lnTo>
                <a:cubicBezTo>
                  <a:pt x="724037" y="47748"/>
                  <a:pt x="724432" y="43393"/>
                  <a:pt x="725126" y="38744"/>
                </a:cubicBezTo>
                <a:cubicBezTo>
                  <a:pt x="725819" y="34093"/>
                  <a:pt x="727082" y="29766"/>
                  <a:pt x="728913" y="25762"/>
                </a:cubicBezTo>
                <a:cubicBezTo>
                  <a:pt x="730746" y="21757"/>
                  <a:pt x="733296" y="18444"/>
                  <a:pt x="736562" y="15824"/>
                </a:cubicBezTo>
                <a:cubicBezTo>
                  <a:pt x="739830" y="13204"/>
                  <a:pt x="744138" y="11894"/>
                  <a:pt x="749485" y="11894"/>
                </a:cubicBezTo>
                <a:cubicBezTo>
                  <a:pt x="754535" y="11894"/>
                  <a:pt x="758595" y="13323"/>
                  <a:pt x="761665" y="16180"/>
                </a:cubicBezTo>
                <a:cubicBezTo>
                  <a:pt x="764735" y="19037"/>
                  <a:pt x="766567" y="22830"/>
                  <a:pt x="767161" y="27559"/>
                </a:cubicBezTo>
                <a:moveTo>
                  <a:pt x="748150" y="49462"/>
                </a:moveTo>
                <a:cubicBezTo>
                  <a:pt x="751715" y="49462"/>
                  <a:pt x="754833" y="50105"/>
                  <a:pt x="757506" y="51391"/>
                </a:cubicBezTo>
                <a:cubicBezTo>
                  <a:pt x="760180" y="52675"/>
                  <a:pt x="762408" y="54379"/>
                  <a:pt x="764190" y="56504"/>
                </a:cubicBezTo>
                <a:cubicBezTo>
                  <a:pt x="765972" y="58628"/>
                  <a:pt x="767285" y="61148"/>
                  <a:pt x="768126" y="64064"/>
                </a:cubicBezTo>
                <a:cubicBezTo>
                  <a:pt x="768968" y="66979"/>
                  <a:pt x="769389" y="70067"/>
                  <a:pt x="769389" y="73329"/>
                </a:cubicBezTo>
                <a:cubicBezTo>
                  <a:pt x="769389" y="76392"/>
                  <a:pt x="768918" y="79332"/>
                  <a:pt x="767977" y="82150"/>
                </a:cubicBezTo>
                <a:cubicBezTo>
                  <a:pt x="767037" y="84966"/>
                  <a:pt x="765676" y="87462"/>
                  <a:pt x="763893" y="89636"/>
                </a:cubicBezTo>
                <a:cubicBezTo>
                  <a:pt x="762111" y="91810"/>
                  <a:pt x="759908" y="93515"/>
                  <a:pt x="757284" y="94751"/>
                </a:cubicBezTo>
                <a:cubicBezTo>
                  <a:pt x="754659" y="95986"/>
                  <a:pt x="751615" y="96603"/>
                  <a:pt x="748150" y="96603"/>
                </a:cubicBezTo>
                <a:cubicBezTo>
                  <a:pt x="744684" y="96603"/>
                  <a:pt x="741589" y="95986"/>
                  <a:pt x="738865" y="94751"/>
                </a:cubicBezTo>
                <a:cubicBezTo>
                  <a:pt x="736142" y="93515"/>
                  <a:pt x="733865" y="91860"/>
                  <a:pt x="732034" y="89786"/>
                </a:cubicBezTo>
                <a:cubicBezTo>
                  <a:pt x="730203" y="87710"/>
                  <a:pt x="728791" y="85238"/>
                  <a:pt x="727800" y="82372"/>
                </a:cubicBezTo>
                <a:cubicBezTo>
                  <a:pt x="726811" y="79506"/>
                  <a:pt x="726316" y="76442"/>
                  <a:pt x="726316" y="73180"/>
                </a:cubicBezTo>
                <a:cubicBezTo>
                  <a:pt x="726316" y="69919"/>
                  <a:pt x="726786" y="66832"/>
                  <a:pt x="727726" y="63917"/>
                </a:cubicBezTo>
                <a:cubicBezTo>
                  <a:pt x="728667" y="61001"/>
                  <a:pt x="730078" y="58481"/>
                  <a:pt x="731959" y="56356"/>
                </a:cubicBezTo>
                <a:cubicBezTo>
                  <a:pt x="733840" y="54230"/>
                  <a:pt x="736117" y="52550"/>
                  <a:pt x="738790" y="51316"/>
                </a:cubicBezTo>
                <a:cubicBezTo>
                  <a:pt x="741464" y="50080"/>
                  <a:pt x="744585" y="49462"/>
                  <a:pt x="748150" y="494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Legacy">
            <a:extLst xmlns:a="http://schemas.openxmlformats.org/drawingml/2006/main">
              <a:ext uri="{FF2B5EF4-FFF2-40B4-BE49-F238E27FC236}">
                <a16:creationId xmlns:a16="http://schemas.microsoft.com/office/drawing/2014/main" id="{E1C63E27-4901-4C9F-850C-4BA1AC8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734" y="2761421"/>
            <a:ext cx="418406" cy="122385"/>
          </a:xfrm>
          <a:custGeom xmlns:a="http://schemas.openxmlformats.org/drawingml/2006/main">
            <a:pathLst>
              <a:path w="418406" h="122385">
                <a:moveTo>
                  <a:pt x="0" y="0"/>
                </a:moveTo>
                <a:lnTo>
                  <a:pt x="0" y="94671"/>
                </a:lnTo>
                <a:lnTo>
                  <a:pt x="62727" y="94671"/>
                </a:lnTo>
                <a:lnTo>
                  <a:pt x="62727" y="84051"/>
                </a:lnTo>
                <a:lnTo>
                  <a:pt x="12599" y="84051"/>
                </a:lnTo>
                <a:lnTo>
                  <a:pt x="12599" y="0"/>
                </a:lnTo>
                <a:lnTo>
                  <a:pt x="0" y="0"/>
                </a:lnTo>
                <a:close/>
                <a:moveTo>
                  <a:pt x="119488" y="53875"/>
                </a:moveTo>
                <a:lnTo>
                  <a:pt x="80101" y="53875"/>
                </a:lnTo>
                <a:cubicBezTo>
                  <a:pt x="80278" y="51214"/>
                  <a:pt x="80853" y="48708"/>
                  <a:pt x="81825" y="46358"/>
                </a:cubicBezTo>
                <a:cubicBezTo>
                  <a:pt x="82798" y="44007"/>
                  <a:pt x="84124" y="41944"/>
                  <a:pt x="85804" y="40170"/>
                </a:cubicBezTo>
                <a:cubicBezTo>
                  <a:pt x="87483" y="38396"/>
                  <a:pt x="89495" y="36999"/>
                  <a:pt x="91838" y="35979"/>
                </a:cubicBezTo>
                <a:cubicBezTo>
                  <a:pt x="94181" y="34959"/>
                  <a:pt x="96811" y="34449"/>
                  <a:pt x="99728" y="34449"/>
                </a:cubicBezTo>
                <a:cubicBezTo>
                  <a:pt x="102557" y="34449"/>
                  <a:pt x="105143" y="34959"/>
                  <a:pt x="107486" y="35979"/>
                </a:cubicBezTo>
                <a:cubicBezTo>
                  <a:pt x="109830" y="36999"/>
                  <a:pt x="111863" y="38374"/>
                  <a:pt x="113587" y="40105"/>
                </a:cubicBezTo>
                <a:cubicBezTo>
                  <a:pt x="115311" y="41835"/>
                  <a:pt x="116681" y="43897"/>
                  <a:pt x="117697" y="46291"/>
                </a:cubicBezTo>
                <a:cubicBezTo>
                  <a:pt x="118714" y="48686"/>
                  <a:pt x="119311" y="51214"/>
                  <a:pt x="119488" y="53875"/>
                </a:cubicBezTo>
                <a:moveTo>
                  <a:pt x="130363" y="72913"/>
                </a:moveTo>
                <a:lnTo>
                  <a:pt x="119223" y="72913"/>
                </a:lnTo>
                <a:cubicBezTo>
                  <a:pt x="118250" y="77404"/>
                  <a:pt x="116239" y="80751"/>
                  <a:pt x="113189" y="82952"/>
                </a:cubicBezTo>
                <a:cubicBezTo>
                  <a:pt x="110139" y="85152"/>
                  <a:pt x="106226" y="86253"/>
                  <a:pt x="101452" y="86253"/>
                </a:cubicBezTo>
                <a:cubicBezTo>
                  <a:pt x="97739" y="86253"/>
                  <a:pt x="94513" y="85637"/>
                  <a:pt x="91771" y="84407"/>
                </a:cubicBezTo>
                <a:cubicBezTo>
                  <a:pt x="89031" y="83177"/>
                  <a:pt x="86777" y="81530"/>
                  <a:pt x="85009" y="79466"/>
                </a:cubicBezTo>
                <a:cubicBezTo>
                  <a:pt x="83240" y="77400"/>
                  <a:pt x="81958" y="75028"/>
                  <a:pt x="81162" y="72349"/>
                </a:cubicBezTo>
                <a:cubicBezTo>
                  <a:pt x="80366" y="69668"/>
                  <a:pt x="80012" y="66834"/>
                  <a:pt x="80101" y="63848"/>
                </a:cubicBezTo>
                <a:lnTo>
                  <a:pt x="131423" y="63848"/>
                </a:lnTo>
                <a:cubicBezTo>
                  <a:pt x="131600" y="59680"/>
                  <a:pt x="131224" y="55291"/>
                  <a:pt x="130296" y="50680"/>
                </a:cubicBezTo>
                <a:cubicBezTo>
                  <a:pt x="129368" y="46069"/>
                  <a:pt x="127688" y="41813"/>
                  <a:pt x="125255" y="37912"/>
                </a:cubicBezTo>
                <a:cubicBezTo>
                  <a:pt x="122824" y="34010"/>
                  <a:pt x="119597" y="30796"/>
                  <a:pt x="115575" y="28269"/>
                </a:cubicBezTo>
                <a:cubicBezTo>
                  <a:pt x="111552" y="25741"/>
                  <a:pt x="106490" y="24477"/>
                  <a:pt x="100390" y="24477"/>
                </a:cubicBezTo>
                <a:cubicBezTo>
                  <a:pt x="95704" y="24477"/>
                  <a:pt x="91394" y="25361"/>
                  <a:pt x="87459" y="27130"/>
                </a:cubicBezTo>
                <a:cubicBezTo>
                  <a:pt x="83525" y="28899"/>
                  <a:pt x="80122" y="31375"/>
                  <a:pt x="77248" y="34559"/>
                </a:cubicBezTo>
                <a:cubicBezTo>
                  <a:pt x="74375" y="37741"/>
                  <a:pt x="72142" y="41499"/>
                  <a:pt x="70550" y="45832"/>
                </a:cubicBezTo>
                <a:cubicBezTo>
                  <a:pt x="68960" y="50164"/>
                  <a:pt x="68164" y="54937"/>
                  <a:pt x="68164" y="60153"/>
                </a:cubicBezTo>
                <a:cubicBezTo>
                  <a:pt x="68341" y="65369"/>
                  <a:pt x="69115" y="70188"/>
                  <a:pt x="70485" y="74609"/>
                </a:cubicBezTo>
                <a:cubicBezTo>
                  <a:pt x="71856" y="79030"/>
                  <a:pt x="73911" y="82832"/>
                  <a:pt x="76651" y="86016"/>
                </a:cubicBezTo>
                <a:cubicBezTo>
                  <a:pt x="79392" y="89198"/>
                  <a:pt x="82774" y="91674"/>
                  <a:pt x="86797" y="93442"/>
                </a:cubicBezTo>
                <a:cubicBezTo>
                  <a:pt x="90820" y="95211"/>
                  <a:pt x="95572" y="96095"/>
                  <a:pt x="101053" y="96095"/>
                </a:cubicBezTo>
                <a:cubicBezTo>
                  <a:pt x="108835" y="96095"/>
                  <a:pt x="115289" y="94153"/>
                  <a:pt x="120417" y="90267"/>
                </a:cubicBezTo>
                <a:cubicBezTo>
                  <a:pt x="125545" y="86381"/>
                  <a:pt x="128860" y="80596"/>
                  <a:pt x="130363" y="72913"/>
                </a:cubicBezTo>
                <a:close/>
                <a:moveTo>
                  <a:pt x="202240" y="88820"/>
                </a:moveTo>
                <a:lnTo>
                  <a:pt x="202240" y="26070"/>
                </a:lnTo>
                <a:lnTo>
                  <a:pt x="191630" y="26070"/>
                </a:lnTo>
                <a:lnTo>
                  <a:pt x="191630" y="35886"/>
                </a:lnTo>
                <a:lnTo>
                  <a:pt x="191499" y="35886"/>
                </a:lnTo>
                <a:cubicBezTo>
                  <a:pt x="189466" y="32083"/>
                  <a:pt x="186637" y="29231"/>
                  <a:pt x="183012" y="27330"/>
                </a:cubicBezTo>
                <a:cubicBezTo>
                  <a:pt x="179387" y="25428"/>
                  <a:pt x="175408" y="24477"/>
                  <a:pt x="171075" y="24477"/>
                </a:cubicBezTo>
                <a:cubicBezTo>
                  <a:pt x="165151" y="24477"/>
                  <a:pt x="160155" y="25605"/>
                  <a:pt x="156088" y="27860"/>
                </a:cubicBezTo>
                <a:cubicBezTo>
                  <a:pt x="152022" y="30115"/>
                  <a:pt x="148751" y="32989"/>
                  <a:pt x="146276" y="36483"/>
                </a:cubicBezTo>
                <a:cubicBezTo>
                  <a:pt x="143800" y="39977"/>
                  <a:pt x="142032" y="43869"/>
                  <a:pt x="140970" y="48159"/>
                </a:cubicBezTo>
                <a:cubicBezTo>
                  <a:pt x="139910" y="52448"/>
                  <a:pt x="139380" y="56626"/>
                  <a:pt x="139380" y="60693"/>
                </a:cubicBezTo>
                <a:cubicBezTo>
                  <a:pt x="139380" y="65381"/>
                  <a:pt x="140020" y="69825"/>
                  <a:pt x="141302" y="74026"/>
                </a:cubicBezTo>
                <a:cubicBezTo>
                  <a:pt x="142585" y="78227"/>
                  <a:pt x="144508" y="81898"/>
                  <a:pt x="147071" y="85038"/>
                </a:cubicBezTo>
                <a:cubicBezTo>
                  <a:pt x="149636" y="88178"/>
                  <a:pt x="152819" y="90676"/>
                  <a:pt x="156620" y="92534"/>
                </a:cubicBezTo>
                <a:cubicBezTo>
                  <a:pt x="160422" y="94390"/>
                  <a:pt x="164887" y="95318"/>
                  <a:pt x="170014" y="95318"/>
                </a:cubicBezTo>
                <a:cubicBezTo>
                  <a:pt x="174434" y="95318"/>
                  <a:pt x="178610" y="94324"/>
                  <a:pt x="182544" y="92335"/>
                </a:cubicBezTo>
                <a:cubicBezTo>
                  <a:pt x="186479" y="90346"/>
                  <a:pt x="189420" y="87229"/>
                  <a:pt x="191365" y="82985"/>
                </a:cubicBezTo>
                <a:lnTo>
                  <a:pt x="191630" y="82985"/>
                </a:lnTo>
                <a:lnTo>
                  <a:pt x="191630" y="87493"/>
                </a:lnTo>
                <a:cubicBezTo>
                  <a:pt x="191630" y="91295"/>
                  <a:pt x="191254" y="94785"/>
                  <a:pt x="190503" y="97963"/>
                </a:cubicBezTo>
                <a:cubicBezTo>
                  <a:pt x="189752" y="101141"/>
                  <a:pt x="188536" y="103856"/>
                  <a:pt x="186856" y="106106"/>
                </a:cubicBezTo>
                <a:cubicBezTo>
                  <a:pt x="185177" y="108356"/>
                  <a:pt x="183055" y="110121"/>
                  <a:pt x="180490" y="111399"/>
                </a:cubicBezTo>
                <a:cubicBezTo>
                  <a:pt x="177927" y="112680"/>
                  <a:pt x="174789" y="113320"/>
                  <a:pt x="171075" y="113320"/>
                </a:cubicBezTo>
                <a:cubicBezTo>
                  <a:pt x="169218" y="113320"/>
                  <a:pt x="167274" y="113121"/>
                  <a:pt x="165241" y="112723"/>
                </a:cubicBezTo>
                <a:cubicBezTo>
                  <a:pt x="163208" y="112325"/>
                  <a:pt x="161329" y="111683"/>
                  <a:pt x="159605" y="110798"/>
                </a:cubicBezTo>
                <a:cubicBezTo>
                  <a:pt x="157881" y="109915"/>
                  <a:pt x="156422" y="108765"/>
                  <a:pt x="155228" y="107350"/>
                </a:cubicBezTo>
                <a:cubicBezTo>
                  <a:pt x="154036" y="105937"/>
                  <a:pt x="153395" y="104213"/>
                  <a:pt x="153306" y="102180"/>
                </a:cubicBezTo>
                <a:lnTo>
                  <a:pt x="142032" y="102180"/>
                </a:lnTo>
                <a:cubicBezTo>
                  <a:pt x="142209" y="105893"/>
                  <a:pt x="143181" y="109033"/>
                  <a:pt x="144948" y="111600"/>
                </a:cubicBezTo>
                <a:cubicBezTo>
                  <a:pt x="146717" y="114168"/>
                  <a:pt x="148950" y="116253"/>
                  <a:pt x="151646" y="117853"/>
                </a:cubicBezTo>
                <a:cubicBezTo>
                  <a:pt x="154343" y="119453"/>
                  <a:pt x="157349" y="120608"/>
                  <a:pt x="160663" y="121319"/>
                </a:cubicBezTo>
                <a:cubicBezTo>
                  <a:pt x="163979" y="122030"/>
                  <a:pt x="167229" y="122385"/>
                  <a:pt x="170413" y="122385"/>
                </a:cubicBezTo>
                <a:cubicBezTo>
                  <a:pt x="181375" y="122385"/>
                  <a:pt x="189420" y="119599"/>
                  <a:pt x="194548" y="114026"/>
                </a:cubicBezTo>
                <a:cubicBezTo>
                  <a:pt x="199676" y="108455"/>
                  <a:pt x="202240" y="100053"/>
                  <a:pt x="202240" y="88820"/>
                </a:cubicBezTo>
                <a:moveTo>
                  <a:pt x="170678" y="85476"/>
                </a:moveTo>
                <a:cubicBezTo>
                  <a:pt x="166964" y="85476"/>
                  <a:pt x="163869" y="84703"/>
                  <a:pt x="161394" y="83157"/>
                </a:cubicBezTo>
                <a:cubicBezTo>
                  <a:pt x="158920" y="81611"/>
                  <a:pt x="156931" y="79578"/>
                  <a:pt x="155426" y="77060"/>
                </a:cubicBezTo>
                <a:cubicBezTo>
                  <a:pt x="153924" y="74541"/>
                  <a:pt x="152863" y="71736"/>
                  <a:pt x="152243" y="68643"/>
                </a:cubicBezTo>
                <a:cubicBezTo>
                  <a:pt x="151625" y="65551"/>
                  <a:pt x="151317" y="62459"/>
                  <a:pt x="151317" y="59365"/>
                </a:cubicBezTo>
                <a:cubicBezTo>
                  <a:pt x="151317" y="56097"/>
                  <a:pt x="151692" y="52960"/>
                  <a:pt x="152444" y="49956"/>
                </a:cubicBezTo>
                <a:cubicBezTo>
                  <a:pt x="153195" y="46952"/>
                  <a:pt x="154388" y="44301"/>
                  <a:pt x="156023" y="42003"/>
                </a:cubicBezTo>
                <a:cubicBezTo>
                  <a:pt x="157660" y="39706"/>
                  <a:pt x="159760" y="37872"/>
                  <a:pt x="162323" y="36503"/>
                </a:cubicBezTo>
                <a:cubicBezTo>
                  <a:pt x="164887" y="35134"/>
                  <a:pt x="167982" y="34449"/>
                  <a:pt x="171607" y="34449"/>
                </a:cubicBezTo>
                <a:cubicBezTo>
                  <a:pt x="175143" y="34449"/>
                  <a:pt x="178148" y="35156"/>
                  <a:pt x="180624" y="36570"/>
                </a:cubicBezTo>
                <a:cubicBezTo>
                  <a:pt x="183099" y="37984"/>
                  <a:pt x="185110" y="39862"/>
                  <a:pt x="186656" y="42204"/>
                </a:cubicBezTo>
                <a:cubicBezTo>
                  <a:pt x="188204" y="44544"/>
                  <a:pt x="189331" y="47173"/>
                  <a:pt x="190038" y="50089"/>
                </a:cubicBezTo>
                <a:cubicBezTo>
                  <a:pt x="190746" y="53005"/>
                  <a:pt x="191100" y="55964"/>
                  <a:pt x="191100" y="58969"/>
                </a:cubicBezTo>
                <a:cubicBezTo>
                  <a:pt x="191100" y="62150"/>
                  <a:pt x="190724" y="65331"/>
                  <a:pt x="189973" y="68512"/>
                </a:cubicBezTo>
                <a:cubicBezTo>
                  <a:pt x="189221" y="71692"/>
                  <a:pt x="188050" y="74541"/>
                  <a:pt x="186458" y="77060"/>
                </a:cubicBezTo>
                <a:cubicBezTo>
                  <a:pt x="184867" y="79578"/>
                  <a:pt x="182768" y="81611"/>
                  <a:pt x="180158" y="83157"/>
                </a:cubicBezTo>
                <a:cubicBezTo>
                  <a:pt x="177551" y="84703"/>
                  <a:pt x="174391" y="85476"/>
                  <a:pt x="170678" y="85476"/>
                </a:cubicBezTo>
                <a:close/>
                <a:moveTo>
                  <a:pt x="279954" y="94371"/>
                </a:moveTo>
                <a:cubicBezTo>
                  <a:pt x="278009" y="95521"/>
                  <a:pt x="275312" y="96095"/>
                  <a:pt x="271864" y="96095"/>
                </a:cubicBezTo>
                <a:cubicBezTo>
                  <a:pt x="268947" y="96095"/>
                  <a:pt x="266627" y="95278"/>
                  <a:pt x="264903" y="93643"/>
                </a:cubicBezTo>
                <a:cubicBezTo>
                  <a:pt x="263179" y="92006"/>
                  <a:pt x="262317" y="89331"/>
                  <a:pt x="262317" y="85617"/>
                </a:cubicBezTo>
                <a:cubicBezTo>
                  <a:pt x="259222" y="89331"/>
                  <a:pt x="255619" y="92006"/>
                  <a:pt x="251507" y="93643"/>
                </a:cubicBezTo>
                <a:cubicBezTo>
                  <a:pt x="247396" y="95278"/>
                  <a:pt x="242954" y="96095"/>
                  <a:pt x="238180" y="96095"/>
                </a:cubicBezTo>
                <a:cubicBezTo>
                  <a:pt x="235085" y="96095"/>
                  <a:pt x="232145" y="95742"/>
                  <a:pt x="229359" y="95035"/>
                </a:cubicBezTo>
                <a:cubicBezTo>
                  <a:pt x="226575" y="94328"/>
                  <a:pt x="224166" y="93223"/>
                  <a:pt x="222133" y="91720"/>
                </a:cubicBezTo>
                <a:cubicBezTo>
                  <a:pt x="220100" y="90217"/>
                  <a:pt x="218486" y="88251"/>
                  <a:pt x="217292" y="85822"/>
                </a:cubicBezTo>
                <a:cubicBezTo>
                  <a:pt x="216099" y="83391"/>
                  <a:pt x="215502" y="80452"/>
                  <a:pt x="215502" y="77005"/>
                </a:cubicBezTo>
                <a:cubicBezTo>
                  <a:pt x="215502" y="73116"/>
                  <a:pt x="216165" y="69934"/>
                  <a:pt x="217491" y="67460"/>
                </a:cubicBezTo>
                <a:cubicBezTo>
                  <a:pt x="218817" y="64986"/>
                  <a:pt x="220563" y="62975"/>
                  <a:pt x="222728" y="61429"/>
                </a:cubicBezTo>
                <a:cubicBezTo>
                  <a:pt x="224894" y="59882"/>
                  <a:pt x="227370" y="58710"/>
                  <a:pt x="230154" y="57915"/>
                </a:cubicBezTo>
                <a:cubicBezTo>
                  <a:pt x="232940" y="57119"/>
                  <a:pt x="235792" y="56456"/>
                  <a:pt x="238710" y="55925"/>
                </a:cubicBezTo>
                <a:cubicBezTo>
                  <a:pt x="241805" y="55308"/>
                  <a:pt x="244744" y="54844"/>
                  <a:pt x="247529" y="54535"/>
                </a:cubicBezTo>
                <a:cubicBezTo>
                  <a:pt x="250313" y="54225"/>
                  <a:pt x="252766" y="53782"/>
                  <a:pt x="254888" y="53208"/>
                </a:cubicBezTo>
                <a:cubicBezTo>
                  <a:pt x="257010" y="52633"/>
                  <a:pt x="258690" y="51794"/>
                  <a:pt x="259927" y="50690"/>
                </a:cubicBezTo>
                <a:cubicBezTo>
                  <a:pt x="261165" y="49586"/>
                  <a:pt x="261785" y="47972"/>
                  <a:pt x="261785" y="45850"/>
                </a:cubicBezTo>
                <a:cubicBezTo>
                  <a:pt x="261785" y="43376"/>
                  <a:pt x="261321" y="41387"/>
                  <a:pt x="260392" y="39885"/>
                </a:cubicBezTo>
                <a:cubicBezTo>
                  <a:pt x="259464" y="38382"/>
                  <a:pt x="258270" y="37233"/>
                  <a:pt x="256811" y="36438"/>
                </a:cubicBezTo>
                <a:cubicBezTo>
                  <a:pt x="255352" y="35642"/>
                  <a:pt x="253717" y="35112"/>
                  <a:pt x="251904" y="34848"/>
                </a:cubicBezTo>
                <a:cubicBezTo>
                  <a:pt x="250092" y="34582"/>
                  <a:pt x="248302" y="34449"/>
                  <a:pt x="246535" y="34449"/>
                </a:cubicBezTo>
                <a:cubicBezTo>
                  <a:pt x="241761" y="34449"/>
                  <a:pt x="237782" y="35352"/>
                  <a:pt x="234600" y="37159"/>
                </a:cubicBezTo>
                <a:cubicBezTo>
                  <a:pt x="231418" y="38965"/>
                  <a:pt x="229694" y="42379"/>
                  <a:pt x="229428" y="47400"/>
                </a:cubicBezTo>
                <a:lnTo>
                  <a:pt x="218155" y="47400"/>
                </a:lnTo>
                <a:cubicBezTo>
                  <a:pt x="218331" y="43160"/>
                  <a:pt x="219215" y="39582"/>
                  <a:pt x="220805" y="36667"/>
                </a:cubicBezTo>
                <a:cubicBezTo>
                  <a:pt x="222397" y="33752"/>
                  <a:pt x="224519" y="31389"/>
                  <a:pt x="227172" y="29579"/>
                </a:cubicBezTo>
                <a:cubicBezTo>
                  <a:pt x="229824" y="27768"/>
                  <a:pt x="232852" y="26466"/>
                  <a:pt x="236255" y="25671"/>
                </a:cubicBezTo>
                <a:cubicBezTo>
                  <a:pt x="239660" y="24875"/>
                  <a:pt x="243307" y="24477"/>
                  <a:pt x="247197" y="24477"/>
                </a:cubicBezTo>
                <a:cubicBezTo>
                  <a:pt x="250291" y="24477"/>
                  <a:pt x="253364" y="24698"/>
                  <a:pt x="256414" y="25141"/>
                </a:cubicBezTo>
                <a:cubicBezTo>
                  <a:pt x="259464" y="25582"/>
                  <a:pt x="262227" y="26488"/>
                  <a:pt x="264703" y="27858"/>
                </a:cubicBezTo>
                <a:cubicBezTo>
                  <a:pt x="267178" y="29228"/>
                  <a:pt x="269167" y="31150"/>
                  <a:pt x="270670" y="33626"/>
                </a:cubicBezTo>
                <a:cubicBezTo>
                  <a:pt x="272173" y="36100"/>
                  <a:pt x="272924" y="39325"/>
                  <a:pt x="272924" y="43302"/>
                </a:cubicBezTo>
                <a:lnTo>
                  <a:pt x="272924" y="78563"/>
                </a:lnTo>
                <a:cubicBezTo>
                  <a:pt x="272924" y="81215"/>
                  <a:pt x="273079" y="83160"/>
                  <a:pt x="273388" y="84397"/>
                </a:cubicBezTo>
                <a:cubicBezTo>
                  <a:pt x="273698" y="85634"/>
                  <a:pt x="274738" y="86253"/>
                  <a:pt x="276506" y="86253"/>
                </a:cubicBezTo>
                <a:cubicBezTo>
                  <a:pt x="277479" y="86253"/>
                  <a:pt x="278628" y="86041"/>
                  <a:pt x="279954" y="85617"/>
                </a:cubicBezTo>
                <a:lnTo>
                  <a:pt x="279954" y="94371"/>
                </a:lnTo>
                <a:moveTo>
                  <a:pt x="261653" y="59226"/>
                </a:moveTo>
                <a:cubicBezTo>
                  <a:pt x="260238" y="60286"/>
                  <a:pt x="258381" y="61059"/>
                  <a:pt x="256082" y="61545"/>
                </a:cubicBezTo>
                <a:cubicBezTo>
                  <a:pt x="253785" y="62030"/>
                  <a:pt x="251376" y="62428"/>
                  <a:pt x="248856" y="62737"/>
                </a:cubicBezTo>
                <a:cubicBezTo>
                  <a:pt x="246336" y="63046"/>
                  <a:pt x="243794" y="63399"/>
                  <a:pt x="241229" y="63797"/>
                </a:cubicBezTo>
                <a:cubicBezTo>
                  <a:pt x="238666" y="64194"/>
                  <a:pt x="236368" y="64834"/>
                  <a:pt x="234335" y="65717"/>
                </a:cubicBezTo>
                <a:cubicBezTo>
                  <a:pt x="232302" y="66601"/>
                  <a:pt x="230644" y="67860"/>
                  <a:pt x="229361" y="69493"/>
                </a:cubicBezTo>
                <a:cubicBezTo>
                  <a:pt x="228079" y="71127"/>
                  <a:pt x="227439" y="73357"/>
                  <a:pt x="227439" y="76183"/>
                </a:cubicBezTo>
                <a:cubicBezTo>
                  <a:pt x="227439" y="78038"/>
                  <a:pt x="227814" y="79607"/>
                  <a:pt x="228566" y="80888"/>
                </a:cubicBezTo>
                <a:cubicBezTo>
                  <a:pt x="229317" y="82168"/>
                  <a:pt x="230290" y="83206"/>
                  <a:pt x="231484" y="84000"/>
                </a:cubicBezTo>
                <a:cubicBezTo>
                  <a:pt x="232678" y="84795"/>
                  <a:pt x="234070" y="85369"/>
                  <a:pt x="235660" y="85722"/>
                </a:cubicBezTo>
                <a:cubicBezTo>
                  <a:pt x="237252" y="86076"/>
                  <a:pt x="238932" y="86253"/>
                  <a:pt x="240699" y="86253"/>
                </a:cubicBezTo>
                <a:cubicBezTo>
                  <a:pt x="244413" y="86253"/>
                  <a:pt x="247596" y="85745"/>
                  <a:pt x="250248" y="84729"/>
                </a:cubicBezTo>
                <a:cubicBezTo>
                  <a:pt x="252901" y="83713"/>
                  <a:pt x="255066" y="82433"/>
                  <a:pt x="256746" y="80888"/>
                </a:cubicBezTo>
                <a:cubicBezTo>
                  <a:pt x="258426" y="79342"/>
                  <a:pt x="259663" y="77664"/>
                  <a:pt x="260459" y="75853"/>
                </a:cubicBezTo>
                <a:cubicBezTo>
                  <a:pt x="261255" y="74042"/>
                  <a:pt x="261653" y="72341"/>
                  <a:pt x="261653" y="70752"/>
                </a:cubicBezTo>
                <a:lnTo>
                  <a:pt x="261653" y="59226"/>
                </a:lnTo>
                <a:close/>
                <a:moveTo>
                  <a:pt x="336978" y="48048"/>
                </a:moveTo>
                <a:lnTo>
                  <a:pt x="348650" y="48048"/>
                </a:lnTo>
                <a:cubicBezTo>
                  <a:pt x="348208" y="43987"/>
                  <a:pt x="347147" y="40478"/>
                  <a:pt x="345467" y="37521"/>
                </a:cubicBezTo>
                <a:cubicBezTo>
                  <a:pt x="343787" y="34563"/>
                  <a:pt x="341643" y="32113"/>
                  <a:pt x="339034" y="30171"/>
                </a:cubicBezTo>
                <a:cubicBezTo>
                  <a:pt x="336426" y="28229"/>
                  <a:pt x="333421" y="26794"/>
                  <a:pt x="330017" y="25867"/>
                </a:cubicBezTo>
                <a:cubicBezTo>
                  <a:pt x="326613" y="24940"/>
                  <a:pt x="322966" y="24477"/>
                  <a:pt x="319076" y="24477"/>
                </a:cubicBezTo>
                <a:cubicBezTo>
                  <a:pt x="313682" y="24477"/>
                  <a:pt x="308952" y="25427"/>
                  <a:pt x="304884" y="27328"/>
                </a:cubicBezTo>
                <a:cubicBezTo>
                  <a:pt x="300818" y="29229"/>
                  <a:pt x="297437" y="31837"/>
                  <a:pt x="294740" y="35153"/>
                </a:cubicBezTo>
                <a:cubicBezTo>
                  <a:pt x="292043" y="38469"/>
                  <a:pt x="290032" y="42360"/>
                  <a:pt x="288706" y="46825"/>
                </a:cubicBezTo>
                <a:cubicBezTo>
                  <a:pt x="287380" y="51289"/>
                  <a:pt x="286717" y="56086"/>
                  <a:pt x="286717" y="61215"/>
                </a:cubicBezTo>
                <a:cubicBezTo>
                  <a:pt x="286717" y="66343"/>
                  <a:pt x="287402" y="71051"/>
                  <a:pt x="288773" y="75339"/>
                </a:cubicBezTo>
                <a:cubicBezTo>
                  <a:pt x="290143" y="79628"/>
                  <a:pt x="292177" y="83320"/>
                  <a:pt x="294874" y="86414"/>
                </a:cubicBezTo>
                <a:cubicBezTo>
                  <a:pt x="297571" y="89508"/>
                  <a:pt x="300930" y="91895"/>
                  <a:pt x="304951" y="93576"/>
                </a:cubicBezTo>
                <a:cubicBezTo>
                  <a:pt x="308974" y="95255"/>
                  <a:pt x="313594" y="96095"/>
                  <a:pt x="318811" y="96095"/>
                </a:cubicBezTo>
                <a:cubicBezTo>
                  <a:pt x="327563" y="96095"/>
                  <a:pt x="334481" y="93794"/>
                  <a:pt x="339564" y="89193"/>
                </a:cubicBezTo>
                <a:cubicBezTo>
                  <a:pt x="344649" y="84591"/>
                  <a:pt x="347810" y="78042"/>
                  <a:pt x="349047" y="69546"/>
                </a:cubicBezTo>
                <a:lnTo>
                  <a:pt x="337510" y="69546"/>
                </a:lnTo>
                <a:cubicBezTo>
                  <a:pt x="336802" y="74849"/>
                  <a:pt x="334878" y="78960"/>
                  <a:pt x="331739" y="81878"/>
                </a:cubicBezTo>
                <a:cubicBezTo>
                  <a:pt x="328601" y="84794"/>
                  <a:pt x="324247" y="86253"/>
                  <a:pt x="318677" y="86253"/>
                </a:cubicBezTo>
                <a:cubicBezTo>
                  <a:pt x="315141" y="86253"/>
                  <a:pt x="312091" y="85546"/>
                  <a:pt x="309526" y="84134"/>
                </a:cubicBezTo>
                <a:cubicBezTo>
                  <a:pt x="306963" y="82720"/>
                  <a:pt x="304886" y="80843"/>
                  <a:pt x="303294" y="78502"/>
                </a:cubicBezTo>
                <a:cubicBezTo>
                  <a:pt x="301703" y="76162"/>
                  <a:pt x="300532" y="73490"/>
                  <a:pt x="299781" y="70487"/>
                </a:cubicBezTo>
                <a:cubicBezTo>
                  <a:pt x="299030" y="67484"/>
                  <a:pt x="298654" y="64393"/>
                  <a:pt x="298654" y="61213"/>
                </a:cubicBezTo>
                <a:cubicBezTo>
                  <a:pt x="298654" y="57767"/>
                  <a:pt x="299007" y="54433"/>
                  <a:pt x="299714" y="51210"/>
                </a:cubicBezTo>
                <a:cubicBezTo>
                  <a:pt x="300421" y="47986"/>
                  <a:pt x="301592" y="45138"/>
                  <a:pt x="303227" y="42665"/>
                </a:cubicBezTo>
                <a:cubicBezTo>
                  <a:pt x="304863" y="40191"/>
                  <a:pt x="307052" y="38203"/>
                  <a:pt x="309792" y="36701"/>
                </a:cubicBezTo>
                <a:cubicBezTo>
                  <a:pt x="312533" y="35200"/>
                  <a:pt x="315937" y="34449"/>
                  <a:pt x="320004" y="34449"/>
                </a:cubicBezTo>
                <a:cubicBezTo>
                  <a:pt x="324779" y="34449"/>
                  <a:pt x="328580" y="35638"/>
                  <a:pt x="331409" y="38015"/>
                </a:cubicBezTo>
                <a:cubicBezTo>
                  <a:pt x="334238" y="40390"/>
                  <a:pt x="336095" y="43735"/>
                  <a:pt x="336978" y="48048"/>
                </a:cubicBezTo>
                <a:close/>
                <a:moveTo>
                  <a:pt x="388567" y="103835"/>
                </a:moveTo>
                <a:cubicBezTo>
                  <a:pt x="387241" y="107193"/>
                  <a:pt x="385937" y="110021"/>
                  <a:pt x="384655" y="112318"/>
                </a:cubicBezTo>
                <a:cubicBezTo>
                  <a:pt x="383374" y="114616"/>
                  <a:pt x="381959" y="116493"/>
                  <a:pt x="380412" y="117950"/>
                </a:cubicBezTo>
                <a:cubicBezTo>
                  <a:pt x="378864" y="119408"/>
                  <a:pt x="377140" y="120468"/>
                  <a:pt x="375240" y="121131"/>
                </a:cubicBezTo>
                <a:cubicBezTo>
                  <a:pt x="373339" y="121795"/>
                  <a:pt x="371151" y="122126"/>
                  <a:pt x="368675" y="122126"/>
                </a:cubicBezTo>
                <a:cubicBezTo>
                  <a:pt x="367349" y="122126"/>
                  <a:pt x="366023" y="122038"/>
                  <a:pt x="364697" y="121861"/>
                </a:cubicBezTo>
                <a:cubicBezTo>
                  <a:pt x="363371" y="121685"/>
                  <a:pt x="362088" y="121375"/>
                  <a:pt x="360850" y="120933"/>
                </a:cubicBezTo>
                <a:lnTo>
                  <a:pt x="360850" y="110594"/>
                </a:lnTo>
                <a:cubicBezTo>
                  <a:pt x="361823" y="111027"/>
                  <a:pt x="362950" y="111395"/>
                  <a:pt x="364231" y="111699"/>
                </a:cubicBezTo>
                <a:cubicBezTo>
                  <a:pt x="365514" y="112002"/>
                  <a:pt x="366598" y="112154"/>
                  <a:pt x="367481" y="112154"/>
                </a:cubicBezTo>
                <a:cubicBezTo>
                  <a:pt x="369780" y="112154"/>
                  <a:pt x="371703" y="111602"/>
                  <a:pt x="373250" y="110497"/>
                </a:cubicBezTo>
                <a:cubicBezTo>
                  <a:pt x="374798" y="109393"/>
                  <a:pt x="375969" y="107826"/>
                  <a:pt x="376763" y="105794"/>
                </a:cubicBezTo>
                <a:lnTo>
                  <a:pt x="381405" y="94266"/>
                </a:lnTo>
                <a:lnTo>
                  <a:pt x="354219" y="26161"/>
                </a:lnTo>
                <a:lnTo>
                  <a:pt x="366951" y="26161"/>
                </a:lnTo>
                <a:lnTo>
                  <a:pt x="386976" y="82230"/>
                </a:lnTo>
                <a:lnTo>
                  <a:pt x="387241" y="82230"/>
                </a:lnTo>
                <a:lnTo>
                  <a:pt x="406469" y="26161"/>
                </a:lnTo>
                <a:lnTo>
                  <a:pt x="418406" y="26161"/>
                </a:lnTo>
                <a:lnTo>
                  <a:pt x="388567" y="1038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Modern">
            <a:extLst xmlns:a="http://schemas.openxmlformats.org/drawingml/2006/main">
              <a:ext uri="{FF2B5EF4-FFF2-40B4-BE49-F238E27FC236}">
                <a16:creationId xmlns:a16="http://schemas.microsoft.com/office/drawing/2014/main" id="{DA064BF5-DC12-4505-90FF-77B966E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172" y="2761421"/>
            <a:ext cx="442674" cy="96095"/>
          </a:xfrm>
          <a:custGeom xmlns:a="http://schemas.openxmlformats.org/drawingml/2006/main">
            <a:pathLst>
              <a:path w="442674" h="96095">
                <a:moveTo>
                  <a:pt x="0" y="0"/>
                </a:moveTo>
                <a:lnTo>
                  <a:pt x="0" y="94671"/>
                </a:lnTo>
                <a:lnTo>
                  <a:pt x="11935" y="94671"/>
                </a:lnTo>
                <a:lnTo>
                  <a:pt x="11935" y="15911"/>
                </a:lnTo>
                <a:lnTo>
                  <a:pt x="12200" y="15911"/>
                </a:lnTo>
                <a:lnTo>
                  <a:pt x="41775" y="94671"/>
                </a:lnTo>
                <a:lnTo>
                  <a:pt x="52516" y="94671"/>
                </a:lnTo>
                <a:lnTo>
                  <a:pt x="82090" y="15911"/>
                </a:lnTo>
                <a:lnTo>
                  <a:pt x="82355" y="15911"/>
                </a:lnTo>
                <a:lnTo>
                  <a:pt x="82355" y="94671"/>
                </a:lnTo>
                <a:lnTo>
                  <a:pt x="94290" y="94671"/>
                </a:lnTo>
                <a:lnTo>
                  <a:pt x="94290" y="0"/>
                </a:lnTo>
                <a:lnTo>
                  <a:pt x="77049" y="0"/>
                </a:lnTo>
                <a:lnTo>
                  <a:pt x="47078" y="79555"/>
                </a:lnTo>
                <a:lnTo>
                  <a:pt x="17241" y="0"/>
                </a:lnTo>
                <a:lnTo>
                  <a:pt x="0" y="0"/>
                </a:lnTo>
                <a:close/>
                <a:moveTo>
                  <a:pt x="121609" y="60418"/>
                </a:moveTo>
                <a:cubicBezTo>
                  <a:pt x="121609" y="56265"/>
                  <a:pt x="122162" y="52578"/>
                  <a:pt x="123267" y="49355"/>
                </a:cubicBezTo>
                <a:cubicBezTo>
                  <a:pt x="124372" y="46131"/>
                  <a:pt x="125897" y="43414"/>
                  <a:pt x="127842" y="41206"/>
                </a:cubicBezTo>
                <a:cubicBezTo>
                  <a:pt x="129787" y="38998"/>
                  <a:pt x="132064" y="37319"/>
                  <a:pt x="134672" y="36171"/>
                </a:cubicBezTo>
                <a:cubicBezTo>
                  <a:pt x="137279" y="35023"/>
                  <a:pt x="140042" y="34449"/>
                  <a:pt x="142960" y="34449"/>
                </a:cubicBezTo>
                <a:cubicBezTo>
                  <a:pt x="145878" y="34449"/>
                  <a:pt x="148641" y="35023"/>
                  <a:pt x="151249" y="36171"/>
                </a:cubicBezTo>
                <a:cubicBezTo>
                  <a:pt x="153856" y="37319"/>
                  <a:pt x="156133" y="38998"/>
                  <a:pt x="158078" y="41206"/>
                </a:cubicBezTo>
                <a:cubicBezTo>
                  <a:pt x="160024" y="43414"/>
                  <a:pt x="161549" y="46131"/>
                  <a:pt x="162654" y="49355"/>
                </a:cubicBezTo>
                <a:cubicBezTo>
                  <a:pt x="163758" y="52578"/>
                  <a:pt x="164311" y="56265"/>
                  <a:pt x="164311" y="60418"/>
                </a:cubicBezTo>
                <a:cubicBezTo>
                  <a:pt x="164311" y="64569"/>
                  <a:pt x="163758" y="68256"/>
                  <a:pt x="162654" y="71481"/>
                </a:cubicBezTo>
                <a:cubicBezTo>
                  <a:pt x="161549" y="74705"/>
                  <a:pt x="160024" y="77399"/>
                  <a:pt x="158078" y="79563"/>
                </a:cubicBezTo>
                <a:cubicBezTo>
                  <a:pt x="156133" y="81727"/>
                  <a:pt x="153856" y="83382"/>
                  <a:pt x="151249" y="84531"/>
                </a:cubicBezTo>
                <a:cubicBezTo>
                  <a:pt x="148641" y="85679"/>
                  <a:pt x="145878" y="86253"/>
                  <a:pt x="142960" y="86253"/>
                </a:cubicBezTo>
                <a:cubicBezTo>
                  <a:pt x="140042" y="86253"/>
                  <a:pt x="137279" y="85679"/>
                  <a:pt x="134672" y="84531"/>
                </a:cubicBezTo>
                <a:cubicBezTo>
                  <a:pt x="132064" y="83382"/>
                  <a:pt x="129787" y="81727"/>
                  <a:pt x="127842" y="79563"/>
                </a:cubicBezTo>
                <a:cubicBezTo>
                  <a:pt x="125897" y="77399"/>
                  <a:pt x="124372" y="74705"/>
                  <a:pt x="123267" y="71481"/>
                </a:cubicBezTo>
                <a:cubicBezTo>
                  <a:pt x="122162" y="68256"/>
                  <a:pt x="121609" y="64569"/>
                  <a:pt x="121609" y="60418"/>
                </a:cubicBezTo>
                <a:moveTo>
                  <a:pt x="109672" y="60420"/>
                </a:moveTo>
                <a:cubicBezTo>
                  <a:pt x="109672" y="65458"/>
                  <a:pt x="110379" y="70144"/>
                  <a:pt x="111793" y="74477"/>
                </a:cubicBezTo>
                <a:cubicBezTo>
                  <a:pt x="113208" y="78809"/>
                  <a:pt x="115330" y="82589"/>
                  <a:pt x="118159" y="85818"/>
                </a:cubicBezTo>
                <a:cubicBezTo>
                  <a:pt x="120988" y="89044"/>
                  <a:pt x="124480" y="91564"/>
                  <a:pt x="128635" y="93378"/>
                </a:cubicBezTo>
                <a:cubicBezTo>
                  <a:pt x="132792" y="95189"/>
                  <a:pt x="137567" y="96095"/>
                  <a:pt x="142960" y="96095"/>
                </a:cubicBezTo>
                <a:cubicBezTo>
                  <a:pt x="148441" y="96095"/>
                  <a:pt x="153237" y="95189"/>
                  <a:pt x="157348" y="93378"/>
                </a:cubicBezTo>
                <a:cubicBezTo>
                  <a:pt x="161460" y="91564"/>
                  <a:pt x="164930" y="89044"/>
                  <a:pt x="167759" y="85818"/>
                </a:cubicBezTo>
                <a:cubicBezTo>
                  <a:pt x="170588" y="82589"/>
                  <a:pt x="172709" y="78809"/>
                  <a:pt x="174123" y="74477"/>
                </a:cubicBezTo>
                <a:cubicBezTo>
                  <a:pt x="175538" y="70144"/>
                  <a:pt x="176246" y="65458"/>
                  <a:pt x="176246" y="60420"/>
                </a:cubicBezTo>
                <a:cubicBezTo>
                  <a:pt x="176246" y="55380"/>
                  <a:pt x="175538" y="50672"/>
                  <a:pt x="174123" y="46295"/>
                </a:cubicBezTo>
                <a:cubicBezTo>
                  <a:pt x="172709" y="41918"/>
                  <a:pt x="170588" y="38115"/>
                  <a:pt x="167759" y="34888"/>
                </a:cubicBezTo>
                <a:cubicBezTo>
                  <a:pt x="164930" y="31661"/>
                  <a:pt x="161460" y="29120"/>
                  <a:pt x="157348" y="27264"/>
                </a:cubicBezTo>
                <a:cubicBezTo>
                  <a:pt x="153237" y="25406"/>
                  <a:pt x="148441" y="24477"/>
                  <a:pt x="142960" y="24477"/>
                </a:cubicBezTo>
                <a:cubicBezTo>
                  <a:pt x="137567" y="24477"/>
                  <a:pt x="132792" y="25406"/>
                  <a:pt x="128635" y="27264"/>
                </a:cubicBezTo>
                <a:cubicBezTo>
                  <a:pt x="124480" y="29120"/>
                  <a:pt x="120988" y="31661"/>
                  <a:pt x="118159" y="34888"/>
                </a:cubicBezTo>
                <a:cubicBezTo>
                  <a:pt x="115330" y="38115"/>
                  <a:pt x="113208" y="41918"/>
                  <a:pt x="111793" y="46295"/>
                </a:cubicBezTo>
                <a:cubicBezTo>
                  <a:pt x="110379" y="50672"/>
                  <a:pt x="109672" y="55380"/>
                  <a:pt x="109672" y="60420"/>
                </a:cubicBezTo>
                <a:close/>
                <a:moveTo>
                  <a:pt x="197732" y="60948"/>
                </a:moveTo>
                <a:cubicBezTo>
                  <a:pt x="197732" y="57591"/>
                  <a:pt x="198085" y="54323"/>
                  <a:pt x="198792" y="51144"/>
                </a:cubicBezTo>
                <a:cubicBezTo>
                  <a:pt x="199500" y="47964"/>
                  <a:pt x="200650" y="45138"/>
                  <a:pt x="202240" y="42665"/>
                </a:cubicBezTo>
                <a:cubicBezTo>
                  <a:pt x="203832" y="40191"/>
                  <a:pt x="205954" y="38203"/>
                  <a:pt x="208606" y="36701"/>
                </a:cubicBezTo>
                <a:cubicBezTo>
                  <a:pt x="211258" y="35200"/>
                  <a:pt x="214485" y="34449"/>
                  <a:pt x="218287" y="34449"/>
                </a:cubicBezTo>
                <a:cubicBezTo>
                  <a:pt x="222176" y="34449"/>
                  <a:pt x="225492" y="35178"/>
                  <a:pt x="228233" y="36637"/>
                </a:cubicBezTo>
                <a:cubicBezTo>
                  <a:pt x="230974" y="38094"/>
                  <a:pt x="233206" y="40015"/>
                  <a:pt x="234929" y="42400"/>
                </a:cubicBezTo>
                <a:cubicBezTo>
                  <a:pt x="236653" y="44784"/>
                  <a:pt x="237913" y="47544"/>
                  <a:pt x="238709" y="50680"/>
                </a:cubicBezTo>
                <a:cubicBezTo>
                  <a:pt x="239505" y="53815"/>
                  <a:pt x="239903" y="57061"/>
                  <a:pt x="239903" y="60418"/>
                </a:cubicBezTo>
                <a:cubicBezTo>
                  <a:pt x="239903" y="63597"/>
                  <a:pt x="239527" y="66733"/>
                  <a:pt x="238776" y="69825"/>
                </a:cubicBezTo>
                <a:cubicBezTo>
                  <a:pt x="238024" y="72916"/>
                  <a:pt x="236809" y="75676"/>
                  <a:pt x="235129" y="78106"/>
                </a:cubicBezTo>
                <a:cubicBezTo>
                  <a:pt x="233450" y="80534"/>
                  <a:pt x="231284" y="82499"/>
                  <a:pt x="228631" y="84000"/>
                </a:cubicBezTo>
                <a:cubicBezTo>
                  <a:pt x="225979" y="85502"/>
                  <a:pt x="222752" y="86253"/>
                  <a:pt x="218951" y="86253"/>
                </a:cubicBezTo>
                <a:cubicBezTo>
                  <a:pt x="215326" y="86253"/>
                  <a:pt x="212165" y="85546"/>
                  <a:pt x="209468" y="84134"/>
                </a:cubicBezTo>
                <a:cubicBezTo>
                  <a:pt x="206772" y="82720"/>
                  <a:pt x="204561" y="80821"/>
                  <a:pt x="202837" y="78436"/>
                </a:cubicBezTo>
                <a:cubicBezTo>
                  <a:pt x="201113" y="76050"/>
                  <a:pt x="199831" y="73335"/>
                  <a:pt x="198990" y="70289"/>
                </a:cubicBezTo>
                <a:cubicBezTo>
                  <a:pt x="198151" y="67241"/>
                  <a:pt x="197732" y="64128"/>
                  <a:pt x="197732" y="60948"/>
                </a:cubicBezTo>
                <a:moveTo>
                  <a:pt x="250777" y="94636"/>
                </a:moveTo>
                <a:lnTo>
                  <a:pt x="250777" y="0"/>
                </a:lnTo>
                <a:lnTo>
                  <a:pt x="239504" y="0"/>
                </a:lnTo>
                <a:lnTo>
                  <a:pt x="239504" y="35220"/>
                </a:lnTo>
                <a:lnTo>
                  <a:pt x="239239" y="35220"/>
                </a:lnTo>
                <a:cubicBezTo>
                  <a:pt x="238001" y="33187"/>
                  <a:pt x="236476" y="31485"/>
                  <a:pt x="234664" y="30115"/>
                </a:cubicBezTo>
                <a:cubicBezTo>
                  <a:pt x="232852" y="28744"/>
                  <a:pt x="230929" y="27639"/>
                  <a:pt x="228895" y="26800"/>
                </a:cubicBezTo>
                <a:cubicBezTo>
                  <a:pt x="226862" y="25960"/>
                  <a:pt x="224828" y="25363"/>
                  <a:pt x="222793" y="25009"/>
                </a:cubicBezTo>
                <a:cubicBezTo>
                  <a:pt x="220760" y="24654"/>
                  <a:pt x="218860" y="24477"/>
                  <a:pt x="217091" y="24477"/>
                </a:cubicBezTo>
                <a:cubicBezTo>
                  <a:pt x="211876" y="24477"/>
                  <a:pt x="207300" y="25427"/>
                  <a:pt x="203365" y="27328"/>
                </a:cubicBezTo>
                <a:cubicBezTo>
                  <a:pt x="199431" y="29229"/>
                  <a:pt x="196161" y="31794"/>
                  <a:pt x="193553" y="35022"/>
                </a:cubicBezTo>
                <a:cubicBezTo>
                  <a:pt x="190945" y="38249"/>
                  <a:pt x="189000" y="42029"/>
                  <a:pt x="187717" y="46362"/>
                </a:cubicBezTo>
                <a:cubicBezTo>
                  <a:pt x="186435" y="50694"/>
                  <a:pt x="185795" y="55291"/>
                  <a:pt x="185795" y="60153"/>
                </a:cubicBezTo>
                <a:cubicBezTo>
                  <a:pt x="185795" y="65016"/>
                  <a:pt x="186458" y="69614"/>
                  <a:pt x="187784" y="73947"/>
                </a:cubicBezTo>
                <a:cubicBezTo>
                  <a:pt x="189110" y="78279"/>
                  <a:pt x="191077" y="82081"/>
                  <a:pt x="193684" y="85352"/>
                </a:cubicBezTo>
                <a:cubicBezTo>
                  <a:pt x="196293" y="88624"/>
                  <a:pt x="199565" y="91232"/>
                  <a:pt x="203499" y="93177"/>
                </a:cubicBezTo>
                <a:cubicBezTo>
                  <a:pt x="207433" y="95123"/>
                  <a:pt x="212052" y="96095"/>
                  <a:pt x="217358" y="96095"/>
                </a:cubicBezTo>
                <a:cubicBezTo>
                  <a:pt x="222132" y="96095"/>
                  <a:pt x="226509" y="95256"/>
                  <a:pt x="230487" y="93578"/>
                </a:cubicBezTo>
                <a:cubicBezTo>
                  <a:pt x="234465" y="91898"/>
                  <a:pt x="237383" y="89158"/>
                  <a:pt x="239239" y="85358"/>
                </a:cubicBezTo>
                <a:lnTo>
                  <a:pt x="239504" y="85358"/>
                </a:lnTo>
                <a:lnTo>
                  <a:pt x="239504" y="94636"/>
                </a:lnTo>
                <a:lnTo>
                  <a:pt x="250777" y="94636"/>
                </a:lnTo>
                <a:close/>
                <a:moveTo>
                  <a:pt x="315760" y="53875"/>
                </a:moveTo>
                <a:lnTo>
                  <a:pt x="276373" y="53875"/>
                </a:lnTo>
                <a:cubicBezTo>
                  <a:pt x="276550" y="51214"/>
                  <a:pt x="277125" y="48708"/>
                  <a:pt x="278097" y="46358"/>
                </a:cubicBezTo>
                <a:cubicBezTo>
                  <a:pt x="279070" y="44007"/>
                  <a:pt x="280396" y="41944"/>
                  <a:pt x="282076" y="40170"/>
                </a:cubicBezTo>
                <a:cubicBezTo>
                  <a:pt x="283755" y="38396"/>
                  <a:pt x="285767" y="36999"/>
                  <a:pt x="288110" y="35979"/>
                </a:cubicBezTo>
                <a:cubicBezTo>
                  <a:pt x="290453" y="34959"/>
                  <a:pt x="293083" y="34449"/>
                  <a:pt x="296000" y="34449"/>
                </a:cubicBezTo>
                <a:cubicBezTo>
                  <a:pt x="298829" y="34449"/>
                  <a:pt x="301415" y="34959"/>
                  <a:pt x="303758" y="35979"/>
                </a:cubicBezTo>
                <a:cubicBezTo>
                  <a:pt x="306101" y="36999"/>
                  <a:pt x="308135" y="38374"/>
                  <a:pt x="309859" y="40105"/>
                </a:cubicBezTo>
                <a:cubicBezTo>
                  <a:pt x="311583" y="41835"/>
                  <a:pt x="312953" y="43897"/>
                  <a:pt x="313969" y="46291"/>
                </a:cubicBezTo>
                <a:cubicBezTo>
                  <a:pt x="314986" y="48686"/>
                  <a:pt x="315583" y="51214"/>
                  <a:pt x="315760" y="53875"/>
                </a:cubicBezTo>
                <a:moveTo>
                  <a:pt x="326635" y="72913"/>
                </a:moveTo>
                <a:lnTo>
                  <a:pt x="315495" y="72913"/>
                </a:lnTo>
                <a:cubicBezTo>
                  <a:pt x="314522" y="77404"/>
                  <a:pt x="312511" y="80751"/>
                  <a:pt x="309460" y="82952"/>
                </a:cubicBezTo>
                <a:cubicBezTo>
                  <a:pt x="306410" y="85152"/>
                  <a:pt x="302498" y="86253"/>
                  <a:pt x="297724" y="86253"/>
                </a:cubicBezTo>
                <a:cubicBezTo>
                  <a:pt x="294011" y="86253"/>
                  <a:pt x="290784" y="85637"/>
                  <a:pt x="288043" y="84407"/>
                </a:cubicBezTo>
                <a:cubicBezTo>
                  <a:pt x="285303" y="83177"/>
                  <a:pt x="283049" y="81530"/>
                  <a:pt x="281280" y="79466"/>
                </a:cubicBezTo>
                <a:cubicBezTo>
                  <a:pt x="279512" y="77400"/>
                  <a:pt x="278229" y="75028"/>
                  <a:pt x="277433" y="72349"/>
                </a:cubicBezTo>
                <a:cubicBezTo>
                  <a:pt x="276638" y="69668"/>
                  <a:pt x="276284" y="66834"/>
                  <a:pt x="276373" y="63848"/>
                </a:cubicBezTo>
                <a:lnTo>
                  <a:pt x="327695" y="63848"/>
                </a:lnTo>
                <a:cubicBezTo>
                  <a:pt x="327872" y="59680"/>
                  <a:pt x="327496" y="55291"/>
                  <a:pt x="326568" y="50680"/>
                </a:cubicBezTo>
                <a:cubicBezTo>
                  <a:pt x="325640" y="46069"/>
                  <a:pt x="323959" y="41813"/>
                  <a:pt x="321527" y="37912"/>
                </a:cubicBezTo>
                <a:cubicBezTo>
                  <a:pt x="319096" y="34010"/>
                  <a:pt x="315869" y="30796"/>
                  <a:pt x="311846" y="28269"/>
                </a:cubicBezTo>
                <a:cubicBezTo>
                  <a:pt x="307823" y="25741"/>
                  <a:pt x="302762" y="24477"/>
                  <a:pt x="296661" y="24477"/>
                </a:cubicBezTo>
                <a:cubicBezTo>
                  <a:pt x="291976" y="24477"/>
                  <a:pt x="287666" y="25361"/>
                  <a:pt x="283731" y="27130"/>
                </a:cubicBezTo>
                <a:cubicBezTo>
                  <a:pt x="279797" y="28899"/>
                  <a:pt x="276393" y="31375"/>
                  <a:pt x="273520" y="34559"/>
                </a:cubicBezTo>
                <a:cubicBezTo>
                  <a:pt x="270646" y="37741"/>
                  <a:pt x="268414" y="41499"/>
                  <a:pt x="266822" y="45832"/>
                </a:cubicBezTo>
                <a:cubicBezTo>
                  <a:pt x="265231" y="50164"/>
                  <a:pt x="264436" y="54937"/>
                  <a:pt x="264436" y="60153"/>
                </a:cubicBezTo>
                <a:cubicBezTo>
                  <a:pt x="264613" y="65369"/>
                  <a:pt x="265386" y="70188"/>
                  <a:pt x="266757" y="74609"/>
                </a:cubicBezTo>
                <a:cubicBezTo>
                  <a:pt x="268128" y="79030"/>
                  <a:pt x="270183" y="82832"/>
                  <a:pt x="272923" y="86016"/>
                </a:cubicBezTo>
                <a:cubicBezTo>
                  <a:pt x="275664" y="89198"/>
                  <a:pt x="279046" y="91674"/>
                  <a:pt x="283069" y="93442"/>
                </a:cubicBezTo>
                <a:cubicBezTo>
                  <a:pt x="287092" y="95211"/>
                  <a:pt x="291844" y="96095"/>
                  <a:pt x="297325" y="96095"/>
                </a:cubicBezTo>
                <a:cubicBezTo>
                  <a:pt x="305106" y="96095"/>
                  <a:pt x="311561" y="94153"/>
                  <a:pt x="316689" y="90267"/>
                </a:cubicBezTo>
                <a:cubicBezTo>
                  <a:pt x="321816" y="86381"/>
                  <a:pt x="325132" y="80596"/>
                  <a:pt x="326635" y="72913"/>
                </a:cubicBezTo>
                <a:close/>
                <a:moveTo>
                  <a:pt x="338968" y="26070"/>
                </a:moveTo>
                <a:lnTo>
                  <a:pt x="338968" y="94671"/>
                </a:lnTo>
                <a:lnTo>
                  <a:pt x="350239" y="94671"/>
                </a:lnTo>
                <a:lnTo>
                  <a:pt x="350239" y="64137"/>
                </a:lnTo>
                <a:cubicBezTo>
                  <a:pt x="350239" y="59712"/>
                  <a:pt x="350681" y="55797"/>
                  <a:pt x="351565" y="52390"/>
                </a:cubicBezTo>
                <a:cubicBezTo>
                  <a:pt x="352450" y="48983"/>
                  <a:pt x="353865" y="46084"/>
                  <a:pt x="355810" y="43695"/>
                </a:cubicBezTo>
                <a:cubicBezTo>
                  <a:pt x="357755" y="41304"/>
                  <a:pt x="360319" y="39490"/>
                  <a:pt x="363502" y="38252"/>
                </a:cubicBezTo>
                <a:cubicBezTo>
                  <a:pt x="366684" y="37012"/>
                  <a:pt x="370530" y="36392"/>
                  <a:pt x="375038" y="36392"/>
                </a:cubicBezTo>
                <a:lnTo>
                  <a:pt x="375038" y="24477"/>
                </a:lnTo>
                <a:cubicBezTo>
                  <a:pt x="368939" y="24300"/>
                  <a:pt x="363900" y="25539"/>
                  <a:pt x="359920" y="28192"/>
                </a:cubicBezTo>
                <a:cubicBezTo>
                  <a:pt x="355942" y="30846"/>
                  <a:pt x="352582" y="34959"/>
                  <a:pt x="349843" y="40532"/>
                </a:cubicBezTo>
                <a:lnTo>
                  <a:pt x="349577" y="40532"/>
                </a:lnTo>
                <a:lnTo>
                  <a:pt x="349577" y="26070"/>
                </a:lnTo>
                <a:lnTo>
                  <a:pt x="338968" y="26070"/>
                </a:lnTo>
                <a:close/>
                <a:moveTo>
                  <a:pt x="385913" y="26070"/>
                </a:moveTo>
                <a:lnTo>
                  <a:pt x="385913" y="94671"/>
                </a:lnTo>
                <a:lnTo>
                  <a:pt x="397187" y="94671"/>
                </a:lnTo>
                <a:lnTo>
                  <a:pt x="397187" y="55938"/>
                </a:lnTo>
                <a:cubicBezTo>
                  <a:pt x="397187" y="52843"/>
                  <a:pt x="397606" y="49991"/>
                  <a:pt x="398445" y="47382"/>
                </a:cubicBezTo>
                <a:cubicBezTo>
                  <a:pt x="399286" y="44773"/>
                  <a:pt x="400546" y="42496"/>
                  <a:pt x="402225" y="40550"/>
                </a:cubicBezTo>
                <a:cubicBezTo>
                  <a:pt x="403905" y="38605"/>
                  <a:pt x="406005" y="37102"/>
                  <a:pt x="408525" y="36042"/>
                </a:cubicBezTo>
                <a:cubicBezTo>
                  <a:pt x="411045" y="34980"/>
                  <a:pt x="414029" y="34449"/>
                  <a:pt x="417477" y="34449"/>
                </a:cubicBezTo>
                <a:cubicBezTo>
                  <a:pt x="421809" y="34449"/>
                  <a:pt x="425212" y="35688"/>
                  <a:pt x="427688" y="38165"/>
                </a:cubicBezTo>
                <a:cubicBezTo>
                  <a:pt x="430163" y="40640"/>
                  <a:pt x="431401" y="44000"/>
                  <a:pt x="431401" y="48244"/>
                </a:cubicBezTo>
                <a:lnTo>
                  <a:pt x="431401" y="94671"/>
                </a:lnTo>
                <a:lnTo>
                  <a:pt x="442674" y="94671"/>
                </a:lnTo>
                <a:lnTo>
                  <a:pt x="442674" y="49555"/>
                </a:lnTo>
                <a:cubicBezTo>
                  <a:pt x="442674" y="45840"/>
                  <a:pt x="442299" y="42456"/>
                  <a:pt x="441547" y="39405"/>
                </a:cubicBezTo>
                <a:cubicBezTo>
                  <a:pt x="440796" y="36353"/>
                  <a:pt x="439491" y="33722"/>
                  <a:pt x="437634" y="31511"/>
                </a:cubicBezTo>
                <a:cubicBezTo>
                  <a:pt x="435777" y="29299"/>
                  <a:pt x="433346" y="27573"/>
                  <a:pt x="430341" y="26335"/>
                </a:cubicBezTo>
                <a:cubicBezTo>
                  <a:pt x="427335" y="25096"/>
                  <a:pt x="423577" y="24477"/>
                  <a:pt x="419067" y="24477"/>
                </a:cubicBezTo>
                <a:cubicBezTo>
                  <a:pt x="408900" y="24477"/>
                  <a:pt x="401473" y="28635"/>
                  <a:pt x="396788" y="36950"/>
                </a:cubicBezTo>
                <a:lnTo>
                  <a:pt x="396523" y="36950"/>
                </a:lnTo>
                <a:lnTo>
                  <a:pt x="396523" y="26070"/>
                </a:lnTo>
                <a:lnTo>
                  <a:pt x="385913" y="260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879114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2026-09-05T17:42:04.8990000Z</dcterms:created>
  <dcterms:modified xsi:type="dcterms:W3CDTF">2026-09-05T17:42:04.8990000Z</dcterms:modified>
</coreProperties>
</file>